
<file path=[Content_Types].xml><?xml version="1.0" encoding="utf-8"?>
<Types xmlns="http://schemas.openxmlformats.org/package/2006/content-types">
  <Default Extension="m4a" ContentType="audio/mp4"/>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p:sldMasterIdLst>
    <p:sldMasterId id="2147483648" r:id="rId1"/>
    <p:sldMasterId id="2147483650" r:id="rId2"/>
  </p:sldMasterIdLst>
  <p:notesMasterIdLst>
    <p:notesMasterId r:id="rId148"/>
  </p:notesMasterIdLst>
  <p:handoutMasterIdLst>
    <p:handoutMasterId r:id="rId149"/>
  </p:handoutMasterIdLst>
  <p:sldIdLst>
    <p:sldId id="5866" r:id="rId3"/>
    <p:sldId id="4609" r:id="rId4"/>
    <p:sldId id="5793" r:id="rId5"/>
    <p:sldId id="5803" r:id="rId6"/>
    <p:sldId id="5771" r:id="rId7"/>
    <p:sldId id="5863" r:id="rId8"/>
    <p:sldId id="5864" r:id="rId9"/>
    <p:sldId id="5865" r:id="rId10"/>
    <p:sldId id="5862" r:id="rId11"/>
    <p:sldId id="5812" r:id="rId12"/>
    <p:sldId id="4631" r:id="rId13"/>
    <p:sldId id="5813" r:id="rId14"/>
    <p:sldId id="5815" r:id="rId15"/>
    <p:sldId id="5816" r:id="rId16"/>
    <p:sldId id="5817" r:id="rId17"/>
    <p:sldId id="5814" r:id="rId18"/>
    <p:sldId id="5809" r:id="rId19"/>
    <p:sldId id="5818" r:id="rId20"/>
    <p:sldId id="5820" r:id="rId21"/>
    <p:sldId id="5819" r:id="rId22"/>
    <p:sldId id="5867" r:id="rId23"/>
    <p:sldId id="5868" r:id="rId24"/>
    <p:sldId id="5869" r:id="rId25"/>
    <p:sldId id="5795" r:id="rId26"/>
    <p:sldId id="5796" r:id="rId27"/>
    <p:sldId id="5797" r:id="rId28"/>
    <p:sldId id="5798" r:id="rId29"/>
    <p:sldId id="5799" r:id="rId30"/>
    <p:sldId id="5801" r:id="rId31"/>
    <p:sldId id="5802" r:id="rId32"/>
    <p:sldId id="7115" r:id="rId33"/>
    <p:sldId id="6428" r:id="rId34"/>
    <p:sldId id="6429" r:id="rId35"/>
    <p:sldId id="5829" r:id="rId36"/>
    <p:sldId id="6433" r:id="rId37"/>
    <p:sldId id="6435" r:id="rId38"/>
    <p:sldId id="6437" r:id="rId39"/>
    <p:sldId id="6438" r:id="rId40"/>
    <p:sldId id="6440" r:id="rId41"/>
    <p:sldId id="7113" r:id="rId42"/>
    <p:sldId id="6441" r:id="rId43"/>
    <p:sldId id="5825" r:id="rId44"/>
    <p:sldId id="5833" r:id="rId45"/>
    <p:sldId id="6443" r:id="rId46"/>
    <p:sldId id="5830" r:id="rId47"/>
    <p:sldId id="6998" r:id="rId48"/>
    <p:sldId id="6999" r:id="rId49"/>
    <p:sldId id="7000" r:id="rId50"/>
    <p:sldId id="7001" r:id="rId51"/>
    <p:sldId id="6997" r:id="rId52"/>
    <p:sldId id="7005" r:id="rId53"/>
    <p:sldId id="7010" r:id="rId54"/>
    <p:sldId id="7009" r:id="rId55"/>
    <p:sldId id="6953" r:id="rId56"/>
    <p:sldId id="7011" r:id="rId57"/>
    <p:sldId id="7013" r:id="rId58"/>
    <p:sldId id="7014" r:id="rId59"/>
    <p:sldId id="7015" r:id="rId60"/>
    <p:sldId id="7012" r:id="rId61"/>
    <p:sldId id="7016" r:id="rId62"/>
    <p:sldId id="6358" r:id="rId63"/>
    <p:sldId id="5846" r:id="rId64"/>
    <p:sldId id="5847" r:id="rId65"/>
    <p:sldId id="5848" r:id="rId66"/>
    <p:sldId id="7089" r:id="rId67"/>
    <p:sldId id="7090" r:id="rId68"/>
    <p:sldId id="7091" r:id="rId69"/>
    <p:sldId id="7093" r:id="rId70"/>
    <p:sldId id="7095" r:id="rId71"/>
    <p:sldId id="7017" r:id="rId72"/>
    <p:sldId id="6179" r:id="rId73"/>
    <p:sldId id="5853" r:id="rId74"/>
    <p:sldId id="6182" r:id="rId75"/>
    <p:sldId id="5856" r:id="rId76"/>
    <p:sldId id="5855" r:id="rId77"/>
    <p:sldId id="5857" r:id="rId78"/>
    <p:sldId id="6888" r:id="rId79"/>
    <p:sldId id="5854" r:id="rId80"/>
    <p:sldId id="6190" r:id="rId81"/>
    <p:sldId id="6377" r:id="rId82"/>
    <p:sldId id="6186" r:id="rId83"/>
    <p:sldId id="6380" r:id="rId84"/>
    <p:sldId id="6381" r:id="rId85"/>
    <p:sldId id="6382" r:id="rId86"/>
    <p:sldId id="4906" r:id="rId87"/>
    <p:sldId id="4905" r:id="rId88"/>
    <p:sldId id="6386" r:id="rId89"/>
    <p:sldId id="7116" r:id="rId90"/>
    <p:sldId id="6185" r:id="rId91"/>
    <p:sldId id="7018" r:id="rId92"/>
    <p:sldId id="7117" r:id="rId93"/>
    <p:sldId id="5860" r:id="rId94"/>
    <p:sldId id="6390" r:id="rId95"/>
    <p:sldId id="7118" r:id="rId96"/>
    <p:sldId id="5823" r:id="rId97"/>
    <p:sldId id="5826" r:id="rId98"/>
    <p:sldId id="6391" r:id="rId99"/>
    <p:sldId id="5827" r:id="rId100"/>
    <p:sldId id="7138" r:id="rId101"/>
    <p:sldId id="7139" r:id="rId102"/>
    <p:sldId id="7140" r:id="rId103"/>
    <p:sldId id="6401" r:id="rId104"/>
    <p:sldId id="7120" r:id="rId105"/>
    <p:sldId id="7121" r:id="rId106"/>
    <p:sldId id="7122" r:id="rId107"/>
    <p:sldId id="5870" r:id="rId108"/>
    <p:sldId id="5876" r:id="rId109"/>
    <p:sldId id="7123" r:id="rId110"/>
    <p:sldId id="6404" r:id="rId111"/>
    <p:sldId id="5841" r:id="rId112"/>
    <p:sldId id="7129" r:id="rId113"/>
    <p:sldId id="5849" r:id="rId114"/>
    <p:sldId id="7130" r:id="rId115"/>
    <p:sldId id="5852" r:id="rId116"/>
    <p:sldId id="5850" r:id="rId117"/>
    <p:sldId id="7131" r:id="rId118"/>
    <p:sldId id="5297" r:id="rId119"/>
    <p:sldId id="7132" r:id="rId120"/>
    <p:sldId id="5832" r:id="rId121"/>
    <p:sldId id="5858" r:id="rId122"/>
    <p:sldId id="7133" r:id="rId123"/>
    <p:sldId id="7134" r:id="rId124"/>
    <p:sldId id="7135" r:id="rId125"/>
    <p:sldId id="5839" r:id="rId126"/>
    <p:sldId id="5861" r:id="rId127"/>
    <p:sldId id="5687" r:id="rId128"/>
    <p:sldId id="7136" r:id="rId129"/>
    <p:sldId id="7124" r:id="rId130"/>
    <p:sldId id="5851" r:id="rId131"/>
    <p:sldId id="7119" r:id="rId132"/>
    <p:sldId id="7020" r:id="rId133"/>
    <p:sldId id="6395" r:id="rId134"/>
    <p:sldId id="7021" r:id="rId135"/>
    <p:sldId id="7126" r:id="rId136"/>
    <p:sldId id="7127" r:id="rId137"/>
    <p:sldId id="5835" r:id="rId138"/>
    <p:sldId id="7128" r:id="rId139"/>
    <p:sldId id="5836" r:id="rId140"/>
    <p:sldId id="4408" r:id="rId141"/>
    <p:sldId id="6981" r:id="rId142"/>
    <p:sldId id="7064" r:id="rId143"/>
    <p:sldId id="7065" r:id="rId144"/>
    <p:sldId id="7066" r:id="rId145"/>
    <p:sldId id="7067" r:id="rId146"/>
    <p:sldId id="7068" r:id="rId147"/>
  </p:sldIdLst>
  <p:sldSz cx="9906000" cy="6858000" type="A4"/>
  <p:notesSz cx="6869113" cy="10002838"/>
  <p:custDataLst>
    <p:tags r:id="rId150"/>
  </p:custDataLst>
  <p:defaultTextStyle>
    <a:defPPr>
      <a:defRPr lang="ja-JP"/>
    </a:defPPr>
    <a:lvl1pPr algn="l" rtl="0" fontAlgn="base">
      <a:spcBef>
        <a:spcPct val="0"/>
      </a:spcBef>
      <a:spcAft>
        <a:spcPct val="0"/>
      </a:spcAft>
      <a:defRPr kumimoji="1" sz="1600" kern="1200">
        <a:solidFill>
          <a:schemeClr val="tx1"/>
        </a:solidFill>
        <a:latin typeface="ＭＳ Ｐゴシック" pitchFamily="50" charset="-128"/>
        <a:ea typeface="ＭＳ Ｐゴシック" pitchFamily="50" charset="-128"/>
        <a:cs typeface="+mn-cs"/>
      </a:defRPr>
    </a:lvl1pPr>
    <a:lvl2pPr marL="457200" algn="l" rtl="0" fontAlgn="base">
      <a:spcBef>
        <a:spcPct val="0"/>
      </a:spcBef>
      <a:spcAft>
        <a:spcPct val="0"/>
      </a:spcAft>
      <a:defRPr kumimoji="1" sz="1600" kern="1200">
        <a:solidFill>
          <a:schemeClr val="tx1"/>
        </a:solidFill>
        <a:latin typeface="ＭＳ Ｐゴシック" pitchFamily="50" charset="-128"/>
        <a:ea typeface="ＭＳ Ｐゴシック" pitchFamily="50" charset="-128"/>
        <a:cs typeface="+mn-cs"/>
      </a:defRPr>
    </a:lvl2pPr>
    <a:lvl3pPr marL="914400" algn="l" rtl="0" fontAlgn="base">
      <a:spcBef>
        <a:spcPct val="0"/>
      </a:spcBef>
      <a:spcAft>
        <a:spcPct val="0"/>
      </a:spcAft>
      <a:defRPr kumimoji="1" sz="1600" kern="1200">
        <a:solidFill>
          <a:schemeClr val="tx1"/>
        </a:solidFill>
        <a:latin typeface="ＭＳ Ｐゴシック" pitchFamily="50" charset="-128"/>
        <a:ea typeface="ＭＳ Ｐゴシック" pitchFamily="50" charset="-128"/>
        <a:cs typeface="+mn-cs"/>
      </a:defRPr>
    </a:lvl3pPr>
    <a:lvl4pPr marL="1371600" algn="l" rtl="0" fontAlgn="base">
      <a:spcBef>
        <a:spcPct val="0"/>
      </a:spcBef>
      <a:spcAft>
        <a:spcPct val="0"/>
      </a:spcAft>
      <a:defRPr kumimoji="1" sz="1600" kern="1200">
        <a:solidFill>
          <a:schemeClr val="tx1"/>
        </a:solidFill>
        <a:latin typeface="ＭＳ Ｐゴシック" pitchFamily="50" charset="-128"/>
        <a:ea typeface="ＭＳ Ｐゴシック" pitchFamily="50" charset="-128"/>
        <a:cs typeface="+mn-cs"/>
      </a:defRPr>
    </a:lvl4pPr>
    <a:lvl5pPr marL="1828800" algn="l" rtl="0" fontAlgn="base">
      <a:spcBef>
        <a:spcPct val="0"/>
      </a:spcBef>
      <a:spcAft>
        <a:spcPct val="0"/>
      </a:spcAft>
      <a:defRPr kumimoji="1" sz="1600" kern="1200">
        <a:solidFill>
          <a:schemeClr val="tx1"/>
        </a:solidFill>
        <a:latin typeface="ＭＳ Ｐゴシック" pitchFamily="50" charset="-128"/>
        <a:ea typeface="ＭＳ Ｐゴシック" pitchFamily="50" charset="-128"/>
        <a:cs typeface="+mn-cs"/>
      </a:defRPr>
    </a:lvl5pPr>
    <a:lvl6pPr marL="2286000" algn="l" defTabSz="914400" rtl="0" eaLnBrk="1" latinLnBrk="0" hangingPunct="1">
      <a:defRPr kumimoji="1" sz="1600" kern="1200">
        <a:solidFill>
          <a:schemeClr val="tx1"/>
        </a:solidFill>
        <a:latin typeface="ＭＳ Ｐゴシック" pitchFamily="50" charset="-128"/>
        <a:ea typeface="ＭＳ Ｐゴシック" pitchFamily="50" charset="-128"/>
        <a:cs typeface="+mn-cs"/>
      </a:defRPr>
    </a:lvl6pPr>
    <a:lvl7pPr marL="2743200" algn="l" defTabSz="914400" rtl="0" eaLnBrk="1" latinLnBrk="0" hangingPunct="1">
      <a:defRPr kumimoji="1" sz="1600" kern="1200">
        <a:solidFill>
          <a:schemeClr val="tx1"/>
        </a:solidFill>
        <a:latin typeface="ＭＳ Ｐゴシック" pitchFamily="50" charset="-128"/>
        <a:ea typeface="ＭＳ Ｐゴシック" pitchFamily="50" charset="-128"/>
        <a:cs typeface="+mn-cs"/>
      </a:defRPr>
    </a:lvl7pPr>
    <a:lvl8pPr marL="3200400" algn="l" defTabSz="914400" rtl="0" eaLnBrk="1" latinLnBrk="0" hangingPunct="1">
      <a:defRPr kumimoji="1" sz="1600" kern="1200">
        <a:solidFill>
          <a:schemeClr val="tx1"/>
        </a:solidFill>
        <a:latin typeface="ＭＳ Ｐゴシック" pitchFamily="50" charset="-128"/>
        <a:ea typeface="ＭＳ Ｐゴシック" pitchFamily="50" charset="-128"/>
        <a:cs typeface="+mn-cs"/>
      </a:defRPr>
    </a:lvl8pPr>
    <a:lvl9pPr marL="3657600" algn="l" defTabSz="914400" rtl="0" eaLnBrk="1" latinLnBrk="0" hangingPunct="1">
      <a:defRPr kumimoji="1" sz="1600" kern="1200">
        <a:solidFill>
          <a:schemeClr val="tx1"/>
        </a:solidFill>
        <a:latin typeface="ＭＳ Ｐゴシック" pitchFamily="50" charset="-128"/>
        <a:ea typeface="ＭＳ Ｐゴシック" pitchFamily="50" charset="-128"/>
        <a:cs typeface="+mn-cs"/>
      </a:defRPr>
    </a:lvl9pPr>
  </p:defaultTextStyle>
  <p:extLst>
    <p:ext uri="{EFAFB233-063F-42B5-8137-9DF3F51BA10A}">
      <p15:sldGuideLst xmlns:p15="http://schemas.microsoft.com/office/powerpoint/2012/main">
        <p15:guide id="1" orient="horz" pos="3385" userDrawn="1">
          <p15:clr>
            <a:srgbClr val="A4A3A4"/>
          </p15:clr>
        </p15:guide>
        <p15:guide id="2" pos="943"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hiddenSlides="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5851B"/>
    <a:srgbClr val="F0861E"/>
    <a:srgbClr val="3366CC"/>
    <a:srgbClr val="FF0000"/>
    <a:srgbClr val="00B0F0"/>
    <a:srgbClr val="9CC8F8"/>
    <a:srgbClr val="C5DFFB"/>
    <a:srgbClr val="4B731F"/>
    <a:srgbClr val="F1E5EB"/>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974" autoAdjust="0"/>
    <p:restoredTop sz="93975" autoAdjust="0"/>
  </p:normalViewPr>
  <p:slideViewPr>
    <p:cSldViewPr snapToObjects="1">
      <p:cViewPr varScale="1">
        <p:scale>
          <a:sx n="90" d="100"/>
          <a:sy n="90" d="100"/>
        </p:scale>
        <p:origin x="648" y="63"/>
      </p:cViewPr>
      <p:guideLst>
        <p:guide orient="horz" pos="3385"/>
        <p:guide pos="943"/>
      </p:guideLst>
    </p:cSldViewPr>
  </p:slideViewPr>
  <p:notesTextViewPr>
    <p:cViewPr>
      <p:scale>
        <a:sx n="75" d="100"/>
        <a:sy n="75" d="100"/>
      </p:scale>
      <p:origin x="0" y="0"/>
    </p:cViewPr>
  </p:notesTextViewPr>
  <p:sorterViewPr>
    <p:cViewPr>
      <p:scale>
        <a:sx n="125" d="100"/>
        <a:sy n="125" d="100"/>
      </p:scale>
      <p:origin x="0" y="0"/>
    </p:cViewPr>
  </p:sorterViewPr>
  <p:notesViewPr>
    <p:cSldViewPr snapToObjects="1">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5.xml"/><Relationship Id="rId21" Type="http://schemas.openxmlformats.org/officeDocument/2006/relationships/slide" Target="slides/slide19.xml"/><Relationship Id="rId42" Type="http://schemas.openxmlformats.org/officeDocument/2006/relationships/slide" Target="slides/slide40.xml"/><Relationship Id="rId63" Type="http://schemas.openxmlformats.org/officeDocument/2006/relationships/slide" Target="slides/slide61.xml"/><Relationship Id="rId84" Type="http://schemas.openxmlformats.org/officeDocument/2006/relationships/slide" Target="slides/slide82.xml"/><Relationship Id="rId138" Type="http://schemas.openxmlformats.org/officeDocument/2006/relationships/slide" Target="slides/slide136.xml"/><Relationship Id="rId107" Type="http://schemas.openxmlformats.org/officeDocument/2006/relationships/slide" Target="slides/slide105.xml"/><Relationship Id="rId11" Type="http://schemas.openxmlformats.org/officeDocument/2006/relationships/slide" Target="slides/slide9.xml"/><Relationship Id="rId32" Type="http://schemas.openxmlformats.org/officeDocument/2006/relationships/slide" Target="slides/slide30.xml"/><Relationship Id="rId53" Type="http://schemas.openxmlformats.org/officeDocument/2006/relationships/slide" Target="slides/slide51.xml"/><Relationship Id="rId74" Type="http://schemas.openxmlformats.org/officeDocument/2006/relationships/slide" Target="slides/slide72.xml"/><Relationship Id="rId128" Type="http://schemas.openxmlformats.org/officeDocument/2006/relationships/slide" Target="slides/slide126.xml"/><Relationship Id="rId149" Type="http://schemas.openxmlformats.org/officeDocument/2006/relationships/handoutMaster" Target="handoutMasters/handoutMaster1.xml"/><Relationship Id="rId5" Type="http://schemas.openxmlformats.org/officeDocument/2006/relationships/slide" Target="slides/slide3.xml"/><Relationship Id="rId95" Type="http://schemas.openxmlformats.org/officeDocument/2006/relationships/slide" Target="slides/slide93.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113" Type="http://schemas.openxmlformats.org/officeDocument/2006/relationships/slide" Target="slides/slide111.xml"/><Relationship Id="rId118" Type="http://schemas.openxmlformats.org/officeDocument/2006/relationships/slide" Target="slides/slide116.xml"/><Relationship Id="rId134" Type="http://schemas.openxmlformats.org/officeDocument/2006/relationships/slide" Target="slides/slide132.xml"/><Relationship Id="rId139" Type="http://schemas.openxmlformats.org/officeDocument/2006/relationships/slide" Target="slides/slide137.xml"/><Relationship Id="rId80" Type="http://schemas.openxmlformats.org/officeDocument/2006/relationships/slide" Target="slides/slide78.xml"/><Relationship Id="rId85" Type="http://schemas.openxmlformats.org/officeDocument/2006/relationships/slide" Target="slides/slide83.xml"/><Relationship Id="rId150" Type="http://schemas.openxmlformats.org/officeDocument/2006/relationships/tags" Target="tags/tag1.xml"/><Relationship Id="rId12" Type="http://schemas.openxmlformats.org/officeDocument/2006/relationships/slide" Target="slides/slide10.xml"/><Relationship Id="rId17" Type="http://schemas.openxmlformats.org/officeDocument/2006/relationships/slide" Target="slides/slide15.xml"/><Relationship Id="rId33" Type="http://schemas.openxmlformats.org/officeDocument/2006/relationships/slide" Target="slides/slide31.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slide" Target="slides/slide101.xml"/><Relationship Id="rId108" Type="http://schemas.openxmlformats.org/officeDocument/2006/relationships/slide" Target="slides/slide106.xml"/><Relationship Id="rId124" Type="http://schemas.openxmlformats.org/officeDocument/2006/relationships/slide" Target="slides/slide122.xml"/><Relationship Id="rId129" Type="http://schemas.openxmlformats.org/officeDocument/2006/relationships/slide" Target="slides/slide127.xml"/><Relationship Id="rId54" Type="http://schemas.openxmlformats.org/officeDocument/2006/relationships/slide" Target="slides/slide52.xml"/><Relationship Id="rId70" Type="http://schemas.openxmlformats.org/officeDocument/2006/relationships/slide" Target="slides/slide68.xml"/><Relationship Id="rId75" Type="http://schemas.openxmlformats.org/officeDocument/2006/relationships/slide" Target="slides/slide73.xml"/><Relationship Id="rId91" Type="http://schemas.openxmlformats.org/officeDocument/2006/relationships/slide" Target="slides/slide89.xml"/><Relationship Id="rId96" Type="http://schemas.openxmlformats.org/officeDocument/2006/relationships/slide" Target="slides/slide94.xml"/><Relationship Id="rId140" Type="http://schemas.openxmlformats.org/officeDocument/2006/relationships/slide" Target="slides/slide138.xml"/><Relationship Id="rId145" Type="http://schemas.openxmlformats.org/officeDocument/2006/relationships/slide" Target="slides/slide143.xml"/><Relationship Id="rId1" Type="http://schemas.openxmlformats.org/officeDocument/2006/relationships/slideMaster" Target="slideMasters/slideMaster1.xml"/><Relationship Id="rId6" Type="http://schemas.openxmlformats.org/officeDocument/2006/relationships/slide" Target="slides/slide4.xml"/><Relationship Id="rId23" Type="http://schemas.openxmlformats.org/officeDocument/2006/relationships/slide" Target="slides/slide21.xml"/><Relationship Id="rId28" Type="http://schemas.openxmlformats.org/officeDocument/2006/relationships/slide" Target="slides/slide26.xml"/><Relationship Id="rId49" Type="http://schemas.openxmlformats.org/officeDocument/2006/relationships/slide" Target="slides/slide47.xml"/><Relationship Id="rId114" Type="http://schemas.openxmlformats.org/officeDocument/2006/relationships/slide" Target="slides/slide112.xml"/><Relationship Id="rId119" Type="http://schemas.openxmlformats.org/officeDocument/2006/relationships/slide" Target="slides/slide117.xml"/><Relationship Id="rId44" Type="http://schemas.openxmlformats.org/officeDocument/2006/relationships/slide" Target="slides/slide42.xml"/><Relationship Id="rId60" Type="http://schemas.openxmlformats.org/officeDocument/2006/relationships/slide" Target="slides/slide58.xml"/><Relationship Id="rId65" Type="http://schemas.openxmlformats.org/officeDocument/2006/relationships/slide" Target="slides/slide63.xml"/><Relationship Id="rId81" Type="http://schemas.openxmlformats.org/officeDocument/2006/relationships/slide" Target="slides/slide79.xml"/><Relationship Id="rId86" Type="http://schemas.openxmlformats.org/officeDocument/2006/relationships/slide" Target="slides/slide84.xml"/><Relationship Id="rId130" Type="http://schemas.openxmlformats.org/officeDocument/2006/relationships/slide" Target="slides/slide128.xml"/><Relationship Id="rId135" Type="http://schemas.openxmlformats.org/officeDocument/2006/relationships/slide" Target="slides/slide133.xml"/><Relationship Id="rId151" Type="http://schemas.openxmlformats.org/officeDocument/2006/relationships/presProps" Target="presProps.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slide" Target="slides/slide10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slide" Target="slides/slide102.xml"/><Relationship Id="rId120" Type="http://schemas.openxmlformats.org/officeDocument/2006/relationships/slide" Target="slides/slide118.xml"/><Relationship Id="rId125" Type="http://schemas.openxmlformats.org/officeDocument/2006/relationships/slide" Target="slides/slide123.xml"/><Relationship Id="rId141" Type="http://schemas.openxmlformats.org/officeDocument/2006/relationships/slide" Target="slides/slide139.xml"/><Relationship Id="rId146" Type="http://schemas.openxmlformats.org/officeDocument/2006/relationships/slide" Target="slides/slide144.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slide" Target="slides/slide108.xml"/><Relationship Id="rId115" Type="http://schemas.openxmlformats.org/officeDocument/2006/relationships/slide" Target="slides/slide113.xml"/><Relationship Id="rId131" Type="http://schemas.openxmlformats.org/officeDocument/2006/relationships/slide" Target="slides/slide129.xml"/><Relationship Id="rId136" Type="http://schemas.openxmlformats.org/officeDocument/2006/relationships/slide" Target="slides/slide134.xml"/><Relationship Id="rId61" Type="http://schemas.openxmlformats.org/officeDocument/2006/relationships/slide" Target="slides/slide59.xml"/><Relationship Id="rId82" Type="http://schemas.openxmlformats.org/officeDocument/2006/relationships/slide" Target="slides/slide80.xml"/><Relationship Id="rId152" Type="http://schemas.openxmlformats.org/officeDocument/2006/relationships/viewProps" Target="viewProps.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126" Type="http://schemas.openxmlformats.org/officeDocument/2006/relationships/slide" Target="slides/slide124.xml"/><Relationship Id="rId147" Type="http://schemas.openxmlformats.org/officeDocument/2006/relationships/slide" Target="slides/slide145.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121" Type="http://schemas.openxmlformats.org/officeDocument/2006/relationships/slide" Target="slides/slide119.xml"/><Relationship Id="rId142" Type="http://schemas.openxmlformats.org/officeDocument/2006/relationships/slide" Target="slides/slide140.xml"/><Relationship Id="rId3" Type="http://schemas.openxmlformats.org/officeDocument/2006/relationships/slide" Target="slides/slide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116" Type="http://schemas.openxmlformats.org/officeDocument/2006/relationships/slide" Target="slides/slide114.xml"/><Relationship Id="rId137" Type="http://schemas.openxmlformats.org/officeDocument/2006/relationships/slide" Target="slides/slide135.xml"/><Relationship Id="rId20" Type="http://schemas.openxmlformats.org/officeDocument/2006/relationships/slide" Target="slides/slide18.xml"/><Relationship Id="rId41" Type="http://schemas.openxmlformats.org/officeDocument/2006/relationships/slide" Target="slides/slide39.xml"/><Relationship Id="rId62" Type="http://schemas.openxmlformats.org/officeDocument/2006/relationships/slide" Target="slides/slide60.xml"/><Relationship Id="rId83" Type="http://schemas.openxmlformats.org/officeDocument/2006/relationships/slide" Target="slides/slide81.xml"/><Relationship Id="rId88" Type="http://schemas.openxmlformats.org/officeDocument/2006/relationships/slide" Target="slides/slide86.xml"/><Relationship Id="rId111" Type="http://schemas.openxmlformats.org/officeDocument/2006/relationships/slide" Target="slides/slide109.xml"/><Relationship Id="rId132" Type="http://schemas.openxmlformats.org/officeDocument/2006/relationships/slide" Target="slides/slide130.xml"/><Relationship Id="rId153" Type="http://schemas.openxmlformats.org/officeDocument/2006/relationships/theme" Target="theme/theme1.xml"/><Relationship Id="rId15" Type="http://schemas.openxmlformats.org/officeDocument/2006/relationships/slide" Target="slides/slide13.xml"/><Relationship Id="rId36" Type="http://schemas.openxmlformats.org/officeDocument/2006/relationships/slide" Target="slides/slide34.xml"/><Relationship Id="rId57" Type="http://schemas.openxmlformats.org/officeDocument/2006/relationships/slide" Target="slides/slide55.xml"/><Relationship Id="rId106" Type="http://schemas.openxmlformats.org/officeDocument/2006/relationships/slide" Target="slides/slide104.xml"/><Relationship Id="rId127" Type="http://schemas.openxmlformats.org/officeDocument/2006/relationships/slide" Target="slides/slide125.xml"/><Relationship Id="rId10" Type="http://schemas.openxmlformats.org/officeDocument/2006/relationships/slide" Target="slides/slide8.xml"/><Relationship Id="rId31" Type="http://schemas.openxmlformats.org/officeDocument/2006/relationships/slide" Target="slides/slide29.xml"/><Relationship Id="rId52" Type="http://schemas.openxmlformats.org/officeDocument/2006/relationships/slide" Target="slides/slide50.xml"/><Relationship Id="rId73" Type="http://schemas.openxmlformats.org/officeDocument/2006/relationships/slide" Target="slides/slide71.xml"/><Relationship Id="rId78" Type="http://schemas.openxmlformats.org/officeDocument/2006/relationships/slide" Target="slides/slide76.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122" Type="http://schemas.openxmlformats.org/officeDocument/2006/relationships/slide" Target="slides/slide120.xml"/><Relationship Id="rId143" Type="http://schemas.openxmlformats.org/officeDocument/2006/relationships/slide" Target="slides/slide141.xml"/><Relationship Id="rId148"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26" Type="http://schemas.openxmlformats.org/officeDocument/2006/relationships/slide" Target="slides/slide24.xml"/><Relationship Id="rId47" Type="http://schemas.openxmlformats.org/officeDocument/2006/relationships/slide" Target="slides/slide45.xml"/><Relationship Id="rId68" Type="http://schemas.openxmlformats.org/officeDocument/2006/relationships/slide" Target="slides/slide66.xml"/><Relationship Id="rId89" Type="http://schemas.openxmlformats.org/officeDocument/2006/relationships/slide" Target="slides/slide87.xml"/><Relationship Id="rId112" Type="http://schemas.openxmlformats.org/officeDocument/2006/relationships/slide" Target="slides/slide110.xml"/><Relationship Id="rId133" Type="http://schemas.openxmlformats.org/officeDocument/2006/relationships/slide" Target="slides/slide131.xml"/><Relationship Id="rId154" Type="http://schemas.openxmlformats.org/officeDocument/2006/relationships/tableStyles" Target="tableStyles.xml"/><Relationship Id="rId16" Type="http://schemas.openxmlformats.org/officeDocument/2006/relationships/slide" Target="slides/slide14.xml"/><Relationship Id="rId37" Type="http://schemas.openxmlformats.org/officeDocument/2006/relationships/slide" Target="slides/slide35.xml"/><Relationship Id="rId58" Type="http://schemas.openxmlformats.org/officeDocument/2006/relationships/slide" Target="slides/slide56.xml"/><Relationship Id="rId79" Type="http://schemas.openxmlformats.org/officeDocument/2006/relationships/slide" Target="slides/slide77.xml"/><Relationship Id="rId102" Type="http://schemas.openxmlformats.org/officeDocument/2006/relationships/slide" Target="slides/slide100.xml"/><Relationship Id="rId123" Type="http://schemas.openxmlformats.org/officeDocument/2006/relationships/slide" Target="slides/slide121.xml"/><Relationship Id="rId144" Type="http://schemas.openxmlformats.org/officeDocument/2006/relationships/slide" Target="slides/slide142.xml"/><Relationship Id="rId90" Type="http://schemas.openxmlformats.org/officeDocument/2006/relationships/slide" Target="slides/slide8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9330" name="Rectangle 2"/>
          <p:cNvSpPr>
            <a:spLocks noGrp="1" noChangeArrowheads="1"/>
          </p:cNvSpPr>
          <p:nvPr>
            <p:ph type="hdr" sz="quarter"/>
          </p:nvPr>
        </p:nvSpPr>
        <p:spPr bwMode="auto">
          <a:xfrm>
            <a:off x="0" y="0"/>
            <a:ext cx="3003136" cy="538062"/>
          </a:xfrm>
          <a:prstGeom prst="rect">
            <a:avLst/>
          </a:prstGeom>
          <a:noFill/>
          <a:ln w="9525">
            <a:noFill/>
            <a:miter lim="800000"/>
            <a:headEnd/>
            <a:tailEnd/>
          </a:ln>
          <a:effectLst/>
        </p:spPr>
        <p:txBody>
          <a:bodyPr vert="horz" wrap="square" lIns="92914" tIns="46454" rIns="92914" bIns="46454" numCol="1" anchor="t" anchorCtr="0" compatLnSpc="1">
            <a:prstTxWarp prst="textNoShape">
              <a:avLst/>
            </a:prstTxWarp>
          </a:bodyPr>
          <a:lstStyle>
            <a:lvl1pPr defTabSz="930160">
              <a:defRPr sz="1200"/>
            </a:lvl1pPr>
          </a:lstStyle>
          <a:p>
            <a:endParaRPr lang="en-US"/>
          </a:p>
        </p:txBody>
      </p:sp>
      <p:sp>
        <p:nvSpPr>
          <p:cNvPr id="99331" name="Rectangle 3"/>
          <p:cNvSpPr>
            <a:spLocks noGrp="1" noChangeArrowheads="1"/>
          </p:cNvSpPr>
          <p:nvPr>
            <p:ph type="dt" sz="quarter" idx="1"/>
          </p:nvPr>
        </p:nvSpPr>
        <p:spPr bwMode="auto">
          <a:xfrm>
            <a:off x="3926808" y="0"/>
            <a:ext cx="2926296" cy="538062"/>
          </a:xfrm>
          <a:prstGeom prst="rect">
            <a:avLst/>
          </a:prstGeom>
          <a:noFill/>
          <a:ln w="9525">
            <a:noFill/>
            <a:miter lim="800000"/>
            <a:headEnd/>
            <a:tailEnd/>
          </a:ln>
          <a:effectLst/>
        </p:spPr>
        <p:txBody>
          <a:bodyPr vert="horz" wrap="square" lIns="92914" tIns="46454" rIns="92914" bIns="46454" numCol="1" anchor="t" anchorCtr="0" compatLnSpc="1">
            <a:prstTxWarp prst="textNoShape">
              <a:avLst/>
            </a:prstTxWarp>
          </a:bodyPr>
          <a:lstStyle>
            <a:lvl1pPr algn="r" defTabSz="930160">
              <a:defRPr sz="1200"/>
            </a:lvl1pPr>
          </a:lstStyle>
          <a:p>
            <a:endParaRPr lang="en-US"/>
          </a:p>
        </p:txBody>
      </p:sp>
      <p:sp>
        <p:nvSpPr>
          <p:cNvPr id="99332" name="Rectangle 4"/>
          <p:cNvSpPr>
            <a:spLocks noGrp="1" noChangeArrowheads="1"/>
          </p:cNvSpPr>
          <p:nvPr>
            <p:ph type="ftr" sz="quarter" idx="2"/>
          </p:nvPr>
        </p:nvSpPr>
        <p:spPr bwMode="auto">
          <a:xfrm>
            <a:off x="0" y="9520659"/>
            <a:ext cx="3003136" cy="461423"/>
          </a:xfrm>
          <a:prstGeom prst="rect">
            <a:avLst/>
          </a:prstGeom>
          <a:noFill/>
          <a:ln w="9525">
            <a:noFill/>
            <a:miter lim="800000"/>
            <a:headEnd/>
            <a:tailEnd/>
          </a:ln>
          <a:effectLst/>
        </p:spPr>
        <p:txBody>
          <a:bodyPr vert="horz" wrap="square" lIns="92914" tIns="46454" rIns="92914" bIns="46454" numCol="1" anchor="b" anchorCtr="0" compatLnSpc="1">
            <a:prstTxWarp prst="textNoShape">
              <a:avLst/>
            </a:prstTxWarp>
          </a:bodyPr>
          <a:lstStyle>
            <a:lvl1pPr defTabSz="930160">
              <a:defRPr sz="1200"/>
            </a:lvl1pPr>
          </a:lstStyle>
          <a:p>
            <a:endParaRPr lang="en-US"/>
          </a:p>
        </p:txBody>
      </p:sp>
      <p:sp>
        <p:nvSpPr>
          <p:cNvPr id="99333" name="Rectangle 5"/>
          <p:cNvSpPr>
            <a:spLocks noGrp="1" noChangeArrowheads="1"/>
          </p:cNvSpPr>
          <p:nvPr>
            <p:ph type="sldNum" sz="quarter" idx="3"/>
          </p:nvPr>
        </p:nvSpPr>
        <p:spPr bwMode="auto">
          <a:xfrm>
            <a:off x="3926808" y="9520659"/>
            <a:ext cx="2926296" cy="461423"/>
          </a:xfrm>
          <a:prstGeom prst="rect">
            <a:avLst/>
          </a:prstGeom>
          <a:noFill/>
          <a:ln w="9525">
            <a:noFill/>
            <a:miter lim="800000"/>
            <a:headEnd/>
            <a:tailEnd/>
          </a:ln>
          <a:effectLst/>
        </p:spPr>
        <p:txBody>
          <a:bodyPr vert="horz" wrap="square" lIns="92914" tIns="46454" rIns="92914" bIns="46454" numCol="1" anchor="b" anchorCtr="0" compatLnSpc="1">
            <a:prstTxWarp prst="textNoShape">
              <a:avLst/>
            </a:prstTxWarp>
          </a:bodyPr>
          <a:lstStyle>
            <a:lvl1pPr algn="r" defTabSz="930160">
              <a:defRPr sz="1200"/>
            </a:lvl1pPr>
          </a:lstStyle>
          <a:p>
            <a:fld id="{72B851EA-1537-46B1-A024-BE43BE5D7E72}" type="slidenum">
              <a:rPr lang="en-US"/>
              <a:pPr/>
              <a:t>‹#›</a:t>
            </a:fld>
            <a:endParaRPr lang="en-US"/>
          </a:p>
        </p:txBody>
      </p:sp>
    </p:spTree>
    <p:extLst>
      <p:ext uri="{BB962C8B-B14F-4D97-AF65-F5344CB8AC3E}">
        <p14:creationId xmlns:p14="http://schemas.microsoft.com/office/powerpoint/2010/main" val="390184785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bwMode="auto">
          <a:xfrm>
            <a:off x="0" y="0"/>
            <a:ext cx="2975923" cy="501340"/>
          </a:xfrm>
          <a:prstGeom prst="rect">
            <a:avLst/>
          </a:prstGeom>
          <a:noFill/>
          <a:ln w="9525">
            <a:noFill/>
            <a:miter lim="800000"/>
            <a:headEnd/>
            <a:tailEnd/>
          </a:ln>
          <a:effectLst/>
        </p:spPr>
        <p:txBody>
          <a:bodyPr vert="horz" wrap="none" lIns="93161" tIns="46583" rIns="93161" bIns="46583" numCol="1" anchor="ctr" anchorCtr="0" compatLnSpc="1">
            <a:prstTxWarp prst="textNoShape">
              <a:avLst/>
            </a:prstTxWarp>
          </a:bodyPr>
          <a:lstStyle>
            <a:lvl1pPr defTabSz="933357">
              <a:defRPr sz="1200">
                <a:latin typeface="Times New Roman" pitchFamily="18" charset="0"/>
              </a:defRPr>
            </a:lvl1pPr>
          </a:lstStyle>
          <a:p>
            <a:endParaRPr lang="en-US" altLang="ja-JP"/>
          </a:p>
        </p:txBody>
      </p:sp>
      <p:sp>
        <p:nvSpPr>
          <p:cNvPr id="6147" name="Rectangle 3"/>
          <p:cNvSpPr>
            <a:spLocks noGrp="1" noChangeArrowheads="1"/>
          </p:cNvSpPr>
          <p:nvPr>
            <p:ph type="dt" idx="1"/>
          </p:nvPr>
        </p:nvSpPr>
        <p:spPr bwMode="auto">
          <a:xfrm>
            <a:off x="3893192" y="0"/>
            <a:ext cx="2975923" cy="501340"/>
          </a:xfrm>
          <a:prstGeom prst="rect">
            <a:avLst/>
          </a:prstGeom>
          <a:noFill/>
          <a:ln w="9525">
            <a:noFill/>
            <a:miter lim="800000"/>
            <a:headEnd/>
            <a:tailEnd/>
          </a:ln>
          <a:effectLst/>
        </p:spPr>
        <p:txBody>
          <a:bodyPr vert="horz" wrap="none" lIns="93161" tIns="46583" rIns="93161" bIns="46583" numCol="1" anchor="ctr" anchorCtr="0" compatLnSpc="1">
            <a:prstTxWarp prst="textNoShape">
              <a:avLst/>
            </a:prstTxWarp>
          </a:bodyPr>
          <a:lstStyle>
            <a:lvl1pPr algn="r" defTabSz="933357">
              <a:defRPr sz="1200">
                <a:latin typeface="Times New Roman" pitchFamily="18" charset="0"/>
              </a:defRPr>
            </a:lvl1pPr>
          </a:lstStyle>
          <a:p>
            <a:endParaRPr lang="en-US" altLang="ja-JP"/>
          </a:p>
        </p:txBody>
      </p:sp>
      <p:sp>
        <p:nvSpPr>
          <p:cNvPr id="6148" name="Rectangle 4"/>
          <p:cNvSpPr>
            <a:spLocks noGrp="1" noRot="1" noChangeAspect="1" noChangeArrowheads="1" noTextEdit="1"/>
          </p:cNvSpPr>
          <p:nvPr>
            <p:ph type="sldImg" idx="2"/>
          </p:nvPr>
        </p:nvSpPr>
        <p:spPr bwMode="auto">
          <a:xfrm>
            <a:off x="725488" y="749300"/>
            <a:ext cx="5421312" cy="3752850"/>
          </a:xfrm>
          <a:prstGeom prst="rect">
            <a:avLst/>
          </a:prstGeom>
          <a:noFill/>
          <a:ln w="9525">
            <a:solidFill>
              <a:srgbClr val="000000"/>
            </a:solidFill>
            <a:miter lim="800000"/>
            <a:headEnd/>
            <a:tailEnd/>
          </a:ln>
          <a:effectLst/>
        </p:spPr>
      </p:sp>
      <p:sp>
        <p:nvSpPr>
          <p:cNvPr id="6149" name="Rectangle 5"/>
          <p:cNvSpPr>
            <a:spLocks noGrp="1" noChangeArrowheads="1"/>
          </p:cNvSpPr>
          <p:nvPr>
            <p:ph type="body" sz="quarter" idx="3"/>
          </p:nvPr>
        </p:nvSpPr>
        <p:spPr bwMode="auto">
          <a:xfrm>
            <a:off x="915669" y="4751549"/>
            <a:ext cx="5037776" cy="4500878"/>
          </a:xfrm>
          <a:prstGeom prst="rect">
            <a:avLst/>
          </a:prstGeom>
          <a:noFill/>
          <a:ln w="9525">
            <a:noFill/>
            <a:miter lim="800000"/>
            <a:headEnd/>
            <a:tailEnd/>
          </a:ln>
          <a:effectLst/>
        </p:spPr>
        <p:txBody>
          <a:bodyPr vert="horz" wrap="none" lIns="93161" tIns="46583" rIns="93161" bIns="46583" numCol="1" anchor="ctr" anchorCtr="0" compatLnSpc="1">
            <a:prstTxWarp prst="textNoShape">
              <a:avLst/>
            </a:prstTxWarp>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6150" name="Rectangle 6"/>
          <p:cNvSpPr>
            <a:spLocks noGrp="1" noChangeArrowheads="1"/>
          </p:cNvSpPr>
          <p:nvPr>
            <p:ph type="ftr" sz="quarter" idx="4"/>
          </p:nvPr>
        </p:nvSpPr>
        <p:spPr bwMode="auto">
          <a:xfrm>
            <a:off x="0" y="9501500"/>
            <a:ext cx="2975923" cy="501340"/>
          </a:xfrm>
          <a:prstGeom prst="rect">
            <a:avLst/>
          </a:prstGeom>
          <a:noFill/>
          <a:ln w="9525">
            <a:noFill/>
            <a:miter lim="800000"/>
            <a:headEnd/>
            <a:tailEnd/>
          </a:ln>
          <a:effectLst/>
        </p:spPr>
        <p:txBody>
          <a:bodyPr vert="horz" wrap="none" lIns="93161" tIns="46583" rIns="93161" bIns="46583" numCol="1" anchor="b" anchorCtr="0" compatLnSpc="1">
            <a:prstTxWarp prst="textNoShape">
              <a:avLst/>
            </a:prstTxWarp>
          </a:bodyPr>
          <a:lstStyle>
            <a:lvl1pPr defTabSz="933357">
              <a:defRPr sz="1200">
                <a:latin typeface="Times New Roman" pitchFamily="18" charset="0"/>
              </a:defRPr>
            </a:lvl1pPr>
          </a:lstStyle>
          <a:p>
            <a:endParaRPr lang="en-US" altLang="ja-JP"/>
          </a:p>
        </p:txBody>
      </p:sp>
      <p:sp>
        <p:nvSpPr>
          <p:cNvPr id="6151" name="Rectangle 7"/>
          <p:cNvSpPr>
            <a:spLocks noGrp="1" noChangeArrowheads="1"/>
          </p:cNvSpPr>
          <p:nvPr>
            <p:ph type="sldNum" sz="quarter" idx="5"/>
          </p:nvPr>
        </p:nvSpPr>
        <p:spPr bwMode="auto">
          <a:xfrm>
            <a:off x="3893192" y="9501500"/>
            <a:ext cx="2975923" cy="501340"/>
          </a:xfrm>
          <a:prstGeom prst="rect">
            <a:avLst/>
          </a:prstGeom>
          <a:noFill/>
          <a:ln w="9525">
            <a:noFill/>
            <a:miter lim="800000"/>
            <a:headEnd/>
            <a:tailEnd/>
          </a:ln>
          <a:effectLst/>
        </p:spPr>
        <p:txBody>
          <a:bodyPr vert="horz" wrap="none" lIns="93161" tIns="46583" rIns="93161" bIns="46583" numCol="1" anchor="b" anchorCtr="0" compatLnSpc="1">
            <a:prstTxWarp prst="textNoShape">
              <a:avLst/>
            </a:prstTxWarp>
          </a:bodyPr>
          <a:lstStyle>
            <a:lvl1pPr algn="r" defTabSz="933357">
              <a:defRPr sz="1200">
                <a:latin typeface="Times New Roman" pitchFamily="18" charset="0"/>
              </a:defRPr>
            </a:lvl1pPr>
          </a:lstStyle>
          <a:p>
            <a:fld id="{AA59C432-3B8C-4DAF-9FB9-33E1F8887A75}" type="slidenum">
              <a:rPr lang="en-US" altLang="ja-JP"/>
              <a:pPr/>
              <a:t>‹#›</a:t>
            </a:fld>
            <a:endParaRPr lang="en-US" altLang="ja-JP"/>
          </a:p>
        </p:txBody>
      </p:sp>
    </p:spTree>
    <p:extLst>
      <p:ext uri="{BB962C8B-B14F-4D97-AF65-F5344CB8AC3E}">
        <p14:creationId xmlns:p14="http://schemas.microsoft.com/office/powerpoint/2010/main" val="523463149"/>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kumimoji="1" sz="1200" kern="1200">
        <a:solidFill>
          <a:schemeClr val="tx1"/>
        </a:solidFill>
        <a:latin typeface="Times New Roman" pitchFamily="18" charset="0"/>
        <a:ea typeface="ＭＳ Ｐ明朝" pitchFamily="18" charset="-128"/>
        <a:cs typeface="+mn-cs"/>
      </a:defRPr>
    </a:lvl1pPr>
    <a:lvl2pPr marL="457200" algn="l" rtl="0" fontAlgn="base">
      <a:spcBef>
        <a:spcPct val="30000"/>
      </a:spcBef>
      <a:spcAft>
        <a:spcPct val="0"/>
      </a:spcAft>
      <a:defRPr kumimoji="1" sz="1200" kern="1200">
        <a:solidFill>
          <a:schemeClr val="tx1"/>
        </a:solidFill>
        <a:latin typeface="Times New Roman" pitchFamily="18" charset="0"/>
        <a:ea typeface="ＭＳ Ｐ明朝" pitchFamily="18" charset="-128"/>
        <a:cs typeface="+mn-cs"/>
      </a:defRPr>
    </a:lvl2pPr>
    <a:lvl3pPr marL="914400" algn="l" rtl="0" fontAlgn="base">
      <a:spcBef>
        <a:spcPct val="30000"/>
      </a:spcBef>
      <a:spcAft>
        <a:spcPct val="0"/>
      </a:spcAft>
      <a:defRPr kumimoji="1" sz="1200" kern="1200">
        <a:solidFill>
          <a:schemeClr val="tx1"/>
        </a:solidFill>
        <a:latin typeface="Times New Roman" pitchFamily="18" charset="0"/>
        <a:ea typeface="ＭＳ Ｐ明朝" pitchFamily="18" charset="-128"/>
        <a:cs typeface="+mn-cs"/>
      </a:defRPr>
    </a:lvl3pPr>
    <a:lvl4pPr marL="1371600" algn="l" rtl="0" fontAlgn="base">
      <a:spcBef>
        <a:spcPct val="30000"/>
      </a:spcBef>
      <a:spcAft>
        <a:spcPct val="0"/>
      </a:spcAft>
      <a:defRPr kumimoji="1" sz="1200" kern="1200">
        <a:solidFill>
          <a:schemeClr val="tx1"/>
        </a:solidFill>
        <a:latin typeface="Times New Roman" pitchFamily="18" charset="0"/>
        <a:ea typeface="ＭＳ Ｐ明朝" pitchFamily="18" charset="-128"/>
        <a:cs typeface="+mn-cs"/>
      </a:defRPr>
    </a:lvl4pPr>
    <a:lvl5pPr marL="1828800" algn="l" rtl="0" fontAlgn="base">
      <a:spcBef>
        <a:spcPct val="30000"/>
      </a:spcBef>
      <a:spcAft>
        <a:spcPct val="0"/>
      </a:spcAft>
      <a:defRPr kumimoji="1" sz="1200" kern="1200">
        <a:solidFill>
          <a:schemeClr val="tx1"/>
        </a:solidFill>
        <a:latin typeface="Times New Roman" pitchFamily="18" charset="0"/>
        <a:ea typeface="ＭＳ Ｐ明朝" pitchFamily="18" charset="-128"/>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3" Type="http://schemas.openxmlformats.org/officeDocument/2006/relationships/hyperlink" Target="http://docs.aws.amazon.com/AmazonRDS/latest/APIReference/API_DescribeDBInstances.html" TargetMode="External"/><Relationship Id="rId7" Type="http://schemas.openxmlformats.org/officeDocument/2006/relationships/hyperlink" Target="http://docs.aws.amazon.com/cli/latest/reference/rds/copy-db-snapshot.html" TargetMode="External"/><Relationship Id="rId2" Type="http://schemas.openxmlformats.org/officeDocument/2006/relationships/slide" Target="../slides/slide102.xml"/><Relationship Id="rId1" Type="http://schemas.openxmlformats.org/officeDocument/2006/relationships/notesMaster" Target="../notesMasters/notesMaster1.xml"/><Relationship Id="rId6" Type="http://schemas.openxmlformats.org/officeDocument/2006/relationships/hyperlink" Target="http://docs.aws.amazon.com/cli/latest/reference/rds/create-db-snapshot.html" TargetMode="External"/><Relationship Id="rId5" Type="http://schemas.openxmlformats.org/officeDocument/2006/relationships/hyperlink" Target="http://docs.aws.amazon.com/AmazonRDS/latest/APIReference/API_CreateDBSnapshot.html" TargetMode="External"/><Relationship Id="rId4" Type="http://schemas.openxmlformats.org/officeDocument/2006/relationships/hyperlink" Target="https://console.aws.amazon.com/" TargetMode="Externa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3" Type="http://schemas.openxmlformats.org/officeDocument/2006/relationships/hyperlink" Target="http://docs.aws.amazon.com/AmazonRDS/latest/APIReference/API_DescribeDBInstances.html" TargetMode="External"/><Relationship Id="rId7" Type="http://schemas.openxmlformats.org/officeDocument/2006/relationships/hyperlink" Target="http://docs.aws.amazon.com/cli/latest/reference/rds/copy-db-snapshot.html" TargetMode="External"/><Relationship Id="rId2" Type="http://schemas.openxmlformats.org/officeDocument/2006/relationships/slide" Target="../slides/slide109.xml"/><Relationship Id="rId1" Type="http://schemas.openxmlformats.org/officeDocument/2006/relationships/notesMaster" Target="../notesMasters/notesMaster1.xml"/><Relationship Id="rId6" Type="http://schemas.openxmlformats.org/officeDocument/2006/relationships/hyperlink" Target="http://docs.aws.amazon.com/cli/latest/reference/rds/create-db-snapshot.html" TargetMode="External"/><Relationship Id="rId5" Type="http://schemas.openxmlformats.org/officeDocument/2006/relationships/hyperlink" Target="http://docs.aws.amazon.com/AmazonRDS/latest/APIReference/API_CreateDBSnapshot.html" TargetMode="External"/><Relationship Id="rId4" Type="http://schemas.openxmlformats.org/officeDocument/2006/relationships/hyperlink" Target="https://console.aws.amazon.com/" TargetMode="Externa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1235075" y="1157288"/>
            <a:ext cx="4516438" cy="3125787"/>
          </a:xfrm>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57786CB4-A9DF-4517-8F95-881E9F7814B0}" type="slidenum">
              <a:rPr kumimoji="1" lang="ja-JP" altLang="en-US" smtClean="0"/>
              <a:t>0</a:t>
            </a:fld>
            <a:endParaRPr kumimoji="1" lang="ja-JP" altLang="en-US"/>
          </a:p>
        </p:txBody>
      </p:sp>
    </p:spTree>
    <p:extLst>
      <p:ext uri="{BB962C8B-B14F-4D97-AF65-F5344CB8AC3E}">
        <p14:creationId xmlns:p14="http://schemas.microsoft.com/office/powerpoint/2010/main" val="36610505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1235075" y="1157288"/>
            <a:ext cx="4516438" cy="3125787"/>
          </a:xfrm>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57786CB4-A9DF-4517-8F95-881E9F7814B0}" type="slidenum">
              <a:rPr kumimoji="1" lang="ja-JP" altLang="en-US" smtClean="0"/>
              <a:t>1</a:t>
            </a:fld>
            <a:endParaRPr kumimoji="1" lang="ja-JP" altLang="en-US"/>
          </a:p>
        </p:txBody>
      </p:sp>
    </p:spTree>
    <p:extLst>
      <p:ext uri="{BB962C8B-B14F-4D97-AF65-F5344CB8AC3E}">
        <p14:creationId xmlns:p14="http://schemas.microsoft.com/office/powerpoint/2010/main" val="11325183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AA59C432-3B8C-4DAF-9FB9-33E1F8887A75}" type="slidenum">
              <a:rPr lang="en-US" altLang="ja-JP" smtClean="0"/>
              <a:pPr/>
              <a:t>3</a:t>
            </a:fld>
            <a:endParaRPr lang="en-US" altLang="ja-JP"/>
          </a:p>
        </p:txBody>
      </p:sp>
    </p:spTree>
    <p:extLst>
      <p:ext uri="{BB962C8B-B14F-4D97-AF65-F5344CB8AC3E}">
        <p14:creationId xmlns:p14="http://schemas.microsoft.com/office/powerpoint/2010/main" val="369107610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AA59C432-3B8C-4DAF-9FB9-33E1F8887A75}" type="slidenum">
              <a:rPr lang="en-US" altLang="ja-JP" smtClean="0"/>
              <a:pPr/>
              <a:t>4</a:t>
            </a:fld>
            <a:endParaRPr lang="en-US" altLang="ja-JP"/>
          </a:p>
        </p:txBody>
      </p:sp>
    </p:spTree>
    <p:extLst>
      <p:ext uri="{BB962C8B-B14F-4D97-AF65-F5344CB8AC3E}">
        <p14:creationId xmlns:p14="http://schemas.microsoft.com/office/powerpoint/2010/main" val="2725203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AA59C432-3B8C-4DAF-9FB9-33E1F8887A75}" type="slidenum">
              <a:rPr lang="en-US" altLang="ja-JP" smtClean="0"/>
              <a:pPr/>
              <a:t>5</a:t>
            </a:fld>
            <a:endParaRPr lang="en-US" altLang="ja-JP"/>
          </a:p>
        </p:txBody>
      </p:sp>
    </p:spTree>
    <p:extLst>
      <p:ext uri="{BB962C8B-B14F-4D97-AF65-F5344CB8AC3E}">
        <p14:creationId xmlns:p14="http://schemas.microsoft.com/office/powerpoint/2010/main" val="24192658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AA59C432-3B8C-4DAF-9FB9-33E1F8887A75}" type="slidenum">
              <a:rPr lang="en-US" altLang="ja-JP" smtClean="0"/>
              <a:pPr/>
              <a:t>6</a:t>
            </a:fld>
            <a:endParaRPr lang="en-US" altLang="ja-JP"/>
          </a:p>
        </p:txBody>
      </p:sp>
    </p:spTree>
    <p:extLst>
      <p:ext uri="{BB962C8B-B14F-4D97-AF65-F5344CB8AC3E}">
        <p14:creationId xmlns:p14="http://schemas.microsoft.com/office/powerpoint/2010/main" val="172031649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AA59C432-3B8C-4DAF-9FB9-33E1F8887A75}" type="slidenum">
              <a:rPr lang="en-US" altLang="ja-JP" smtClean="0"/>
              <a:pPr/>
              <a:t>7</a:t>
            </a:fld>
            <a:endParaRPr lang="en-US" altLang="ja-JP"/>
          </a:p>
        </p:txBody>
      </p:sp>
    </p:spTree>
    <p:extLst>
      <p:ext uri="{BB962C8B-B14F-4D97-AF65-F5344CB8AC3E}">
        <p14:creationId xmlns:p14="http://schemas.microsoft.com/office/powerpoint/2010/main" val="57525318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1235075" y="1157288"/>
            <a:ext cx="4516438" cy="3125787"/>
          </a:xfrm>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57786CB4-A9DF-4517-8F95-881E9F7814B0}" type="slidenum">
              <a:rPr kumimoji="1" lang="ja-JP" altLang="en-US" smtClean="0"/>
              <a:t>9</a:t>
            </a:fld>
            <a:endParaRPr kumimoji="1" lang="ja-JP" altLang="en-US"/>
          </a:p>
        </p:txBody>
      </p:sp>
    </p:spTree>
    <p:extLst>
      <p:ext uri="{BB962C8B-B14F-4D97-AF65-F5344CB8AC3E}">
        <p14:creationId xmlns:p14="http://schemas.microsoft.com/office/powerpoint/2010/main" val="314052901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1235075" y="1157288"/>
            <a:ext cx="4516438" cy="3125787"/>
          </a:xfrm>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57786CB4-A9DF-4517-8F95-881E9F7814B0}" type="slidenum">
              <a:rPr kumimoji="1" lang="ja-JP" altLang="en-US" smtClean="0"/>
              <a:t>10</a:t>
            </a:fld>
            <a:endParaRPr kumimoji="1" lang="ja-JP" altLang="en-US"/>
          </a:p>
        </p:txBody>
      </p:sp>
    </p:spTree>
    <p:extLst>
      <p:ext uri="{BB962C8B-B14F-4D97-AF65-F5344CB8AC3E}">
        <p14:creationId xmlns:p14="http://schemas.microsoft.com/office/powerpoint/2010/main" val="384635611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1235075" y="1157288"/>
            <a:ext cx="4516438" cy="3125787"/>
          </a:xfrm>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57786CB4-A9DF-4517-8F95-881E9F7814B0}" type="slidenum">
              <a:rPr kumimoji="1" lang="ja-JP" altLang="en-US" smtClean="0"/>
              <a:t>11</a:t>
            </a:fld>
            <a:endParaRPr kumimoji="1" lang="ja-JP" altLang="en-US"/>
          </a:p>
        </p:txBody>
      </p:sp>
    </p:spTree>
    <p:extLst>
      <p:ext uri="{BB962C8B-B14F-4D97-AF65-F5344CB8AC3E}">
        <p14:creationId xmlns:p14="http://schemas.microsoft.com/office/powerpoint/2010/main" val="403259277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1235075" y="1157288"/>
            <a:ext cx="4516438" cy="3125787"/>
          </a:xfrm>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57786CB4-A9DF-4517-8F95-881E9F7814B0}" type="slidenum">
              <a:rPr kumimoji="1" lang="ja-JP" altLang="en-US" smtClean="0"/>
              <a:t>12</a:t>
            </a:fld>
            <a:endParaRPr kumimoji="1" lang="ja-JP" altLang="en-US"/>
          </a:p>
        </p:txBody>
      </p:sp>
    </p:spTree>
    <p:extLst>
      <p:ext uri="{BB962C8B-B14F-4D97-AF65-F5344CB8AC3E}">
        <p14:creationId xmlns:p14="http://schemas.microsoft.com/office/powerpoint/2010/main" val="273444985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1235075" y="1157288"/>
            <a:ext cx="4516438" cy="3125787"/>
          </a:xfrm>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57786CB4-A9DF-4517-8F95-881E9F7814B0}" type="slidenum">
              <a:rPr kumimoji="1" lang="ja-JP" altLang="en-US" smtClean="0"/>
              <a:t>13</a:t>
            </a:fld>
            <a:endParaRPr kumimoji="1" lang="ja-JP" altLang="en-US"/>
          </a:p>
        </p:txBody>
      </p:sp>
    </p:spTree>
    <p:extLst>
      <p:ext uri="{BB962C8B-B14F-4D97-AF65-F5344CB8AC3E}">
        <p14:creationId xmlns:p14="http://schemas.microsoft.com/office/powerpoint/2010/main" val="64005446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1235075" y="1157288"/>
            <a:ext cx="4516438" cy="3125787"/>
          </a:xfrm>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57786CB4-A9DF-4517-8F95-881E9F7814B0}" type="slidenum">
              <a:rPr kumimoji="1" lang="ja-JP" altLang="en-US" smtClean="0"/>
              <a:t>14</a:t>
            </a:fld>
            <a:endParaRPr kumimoji="1" lang="ja-JP" altLang="en-US"/>
          </a:p>
        </p:txBody>
      </p:sp>
    </p:spTree>
    <p:extLst>
      <p:ext uri="{BB962C8B-B14F-4D97-AF65-F5344CB8AC3E}">
        <p14:creationId xmlns:p14="http://schemas.microsoft.com/office/powerpoint/2010/main" val="421712672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1235075" y="1157288"/>
            <a:ext cx="4516438" cy="3125787"/>
          </a:xfrm>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57786CB4-A9DF-4517-8F95-881E9F7814B0}" type="slidenum">
              <a:rPr kumimoji="1" lang="ja-JP" altLang="en-US" smtClean="0"/>
              <a:t>15</a:t>
            </a:fld>
            <a:endParaRPr kumimoji="1" lang="ja-JP" altLang="en-US"/>
          </a:p>
        </p:txBody>
      </p:sp>
    </p:spTree>
    <p:extLst>
      <p:ext uri="{BB962C8B-B14F-4D97-AF65-F5344CB8AC3E}">
        <p14:creationId xmlns:p14="http://schemas.microsoft.com/office/powerpoint/2010/main" val="225336833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AA59C432-3B8C-4DAF-9FB9-33E1F8887A75}" type="slidenum">
              <a:rPr lang="en-US" altLang="ja-JP" smtClean="0"/>
              <a:pPr/>
              <a:t>16</a:t>
            </a:fld>
            <a:endParaRPr lang="en-US" altLang="ja-JP"/>
          </a:p>
        </p:txBody>
      </p:sp>
    </p:spTree>
    <p:extLst>
      <p:ext uri="{BB962C8B-B14F-4D97-AF65-F5344CB8AC3E}">
        <p14:creationId xmlns:p14="http://schemas.microsoft.com/office/powerpoint/2010/main" val="275775353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AA59C432-3B8C-4DAF-9FB9-33E1F8887A75}" type="slidenum">
              <a:rPr lang="en-US" altLang="ja-JP" smtClean="0"/>
              <a:pPr/>
              <a:t>17</a:t>
            </a:fld>
            <a:endParaRPr lang="en-US" altLang="ja-JP"/>
          </a:p>
        </p:txBody>
      </p:sp>
    </p:spTree>
    <p:extLst>
      <p:ext uri="{BB962C8B-B14F-4D97-AF65-F5344CB8AC3E}">
        <p14:creationId xmlns:p14="http://schemas.microsoft.com/office/powerpoint/2010/main" val="11750631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AA59C432-3B8C-4DAF-9FB9-33E1F8887A75}" type="slidenum">
              <a:rPr lang="en-US" altLang="ja-JP" smtClean="0"/>
              <a:pPr/>
              <a:t>18</a:t>
            </a:fld>
            <a:endParaRPr lang="en-US" altLang="ja-JP"/>
          </a:p>
        </p:txBody>
      </p:sp>
    </p:spTree>
    <p:extLst>
      <p:ext uri="{BB962C8B-B14F-4D97-AF65-F5344CB8AC3E}">
        <p14:creationId xmlns:p14="http://schemas.microsoft.com/office/powerpoint/2010/main" val="392188793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AA59C432-3B8C-4DAF-9FB9-33E1F8887A75}" type="slidenum">
              <a:rPr lang="en-US" altLang="ja-JP" smtClean="0"/>
              <a:pPr/>
              <a:t>19</a:t>
            </a:fld>
            <a:endParaRPr lang="en-US" altLang="ja-JP"/>
          </a:p>
        </p:txBody>
      </p:sp>
    </p:spTree>
    <p:extLst>
      <p:ext uri="{BB962C8B-B14F-4D97-AF65-F5344CB8AC3E}">
        <p14:creationId xmlns:p14="http://schemas.microsoft.com/office/powerpoint/2010/main" val="219510845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AA59C432-3B8C-4DAF-9FB9-33E1F8887A75}" type="slidenum">
              <a:rPr lang="en-US" altLang="ja-JP" smtClean="0"/>
              <a:pPr/>
              <a:t>20</a:t>
            </a:fld>
            <a:endParaRPr lang="en-US" altLang="ja-JP"/>
          </a:p>
        </p:txBody>
      </p:sp>
    </p:spTree>
    <p:extLst>
      <p:ext uri="{BB962C8B-B14F-4D97-AF65-F5344CB8AC3E}">
        <p14:creationId xmlns:p14="http://schemas.microsoft.com/office/powerpoint/2010/main" val="162767605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AA59C432-3B8C-4DAF-9FB9-33E1F8887A75}" type="slidenum">
              <a:rPr lang="en-US" altLang="ja-JP" smtClean="0"/>
              <a:pPr/>
              <a:t>21</a:t>
            </a:fld>
            <a:endParaRPr lang="en-US" altLang="ja-JP"/>
          </a:p>
        </p:txBody>
      </p:sp>
    </p:spTree>
    <p:extLst>
      <p:ext uri="{BB962C8B-B14F-4D97-AF65-F5344CB8AC3E}">
        <p14:creationId xmlns:p14="http://schemas.microsoft.com/office/powerpoint/2010/main" val="138159607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AA59C432-3B8C-4DAF-9FB9-33E1F8887A75}" type="slidenum">
              <a:rPr lang="en-US" altLang="ja-JP" smtClean="0"/>
              <a:pPr/>
              <a:t>22</a:t>
            </a:fld>
            <a:endParaRPr lang="en-US" altLang="ja-JP"/>
          </a:p>
        </p:txBody>
      </p:sp>
    </p:spTree>
    <p:extLst>
      <p:ext uri="{BB962C8B-B14F-4D97-AF65-F5344CB8AC3E}">
        <p14:creationId xmlns:p14="http://schemas.microsoft.com/office/powerpoint/2010/main" val="263541631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AA59C432-3B8C-4DAF-9FB9-33E1F8887A75}" type="slidenum">
              <a:rPr lang="en-US" altLang="ja-JP" smtClean="0"/>
              <a:pPr/>
              <a:t>24</a:t>
            </a:fld>
            <a:endParaRPr lang="en-US" altLang="ja-JP"/>
          </a:p>
        </p:txBody>
      </p:sp>
    </p:spTree>
    <p:extLst>
      <p:ext uri="{BB962C8B-B14F-4D97-AF65-F5344CB8AC3E}">
        <p14:creationId xmlns:p14="http://schemas.microsoft.com/office/powerpoint/2010/main" val="30962898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AA59C432-3B8C-4DAF-9FB9-33E1F8887A75}" type="slidenum">
              <a:rPr lang="en-US" altLang="ja-JP" smtClean="0"/>
              <a:pPr/>
              <a:t>25</a:t>
            </a:fld>
            <a:endParaRPr lang="en-US" altLang="ja-JP"/>
          </a:p>
        </p:txBody>
      </p:sp>
    </p:spTree>
    <p:extLst>
      <p:ext uri="{BB962C8B-B14F-4D97-AF65-F5344CB8AC3E}">
        <p14:creationId xmlns:p14="http://schemas.microsoft.com/office/powerpoint/2010/main" val="55623384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AA59C432-3B8C-4DAF-9FB9-33E1F8887A75}" type="slidenum">
              <a:rPr lang="en-US" altLang="ja-JP" smtClean="0"/>
              <a:pPr/>
              <a:t>26</a:t>
            </a:fld>
            <a:endParaRPr lang="en-US" altLang="ja-JP"/>
          </a:p>
        </p:txBody>
      </p:sp>
    </p:spTree>
    <p:extLst>
      <p:ext uri="{BB962C8B-B14F-4D97-AF65-F5344CB8AC3E}">
        <p14:creationId xmlns:p14="http://schemas.microsoft.com/office/powerpoint/2010/main" val="246898306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AA59C432-3B8C-4DAF-9FB9-33E1F8887A75}" type="slidenum">
              <a:rPr lang="en-US" altLang="ja-JP" smtClean="0"/>
              <a:pPr/>
              <a:t>27</a:t>
            </a:fld>
            <a:endParaRPr lang="en-US" altLang="ja-JP"/>
          </a:p>
        </p:txBody>
      </p:sp>
    </p:spTree>
    <p:extLst>
      <p:ext uri="{BB962C8B-B14F-4D97-AF65-F5344CB8AC3E}">
        <p14:creationId xmlns:p14="http://schemas.microsoft.com/office/powerpoint/2010/main" val="82871804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AA59C432-3B8C-4DAF-9FB9-33E1F8887A75}" type="slidenum">
              <a:rPr lang="en-US" altLang="ja-JP" smtClean="0"/>
              <a:pPr/>
              <a:t>28</a:t>
            </a:fld>
            <a:endParaRPr lang="en-US" altLang="ja-JP"/>
          </a:p>
        </p:txBody>
      </p:sp>
    </p:spTree>
    <p:extLst>
      <p:ext uri="{BB962C8B-B14F-4D97-AF65-F5344CB8AC3E}">
        <p14:creationId xmlns:p14="http://schemas.microsoft.com/office/powerpoint/2010/main" val="69733435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AA59C432-3B8C-4DAF-9FB9-33E1F8887A75}" type="slidenum">
              <a:rPr lang="en-US" altLang="ja-JP" smtClean="0"/>
              <a:pPr/>
              <a:t>29</a:t>
            </a:fld>
            <a:endParaRPr lang="en-US" altLang="ja-JP"/>
          </a:p>
        </p:txBody>
      </p:sp>
    </p:spTree>
    <p:extLst>
      <p:ext uri="{BB962C8B-B14F-4D97-AF65-F5344CB8AC3E}">
        <p14:creationId xmlns:p14="http://schemas.microsoft.com/office/powerpoint/2010/main" val="358788604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sz="1200" b="0" i="0" kern="1200" dirty="0">
                <a:solidFill>
                  <a:schemeClr val="tx1"/>
                </a:solidFill>
                <a:effectLst/>
                <a:latin typeface="Times New Roman" pitchFamily="18" charset="0"/>
                <a:ea typeface="ＭＳ Ｐ明朝" pitchFamily="18" charset="-128"/>
                <a:cs typeface="+mn-cs"/>
              </a:rPr>
              <a:t>AWS </a:t>
            </a:r>
            <a:r>
              <a:rPr kumimoji="1" lang="ja-JP" altLang="en-US" sz="1200" b="0" i="0" kern="1200" dirty="0">
                <a:solidFill>
                  <a:schemeClr val="tx1"/>
                </a:solidFill>
                <a:effectLst/>
                <a:latin typeface="Times New Roman" pitchFamily="18" charset="0"/>
                <a:ea typeface="ＭＳ Ｐ明朝" pitchFamily="18" charset="-128"/>
                <a:cs typeface="+mn-cs"/>
              </a:rPr>
              <a:t>認定ソリューションアーキテクト </a:t>
            </a:r>
            <a:r>
              <a:rPr kumimoji="1" lang="en-US" altLang="ja-JP" sz="1200" b="0" i="0" kern="1200" dirty="0">
                <a:solidFill>
                  <a:schemeClr val="tx1"/>
                </a:solidFill>
                <a:effectLst/>
                <a:latin typeface="Times New Roman" pitchFamily="18" charset="0"/>
                <a:ea typeface="ＭＳ Ｐ明朝" pitchFamily="18" charset="-128"/>
                <a:cs typeface="+mn-cs"/>
              </a:rPr>
              <a:t>– </a:t>
            </a:r>
            <a:r>
              <a:rPr kumimoji="1" lang="ja-JP" altLang="en-US" sz="1200" b="0" i="0" kern="1200" dirty="0">
                <a:solidFill>
                  <a:schemeClr val="tx1"/>
                </a:solidFill>
                <a:effectLst/>
                <a:latin typeface="Times New Roman" pitchFamily="18" charset="0"/>
                <a:ea typeface="ＭＳ Ｐ明朝" pitchFamily="18" charset="-128"/>
                <a:cs typeface="+mn-cs"/>
              </a:rPr>
              <a:t>アソシエイトの試験はソリューションアーキテクト担当者向けです。この試験に合格すると、</a:t>
            </a:r>
            <a:r>
              <a:rPr kumimoji="1" lang="en-US" altLang="ja-JP" sz="1200" b="0" i="0" kern="1200" dirty="0">
                <a:solidFill>
                  <a:schemeClr val="tx1"/>
                </a:solidFill>
                <a:effectLst/>
                <a:latin typeface="Times New Roman" pitchFamily="18" charset="0"/>
                <a:ea typeface="ＭＳ Ｐ明朝" pitchFamily="18" charset="-128"/>
                <a:cs typeface="+mn-cs"/>
              </a:rPr>
              <a:t>AWS </a:t>
            </a:r>
            <a:r>
              <a:rPr kumimoji="1" lang="ja-JP" altLang="en-US" sz="1200" b="0" i="0" kern="1200" dirty="0">
                <a:solidFill>
                  <a:schemeClr val="tx1"/>
                </a:solidFill>
                <a:effectLst/>
                <a:latin typeface="Times New Roman" pitchFamily="18" charset="0"/>
                <a:ea typeface="ＭＳ Ｐ明朝" pitchFamily="18" charset="-128"/>
                <a:cs typeface="+mn-cs"/>
              </a:rPr>
              <a:t>のテクノロジーを使用して安全で堅牢なアプリケーションを構築およびデプロイするための知識を効果的に証明できます。</a:t>
            </a:r>
            <a:endParaRPr kumimoji="1" lang="ja-JP" altLang="en-US" dirty="0"/>
          </a:p>
        </p:txBody>
      </p:sp>
      <p:sp>
        <p:nvSpPr>
          <p:cNvPr id="4" name="スライド番号プレースホルダー 3"/>
          <p:cNvSpPr>
            <a:spLocks noGrp="1"/>
          </p:cNvSpPr>
          <p:nvPr>
            <p:ph type="sldNum" sz="quarter" idx="5"/>
          </p:nvPr>
        </p:nvSpPr>
        <p:spPr/>
        <p:txBody>
          <a:bodyPr/>
          <a:lstStyle/>
          <a:p>
            <a:fld id="{AA59C432-3B8C-4DAF-9FB9-33E1F8887A75}" type="slidenum">
              <a:rPr lang="en-US" altLang="ja-JP" smtClean="0"/>
              <a:pPr/>
              <a:t>31</a:t>
            </a:fld>
            <a:endParaRPr lang="en-US" altLang="ja-JP"/>
          </a:p>
        </p:txBody>
      </p:sp>
    </p:spTree>
    <p:extLst>
      <p:ext uri="{BB962C8B-B14F-4D97-AF65-F5344CB8AC3E}">
        <p14:creationId xmlns:p14="http://schemas.microsoft.com/office/powerpoint/2010/main" val="90843277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sz="1200" b="0" i="0" kern="1200" dirty="0">
                <a:solidFill>
                  <a:schemeClr val="tx1"/>
                </a:solidFill>
                <a:effectLst/>
                <a:latin typeface="Times New Roman" pitchFamily="18" charset="0"/>
                <a:ea typeface="ＭＳ Ｐ明朝" pitchFamily="18" charset="-128"/>
                <a:cs typeface="+mn-cs"/>
              </a:rPr>
              <a:t>AWS </a:t>
            </a:r>
            <a:r>
              <a:rPr kumimoji="1" lang="ja-JP" altLang="en-US" sz="1200" b="0" i="0" kern="1200" dirty="0">
                <a:solidFill>
                  <a:schemeClr val="tx1"/>
                </a:solidFill>
                <a:effectLst/>
                <a:latin typeface="Times New Roman" pitchFamily="18" charset="0"/>
                <a:ea typeface="ＭＳ Ｐ明朝" pitchFamily="18" charset="-128"/>
                <a:cs typeface="+mn-cs"/>
              </a:rPr>
              <a:t>認定ソリューションアーキテクト </a:t>
            </a:r>
            <a:r>
              <a:rPr kumimoji="1" lang="en-US" altLang="ja-JP" sz="1200" b="0" i="0" kern="1200" dirty="0">
                <a:solidFill>
                  <a:schemeClr val="tx1"/>
                </a:solidFill>
                <a:effectLst/>
                <a:latin typeface="Times New Roman" pitchFamily="18" charset="0"/>
                <a:ea typeface="ＭＳ Ｐ明朝" pitchFamily="18" charset="-128"/>
                <a:cs typeface="+mn-cs"/>
              </a:rPr>
              <a:t>– </a:t>
            </a:r>
            <a:r>
              <a:rPr kumimoji="1" lang="ja-JP" altLang="en-US" sz="1200" b="0" i="0" kern="1200" dirty="0">
                <a:solidFill>
                  <a:schemeClr val="tx1"/>
                </a:solidFill>
                <a:effectLst/>
                <a:latin typeface="Times New Roman" pitchFamily="18" charset="0"/>
                <a:ea typeface="ＭＳ Ｐ明朝" pitchFamily="18" charset="-128"/>
                <a:cs typeface="+mn-cs"/>
              </a:rPr>
              <a:t>アソシエイトの試験はソリューションアーキテクト担当者向けです。この試験に合格すると、</a:t>
            </a:r>
            <a:r>
              <a:rPr kumimoji="1" lang="en-US" altLang="ja-JP" sz="1200" b="0" i="0" kern="1200" dirty="0">
                <a:solidFill>
                  <a:schemeClr val="tx1"/>
                </a:solidFill>
                <a:effectLst/>
                <a:latin typeface="Times New Roman" pitchFamily="18" charset="0"/>
                <a:ea typeface="ＭＳ Ｐ明朝" pitchFamily="18" charset="-128"/>
                <a:cs typeface="+mn-cs"/>
              </a:rPr>
              <a:t>AWS </a:t>
            </a:r>
            <a:r>
              <a:rPr kumimoji="1" lang="ja-JP" altLang="en-US" sz="1200" b="0" i="0" kern="1200" dirty="0">
                <a:solidFill>
                  <a:schemeClr val="tx1"/>
                </a:solidFill>
                <a:effectLst/>
                <a:latin typeface="Times New Roman" pitchFamily="18" charset="0"/>
                <a:ea typeface="ＭＳ Ｐ明朝" pitchFamily="18" charset="-128"/>
                <a:cs typeface="+mn-cs"/>
              </a:rPr>
              <a:t>のテクノロジーを使用して安全で堅牢なアプリケーションを構築およびデプロイするための知識を効果的に証明できます。</a:t>
            </a:r>
            <a:endParaRPr kumimoji="1" lang="ja-JP" altLang="en-US" dirty="0"/>
          </a:p>
        </p:txBody>
      </p:sp>
      <p:sp>
        <p:nvSpPr>
          <p:cNvPr id="4" name="スライド番号プレースホルダー 3"/>
          <p:cNvSpPr>
            <a:spLocks noGrp="1"/>
          </p:cNvSpPr>
          <p:nvPr>
            <p:ph type="sldNum" sz="quarter" idx="5"/>
          </p:nvPr>
        </p:nvSpPr>
        <p:spPr/>
        <p:txBody>
          <a:bodyPr/>
          <a:lstStyle/>
          <a:p>
            <a:fld id="{AA59C432-3B8C-4DAF-9FB9-33E1F8887A75}" type="slidenum">
              <a:rPr lang="en-US" altLang="ja-JP" smtClean="0"/>
              <a:pPr/>
              <a:t>32</a:t>
            </a:fld>
            <a:endParaRPr lang="en-US" altLang="ja-JP"/>
          </a:p>
        </p:txBody>
      </p:sp>
    </p:spTree>
    <p:extLst>
      <p:ext uri="{BB962C8B-B14F-4D97-AF65-F5344CB8AC3E}">
        <p14:creationId xmlns:p14="http://schemas.microsoft.com/office/powerpoint/2010/main" val="23381001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AA59C432-3B8C-4DAF-9FB9-33E1F8887A75}" type="slidenum">
              <a:rPr lang="en-US" altLang="ja-JP" smtClean="0"/>
              <a:pPr/>
              <a:t>33</a:t>
            </a:fld>
            <a:endParaRPr lang="en-US" altLang="ja-JP"/>
          </a:p>
        </p:txBody>
      </p:sp>
    </p:spTree>
    <p:extLst>
      <p:ext uri="{BB962C8B-B14F-4D97-AF65-F5344CB8AC3E}">
        <p14:creationId xmlns:p14="http://schemas.microsoft.com/office/powerpoint/2010/main" val="93695089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AA59C432-3B8C-4DAF-9FB9-33E1F8887A75}" type="slidenum">
              <a:rPr lang="en-US" altLang="ja-JP" smtClean="0"/>
              <a:pPr/>
              <a:t>34</a:t>
            </a:fld>
            <a:endParaRPr lang="en-US" altLang="ja-JP"/>
          </a:p>
        </p:txBody>
      </p:sp>
    </p:spTree>
    <p:extLst>
      <p:ext uri="{BB962C8B-B14F-4D97-AF65-F5344CB8AC3E}">
        <p14:creationId xmlns:p14="http://schemas.microsoft.com/office/powerpoint/2010/main" val="128830947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AA59C432-3B8C-4DAF-9FB9-33E1F8887A75}" type="slidenum">
              <a:rPr lang="en-US" altLang="ja-JP" smtClean="0"/>
              <a:pPr/>
              <a:t>35</a:t>
            </a:fld>
            <a:endParaRPr lang="en-US" altLang="ja-JP"/>
          </a:p>
        </p:txBody>
      </p:sp>
    </p:spTree>
    <p:extLst>
      <p:ext uri="{BB962C8B-B14F-4D97-AF65-F5344CB8AC3E}">
        <p14:creationId xmlns:p14="http://schemas.microsoft.com/office/powerpoint/2010/main" val="219510845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AA59C432-3B8C-4DAF-9FB9-33E1F8887A75}" type="slidenum">
              <a:rPr lang="en-US" altLang="ja-JP" smtClean="0"/>
              <a:pPr/>
              <a:t>36</a:t>
            </a:fld>
            <a:endParaRPr lang="en-US" altLang="ja-JP"/>
          </a:p>
        </p:txBody>
      </p:sp>
    </p:spTree>
    <p:extLst>
      <p:ext uri="{BB962C8B-B14F-4D97-AF65-F5344CB8AC3E}">
        <p14:creationId xmlns:p14="http://schemas.microsoft.com/office/powerpoint/2010/main" val="18952730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AA59C432-3B8C-4DAF-9FB9-33E1F8887A75}" type="slidenum">
              <a:rPr lang="en-US" altLang="ja-JP" smtClean="0"/>
              <a:pPr/>
              <a:t>37</a:t>
            </a:fld>
            <a:endParaRPr lang="en-US" altLang="ja-JP"/>
          </a:p>
        </p:txBody>
      </p:sp>
    </p:spTree>
    <p:extLst>
      <p:ext uri="{BB962C8B-B14F-4D97-AF65-F5344CB8AC3E}">
        <p14:creationId xmlns:p14="http://schemas.microsoft.com/office/powerpoint/2010/main" val="131019225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AA59C432-3B8C-4DAF-9FB9-33E1F8887A75}" type="slidenum">
              <a:rPr lang="en-US" altLang="ja-JP" smtClean="0"/>
              <a:pPr/>
              <a:t>38</a:t>
            </a:fld>
            <a:endParaRPr lang="en-US" altLang="ja-JP"/>
          </a:p>
        </p:txBody>
      </p:sp>
    </p:spTree>
    <p:extLst>
      <p:ext uri="{BB962C8B-B14F-4D97-AF65-F5344CB8AC3E}">
        <p14:creationId xmlns:p14="http://schemas.microsoft.com/office/powerpoint/2010/main" val="151906706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AA59C432-3B8C-4DAF-9FB9-33E1F8887A75}" type="slidenum">
              <a:rPr lang="en-US" altLang="ja-JP" smtClean="0"/>
              <a:pPr/>
              <a:t>39</a:t>
            </a:fld>
            <a:endParaRPr lang="en-US" altLang="ja-JP"/>
          </a:p>
        </p:txBody>
      </p:sp>
    </p:spTree>
    <p:extLst>
      <p:ext uri="{BB962C8B-B14F-4D97-AF65-F5344CB8AC3E}">
        <p14:creationId xmlns:p14="http://schemas.microsoft.com/office/powerpoint/2010/main" val="371017851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AA59C432-3B8C-4DAF-9FB9-33E1F8887A75}" type="slidenum">
              <a:rPr lang="en-US" altLang="ja-JP" smtClean="0"/>
              <a:pPr/>
              <a:t>40</a:t>
            </a:fld>
            <a:endParaRPr lang="en-US" altLang="ja-JP"/>
          </a:p>
        </p:txBody>
      </p:sp>
    </p:spTree>
    <p:extLst>
      <p:ext uri="{BB962C8B-B14F-4D97-AF65-F5344CB8AC3E}">
        <p14:creationId xmlns:p14="http://schemas.microsoft.com/office/powerpoint/2010/main" val="301472318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AA59C432-3B8C-4DAF-9FB9-33E1F8887A75}" type="slidenum">
              <a:rPr lang="en-US" altLang="ja-JP" smtClean="0"/>
              <a:pPr/>
              <a:t>41</a:t>
            </a:fld>
            <a:endParaRPr lang="en-US" altLang="ja-JP"/>
          </a:p>
        </p:txBody>
      </p:sp>
    </p:spTree>
    <p:extLst>
      <p:ext uri="{BB962C8B-B14F-4D97-AF65-F5344CB8AC3E}">
        <p14:creationId xmlns:p14="http://schemas.microsoft.com/office/powerpoint/2010/main" val="418032394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AA59C432-3B8C-4DAF-9FB9-33E1F8887A75}" type="slidenum">
              <a:rPr lang="en-US" altLang="ja-JP" smtClean="0"/>
              <a:pPr/>
              <a:t>42</a:t>
            </a:fld>
            <a:endParaRPr lang="en-US" altLang="ja-JP"/>
          </a:p>
        </p:txBody>
      </p:sp>
    </p:spTree>
    <p:extLst>
      <p:ext uri="{BB962C8B-B14F-4D97-AF65-F5344CB8AC3E}">
        <p14:creationId xmlns:p14="http://schemas.microsoft.com/office/powerpoint/2010/main" val="250586252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altLang="ja-JP" dirty="0">
                <a:solidFill>
                  <a:srgbClr val="333333"/>
                </a:solidFill>
                <a:latin typeface="游ゴシック" panose="020B0400000000000000" pitchFamily="50" charset="-128"/>
                <a:ea typeface="游ゴシック" panose="020B0400000000000000" pitchFamily="50" charset="-128"/>
              </a:rPr>
              <a:t>ALB, ELB (Classic ELB) </a:t>
            </a:r>
            <a:r>
              <a:rPr lang="ja-JP" altLang="en-US" dirty="0">
                <a:solidFill>
                  <a:srgbClr val="333333"/>
                </a:solidFill>
                <a:latin typeface="游ゴシック" panose="020B0400000000000000" pitchFamily="50" charset="-128"/>
                <a:ea typeface="游ゴシック" panose="020B0400000000000000" pitchFamily="50" charset="-128"/>
              </a:rPr>
              <a:t>は所謂リバースプロキシで、ロードバランサで一旦全てのリクエストを受けきって、ロードバランサの</a:t>
            </a:r>
            <a:r>
              <a:rPr lang="en-US" altLang="ja-JP" dirty="0" err="1">
                <a:solidFill>
                  <a:srgbClr val="333333"/>
                </a:solidFill>
                <a:latin typeface="游ゴシック" panose="020B0400000000000000" pitchFamily="50" charset="-128"/>
                <a:ea typeface="游ゴシック" panose="020B0400000000000000" pitchFamily="50" charset="-128"/>
              </a:rPr>
              <a:t>SourceIP</a:t>
            </a:r>
            <a:r>
              <a:rPr lang="ja-JP" altLang="en-US" dirty="0">
                <a:solidFill>
                  <a:srgbClr val="333333"/>
                </a:solidFill>
                <a:latin typeface="游ゴシック" panose="020B0400000000000000" pitchFamily="50" charset="-128"/>
                <a:ea typeface="游ゴシック" panose="020B0400000000000000" pitchFamily="50" charset="-128"/>
              </a:rPr>
              <a:t>でバックエンドにリクエストを飛ばします。当然レスポンスが戻って来るので、それを受け止めてリクエスタ</a:t>
            </a:r>
            <a:r>
              <a:rPr lang="en-US" altLang="ja-JP" dirty="0">
                <a:solidFill>
                  <a:srgbClr val="333333"/>
                </a:solidFill>
                <a:latin typeface="游ゴシック" panose="020B0400000000000000" pitchFamily="50" charset="-128"/>
                <a:ea typeface="游ゴシック" panose="020B0400000000000000" pitchFamily="50" charset="-128"/>
              </a:rPr>
              <a:t>(</a:t>
            </a:r>
            <a:r>
              <a:rPr lang="ja-JP" altLang="en-US" dirty="0">
                <a:solidFill>
                  <a:srgbClr val="333333"/>
                </a:solidFill>
                <a:latin typeface="游ゴシック" panose="020B0400000000000000" pitchFamily="50" charset="-128"/>
                <a:ea typeface="游ゴシック" panose="020B0400000000000000" pitchFamily="50" charset="-128"/>
              </a:rPr>
              <a:t>エンドユーザーのブラウザ等</a:t>
            </a:r>
            <a:r>
              <a:rPr lang="en-US" altLang="ja-JP" dirty="0">
                <a:solidFill>
                  <a:srgbClr val="333333"/>
                </a:solidFill>
                <a:latin typeface="游ゴシック" panose="020B0400000000000000" pitchFamily="50" charset="-128"/>
                <a:ea typeface="游ゴシック" panose="020B0400000000000000" pitchFamily="50" charset="-128"/>
              </a:rPr>
              <a:t>)</a:t>
            </a:r>
            <a:r>
              <a:rPr lang="ja-JP" altLang="en-US" dirty="0">
                <a:solidFill>
                  <a:srgbClr val="333333"/>
                </a:solidFill>
                <a:latin typeface="游ゴシック" panose="020B0400000000000000" pitchFamily="50" charset="-128"/>
                <a:ea typeface="游ゴシック" panose="020B0400000000000000" pitchFamily="50" charset="-128"/>
              </a:rPr>
              <a:t>に返します。</a:t>
            </a:r>
            <a:endParaRPr lang="ja-JP" altLang="en-US" dirty="0"/>
          </a:p>
          <a:p>
            <a:endParaRPr lang="en-US" altLang="ja-JP" dirty="0"/>
          </a:p>
          <a:p>
            <a:endParaRPr lang="en-US" altLang="ja-JP" dirty="0"/>
          </a:p>
          <a:p>
            <a:r>
              <a:rPr lang="ja-JP" altLang="en-US" dirty="0">
                <a:solidFill>
                  <a:srgbClr val="333333"/>
                </a:solidFill>
                <a:latin typeface="游ゴシック" panose="020B0400000000000000" pitchFamily="50" charset="-128"/>
                <a:ea typeface="游ゴシック" panose="020B0400000000000000" pitchFamily="50" charset="-128"/>
              </a:rPr>
              <a:t>対して </a:t>
            </a:r>
            <a:r>
              <a:rPr lang="en-US" altLang="ja-JP" dirty="0">
                <a:solidFill>
                  <a:srgbClr val="333333"/>
                </a:solidFill>
                <a:latin typeface="游ゴシック" panose="020B0400000000000000" pitchFamily="50" charset="-128"/>
                <a:ea typeface="游ゴシック" panose="020B0400000000000000" pitchFamily="50" charset="-128"/>
              </a:rPr>
              <a:t>NLB </a:t>
            </a:r>
            <a:r>
              <a:rPr lang="ja-JP" altLang="en-US" dirty="0">
                <a:solidFill>
                  <a:srgbClr val="333333"/>
                </a:solidFill>
                <a:latin typeface="游ゴシック" panose="020B0400000000000000" pitchFamily="50" charset="-128"/>
                <a:ea typeface="游ゴシック" panose="020B0400000000000000" pitchFamily="50" charset="-128"/>
              </a:rPr>
              <a:t>はリバースプロキシではないです。厳密には</a:t>
            </a:r>
            <a:r>
              <a:rPr lang="en-US" altLang="ja-JP" dirty="0">
                <a:solidFill>
                  <a:srgbClr val="333333"/>
                </a:solidFill>
                <a:latin typeface="游ゴシック" panose="020B0400000000000000" pitchFamily="50" charset="-128"/>
                <a:ea typeface="游ゴシック" panose="020B0400000000000000" pitchFamily="50" charset="-128"/>
              </a:rPr>
              <a:t>DSR</a:t>
            </a:r>
            <a:r>
              <a:rPr lang="ja-JP" altLang="en-US" dirty="0">
                <a:solidFill>
                  <a:srgbClr val="333333"/>
                </a:solidFill>
                <a:latin typeface="游ゴシック" panose="020B0400000000000000" pitchFamily="50" charset="-128"/>
                <a:ea typeface="游ゴシック" panose="020B0400000000000000" pitchFamily="50" charset="-128"/>
              </a:rPr>
              <a:t>とも違う？らしいですが、ロードバランサが一旦リクエストを受ける</a:t>
            </a:r>
            <a:r>
              <a:rPr lang="en-US" altLang="ja-JP" dirty="0">
                <a:solidFill>
                  <a:srgbClr val="333333"/>
                </a:solidFill>
                <a:latin typeface="游ゴシック" panose="020B0400000000000000" pitchFamily="50" charset="-128"/>
                <a:ea typeface="游ゴシック" panose="020B0400000000000000" pitchFamily="50" charset="-128"/>
              </a:rPr>
              <a:t>… </a:t>
            </a:r>
            <a:r>
              <a:rPr lang="ja-JP" altLang="en-US" dirty="0">
                <a:solidFill>
                  <a:srgbClr val="333333"/>
                </a:solidFill>
                <a:latin typeface="游ゴシック" panose="020B0400000000000000" pitchFamily="50" charset="-128"/>
                <a:ea typeface="游ゴシック" panose="020B0400000000000000" pitchFamily="50" charset="-128"/>
              </a:rPr>
              <a:t>の動きがなく、いきなりバックエンドのインスタンスにリクエストが来ます</a:t>
            </a:r>
            <a:r>
              <a:rPr lang="en-US" altLang="ja-JP" dirty="0">
                <a:solidFill>
                  <a:srgbClr val="333333"/>
                </a:solidFill>
                <a:latin typeface="游ゴシック" panose="020B0400000000000000" pitchFamily="50" charset="-128"/>
                <a:ea typeface="游ゴシック" panose="020B0400000000000000" pitchFamily="50" charset="-128"/>
              </a:rPr>
              <a:t>(</a:t>
            </a:r>
            <a:r>
              <a:rPr lang="ja-JP" altLang="en-US" dirty="0">
                <a:solidFill>
                  <a:srgbClr val="333333"/>
                </a:solidFill>
                <a:latin typeface="游ゴシック" panose="020B0400000000000000" pitchFamily="50" charset="-128"/>
                <a:ea typeface="游ゴシック" panose="020B0400000000000000" pitchFamily="50" charset="-128"/>
              </a:rPr>
              <a:t>来たように見えますが正しい</a:t>
            </a:r>
            <a:r>
              <a:rPr lang="en-US" altLang="ja-JP" dirty="0">
                <a:solidFill>
                  <a:srgbClr val="333333"/>
                </a:solidFill>
                <a:latin typeface="游ゴシック" panose="020B0400000000000000" pitchFamily="50" charset="-128"/>
                <a:ea typeface="游ゴシック" panose="020B0400000000000000" pitchFamily="50" charset="-128"/>
              </a:rPr>
              <a:t>)</a:t>
            </a:r>
            <a:r>
              <a:rPr lang="ja-JP" altLang="en-US" dirty="0">
                <a:solidFill>
                  <a:srgbClr val="333333"/>
                </a:solidFill>
                <a:latin typeface="游ゴシック" panose="020B0400000000000000" pitchFamily="50" charset="-128"/>
                <a:ea typeface="游ゴシック" panose="020B0400000000000000" pitchFamily="50" charset="-128"/>
              </a:rPr>
              <a:t>そして、ロードバランサを介さずレスポンスが戻ります。</a:t>
            </a:r>
            <a:endParaRPr lang="en-US" altLang="ja-JP" dirty="0">
              <a:solidFill>
                <a:srgbClr val="333333"/>
              </a:solidFill>
              <a:latin typeface="游ゴシック" panose="020B0400000000000000" pitchFamily="50" charset="-128"/>
              <a:ea typeface="游ゴシック" panose="020B0400000000000000" pitchFamily="50" charset="-128"/>
            </a:endParaRPr>
          </a:p>
          <a:p>
            <a:endParaRPr lang="en-US" altLang="ja-JP" dirty="0">
              <a:solidFill>
                <a:srgbClr val="333333"/>
              </a:solidFill>
              <a:latin typeface="游ゴシック" panose="020B0400000000000000" pitchFamily="50" charset="-128"/>
              <a:ea typeface="游ゴシック" panose="020B0400000000000000" pitchFamily="50" charset="-128"/>
            </a:endParaRPr>
          </a:p>
          <a:p>
            <a:endParaRPr lang="en-US" altLang="ja-JP" dirty="0"/>
          </a:p>
          <a:p>
            <a:r>
              <a:rPr lang="en-US" altLang="ja-JP" dirty="0"/>
              <a:t>LB</a:t>
            </a:r>
            <a:r>
              <a:rPr lang="ja-JP" altLang="en-US" dirty="0"/>
              <a:t>自身がヘルスチェックをせずに特定の</a:t>
            </a:r>
            <a:r>
              <a:rPr lang="en-US" altLang="ja-JP" dirty="0"/>
              <a:t>IP</a:t>
            </a:r>
            <a:r>
              <a:rPr lang="ja-JP" altLang="en-US" dirty="0"/>
              <a:t>アドレスからヘルスチェックが飛んでくる</a:t>
            </a:r>
            <a:r>
              <a:rPr kumimoji="1" lang="ja-JP" altLang="en-US" sz="1200" b="0" i="0" kern="1200" dirty="0">
                <a:solidFill>
                  <a:schemeClr val="tx1"/>
                </a:solidFill>
                <a:effectLst/>
                <a:latin typeface="Times New Roman" pitchFamily="18" charset="0"/>
                <a:ea typeface="ＭＳ Ｐ明朝" pitchFamily="18" charset="-128"/>
                <a:cs typeface="+mn-cs"/>
              </a:rPr>
              <a:t>、です。この特定の</a:t>
            </a:r>
            <a:r>
              <a:rPr kumimoji="1" lang="en-US" altLang="ja-JP" sz="1200" b="0" i="0" kern="1200" dirty="0">
                <a:solidFill>
                  <a:schemeClr val="tx1"/>
                </a:solidFill>
                <a:effectLst/>
                <a:latin typeface="Times New Roman" pitchFamily="18" charset="0"/>
                <a:ea typeface="ＭＳ Ｐ明朝" pitchFamily="18" charset="-128"/>
                <a:cs typeface="+mn-cs"/>
              </a:rPr>
              <a:t>IP</a:t>
            </a:r>
            <a:r>
              <a:rPr kumimoji="1" lang="ja-JP" altLang="en-US" sz="1200" b="0" i="0" kern="1200" dirty="0">
                <a:solidFill>
                  <a:schemeClr val="tx1"/>
                </a:solidFill>
                <a:effectLst/>
                <a:latin typeface="Times New Roman" pitchFamily="18" charset="0"/>
                <a:ea typeface="ＭＳ Ｐ明朝" pitchFamily="18" charset="-128"/>
                <a:cs typeface="+mn-cs"/>
              </a:rPr>
              <a:t>とは、プロジェクト</a:t>
            </a:r>
            <a:r>
              <a:rPr kumimoji="1" lang="en-US" altLang="ja-JP" sz="1200" b="0" i="0" kern="1200" dirty="0">
                <a:solidFill>
                  <a:schemeClr val="tx1"/>
                </a:solidFill>
                <a:effectLst/>
                <a:latin typeface="Times New Roman" pitchFamily="18" charset="0"/>
                <a:ea typeface="ＭＳ Ｐ明朝" pitchFamily="18" charset="-128"/>
                <a:cs typeface="+mn-cs"/>
              </a:rPr>
              <a:t>(AWS</a:t>
            </a:r>
            <a:r>
              <a:rPr kumimoji="1" lang="ja-JP" altLang="en-US" sz="1200" b="0" i="0" kern="1200" dirty="0">
                <a:solidFill>
                  <a:schemeClr val="tx1"/>
                </a:solidFill>
                <a:effectLst/>
                <a:latin typeface="Times New Roman" pitchFamily="18" charset="0"/>
                <a:ea typeface="ＭＳ Ｐ明朝" pitchFamily="18" charset="-128"/>
                <a:cs typeface="+mn-cs"/>
              </a:rPr>
              <a:t>で言うところのアカウント</a:t>
            </a:r>
            <a:r>
              <a:rPr kumimoji="1" lang="en-US" altLang="ja-JP" sz="1200" b="0" i="0" kern="1200" dirty="0">
                <a:solidFill>
                  <a:schemeClr val="tx1"/>
                </a:solidFill>
                <a:effectLst/>
                <a:latin typeface="Times New Roman" pitchFamily="18" charset="0"/>
                <a:ea typeface="ＭＳ Ｐ明朝" pitchFamily="18" charset="-128"/>
                <a:cs typeface="+mn-cs"/>
              </a:rPr>
              <a:t>)</a:t>
            </a:r>
            <a:r>
              <a:rPr kumimoji="1" lang="ja-JP" altLang="en-US" sz="1200" b="0" i="0" kern="1200" dirty="0">
                <a:solidFill>
                  <a:schemeClr val="tx1"/>
                </a:solidFill>
                <a:effectLst/>
                <a:latin typeface="Times New Roman" pitchFamily="18" charset="0"/>
                <a:ea typeface="ＭＳ Ｐ明朝" pitchFamily="18" charset="-128"/>
                <a:cs typeface="+mn-cs"/>
              </a:rPr>
              <a:t>が異なっても同じです。なので、ヘルスチェックだけを通す・殺すは一応可能です。</a:t>
            </a:r>
            <a:endParaRPr kumimoji="1" lang="en-US" altLang="ja-JP" sz="1200" b="0" i="0" kern="1200" dirty="0">
              <a:solidFill>
                <a:schemeClr val="tx1"/>
              </a:solidFill>
              <a:effectLst/>
              <a:latin typeface="Times New Roman" pitchFamily="18" charset="0"/>
              <a:ea typeface="ＭＳ Ｐ明朝" pitchFamily="18" charset="-128"/>
              <a:cs typeface="+mn-cs"/>
            </a:endParaRPr>
          </a:p>
          <a:p>
            <a:endParaRPr kumimoji="1" lang="en-US" altLang="ja-JP" sz="1200" b="0" i="0" kern="1200" dirty="0">
              <a:solidFill>
                <a:schemeClr val="tx1"/>
              </a:solidFill>
              <a:effectLst/>
              <a:latin typeface="Times New Roman" pitchFamily="18" charset="0"/>
              <a:ea typeface="ＭＳ Ｐ明朝" pitchFamily="18" charset="-128"/>
              <a:cs typeface="+mn-cs"/>
            </a:endParaRPr>
          </a:p>
          <a:p>
            <a:r>
              <a:rPr kumimoji="1" lang="en-US" altLang="ja-JP" sz="1200" b="0" i="0" kern="1200" dirty="0">
                <a:solidFill>
                  <a:schemeClr val="tx1"/>
                </a:solidFill>
                <a:effectLst/>
                <a:latin typeface="Times New Roman" pitchFamily="18" charset="0"/>
                <a:ea typeface="ＭＳ Ｐ明朝" pitchFamily="18" charset="-128"/>
                <a:cs typeface="+mn-cs"/>
              </a:rPr>
              <a:t>NLB</a:t>
            </a:r>
            <a:r>
              <a:rPr kumimoji="1" lang="ja-JP" altLang="en-US" sz="1200" b="0" i="0" kern="1200" dirty="0">
                <a:solidFill>
                  <a:schemeClr val="tx1"/>
                </a:solidFill>
                <a:effectLst/>
                <a:latin typeface="Times New Roman" pitchFamily="18" charset="0"/>
                <a:ea typeface="ＭＳ Ｐ明朝" pitchFamily="18" charset="-128"/>
                <a:cs typeface="+mn-cs"/>
              </a:rPr>
              <a:t>の登場により、</a:t>
            </a:r>
            <a:r>
              <a:rPr kumimoji="1" lang="en-US" altLang="ja-JP" sz="1200" b="0" i="0" kern="1200" dirty="0">
                <a:solidFill>
                  <a:schemeClr val="tx1"/>
                </a:solidFill>
                <a:effectLst/>
                <a:latin typeface="Times New Roman" pitchFamily="18" charset="0"/>
                <a:ea typeface="ＭＳ Ｐ明朝" pitchFamily="18" charset="-128"/>
                <a:cs typeface="+mn-cs"/>
              </a:rPr>
              <a:t>NLB</a:t>
            </a:r>
            <a:r>
              <a:rPr kumimoji="1" lang="ja-JP" altLang="en-US" sz="1200" b="0" i="0" kern="1200" dirty="0">
                <a:solidFill>
                  <a:schemeClr val="tx1"/>
                </a:solidFill>
                <a:effectLst/>
                <a:latin typeface="Times New Roman" pitchFamily="18" charset="0"/>
                <a:ea typeface="ＭＳ Ｐ明朝" pitchFamily="18" charset="-128"/>
                <a:cs typeface="+mn-cs"/>
              </a:rPr>
              <a:t>と</a:t>
            </a:r>
            <a:r>
              <a:rPr kumimoji="1" lang="en-US" altLang="ja-JP" sz="1200" b="0" i="0" kern="1200" dirty="0">
                <a:solidFill>
                  <a:schemeClr val="tx1"/>
                </a:solidFill>
                <a:effectLst/>
                <a:latin typeface="Times New Roman" pitchFamily="18" charset="0"/>
                <a:ea typeface="ＭＳ Ｐ明朝" pitchFamily="18" charset="-128"/>
                <a:cs typeface="+mn-cs"/>
              </a:rPr>
              <a:t>MQTT</a:t>
            </a:r>
            <a:r>
              <a:rPr kumimoji="1" lang="ja-JP" altLang="en-US" sz="1200" b="0" i="0" kern="1200" dirty="0">
                <a:solidFill>
                  <a:schemeClr val="tx1"/>
                </a:solidFill>
                <a:effectLst/>
                <a:latin typeface="Times New Roman" pitchFamily="18" charset="0"/>
                <a:ea typeface="ＭＳ Ｐ明朝" pitchFamily="18" charset="-128"/>
                <a:cs typeface="+mn-cs"/>
              </a:rPr>
              <a:t>ブローカーを組み合わせることで</a:t>
            </a:r>
            <a:r>
              <a:rPr kumimoji="1" lang="en-US" altLang="ja-JP" sz="1200" b="0" i="0" kern="1200" dirty="0">
                <a:solidFill>
                  <a:schemeClr val="tx1"/>
                </a:solidFill>
                <a:effectLst/>
                <a:latin typeface="Times New Roman" pitchFamily="18" charset="0"/>
                <a:ea typeface="ＭＳ Ｐ明朝" pitchFamily="18" charset="-128"/>
                <a:cs typeface="+mn-cs"/>
              </a:rPr>
              <a:t>AWS IoT</a:t>
            </a:r>
            <a:r>
              <a:rPr kumimoji="1" lang="ja-JP" altLang="en-US" sz="1200" b="0" i="0" kern="1200" dirty="0">
                <a:solidFill>
                  <a:schemeClr val="tx1"/>
                </a:solidFill>
                <a:effectLst/>
                <a:latin typeface="Times New Roman" pitchFamily="18" charset="0"/>
                <a:ea typeface="ＭＳ Ｐ明朝" pitchFamily="18" charset="-128"/>
                <a:cs typeface="+mn-cs"/>
              </a:rPr>
              <a:t>相当のものが自前で構築できるようになりました。</a:t>
            </a:r>
            <a:endParaRPr kumimoji="1" lang="ja-JP" altLang="en-US" dirty="0"/>
          </a:p>
        </p:txBody>
      </p:sp>
      <p:sp>
        <p:nvSpPr>
          <p:cNvPr id="4" name="スライド番号プレースホルダー 3"/>
          <p:cNvSpPr>
            <a:spLocks noGrp="1"/>
          </p:cNvSpPr>
          <p:nvPr>
            <p:ph type="sldNum" sz="quarter" idx="5"/>
          </p:nvPr>
        </p:nvSpPr>
        <p:spPr/>
        <p:txBody>
          <a:bodyPr/>
          <a:lstStyle/>
          <a:p>
            <a:fld id="{AA59C432-3B8C-4DAF-9FB9-33E1F8887A75}" type="slidenum">
              <a:rPr lang="en-US" altLang="ja-JP" smtClean="0"/>
              <a:pPr/>
              <a:t>43</a:t>
            </a:fld>
            <a:endParaRPr lang="en-US" altLang="ja-JP"/>
          </a:p>
        </p:txBody>
      </p:sp>
    </p:spTree>
    <p:extLst>
      <p:ext uri="{BB962C8B-B14F-4D97-AF65-F5344CB8AC3E}">
        <p14:creationId xmlns:p14="http://schemas.microsoft.com/office/powerpoint/2010/main" val="159050472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1235075" y="1157288"/>
            <a:ext cx="4516438" cy="3125787"/>
          </a:xfrm>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57786CB4-A9DF-4517-8F95-881E9F7814B0}" type="slidenum">
              <a:rPr kumimoji="1" lang="ja-JP" altLang="en-US" smtClean="0"/>
              <a:t>44</a:t>
            </a:fld>
            <a:endParaRPr kumimoji="1" lang="ja-JP" altLang="en-US"/>
          </a:p>
        </p:txBody>
      </p:sp>
    </p:spTree>
    <p:extLst>
      <p:ext uri="{BB962C8B-B14F-4D97-AF65-F5344CB8AC3E}">
        <p14:creationId xmlns:p14="http://schemas.microsoft.com/office/powerpoint/2010/main" val="16150638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altLang="ja-JP" dirty="0">
                <a:solidFill>
                  <a:srgbClr val="333333"/>
                </a:solidFill>
                <a:latin typeface="游ゴシック" panose="020B0400000000000000" pitchFamily="50" charset="-128"/>
                <a:ea typeface="游ゴシック" panose="020B0400000000000000" pitchFamily="50" charset="-128"/>
              </a:rPr>
              <a:t>ALB, ELB (Classic ELB) </a:t>
            </a:r>
            <a:r>
              <a:rPr lang="ja-JP" altLang="en-US" dirty="0">
                <a:solidFill>
                  <a:srgbClr val="333333"/>
                </a:solidFill>
                <a:latin typeface="游ゴシック" panose="020B0400000000000000" pitchFamily="50" charset="-128"/>
                <a:ea typeface="游ゴシック" panose="020B0400000000000000" pitchFamily="50" charset="-128"/>
              </a:rPr>
              <a:t>は所謂リバースプロキシで、ロードバランサで一旦全てのリクエストを受けきって、ロードバランサの</a:t>
            </a:r>
            <a:r>
              <a:rPr lang="en-US" altLang="ja-JP" dirty="0" err="1">
                <a:solidFill>
                  <a:srgbClr val="333333"/>
                </a:solidFill>
                <a:latin typeface="游ゴシック" panose="020B0400000000000000" pitchFamily="50" charset="-128"/>
                <a:ea typeface="游ゴシック" panose="020B0400000000000000" pitchFamily="50" charset="-128"/>
              </a:rPr>
              <a:t>SourceIP</a:t>
            </a:r>
            <a:r>
              <a:rPr lang="ja-JP" altLang="en-US" dirty="0">
                <a:solidFill>
                  <a:srgbClr val="333333"/>
                </a:solidFill>
                <a:latin typeface="游ゴシック" panose="020B0400000000000000" pitchFamily="50" charset="-128"/>
                <a:ea typeface="游ゴシック" panose="020B0400000000000000" pitchFamily="50" charset="-128"/>
              </a:rPr>
              <a:t>でバックエンドにリクエストを飛ばします。当然レスポンスが戻って来るので、それを受け止めてリクエスタ</a:t>
            </a:r>
            <a:r>
              <a:rPr lang="en-US" altLang="ja-JP" dirty="0">
                <a:solidFill>
                  <a:srgbClr val="333333"/>
                </a:solidFill>
                <a:latin typeface="游ゴシック" panose="020B0400000000000000" pitchFamily="50" charset="-128"/>
                <a:ea typeface="游ゴシック" panose="020B0400000000000000" pitchFamily="50" charset="-128"/>
              </a:rPr>
              <a:t>(</a:t>
            </a:r>
            <a:r>
              <a:rPr lang="ja-JP" altLang="en-US" dirty="0">
                <a:solidFill>
                  <a:srgbClr val="333333"/>
                </a:solidFill>
                <a:latin typeface="游ゴシック" panose="020B0400000000000000" pitchFamily="50" charset="-128"/>
                <a:ea typeface="游ゴシック" panose="020B0400000000000000" pitchFamily="50" charset="-128"/>
              </a:rPr>
              <a:t>エンドユーザーのブラウザ等</a:t>
            </a:r>
            <a:r>
              <a:rPr lang="en-US" altLang="ja-JP" dirty="0">
                <a:solidFill>
                  <a:srgbClr val="333333"/>
                </a:solidFill>
                <a:latin typeface="游ゴシック" panose="020B0400000000000000" pitchFamily="50" charset="-128"/>
                <a:ea typeface="游ゴシック" panose="020B0400000000000000" pitchFamily="50" charset="-128"/>
              </a:rPr>
              <a:t>)</a:t>
            </a:r>
            <a:r>
              <a:rPr lang="ja-JP" altLang="en-US" dirty="0">
                <a:solidFill>
                  <a:srgbClr val="333333"/>
                </a:solidFill>
                <a:latin typeface="游ゴシック" panose="020B0400000000000000" pitchFamily="50" charset="-128"/>
                <a:ea typeface="游ゴシック" panose="020B0400000000000000" pitchFamily="50" charset="-128"/>
              </a:rPr>
              <a:t>に返します。</a:t>
            </a:r>
            <a:endParaRPr lang="ja-JP" altLang="en-US" dirty="0"/>
          </a:p>
          <a:p>
            <a:endParaRPr lang="en-US" altLang="ja-JP" dirty="0"/>
          </a:p>
          <a:p>
            <a:endParaRPr lang="en-US" altLang="ja-JP" dirty="0"/>
          </a:p>
          <a:p>
            <a:r>
              <a:rPr lang="ja-JP" altLang="en-US" dirty="0">
                <a:solidFill>
                  <a:srgbClr val="333333"/>
                </a:solidFill>
                <a:latin typeface="游ゴシック" panose="020B0400000000000000" pitchFamily="50" charset="-128"/>
                <a:ea typeface="游ゴシック" panose="020B0400000000000000" pitchFamily="50" charset="-128"/>
              </a:rPr>
              <a:t>対して </a:t>
            </a:r>
            <a:r>
              <a:rPr lang="en-US" altLang="ja-JP" dirty="0">
                <a:solidFill>
                  <a:srgbClr val="333333"/>
                </a:solidFill>
                <a:latin typeface="游ゴシック" panose="020B0400000000000000" pitchFamily="50" charset="-128"/>
                <a:ea typeface="游ゴシック" panose="020B0400000000000000" pitchFamily="50" charset="-128"/>
              </a:rPr>
              <a:t>NLB </a:t>
            </a:r>
            <a:r>
              <a:rPr lang="ja-JP" altLang="en-US" dirty="0">
                <a:solidFill>
                  <a:srgbClr val="333333"/>
                </a:solidFill>
                <a:latin typeface="游ゴシック" panose="020B0400000000000000" pitchFamily="50" charset="-128"/>
                <a:ea typeface="游ゴシック" panose="020B0400000000000000" pitchFamily="50" charset="-128"/>
              </a:rPr>
              <a:t>はリバースプロキシではないです。厳密には</a:t>
            </a:r>
            <a:r>
              <a:rPr lang="en-US" altLang="ja-JP" dirty="0">
                <a:solidFill>
                  <a:srgbClr val="333333"/>
                </a:solidFill>
                <a:latin typeface="游ゴシック" panose="020B0400000000000000" pitchFamily="50" charset="-128"/>
                <a:ea typeface="游ゴシック" panose="020B0400000000000000" pitchFamily="50" charset="-128"/>
              </a:rPr>
              <a:t>DSR</a:t>
            </a:r>
            <a:r>
              <a:rPr lang="ja-JP" altLang="en-US" dirty="0">
                <a:solidFill>
                  <a:srgbClr val="333333"/>
                </a:solidFill>
                <a:latin typeface="游ゴシック" panose="020B0400000000000000" pitchFamily="50" charset="-128"/>
                <a:ea typeface="游ゴシック" panose="020B0400000000000000" pitchFamily="50" charset="-128"/>
              </a:rPr>
              <a:t>とも違う？らしいですが、ロードバランサが一旦リクエストを受ける</a:t>
            </a:r>
            <a:r>
              <a:rPr lang="en-US" altLang="ja-JP" dirty="0">
                <a:solidFill>
                  <a:srgbClr val="333333"/>
                </a:solidFill>
                <a:latin typeface="游ゴシック" panose="020B0400000000000000" pitchFamily="50" charset="-128"/>
                <a:ea typeface="游ゴシック" panose="020B0400000000000000" pitchFamily="50" charset="-128"/>
              </a:rPr>
              <a:t>… </a:t>
            </a:r>
            <a:r>
              <a:rPr lang="ja-JP" altLang="en-US" dirty="0">
                <a:solidFill>
                  <a:srgbClr val="333333"/>
                </a:solidFill>
                <a:latin typeface="游ゴシック" panose="020B0400000000000000" pitchFamily="50" charset="-128"/>
                <a:ea typeface="游ゴシック" panose="020B0400000000000000" pitchFamily="50" charset="-128"/>
              </a:rPr>
              <a:t>の動きがなく、いきなりバックエンドのインスタンスにリクエストが来ます</a:t>
            </a:r>
            <a:r>
              <a:rPr lang="en-US" altLang="ja-JP" dirty="0">
                <a:solidFill>
                  <a:srgbClr val="333333"/>
                </a:solidFill>
                <a:latin typeface="游ゴシック" panose="020B0400000000000000" pitchFamily="50" charset="-128"/>
                <a:ea typeface="游ゴシック" panose="020B0400000000000000" pitchFamily="50" charset="-128"/>
              </a:rPr>
              <a:t>(</a:t>
            </a:r>
            <a:r>
              <a:rPr lang="ja-JP" altLang="en-US" dirty="0">
                <a:solidFill>
                  <a:srgbClr val="333333"/>
                </a:solidFill>
                <a:latin typeface="游ゴシック" panose="020B0400000000000000" pitchFamily="50" charset="-128"/>
                <a:ea typeface="游ゴシック" panose="020B0400000000000000" pitchFamily="50" charset="-128"/>
              </a:rPr>
              <a:t>来たように見えますが正しい</a:t>
            </a:r>
            <a:r>
              <a:rPr lang="en-US" altLang="ja-JP" dirty="0">
                <a:solidFill>
                  <a:srgbClr val="333333"/>
                </a:solidFill>
                <a:latin typeface="游ゴシック" panose="020B0400000000000000" pitchFamily="50" charset="-128"/>
                <a:ea typeface="游ゴシック" panose="020B0400000000000000" pitchFamily="50" charset="-128"/>
              </a:rPr>
              <a:t>)</a:t>
            </a:r>
            <a:r>
              <a:rPr lang="ja-JP" altLang="en-US" dirty="0">
                <a:solidFill>
                  <a:srgbClr val="333333"/>
                </a:solidFill>
                <a:latin typeface="游ゴシック" panose="020B0400000000000000" pitchFamily="50" charset="-128"/>
                <a:ea typeface="游ゴシック" panose="020B0400000000000000" pitchFamily="50" charset="-128"/>
              </a:rPr>
              <a:t>そして、ロードバランサを介さずレスポンスが戻ります。</a:t>
            </a:r>
            <a:endParaRPr lang="en-US" altLang="ja-JP" dirty="0">
              <a:solidFill>
                <a:srgbClr val="333333"/>
              </a:solidFill>
              <a:latin typeface="游ゴシック" panose="020B0400000000000000" pitchFamily="50" charset="-128"/>
              <a:ea typeface="游ゴシック" panose="020B0400000000000000" pitchFamily="50" charset="-128"/>
            </a:endParaRPr>
          </a:p>
          <a:p>
            <a:endParaRPr lang="en-US" altLang="ja-JP" dirty="0">
              <a:solidFill>
                <a:srgbClr val="333333"/>
              </a:solidFill>
              <a:latin typeface="游ゴシック" panose="020B0400000000000000" pitchFamily="50" charset="-128"/>
              <a:ea typeface="游ゴシック" panose="020B0400000000000000" pitchFamily="50" charset="-128"/>
            </a:endParaRPr>
          </a:p>
          <a:p>
            <a:endParaRPr lang="en-US" altLang="ja-JP" dirty="0"/>
          </a:p>
          <a:p>
            <a:r>
              <a:rPr lang="en-US" altLang="ja-JP" dirty="0"/>
              <a:t>LB</a:t>
            </a:r>
            <a:r>
              <a:rPr lang="ja-JP" altLang="en-US" dirty="0"/>
              <a:t>自身がヘルスチェックをせずに特定の</a:t>
            </a:r>
            <a:r>
              <a:rPr lang="en-US" altLang="ja-JP" dirty="0"/>
              <a:t>IP</a:t>
            </a:r>
            <a:r>
              <a:rPr lang="ja-JP" altLang="en-US" dirty="0"/>
              <a:t>アドレスからヘルスチェックが飛んでくる</a:t>
            </a:r>
            <a:r>
              <a:rPr kumimoji="1" lang="ja-JP" altLang="en-US" sz="1200" b="0" i="0" kern="1200" dirty="0">
                <a:solidFill>
                  <a:schemeClr val="tx1"/>
                </a:solidFill>
                <a:effectLst/>
                <a:latin typeface="Times New Roman" pitchFamily="18" charset="0"/>
                <a:ea typeface="ＭＳ Ｐ明朝" pitchFamily="18" charset="-128"/>
                <a:cs typeface="+mn-cs"/>
              </a:rPr>
              <a:t>、です。この特定の</a:t>
            </a:r>
            <a:r>
              <a:rPr kumimoji="1" lang="en-US" altLang="ja-JP" sz="1200" b="0" i="0" kern="1200" dirty="0">
                <a:solidFill>
                  <a:schemeClr val="tx1"/>
                </a:solidFill>
                <a:effectLst/>
                <a:latin typeface="Times New Roman" pitchFamily="18" charset="0"/>
                <a:ea typeface="ＭＳ Ｐ明朝" pitchFamily="18" charset="-128"/>
                <a:cs typeface="+mn-cs"/>
              </a:rPr>
              <a:t>IP</a:t>
            </a:r>
            <a:r>
              <a:rPr kumimoji="1" lang="ja-JP" altLang="en-US" sz="1200" b="0" i="0" kern="1200" dirty="0">
                <a:solidFill>
                  <a:schemeClr val="tx1"/>
                </a:solidFill>
                <a:effectLst/>
                <a:latin typeface="Times New Roman" pitchFamily="18" charset="0"/>
                <a:ea typeface="ＭＳ Ｐ明朝" pitchFamily="18" charset="-128"/>
                <a:cs typeface="+mn-cs"/>
              </a:rPr>
              <a:t>とは、プロジェクト</a:t>
            </a:r>
            <a:r>
              <a:rPr kumimoji="1" lang="en-US" altLang="ja-JP" sz="1200" b="0" i="0" kern="1200" dirty="0">
                <a:solidFill>
                  <a:schemeClr val="tx1"/>
                </a:solidFill>
                <a:effectLst/>
                <a:latin typeface="Times New Roman" pitchFamily="18" charset="0"/>
                <a:ea typeface="ＭＳ Ｐ明朝" pitchFamily="18" charset="-128"/>
                <a:cs typeface="+mn-cs"/>
              </a:rPr>
              <a:t>(AWS</a:t>
            </a:r>
            <a:r>
              <a:rPr kumimoji="1" lang="ja-JP" altLang="en-US" sz="1200" b="0" i="0" kern="1200" dirty="0">
                <a:solidFill>
                  <a:schemeClr val="tx1"/>
                </a:solidFill>
                <a:effectLst/>
                <a:latin typeface="Times New Roman" pitchFamily="18" charset="0"/>
                <a:ea typeface="ＭＳ Ｐ明朝" pitchFamily="18" charset="-128"/>
                <a:cs typeface="+mn-cs"/>
              </a:rPr>
              <a:t>で言うところのアカウント</a:t>
            </a:r>
            <a:r>
              <a:rPr kumimoji="1" lang="en-US" altLang="ja-JP" sz="1200" b="0" i="0" kern="1200" dirty="0">
                <a:solidFill>
                  <a:schemeClr val="tx1"/>
                </a:solidFill>
                <a:effectLst/>
                <a:latin typeface="Times New Roman" pitchFamily="18" charset="0"/>
                <a:ea typeface="ＭＳ Ｐ明朝" pitchFamily="18" charset="-128"/>
                <a:cs typeface="+mn-cs"/>
              </a:rPr>
              <a:t>)</a:t>
            </a:r>
            <a:r>
              <a:rPr kumimoji="1" lang="ja-JP" altLang="en-US" sz="1200" b="0" i="0" kern="1200" dirty="0">
                <a:solidFill>
                  <a:schemeClr val="tx1"/>
                </a:solidFill>
                <a:effectLst/>
                <a:latin typeface="Times New Roman" pitchFamily="18" charset="0"/>
                <a:ea typeface="ＭＳ Ｐ明朝" pitchFamily="18" charset="-128"/>
                <a:cs typeface="+mn-cs"/>
              </a:rPr>
              <a:t>が異なっても同じです。なので、ヘルスチェックだけを通す・殺すは一応可能です。</a:t>
            </a:r>
            <a:endParaRPr kumimoji="1" lang="en-US" altLang="ja-JP" sz="1200" b="0" i="0" kern="1200" dirty="0">
              <a:solidFill>
                <a:schemeClr val="tx1"/>
              </a:solidFill>
              <a:effectLst/>
              <a:latin typeface="Times New Roman" pitchFamily="18" charset="0"/>
              <a:ea typeface="ＭＳ Ｐ明朝" pitchFamily="18" charset="-128"/>
              <a:cs typeface="+mn-cs"/>
            </a:endParaRPr>
          </a:p>
          <a:p>
            <a:endParaRPr kumimoji="1" lang="en-US" altLang="ja-JP" sz="1200" b="0" i="0" kern="1200" dirty="0">
              <a:solidFill>
                <a:schemeClr val="tx1"/>
              </a:solidFill>
              <a:effectLst/>
              <a:latin typeface="Times New Roman" pitchFamily="18" charset="0"/>
              <a:ea typeface="ＭＳ Ｐ明朝" pitchFamily="18" charset="-128"/>
              <a:cs typeface="+mn-cs"/>
            </a:endParaRPr>
          </a:p>
          <a:p>
            <a:r>
              <a:rPr kumimoji="1" lang="en-US" altLang="ja-JP" sz="1200" b="0" i="0" kern="1200" dirty="0">
                <a:solidFill>
                  <a:schemeClr val="tx1"/>
                </a:solidFill>
                <a:effectLst/>
                <a:latin typeface="Times New Roman" pitchFamily="18" charset="0"/>
                <a:ea typeface="ＭＳ Ｐ明朝" pitchFamily="18" charset="-128"/>
                <a:cs typeface="+mn-cs"/>
              </a:rPr>
              <a:t>NLB</a:t>
            </a:r>
            <a:r>
              <a:rPr kumimoji="1" lang="ja-JP" altLang="en-US" sz="1200" b="0" i="0" kern="1200" dirty="0">
                <a:solidFill>
                  <a:schemeClr val="tx1"/>
                </a:solidFill>
                <a:effectLst/>
                <a:latin typeface="Times New Roman" pitchFamily="18" charset="0"/>
                <a:ea typeface="ＭＳ Ｐ明朝" pitchFamily="18" charset="-128"/>
                <a:cs typeface="+mn-cs"/>
              </a:rPr>
              <a:t>の登場により、</a:t>
            </a:r>
            <a:r>
              <a:rPr kumimoji="1" lang="en-US" altLang="ja-JP" sz="1200" b="0" i="0" kern="1200" dirty="0">
                <a:solidFill>
                  <a:schemeClr val="tx1"/>
                </a:solidFill>
                <a:effectLst/>
                <a:latin typeface="Times New Roman" pitchFamily="18" charset="0"/>
                <a:ea typeface="ＭＳ Ｐ明朝" pitchFamily="18" charset="-128"/>
                <a:cs typeface="+mn-cs"/>
              </a:rPr>
              <a:t>NLB</a:t>
            </a:r>
            <a:r>
              <a:rPr kumimoji="1" lang="ja-JP" altLang="en-US" sz="1200" b="0" i="0" kern="1200" dirty="0">
                <a:solidFill>
                  <a:schemeClr val="tx1"/>
                </a:solidFill>
                <a:effectLst/>
                <a:latin typeface="Times New Roman" pitchFamily="18" charset="0"/>
                <a:ea typeface="ＭＳ Ｐ明朝" pitchFamily="18" charset="-128"/>
                <a:cs typeface="+mn-cs"/>
              </a:rPr>
              <a:t>と</a:t>
            </a:r>
            <a:r>
              <a:rPr kumimoji="1" lang="en-US" altLang="ja-JP" sz="1200" b="0" i="0" kern="1200" dirty="0">
                <a:solidFill>
                  <a:schemeClr val="tx1"/>
                </a:solidFill>
                <a:effectLst/>
                <a:latin typeface="Times New Roman" pitchFamily="18" charset="0"/>
                <a:ea typeface="ＭＳ Ｐ明朝" pitchFamily="18" charset="-128"/>
                <a:cs typeface="+mn-cs"/>
              </a:rPr>
              <a:t>MQTT</a:t>
            </a:r>
            <a:r>
              <a:rPr kumimoji="1" lang="ja-JP" altLang="en-US" sz="1200" b="0" i="0" kern="1200" dirty="0">
                <a:solidFill>
                  <a:schemeClr val="tx1"/>
                </a:solidFill>
                <a:effectLst/>
                <a:latin typeface="Times New Roman" pitchFamily="18" charset="0"/>
                <a:ea typeface="ＭＳ Ｐ明朝" pitchFamily="18" charset="-128"/>
                <a:cs typeface="+mn-cs"/>
              </a:rPr>
              <a:t>ブローカーを組み合わせることで</a:t>
            </a:r>
            <a:r>
              <a:rPr kumimoji="1" lang="en-US" altLang="ja-JP" sz="1200" b="0" i="0" kern="1200" dirty="0">
                <a:solidFill>
                  <a:schemeClr val="tx1"/>
                </a:solidFill>
                <a:effectLst/>
                <a:latin typeface="Times New Roman" pitchFamily="18" charset="0"/>
                <a:ea typeface="ＭＳ Ｐ明朝" pitchFamily="18" charset="-128"/>
                <a:cs typeface="+mn-cs"/>
              </a:rPr>
              <a:t>AWS IoT</a:t>
            </a:r>
            <a:r>
              <a:rPr kumimoji="1" lang="ja-JP" altLang="en-US" sz="1200" b="0" i="0" kern="1200" dirty="0">
                <a:solidFill>
                  <a:schemeClr val="tx1"/>
                </a:solidFill>
                <a:effectLst/>
                <a:latin typeface="Times New Roman" pitchFamily="18" charset="0"/>
                <a:ea typeface="ＭＳ Ｐ明朝" pitchFamily="18" charset="-128"/>
                <a:cs typeface="+mn-cs"/>
              </a:rPr>
              <a:t>相当のものが自前で構築できるようになりました。</a:t>
            </a:r>
            <a:endParaRPr kumimoji="1" lang="ja-JP" altLang="en-US" dirty="0"/>
          </a:p>
        </p:txBody>
      </p:sp>
      <p:sp>
        <p:nvSpPr>
          <p:cNvPr id="4" name="スライド番号プレースホルダー 3"/>
          <p:cNvSpPr>
            <a:spLocks noGrp="1"/>
          </p:cNvSpPr>
          <p:nvPr>
            <p:ph type="sldNum" sz="quarter" idx="5"/>
          </p:nvPr>
        </p:nvSpPr>
        <p:spPr/>
        <p:txBody>
          <a:bodyPr/>
          <a:lstStyle/>
          <a:p>
            <a:fld id="{AA59C432-3B8C-4DAF-9FB9-33E1F8887A75}" type="slidenum">
              <a:rPr lang="en-US" altLang="ja-JP" smtClean="0"/>
              <a:pPr/>
              <a:t>45</a:t>
            </a:fld>
            <a:endParaRPr lang="en-US" altLang="ja-JP"/>
          </a:p>
        </p:txBody>
      </p:sp>
    </p:spTree>
    <p:extLst>
      <p:ext uri="{BB962C8B-B14F-4D97-AF65-F5344CB8AC3E}">
        <p14:creationId xmlns:p14="http://schemas.microsoft.com/office/powerpoint/2010/main" val="397076831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altLang="ja-JP" dirty="0">
                <a:solidFill>
                  <a:srgbClr val="333333"/>
                </a:solidFill>
                <a:latin typeface="游ゴシック" panose="020B0400000000000000" pitchFamily="50" charset="-128"/>
                <a:ea typeface="游ゴシック" panose="020B0400000000000000" pitchFamily="50" charset="-128"/>
              </a:rPr>
              <a:t>ALB, ELB (Classic ELB) </a:t>
            </a:r>
            <a:r>
              <a:rPr lang="ja-JP" altLang="en-US" dirty="0">
                <a:solidFill>
                  <a:srgbClr val="333333"/>
                </a:solidFill>
                <a:latin typeface="游ゴシック" panose="020B0400000000000000" pitchFamily="50" charset="-128"/>
                <a:ea typeface="游ゴシック" panose="020B0400000000000000" pitchFamily="50" charset="-128"/>
              </a:rPr>
              <a:t>は所謂リバースプロキシで、ロードバランサで一旦全てのリクエストを受けきって、ロードバランサの</a:t>
            </a:r>
            <a:r>
              <a:rPr lang="en-US" altLang="ja-JP" dirty="0" err="1">
                <a:solidFill>
                  <a:srgbClr val="333333"/>
                </a:solidFill>
                <a:latin typeface="游ゴシック" panose="020B0400000000000000" pitchFamily="50" charset="-128"/>
                <a:ea typeface="游ゴシック" panose="020B0400000000000000" pitchFamily="50" charset="-128"/>
              </a:rPr>
              <a:t>SourceIP</a:t>
            </a:r>
            <a:r>
              <a:rPr lang="ja-JP" altLang="en-US" dirty="0">
                <a:solidFill>
                  <a:srgbClr val="333333"/>
                </a:solidFill>
                <a:latin typeface="游ゴシック" panose="020B0400000000000000" pitchFamily="50" charset="-128"/>
                <a:ea typeface="游ゴシック" panose="020B0400000000000000" pitchFamily="50" charset="-128"/>
              </a:rPr>
              <a:t>でバックエンドにリクエストを飛ばします。当然レスポンスが戻って来るので、それを受け止めてリクエスタ</a:t>
            </a:r>
            <a:r>
              <a:rPr lang="en-US" altLang="ja-JP" dirty="0">
                <a:solidFill>
                  <a:srgbClr val="333333"/>
                </a:solidFill>
                <a:latin typeface="游ゴシック" panose="020B0400000000000000" pitchFamily="50" charset="-128"/>
                <a:ea typeface="游ゴシック" panose="020B0400000000000000" pitchFamily="50" charset="-128"/>
              </a:rPr>
              <a:t>(</a:t>
            </a:r>
            <a:r>
              <a:rPr lang="ja-JP" altLang="en-US" dirty="0">
                <a:solidFill>
                  <a:srgbClr val="333333"/>
                </a:solidFill>
                <a:latin typeface="游ゴシック" panose="020B0400000000000000" pitchFamily="50" charset="-128"/>
                <a:ea typeface="游ゴシック" panose="020B0400000000000000" pitchFamily="50" charset="-128"/>
              </a:rPr>
              <a:t>エンドユーザーのブラウザ等</a:t>
            </a:r>
            <a:r>
              <a:rPr lang="en-US" altLang="ja-JP" dirty="0">
                <a:solidFill>
                  <a:srgbClr val="333333"/>
                </a:solidFill>
                <a:latin typeface="游ゴシック" panose="020B0400000000000000" pitchFamily="50" charset="-128"/>
                <a:ea typeface="游ゴシック" panose="020B0400000000000000" pitchFamily="50" charset="-128"/>
              </a:rPr>
              <a:t>)</a:t>
            </a:r>
            <a:r>
              <a:rPr lang="ja-JP" altLang="en-US" dirty="0">
                <a:solidFill>
                  <a:srgbClr val="333333"/>
                </a:solidFill>
                <a:latin typeface="游ゴシック" panose="020B0400000000000000" pitchFamily="50" charset="-128"/>
                <a:ea typeface="游ゴシック" panose="020B0400000000000000" pitchFamily="50" charset="-128"/>
              </a:rPr>
              <a:t>に返します。</a:t>
            </a:r>
            <a:endParaRPr lang="ja-JP" altLang="en-US" dirty="0"/>
          </a:p>
          <a:p>
            <a:endParaRPr lang="en-US" altLang="ja-JP" dirty="0"/>
          </a:p>
          <a:p>
            <a:endParaRPr lang="en-US" altLang="ja-JP" dirty="0"/>
          </a:p>
          <a:p>
            <a:r>
              <a:rPr lang="ja-JP" altLang="en-US" dirty="0">
                <a:solidFill>
                  <a:srgbClr val="333333"/>
                </a:solidFill>
                <a:latin typeface="游ゴシック" panose="020B0400000000000000" pitchFamily="50" charset="-128"/>
                <a:ea typeface="游ゴシック" panose="020B0400000000000000" pitchFamily="50" charset="-128"/>
              </a:rPr>
              <a:t>対して </a:t>
            </a:r>
            <a:r>
              <a:rPr lang="en-US" altLang="ja-JP" dirty="0">
                <a:solidFill>
                  <a:srgbClr val="333333"/>
                </a:solidFill>
                <a:latin typeface="游ゴシック" panose="020B0400000000000000" pitchFamily="50" charset="-128"/>
                <a:ea typeface="游ゴシック" panose="020B0400000000000000" pitchFamily="50" charset="-128"/>
              </a:rPr>
              <a:t>NLB </a:t>
            </a:r>
            <a:r>
              <a:rPr lang="ja-JP" altLang="en-US" dirty="0">
                <a:solidFill>
                  <a:srgbClr val="333333"/>
                </a:solidFill>
                <a:latin typeface="游ゴシック" panose="020B0400000000000000" pitchFamily="50" charset="-128"/>
                <a:ea typeface="游ゴシック" panose="020B0400000000000000" pitchFamily="50" charset="-128"/>
              </a:rPr>
              <a:t>はリバースプロキシではないです。厳密には</a:t>
            </a:r>
            <a:r>
              <a:rPr lang="en-US" altLang="ja-JP" dirty="0">
                <a:solidFill>
                  <a:srgbClr val="333333"/>
                </a:solidFill>
                <a:latin typeface="游ゴシック" panose="020B0400000000000000" pitchFamily="50" charset="-128"/>
                <a:ea typeface="游ゴシック" panose="020B0400000000000000" pitchFamily="50" charset="-128"/>
              </a:rPr>
              <a:t>DSR</a:t>
            </a:r>
            <a:r>
              <a:rPr lang="ja-JP" altLang="en-US" dirty="0">
                <a:solidFill>
                  <a:srgbClr val="333333"/>
                </a:solidFill>
                <a:latin typeface="游ゴシック" panose="020B0400000000000000" pitchFamily="50" charset="-128"/>
                <a:ea typeface="游ゴシック" panose="020B0400000000000000" pitchFamily="50" charset="-128"/>
              </a:rPr>
              <a:t>とも違う？らしいですが、ロードバランサが一旦リクエストを受ける</a:t>
            </a:r>
            <a:r>
              <a:rPr lang="en-US" altLang="ja-JP" dirty="0">
                <a:solidFill>
                  <a:srgbClr val="333333"/>
                </a:solidFill>
                <a:latin typeface="游ゴシック" panose="020B0400000000000000" pitchFamily="50" charset="-128"/>
                <a:ea typeface="游ゴシック" panose="020B0400000000000000" pitchFamily="50" charset="-128"/>
              </a:rPr>
              <a:t>… </a:t>
            </a:r>
            <a:r>
              <a:rPr lang="ja-JP" altLang="en-US" dirty="0">
                <a:solidFill>
                  <a:srgbClr val="333333"/>
                </a:solidFill>
                <a:latin typeface="游ゴシック" panose="020B0400000000000000" pitchFamily="50" charset="-128"/>
                <a:ea typeface="游ゴシック" panose="020B0400000000000000" pitchFamily="50" charset="-128"/>
              </a:rPr>
              <a:t>の動きがなく、いきなりバックエンドのインスタンスにリクエストが来ます</a:t>
            </a:r>
            <a:r>
              <a:rPr lang="en-US" altLang="ja-JP" dirty="0">
                <a:solidFill>
                  <a:srgbClr val="333333"/>
                </a:solidFill>
                <a:latin typeface="游ゴシック" panose="020B0400000000000000" pitchFamily="50" charset="-128"/>
                <a:ea typeface="游ゴシック" panose="020B0400000000000000" pitchFamily="50" charset="-128"/>
              </a:rPr>
              <a:t>(</a:t>
            </a:r>
            <a:r>
              <a:rPr lang="ja-JP" altLang="en-US" dirty="0">
                <a:solidFill>
                  <a:srgbClr val="333333"/>
                </a:solidFill>
                <a:latin typeface="游ゴシック" panose="020B0400000000000000" pitchFamily="50" charset="-128"/>
                <a:ea typeface="游ゴシック" panose="020B0400000000000000" pitchFamily="50" charset="-128"/>
              </a:rPr>
              <a:t>来たように見えますが正しい</a:t>
            </a:r>
            <a:r>
              <a:rPr lang="en-US" altLang="ja-JP" dirty="0">
                <a:solidFill>
                  <a:srgbClr val="333333"/>
                </a:solidFill>
                <a:latin typeface="游ゴシック" panose="020B0400000000000000" pitchFamily="50" charset="-128"/>
                <a:ea typeface="游ゴシック" panose="020B0400000000000000" pitchFamily="50" charset="-128"/>
              </a:rPr>
              <a:t>)</a:t>
            </a:r>
            <a:r>
              <a:rPr lang="ja-JP" altLang="en-US" dirty="0">
                <a:solidFill>
                  <a:srgbClr val="333333"/>
                </a:solidFill>
                <a:latin typeface="游ゴシック" panose="020B0400000000000000" pitchFamily="50" charset="-128"/>
                <a:ea typeface="游ゴシック" panose="020B0400000000000000" pitchFamily="50" charset="-128"/>
              </a:rPr>
              <a:t>そして、ロードバランサを介さずレスポンスが戻ります。</a:t>
            </a:r>
            <a:endParaRPr lang="en-US" altLang="ja-JP" dirty="0">
              <a:solidFill>
                <a:srgbClr val="333333"/>
              </a:solidFill>
              <a:latin typeface="游ゴシック" panose="020B0400000000000000" pitchFamily="50" charset="-128"/>
              <a:ea typeface="游ゴシック" panose="020B0400000000000000" pitchFamily="50" charset="-128"/>
            </a:endParaRPr>
          </a:p>
          <a:p>
            <a:endParaRPr lang="en-US" altLang="ja-JP" dirty="0">
              <a:solidFill>
                <a:srgbClr val="333333"/>
              </a:solidFill>
              <a:latin typeface="游ゴシック" panose="020B0400000000000000" pitchFamily="50" charset="-128"/>
              <a:ea typeface="游ゴシック" panose="020B0400000000000000" pitchFamily="50" charset="-128"/>
            </a:endParaRPr>
          </a:p>
          <a:p>
            <a:endParaRPr lang="en-US" altLang="ja-JP" dirty="0"/>
          </a:p>
          <a:p>
            <a:r>
              <a:rPr lang="en-US" altLang="ja-JP" dirty="0"/>
              <a:t>LB</a:t>
            </a:r>
            <a:r>
              <a:rPr lang="ja-JP" altLang="en-US" dirty="0"/>
              <a:t>自身がヘルスチェックをせずに特定の</a:t>
            </a:r>
            <a:r>
              <a:rPr lang="en-US" altLang="ja-JP" dirty="0"/>
              <a:t>IP</a:t>
            </a:r>
            <a:r>
              <a:rPr lang="ja-JP" altLang="en-US" dirty="0"/>
              <a:t>アドレスからヘルスチェックが飛んでくる</a:t>
            </a:r>
            <a:r>
              <a:rPr kumimoji="1" lang="ja-JP" altLang="en-US" sz="1200" b="0" i="0" kern="1200" dirty="0">
                <a:solidFill>
                  <a:schemeClr val="tx1"/>
                </a:solidFill>
                <a:effectLst/>
                <a:latin typeface="Times New Roman" pitchFamily="18" charset="0"/>
                <a:ea typeface="ＭＳ Ｐ明朝" pitchFamily="18" charset="-128"/>
                <a:cs typeface="+mn-cs"/>
              </a:rPr>
              <a:t>、です。この特定の</a:t>
            </a:r>
            <a:r>
              <a:rPr kumimoji="1" lang="en-US" altLang="ja-JP" sz="1200" b="0" i="0" kern="1200" dirty="0">
                <a:solidFill>
                  <a:schemeClr val="tx1"/>
                </a:solidFill>
                <a:effectLst/>
                <a:latin typeface="Times New Roman" pitchFamily="18" charset="0"/>
                <a:ea typeface="ＭＳ Ｐ明朝" pitchFamily="18" charset="-128"/>
                <a:cs typeface="+mn-cs"/>
              </a:rPr>
              <a:t>IP</a:t>
            </a:r>
            <a:r>
              <a:rPr kumimoji="1" lang="ja-JP" altLang="en-US" sz="1200" b="0" i="0" kern="1200" dirty="0">
                <a:solidFill>
                  <a:schemeClr val="tx1"/>
                </a:solidFill>
                <a:effectLst/>
                <a:latin typeface="Times New Roman" pitchFamily="18" charset="0"/>
                <a:ea typeface="ＭＳ Ｐ明朝" pitchFamily="18" charset="-128"/>
                <a:cs typeface="+mn-cs"/>
              </a:rPr>
              <a:t>とは、プロジェクト</a:t>
            </a:r>
            <a:r>
              <a:rPr kumimoji="1" lang="en-US" altLang="ja-JP" sz="1200" b="0" i="0" kern="1200" dirty="0">
                <a:solidFill>
                  <a:schemeClr val="tx1"/>
                </a:solidFill>
                <a:effectLst/>
                <a:latin typeface="Times New Roman" pitchFamily="18" charset="0"/>
                <a:ea typeface="ＭＳ Ｐ明朝" pitchFamily="18" charset="-128"/>
                <a:cs typeface="+mn-cs"/>
              </a:rPr>
              <a:t>(AWS</a:t>
            </a:r>
            <a:r>
              <a:rPr kumimoji="1" lang="ja-JP" altLang="en-US" sz="1200" b="0" i="0" kern="1200" dirty="0">
                <a:solidFill>
                  <a:schemeClr val="tx1"/>
                </a:solidFill>
                <a:effectLst/>
                <a:latin typeface="Times New Roman" pitchFamily="18" charset="0"/>
                <a:ea typeface="ＭＳ Ｐ明朝" pitchFamily="18" charset="-128"/>
                <a:cs typeface="+mn-cs"/>
              </a:rPr>
              <a:t>で言うところのアカウント</a:t>
            </a:r>
            <a:r>
              <a:rPr kumimoji="1" lang="en-US" altLang="ja-JP" sz="1200" b="0" i="0" kern="1200" dirty="0">
                <a:solidFill>
                  <a:schemeClr val="tx1"/>
                </a:solidFill>
                <a:effectLst/>
                <a:latin typeface="Times New Roman" pitchFamily="18" charset="0"/>
                <a:ea typeface="ＭＳ Ｐ明朝" pitchFamily="18" charset="-128"/>
                <a:cs typeface="+mn-cs"/>
              </a:rPr>
              <a:t>)</a:t>
            </a:r>
            <a:r>
              <a:rPr kumimoji="1" lang="ja-JP" altLang="en-US" sz="1200" b="0" i="0" kern="1200" dirty="0">
                <a:solidFill>
                  <a:schemeClr val="tx1"/>
                </a:solidFill>
                <a:effectLst/>
                <a:latin typeface="Times New Roman" pitchFamily="18" charset="0"/>
                <a:ea typeface="ＭＳ Ｐ明朝" pitchFamily="18" charset="-128"/>
                <a:cs typeface="+mn-cs"/>
              </a:rPr>
              <a:t>が異なっても同じです。なので、ヘルスチェックだけを通す・殺すは一応可能です。</a:t>
            </a:r>
            <a:endParaRPr kumimoji="1" lang="en-US" altLang="ja-JP" sz="1200" b="0" i="0" kern="1200" dirty="0">
              <a:solidFill>
                <a:schemeClr val="tx1"/>
              </a:solidFill>
              <a:effectLst/>
              <a:latin typeface="Times New Roman" pitchFamily="18" charset="0"/>
              <a:ea typeface="ＭＳ Ｐ明朝" pitchFamily="18" charset="-128"/>
              <a:cs typeface="+mn-cs"/>
            </a:endParaRPr>
          </a:p>
          <a:p>
            <a:endParaRPr kumimoji="1" lang="en-US" altLang="ja-JP" sz="1200" b="0" i="0" kern="1200" dirty="0">
              <a:solidFill>
                <a:schemeClr val="tx1"/>
              </a:solidFill>
              <a:effectLst/>
              <a:latin typeface="Times New Roman" pitchFamily="18" charset="0"/>
              <a:ea typeface="ＭＳ Ｐ明朝" pitchFamily="18" charset="-128"/>
              <a:cs typeface="+mn-cs"/>
            </a:endParaRPr>
          </a:p>
          <a:p>
            <a:r>
              <a:rPr kumimoji="1" lang="en-US" altLang="ja-JP" sz="1200" b="0" i="0" kern="1200" dirty="0">
                <a:solidFill>
                  <a:schemeClr val="tx1"/>
                </a:solidFill>
                <a:effectLst/>
                <a:latin typeface="Times New Roman" pitchFamily="18" charset="0"/>
                <a:ea typeface="ＭＳ Ｐ明朝" pitchFamily="18" charset="-128"/>
                <a:cs typeface="+mn-cs"/>
              </a:rPr>
              <a:t>NLB</a:t>
            </a:r>
            <a:r>
              <a:rPr kumimoji="1" lang="ja-JP" altLang="en-US" sz="1200" b="0" i="0" kern="1200" dirty="0">
                <a:solidFill>
                  <a:schemeClr val="tx1"/>
                </a:solidFill>
                <a:effectLst/>
                <a:latin typeface="Times New Roman" pitchFamily="18" charset="0"/>
                <a:ea typeface="ＭＳ Ｐ明朝" pitchFamily="18" charset="-128"/>
                <a:cs typeface="+mn-cs"/>
              </a:rPr>
              <a:t>の登場により、</a:t>
            </a:r>
            <a:r>
              <a:rPr kumimoji="1" lang="en-US" altLang="ja-JP" sz="1200" b="0" i="0" kern="1200" dirty="0">
                <a:solidFill>
                  <a:schemeClr val="tx1"/>
                </a:solidFill>
                <a:effectLst/>
                <a:latin typeface="Times New Roman" pitchFamily="18" charset="0"/>
                <a:ea typeface="ＭＳ Ｐ明朝" pitchFamily="18" charset="-128"/>
                <a:cs typeface="+mn-cs"/>
              </a:rPr>
              <a:t>NLB</a:t>
            </a:r>
            <a:r>
              <a:rPr kumimoji="1" lang="ja-JP" altLang="en-US" sz="1200" b="0" i="0" kern="1200" dirty="0">
                <a:solidFill>
                  <a:schemeClr val="tx1"/>
                </a:solidFill>
                <a:effectLst/>
                <a:latin typeface="Times New Roman" pitchFamily="18" charset="0"/>
                <a:ea typeface="ＭＳ Ｐ明朝" pitchFamily="18" charset="-128"/>
                <a:cs typeface="+mn-cs"/>
              </a:rPr>
              <a:t>と</a:t>
            </a:r>
            <a:r>
              <a:rPr kumimoji="1" lang="en-US" altLang="ja-JP" sz="1200" b="0" i="0" kern="1200" dirty="0">
                <a:solidFill>
                  <a:schemeClr val="tx1"/>
                </a:solidFill>
                <a:effectLst/>
                <a:latin typeface="Times New Roman" pitchFamily="18" charset="0"/>
                <a:ea typeface="ＭＳ Ｐ明朝" pitchFamily="18" charset="-128"/>
                <a:cs typeface="+mn-cs"/>
              </a:rPr>
              <a:t>MQTT</a:t>
            </a:r>
            <a:r>
              <a:rPr kumimoji="1" lang="ja-JP" altLang="en-US" sz="1200" b="0" i="0" kern="1200" dirty="0">
                <a:solidFill>
                  <a:schemeClr val="tx1"/>
                </a:solidFill>
                <a:effectLst/>
                <a:latin typeface="Times New Roman" pitchFamily="18" charset="0"/>
                <a:ea typeface="ＭＳ Ｐ明朝" pitchFamily="18" charset="-128"/>
                <a:cs typeface="+mn-cs"/>
              </a:rPr>
              <a:t>ブローカーを組み合わせることで</a:t>
            </a:r>
            <a:r>
              <a:rPr kumimoji="1" lang="en-US" altLang="ja-JP" sz="1200" b="0" i="0" kern="1200" dirty="0">
                <a:solidFill>
                  <a:schemeClr val="tx1"/>
                </a:solidFill>
                <a:effectLst/>
                <a:latin typeface="Times New Roman" pitchFamily="18" charset="0"/>
                <a:ea typeface="ＭＳ Ｐ明朝" pitchFamily="18" charset="-128"/>
                <a:cs typeface="+mn-cs"/>
              </a:rPr>
              <a:t>AWS IoT</a:t>
            </a:r>
            <a:r>
              <a:rPr kumimoji="1" lang="ja-JP" altLang="en-US" sz="1200" b="0" i="0" kern="1200" dirty="0">
                <a:solidFill>
                  <a:schemeClr val="tx1"/>
                </a:solidFill>
                <a:effectLst/>
                <a:latin typeface="Times New Roman" pitchFamily="18" charset="0"/>
                <a:ea typeface="ＭＳ Ｐ明朝" pitchFamily="18" charset="-128"/>
                <a:cs typeface="+mn-cs"/>
              </a:rPr>
              <a:t>相当のものが自前で構築できるようになりました。</a:t>
            </a:r>
            <a:endParaRPr kumimoji="1" lang="ja-JP" altLang="en-US" dirty="0"/>
          </a:p>
        </p:txBody>
      </p:sp>
      <p:sp>
        <p:nvSpPr>
          <p:cNvPr id="4" name="スライド番号プレースホルダー 3"/>
          <p:cNvSpPr>
            <a:spLocks noGrp="1"/>
          </p:cNvSpPr>
          <p:nvPr>
            <p:ph type="sldNum" sz="quarter" idx="5"/>
          </p:nvPr>
        </p:nvSpPr>
        <p:spPr/>
        <p:txBody>
          <a:bodyPr/>
          <a:lstStyle/>
          <a:p>
            <a:fld id="{AA59C432-3B8C-4DAF-9FB9-33E1F8887A75}" type="slidenum">
              <a:rPr lang="en-US" altLang="ja-JP" smtClean="0"/>
              <a:pPr/>
              <a:t>46</a:t>
            </a:fld>
            <a:endParaRPr lang="en-US" altLang="ja-JP"/>
          </a:p>
        </p:txBody>
      </p:sp>
    </p:spTree>
    <p:extLst>
      <p:ext uri="{BB962C8B-B14F-4D97-AF65-F5344CB8AC3E}">
        <p14:creationId xmlns:p14="http://schemas.microsoft.com/office/powerpoint/2010/main" val="207617599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altLang="ja-JP" dirty="0">
                <a:solidFill>
                  <a:srgbClr val="333333"/>
                </a:solidFill>
                <a:latin typeface="游ゴシック" panose="020B0400000000000000" pitchFamily="50" charset="-128"/>
                <a:ea typeface="游ゴシック" panose="020B0400000000000000" pitchFamily="50" charset="-128"/>
              </a:rPr>
              <a:t>ALB, ELB (Classic ELB) </a:t>
            </a:r>
            <a:r>
              <a:rPr lang="ja-JP" altLang="en-US" dirty="0">
                <a:solidFill>
                  <a:srgbClr val="333333"/>
                </a:solidFill>
                <a:latin typeface="游ゴシック" panose="020B0400000000000000" pitchFamily="50" charset="-128"/>
                <a:ea typeface="游ゴシック" panose="020B0400000000000000" pitchFamily="50" charset="-128"/>
              </a:rPr>
              <a:t>は所謂リバースプロキシで、ロードバランサで一旦全てのリクエストを受けきって、ロードバランサの</a:t>
            </a:r>
            <a:r>
              <a:rPr lang="en-US" altLang="ja-JP" dirty="0" err="1">
                <a:solidFill>
                  <a:srgbClr val="333333"/>
                </a:solidFill>
                <a:latin typeface="游ゴシック" panose="020B0400000000000000" pitchFamily="50" charset="-128"/>
                <a:ea typeface="游ゴシック" panose="020B0400000000000000" pitchFamily="50" charset="-128"/>
              </a:rPr>
              <a:t>SourceIP</a:t>
            </a:r>
            <a:r>
              <a:rPr lang="ja-JP" altLang="en-US" dirty="0">
                <a:solidFill>
                  <a:srgbClr val="333333"/>
                </a:solidFill>
                <a:latin typeface="游ゴシック" panose="020B0400000000000000" pitchFamily="50" charset="-128"/>
                <a:ea typeface="游ゴシック" panose="020B0400000000000000" pitchFamily="50" charset="-128"/>
              </a:rPr>
              <a:t>でバックエンドにリクエストを飛ばします。当然レスポンスが戻って来るので、それを受け止めてリクエスタ</a:t>
            </a:r>
            <a:r>
              <a:rPr lang="en-US" altLang="ja-JP" dirty="0">
                <a:solidFill>
                  <a:srgbClr val="333333"/>
                </a:solidFill>
                <a:latin typeface="游ゴシック" panose="020B0400000000000000" pitchFamily="50" charset="-128"/>
                <a:ea typeface="游ゴシック" panose="020B0400000000000000" pitchFamily="50" charset="-128"/>
              </a:rPr>
              <a:t>(</a:t>
            </a:r>
            <a:r>
              <a:rPr lang="ja-JP" altLang="en-US" dirty="0">
                <a:solidFill>
                  <a:srgbClr val="333333"/>
                </a:solidFill>
                <a:latin typeface="游ゴシック" panose="020B0400000000000000" pitchFamily="50" charset="-128"/>
                <a:ea typeface="游ゴシック" panose="020B0400000000000000" pitchFamily="50" charset="-128"/>
              </a:rPr>
              <a:t>エンドユーザーのブラウザ等</a:t>
            </a:r>
            <a:r>
              <a:rPr lang="en-US" altLang="ja-JP" dirty="0">
                <a:solidFill>
                  <a:srgbClr val="333333"/>
                </a:solidFill>
                <a:latin typeface="游ゴシック" panose="020B0400000000000000" pitchFamily="50" charset="-128"/>
                <a:ea typeface="游ゴシック" panose="020B0400000000000000" pitchFamily="50" charset="-128"/>
              </a:rPr>
              <a:t>)</a:t>
            </a:r>
            <a:r>
              <a:rPr lang="ja-JP" altLang="en-US" dirty="0">
                <a:solidFill>
                  <a:srgbClr val="333333"/>
                </a:solidFill>
                <a:latin typeface="游ゴシック" panose="020B0400000000000000" pitchFamily="50" charset="-128"/>
                <a:ea typeface="游ゴシック" panose="020B0400000000000000" pitchFamily="50" charset="-128"/>
              </a:rPr>
              <a:t>に返します。</a:t>
            </a:r>
            <a:endParaRPr lang="ja-JP" altLang="en-US" dirty="0"/>
          </a:p>
          <a:p>
            <a:endParaRPr lang="en-US" altLang="ja-JP" dirty="0"/>
          </a:p>
          <a:p>
            <a:endParaRPr lang="en-US" altLang="ja-JP" dirty="0"/>
          </a:p>
          <a:p>
            <a:r>
              <a:rPr lang="ja-JP" altLang="en-US" dirty="0">
                <a:solidFill>
                  <a:srgbClr val="333333"/>
                </a:solidFill>
                <a:latin typeface="游ゴシック" panose="020B0400000000000000" pitchFamily="50" charset="-128"/>
                <a:ea typeface="游ゴシック" panose="020B0400000000000000" pitchFamily="50" charset="-128"/>
              </a:rPr>
              <a:t>対して </a:t>
            </a:r>
            <a:r>
              <a:rPr lang="en-US" altLang="ja-JP" dirty="0">
                <a:solidFill>
                  <a:srgbClr val="333333"/>
                </a:solidFill>
                <a:latin typeface="游ゴシック" panose="020B0400000000000000" pitchFamily="50" charset="-128"/>
                <a:ea typeface="游ゴシック" panose="020B0400000000000000" pitchFamily="50" charset="-128"/>
              </a:rPr>
              <a:t>NLB </a:t>
            </a:r>
            <a:r>
              <a:rPr lang="ja-JP" altLang="en-US" dirty="0">
                <a:solidFill>
                  <a:srgbClr val="333333"/>
                </a:solidFill>
                <a:latin typeface="游ゴシック" panose="020B0400000000000000" pitchFamily="50" charset="-128"/>
                <a:ea typeface="游ゴシック" panose="020B0400000000000000" pitchFamily="50" charset="-128"/>
              </a:rPr>
              <a:t>はリバースプロキシではないです。厳密には</a:t>
            </a:r>
            <a:r>
              <a:rPr lang="en-US" altLang="ja-JP" dirty="0">
                <a:solidFill>
                  <a:srgbClr val="333333"/>
                </a:solidFill>
                <a:latin typeface="游ゴシック" panose="020B0400000000000000" pitchFamily="50" charset="-128"/>
                <a:ea typeface="游ゴシック" panose="020B0400000000000000" pitchFamily="50" charset="-128"/>
              </a:rPr>
              <a:t>DSR</a:t>
            </a:r>
            <a:r>
              <a:rPr lang="ja-JP" altLang="en-US" dirty="0">
                <a:solidFill>
                  <a:srgbClr val="333333"/>
                </a:solidFill>
                <a:latin typeface="游ゴシック" panose="020B0400000000000000" pitchFamily="50" charset="-128"/>
                <a:ea typeface="游ゴシック" panose="020B0400000000000000" pitchFamily="50" charset="-128"/>
              </a:rPr>
              <a:t>とも違う？らしいですが、ロードバランサが一旦リクエストを受ける</a:t>
            </a:r>
            <a:r>
              <a:rPr lang="en-US" altLang="ja-JP" dirty="0">
                <a:solidFill>
                  <a:srgbClr val="333333"/>
                </a:solidFill>
                <a:latin typeface="游ゴシック" panose="020B0400000000000000" pitchFamily="50" charset="-128"/>
                <a:ea typeface="游ゴシック" panose="020B0400000000000000" pitchFamily="50" charset="-128"/>
              </a:rPr>
              <a:t>… </a:t>
            </a:r>
            <a:r>
              <a:rPr lang="ja-JP" altLang="en-US" dirty="0">
                <a:solidFill>
                  <a:srgbClr val="333333"/>
                </a:solidFill>
                <a:latin typeface="游ゴシック" panose="020B0400000000000000" pitchFamily="50" charset="-128"/>
                <a:ea typeface="游ゴシック" panose="020B0400000000000000" pitchFamily="50" charset="-128"/>
              </a:rPr>
              <a:t>の動きがなく、いきなりバックエンドのインスタンスにリクエストが来ます</a:t>
            </a:r>
            <a:r>
              <a:rPr lang="en-US" altLang="ja-JP" dirty="0">
                <a:solidFill>
                  <a:srgbClr val="333333"/>
                </a:solidFill>
                <a:latin typeface="游ゴシック" panose="020B0400000000000000" pitchFamily="50" charset="-128"/>
                <a:ea typeface="游ゴシック" panose="020B0400000000000000" pitchFamily="50" charset="-128"/>
              </a:rPr>
              <a:t>(</a:t>
            </a:r>
            <a:r>
              <a:rPr lang="ja-JP" altLang="en-US" dirty="0">
                <a:solidFill>
                  <a:srgbClr val="333333"/>
                </a:solidFill>
                <a:latin typeface="游ゴシック" panose="020B0400000000000000" pitchFamily="50" charset="-128"/>
                <a:ea typeface="游ゴシック" panose="020B0400000000000000" pitchFamily="50" charset="-128"/>
              </a:rPr>
              <a:t>来たように見えますが正しい</a:t>
            </a:r>
            <a:r>
              <a:rPr lang="en-US" altLang="ja-JP" dirty="0">
                <a:solidFill>
                  <a:srgbClr val="333333"/>
                </a:solidFill>
                <a:latin typeface="游ゴシック" panose="020B0400000000000000" pitchFamily="50" charset="-128"/>
                <a:ea typeface="游ゴシック" panose="020B0400000000000000" pitchFamily="50" charset="-128"/>
              </a:rPr>
              <a:t>)</a:t>
            </a:r>
            <a:r>
              <a:rPr lang="ja-JP" altLang="en-US" dirty="0">
                <a:solidFill>
                  <a:srgbClr val="333333"/>
                </a:solidFill>
                <a:latin typeface="游ゴシック" panose="020B0400000000000000" pitchFamily="50" charset="-128"/>
                <a:ea typeface="游ゴシック" panose="020B0400000000000000" pitchFamily="50" charset="-128"/>
              </a:rPr>
              <a:t>そして、ロードバランサを介さずレスポンスが戻ります。</a:t>
            </a:r>
            <a:endParaRPr lang="en-US" altLang="ja-JP" dirty="0">
              <a:solidFill>
                <a:srgbClr val="333333"/>
              </a:solidFill>
              <a:latin typeface="游ゴシック" panose="020B0400000000000000" pitchFamily="50" charset="-128"/>
              <a:ea typeface="游ゴシック" panose="020B0400000000000000" pitchFamily="50" charset="-128"/>
            </a:endParaRPr>
          </a:p>
          <a:p>
            <a:endParaRPr lang="en-US" altLang="ja-JP" dirty="0">
              <a:solidFill>
                <a:srgbClr val="333333"/>
              </a:solidFill>
              <a:latin typeface="游ゴシック" panose="020B0400000000000000" pitchFamily="50" charset="-128"/>
              <a:ea typeface="游ゴシック" panose="020B0400000000000000" pitchFamily="50" charset="-128"/>
            </a:endParaRPr>
          </a:p>
          <a:p>
            <a:endParaRPr lang="en-US" altLang="ja-JP" dirty="0"/>
          </a:p>
          <a:p>
            <a:r>
              <a:rPr lang="en-US" altLang="ja-JP" dirty="0"/>
              <a:t>LB</a:t>
            </a:r>
            <a:r>
              <a:rPr lang="ja-JP" altLang="en-US" dirty="0"/>
              <a:t>自身がヘルスチェックをせずに特定の</a:t>
            </a:r>
            <a:r>
              <a:rPr lang="en-US" altLang="ja-JP" dirty="0"/>
              <a:t>IP</a:t>
            </a:r>
            <a:r>
              <a:rPr lang="ja-JP" altLang="en-US" dirty="0"/>
              <a:t>アドレスからヘルスチェックが飛んでくる</a:t>
            </a:r>
            <a:r>
              <a:rPr kumimoji="1" lang="ja-JP" altLang="en-US" sz="1200" b="0" i="0" kern="1200" dirty="0">
                <a:solidFill>
                  <a:schemeClr val="tx1"/>
                </a:solidFill>
                <a:effectLst/>
                <a:latin typeface="Times New Roman" pitchFamily="18" charset="0"/>
                <a:ea typeface="ＭＳ Ｐ明朝" pitchFamily="18" charset="-128"/>
                <a:cs typeface="+mn-cs"/>
              </a:rPr>
              <a:t>、です。この特定の</a:t>
            </a:r>
            <a:r>
              <a:rPr kumimoji="1" lang="en-US" altLang="ja-JP" sz="1200" b="0" i="0" kern="1200" dirty="0">
                <a:solidFill>
                  <a:schemeClr val="tx1"/>
                </a:solidFill>
                <a:effectLst/>
                <a:latin typeface="Times New Roman" pitchFamily="18" charset="0"/>
                <a:ea typeface="ＭＳ Ｐ明朝" pitchFamily="18" charset="-128"/>
                <a:cs typeface="+mn-cs"/>
              </a:rPr>
              <a:t>IP</a:t>
            </a:r>
            <a:r>
              <a:rPr kumimoji="1" lang="ja-JP" altLang="en-US" sz="1200" b="0" i="0" kern="1200" dirty="0">
                <a:solidFill>
                  <a:schemeClr val="tx1"/>
                </a:solidFill>
                <a:effectLst/>
                <a:latin typeface="Times New Roman" pitchFamily="18" charset="0"/>
                <a:ea typeface="ＭＳ Ｐ明朝" pitchFamily="18" charset="-128"/>
                <a:cs typeface="+mn-cs"/>
              </a:rPr>
              <a:t>とは、プロジェクト</a:t>
            </a:r>
            <a:r>
              <a:rPr kumimoji="1" lang="en-US" altLang="ja-JP" sz="1200" b="0" i="0" kern="1200" dirty="0">
                <a:solidFill>
                  <a:schemeClr val="tx1"/>
                </a:solidFill>
                <a:effectLst/>
                <a:latin typeface="Times New Roman" pitchFamily="18" charset="0"/>
                <a:ea typeface="ＭＳ Ｐ明朝" pitchFamily="18" charset="-128"/>
                <a:cs typeface="+mn-cs"/>
              </a:rPr>
              <a:t>(AWS</a:t>
            </a:r>
            <a:r>
              <a:rPr kumimoji="1" lang="ja-JP" altLang="en-US" sz="1200" b="0" i="0" kern="1200" dirty="0">
                <a:solidFill>
                  <a:schemeClr val="tx1"/>
                </a:solidFill>
                <a:effectLst/>
                <a:latin typeface="Times New Roman" pitchFamily="18" charset="0"/>
                <a:ea typeface="ＭＳ Ｐ明朝" pitchFamily="18" charset="-128"/>
                <a:cs typeface="+mn-cs"/>
              </a:rPr>
              <a:t>で言うところのアカウント</a:t>
            </a:r>
            <a:r>
              <a:rPr kumimoji="1" lang="en-US" altLang="ja-JP" sz="1200" b="0" i="0" kern="1200" dirty="0">
                <a:solidFill>
                  <a:schemeClr val="tx1"/>
                </a:solidFill>
                <a:effectLst/>
                <a:latin typeface="Times New Roman" pitchFamily="18" charset="0"/>
                <a:ea typeface="ＭＳ Ｐ明朝" pitchFamily="18" charset="-128"/>
                <a:cs typeface="+mn-cs"/>
              </a:rPr>
              <a:t>)</a:t>
            </a:r>
            <a:r>
              <a:rPr kumimoji="1" lang="ja-JP" altLang="en-US" sz="1200" b="0" i="0" kern="1200" dirty="0">
                <a:solidFill>
                  <a:schemeClr val="tx1"/>
                </a:solidFill>
                <a:effectLst/>
                <a:latin typeface="Times New Roman" pitchFamily="18" charset="0"/>
                <a:ea typeface="ＭＳ Ｐ明朝" pitchFamily="18" charset="-128"/>
                <a:cs typeface="+mn-cs"/>
              </a:rPr>
              <a:t>が異なっても同じです。なので、ヘルスチェックだけを通す・殺すは一応可能です。</a:t>
            </a:r>
            <a:endParaRPr kumimoji="1" lang="en-US" altLang="ja-JP" sz="1200" b="0" i="0" kern="1200" dirty="0">
              <a:solidFill>
                <a:schemeClr val="tx1"/>
              </a:solidFill>
              <a:effectLst/>
              <a:latin typeface="Times New Roman" pitchFamily="18" charset="0"/>
              <a:ea typeface="ＭＳ Ｐ明朝" pitchFamily="18" charset="-128"/>
              <a:cs typeface="+mn-cs"/>
            </a:endParaRPr>
          </a:p>
          <a:p>
            <a:endParaRPr kumimoji="1" lang="en-US" altLang="ja-JP" sz="1200" b="0" i="0" kern="1200" dirty="0">
              <a:solidFill>
                <a:schemeClr val="tx1"/>
              </a:solidFill>
              <a:effectLst/>
              <a:latin typeface="Times New Roman" pitchFamily="18" charset="0"/>
              <a:ea typeface="ＭＳ Ｐ明朝" pitchFamily="18" charset="-128"/>
              <a:cs typeface="+mn-cs"/>
            </a:endParaRPr>
          </a:p>
          <a:p>
            <a:r>
              <a:rPr kumimoji="1" lang="en-US" altLang="ja-JP" sz="1200" b="0" i="0" kern="1200" dirty="0">
                <a:solidFill>
                  <a:schemeClr val="tx1"/>
                </a:solidFill>
                <a:effectLst/>
                <a:latin typeface="Times New Roman" pitchFamily="18" charset="0"/>
                <a:ea typeface="ＭＳ Ｐ明朝" pitchFamily="18" charset="-128"/>
                <a:cs typeface="+mn-cs"/>
              </a:rPr>
              <a:t>NLB</a:t>
            </a:r>
            <a:r>
              <a:rPr kumimoji="1" lang="ja-JP" altLang="en-US" sz="1200" b="0" i="0" kern="1200" dirty="0">
                <a:solidFill>
                  <a:schemeClr val="tx1"/>
                </a:solidFill>
                <a:effectLst/>
                <a:latin typeface="Times New Roman" pitchFamily="18" charset="0"/>
                <a:ea typeface="ＭＳ Ｐ明朝" pitchFamily="18" charset="-128"/>
                <a:cs typeface="+mn-cs"/>
              </a:rPr>
              <a:t>の登場により、</a:t>
            </a:r>
            <a:r>
              <a:rPr kumimoji="1" lang="en-US" altLang="ja-JP" sz="1200" b="0" i="0" kern="1200" dirty="0">
                <a:solidFill>
                  <a:schemeClr val="tx1"/>
                </a:solidFill>
                <a:effectLst/>
                <a:latin typeface="Times New Roman" pitchFamily="18" charset="0"/>
                <a:ea typeface="ＭＳ Ｐ明朝" pitchFamily="18" charset="-128"/>
                <a:cs typeface="+mn-cs"/>
              </a:rPr>
              <a:t>NLB</a:t>
            </a:r>
            <a:r>
              <a:rPr kumimoji="1" lang="ja-JP" altLang="en-US" sz="1200" b="0" i="0" kern="1200" dirty="0">
                <a:solidFill>
                  <a:schemeClr val="tx1"/>
                </a:solidFill>
                <a:effectLst/>
                <a:latin typeface="Times New Roman" pitchFamily="18" charset="0"/>
                <a:ea typeface="ＭＳ Ｐ明朝" pitchFamily="18" charset="-128"/>
                <a:cs typeface="+mn-cs"/>
              </a:rPr>
              <a:t>と</a:t>
            </a:r>
            <a:r>
              <a:rPr kumimoji="1" lang="en-US" altLang="ja-JP" sz="1200" b="0" i="0" kern="1200" dirty="0">
                <a:solidFill>
                  <a:schemeClr val="tx1"/>
                </a:solidFill>
                <a:effectLst/>
                <a:latin typeface="Times New Roman" pitchFamily="18" charset="0"/>
                <a:ea typeface="ＭＳ Ｐ明朝" pitchFamily="18" charset="-128"/>
                <a:cs typeface="+mn-cs"/>
              </a:rPr>
              <a:t>MQTT</a:t>
            </a:r>
            <a:r>
              <a:rPr kumimoji="1" lang="ja-JP" altLang="en-US" sz="1200" b="0" i="0" kern="1200" dirty="0">
                <a:solidFill>
                  <a:schemeClr val="tx1"/>
                </a:solidFill>
                <a:effectLst/>
                <a:latin typeface="Times New Roman" pitchFamily="18" charset="0"/>
                <a:ea typeface="ＭＳ Ｐ明朝" pitchFamily="18" charset="-128"/>
                <a:cs typeface="+mn-cs"/>
              </a:rPr>
              <a:t>ブローカーを組み合わせることで</a:t>
            </a:r>
            <a:r>
              <a:rPr kumimoji="1" lang="en-US" altLang="ja-JP" sz="1200" b="0" i="0" kern="1200" dirty="0">
                <a:solidFill>
                  <a:schemeClr val="tx1"/>
                </a:solidFill>
                <a:effectLst/>
                <a:latin typeface="Times New Roman" pitchFamily="18" charset="0"/>
                <a:ea typeface="ＭＳ Ｐ明朝" pitchFamily="18" charset="-128"/>
                <a:cs typeface="+mn-cs"/>
              </a:rPr>
              <a:t>AWS IoT</a:t>
            </a:r>
            <a:r>
              <a:rPr kumimoji="1" lang="ja-JP" altLang="en-US" sz="1200" b="0" i="0" kern="1200" dirty="0">
                <a:solidFill>
                  <a:schemeClr val="tx1"/>
                </a:solidFill>
                <a:effectLst/>
                <a:latin typeface="Times New Roman" pitchFamily="18" charset="0"/>
                <a:ea typeface="ＭＳ Ｐ明朝" pitchFamily="18" charset="-128"/>
                <a:cs typeface="+mn-cs"/>
              </a:rPr>
              <a:t>相当のものが自前で構築できるようになりました。</a:t>
            </a:r>
            <a:endParaRPr kumimoji="1" lang="ja-JP" altLang="en-US" dirty="0"/>
          </a:p>
        </p:txBody>
      </p:sp>
      <p:sp>
        <p:nvSpPr>
          <p:cNvPr id="4" name="スライド番号プレースホルダー 3"/>
          <p:cNvSpPr>
            <a:spLocks noGrp="1"/>
          </p:cNvSpPr>
          <p:nvPr>
            <p:ph type="sldNum" sz="quarter" idx="5"/>
          </p:nvPr>
        </p:nvSpPr>
        <p:spPr/>
        <p:txBody>
          <a:bodyPr/>
          <a:lstStyle/>
          <a:p>
            <a:fld id="{AA59C432-3B8C-4DAF-9FB9-33E1F8887A75}" type="slidenum">
              <a:rPr lang="en-US" altLang="ja-JP" smtClean="0"/>
              <a:pPr/>
              <a:t>47</a:t>
            </a:fld>
            <a:endParaRPr lang="en-US" altLang="ja-JP"/>
          </a:p>
        </p:txBody>
      </p:sp>
    </p:spTree>
    <p:extLst>
      <p:ext uri="{BB962C8B-B14F-4D97-AF65-F5344CB8AC3E}">
        <p14:creationId xmlns:p14="http://schemas.microsoft.com/office/powerpoint/2010/main" val="251016878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altLang="ja-JP" dirty="0">
                <a:solidFill>
                  <a:srgbClr val="333333"/>
                </a:solidFill>
                <a:latin typeface="游ゴシック" panose="020B0400000000000000" pitchFamily="50" charset="-128"/>
                <a:ea typeface="游ゴシック" panose="020B0400000000000000" pitchFamily="50" charset="-128"/>
              </a:rPr>
              <a:t>ALB, ELB (Classic ELB) </a:t>
            </a:r>
            <a:r>
              <a:rPr lang="ja-JP" altLang="en-US" dirty="0">
                <a:solidFill>
                  <a:srgbClr val="333333"/>
                </a:solidFill>
                <a:latin typeface="游ゴシック" panose="020B0400000000000000" pitchFamily="50" charset="-128"/>
                <a:ea typeface="游ゴシック" panose="020B0400000000000000" pitchFamily="50" charset="-128"/>
              </a:rPr>
              <a:t>は所謂リバースプロキシで、ロードバランサで一旦全てのリクエストを受けきって、ロードバランサの</a:t>
            </a:r>
            <a:r>
              <a:rPr lang="en-US" altLang="ja-JP" dirty="0" err="1">
                <a:solidFill>
                  <a:srgbClr val="333333"/>
                </a:solidFill>
                <a:latin typeface="游ゴシック" panose="020B0400000000000000" pitchFamily="50" charset="-128"/>
                <a:ea typeface="游ゴシック" panose="020B0400000000000000" pitchFamily="50" charset="-128"/>
              </a:rPr>
              <a:t>SourceIP</a:t>
            </a:r>
            <a:r>
              <a:rPr lang="ja-JP" altLang="en-US" dirty="0">
                <a:solidFill>
                  <a:srgbClr val="333333"/>
                </a:solidFill>
                <a:latin typeface="游ゴシック" panose="020B0400000000000000" pitchFamily="50" charset="-128"/>
                <a:ea typeface="游ゴシック" panose="020B0400000000000000" pitchFamily="50" charset="-128"/>
              </a:rPr>
              <a:t>でバックエンドにリクエストを飛ばします。当然レスポンスが戻って来るので、それを受け止めてリクエスタ</a:t>
            </a:r>
            <a:r>
              <a:rPr lang="en-US" altLang="ja-JP" dirty="0">
                <a:solidFill>
                  <a:srgbClr val="333333"/>
                </a:solidFill>
                <a:latin typeface="游ゴシック" panose="020B0400000000000000" pitchFamily="50" charset="-128"/>
                <a:ea typeface="游ゴシック" panose="020B0400000000000000" pitchFamily="50" charset="-128"/>
              </a:rPr>
              <a:t>(</a:t>
            </a:r>
            <a:r>
              <a:rPr lang="ja-JP" altLang="en-US" dirty="0">
                <a:solidFill>
                  <a:srgbClr val="333333"/>
                </a:solidFill>
                <a:latin typeface="游ゴシック" panose="020B0400000000000000" pitchFamily="50" charset="-128"/>
                <a:ea typeface="游ゴシック" panose="020B0400000000000000" pitchFamily="50" charset="-128"/>
              </a:rPr>
              <a:t>エンドユーザーのブラウザ等</a:t>
            </a:r>
            <a:r>
              <a:rPr lang="en-US" altLang="ja-JP" dirty="0">
                <a:solidFill>
                  <a:srgbClr val="333333"/>
                </a:solidFill>
                <a:latin typeface="游ゴシック" panose="020B0400000000000000" pitchFamily="50" charset="-128"/>
                <a:ea typeface="游ゴシック" panose="020B0400000000000000" pitchFamily="50" charset="-128"/>
              </a:rPr>
              <a:t>)</a:t>
            </a:r>
            <a:r>
              <a:rPr lang="ja-JP" altLang="en-US" dirty="0">
                <a:solidFill>
                  <a:srgbClr val="333333"/>
                </a:solidFill>
                <a:latin typeface="游ゴシック" panose="020B0400000000000000" pitchFamily="50" charset="-128"/>
                <a:ea typeface="游ゴシック" panose="020B0400000000000000" pitchFamily="50" charset="-128"/>
              </a:rPr>
              <a:t>に返します。</a:t>
            </a:r>
            <a:endParaRPr lang="ja-JP" altLang="en-US" dirty="0"/>
          </a:p>
          <a:p>
            <a:endParaRPr lang="en-US" altLang="ja-JP" dirty="0"/>
          </a:p>
          <a:p>
            <a:endParaRPr lang="en-US" altLang="ja-JP" dirty="0"/>
          </a:p>
          <a:p>
            <a:r>
              <a:rPr lang="ja-JP" altLang="en-US" dirty="0">
                <a:solidFill>
                  <a:srgbClr val="333333"/>
                </a:solidFill>
                <a:latin typeface="游ゴシック" panose="020B0400000000000000" pitchFamily="50" charset="-128"/>
                <a:ea typeface="游ゴシック" panose="020B0400000000000000" pitchFamily="50" charset="-128"/>
              </a:rPr>
              <a:t>対して </a:t>
            </a:r>
            <a:r>
              <a:rPr lang="en-US" altLang="ja-JP" dirty="0">
                <a:solidFill>
                  <a:srgbClr val="333333"/>
                </a:solidFill>
                <a:latin typeface="游ゴシック" panose="020B0400000000000000" pitchFamily="50" charset="-128"/>
                <a:ea typeface="游ゴシック" panose="020B0400000000000000" pitchFamily="50" charset="-128"/>
              </a:rPr>
              <a:t>NLB </a:t>
            </a:r>
            <a:r>
              <a:rPr lang="ja-JP" altLang="en-US" dirty="0">
                <a:solidFill>
                  <a:srgbClr val="333333"/>
                </a:solidFill>
                <a:latin typeface="游ゴシック" panose="020B0400000000000000" pitchFamily="50" charset="-128"/>
                <a:ea typeface="游ゴシック" panose="020B0400000000000000" pitchFamily="50" charset="-128"/>
              </a:rPr>
              <a:t>はリバースプロキシではないです。厳密には</a:t>
            </a:r>
            <a:r>
              <a:rPr lang="en-US" altLang="ja-JP" dirty="0">
                <a:solidFill>
                  <a:srgbClr val="333333"/>
                </a:solidFill>
                <a:latin typeface="游ゴシック" panose="020B0400000000000000" pitchFamily="50" charset="-128"/>
                <a:ea typeface="游ゴシック" panose="020B0400000000000000" pitchFamily="50" charset="-128"/>
              </a:rPr>
              <a:t>DSR</a:t>
            </a:r>
            <a:r>
              <a:rPr lang="ja-JP" altLang="en-US" dirty="0">
                <a:solidFill>
                  <a:srgbClr val="333333"/>
                </a:solidFill>
                <a:latin typeface="游ゴシック" panose="020B0400000000000000" pitchFamily="50" charset="-128"/>
                <a:ea typeface="游ゴシック" panose="020B0400000000000000" pitchFamily="50" charset="-128"/>
              </a:rPr>
              <a:t>とも違う？らしいですが、ロードバランサが一旦リクエストを受ける</a:t>
            </a:r>
            <a:r>
              <a:rPr lang="en-US" altLang="ja-JP" dirty="0">
                <a:solidFill>
                  <a:srgbClr val="333333"/>
                </a:solidFill>
                <a:latin typeface="游ゴシック" panose="020B0400000000000000" pitchFamily="50" charset="-128"/>
                <a:ea typeface="游ゴシック" panose="020B0400000000000000" pitchFamily="50" charset="-128"/>
              </a:rPr>
              <a:t>… </a:t>
            </a:r>
            <a:r>
              <a:rPr lang="ja-JP" altLang="en-US" dirty="0">
                <a:solidFill>
                  <a:srgbClr val="333333"/>
                </a:solidFill>
                <a:latin typeface="游ゴシック" panose="020B0400000000000000" pitchFamily="50" charset="-128"/>
                <a:ea typeface="游ゴシック" panose="020B0400000000000000" pitchFamily="50" charset="-128"/>
              </a:rPr>
              <a:t>の動きがなく、いきなりバックエンドのインスタンスにリクエストが来ます</a:t>
            </a:r>
            <a:r>
              <a:rPr lang="en-US" altLang="ja-JP" dirty="0">
                <a:solidFill>
                  <a:srgbClr val="333333"/>
                </a:solidFill>
                <a:latin typeface="游ゴシック" panose="020B0400000000000000" pitchFamily="50" charset="-128"/>
                <a:ea typeface="游ゴシック" panose="020B0400000000000000" pitchFamily="50" charset="-128"/>
              </a:rPr>
              <a:t>(</a:t>
            </a:r>
            <a:r>
              <a:rPr lang="ja-JP" altLang="en-US" dirty="0">
                <a:solidFill>
                  <a:srgbClr val="333333"/>
                </a:solidFill>
                <a:latin typeface="游ゴシック" panose="020B0400000000000000" pitchFamily="50" charset="-128"/>
                <a:ea typeface="游ゴシック" panose="020B0400000000000000" pitchFamily="50" charset="-128"/>
              </a:rPr>
              <a:t>来たように見えますが正しい</a:t>
            </a:r>
            <a:r>
              <a:rPr lang="en-US" altLang="ja-JP" dirty="0">
                <a:solidFill>
                  <a:srgbClr val="333333"/>
                </a:solidFill>
                <a:latin typeface="游ゴシック" panose="020B0400000000000000" pitchFamily="50" charset="-128"/>
                <a:ea typeface="游ゴシック" panose="020B0400000000000000" pitchFamily="50" charset="-128"/>
              </a:rPr>
              <a:t>)</a:t>
            </a:r>
            <a:r>
              <a:rPr lang="ja-JP" altLang="en-US" dirty="0">
                <a:solidFill>
                  <a:srgbClr val="333333"/>
                </a:solidFill>
                <a:latin typeface="游ゴシック" panose="020B0400000000000000" pitchFamily="50" charset="-128"/>
                <a:ea typeface="游ゴシック" panose="020B0400000000000000" pitchFamily="50" charset="-128"/>
              </a:rPr>
              <a:t>そして、ロードバランサを介さずレスポンスが戻ります。</a:t>
            </a:r>
            <a:endParaRPr lang="en-US" altLang="ja-JP" dirty="0">
              <a:solidFill>
                <a:srgbClr val="333333"/>
              </a:solidFill>
              <a:latin typeface="游ゴシック" panose="020B0400000000000000" pitchFamily="50" charset="-128"/>
              <a:ea typeface="游ゴシック" panose="020B0400000000000000" pitchFamily="50" charset="-128"/>
            </a:endParaRPr>
          </a:p>
          <a:p>
            <a:endParaRPr lang="en-US" altLang="ja-JP" dirty="0">
              <a:solidFill>
                <a:srgbClr val="333333"/>
              </a:solidFill>
              <a:latin typeface="游ゴシック" panose="020B0400000000000000" pitchFamily="50" charset="-128"/>
              <a:ea typeface="游ゴシック" panose="020B0400000000000000" pitchFamily="50" charset="-128"/>
            </a:endParaRPr>
          </a:p>
          <a:p>
            <a:endParaRPr lang="en-US" altLang="ja-JP" dirty="0"/>
          </a:p>
          <a:p>
            <a:r>
              <a:rPr lang="en-US" altLang="ja-JP" dirty="0"/>
              <a:t>LB</a:t>
            </a:r>
            <a:r>
              <a:rPr lang="ja-JP" altLang="en-US" dirty="0"/>
              <a:t>自身がヘルスチェックをせずに特定の</a:t>
            </a:r>
            <a:r>
              <a:rPr lang="en-US" altLang="ja-JP" dirty="0"/>
              <a:t>IP</a:t>
            </a:r>
            <a:r>
              <a:rPr lang="ja-JP" altLang="en-US" dirty="0"/>
              <a:t>アドレスからヘルスチェックが飛んでくる</a:t>
            </a:r>
            <a:r>
              <a:rPr kumimoji="1" lang="ja-JP" altLang="en-US" sz="1200" b="0" i="0" kern="1200" dirty="0">
                <a:solidFill>
                  <a:schemeClr val="tx1"/>
                </a:solidFill>
                <a:effectLst/>
                <a:latin typeface="Times New Roman" pitchFamily="18" charset="0"/>
                <a:ea typeface="ＭＳ Ｐ明朝" pitchFamily="18" charset="-128"/>
                <a:cs typeface="+mn-cs"/>
              </a:rPr>
              <a:t>、です。この特定の</a:t>
            </a:r>
            <a:r>
              <a:rPr kumimoji="1" lang="en-US" altLang="ja-JP" sz="1200" b="0" i="0" kern="1200" dirty="0">
                <a:solidFill>
                  <a:schemeClr val="tx1"/>
                </a:solidFill>
                <a:effectLst/>
                <a:latin typeface="Times New Roman" pitchFamily="18" charset="0"/>
                <a:ea typeface="ＭＳ Ｐ明朝" pitchFamily="18" charset="-128"/>
                <a:cs typeface="+mn-cs"/>
              </a:rPr>
              <a:t>IP</a:t>
            </a:r>
            <a:r>
              <a:rPr kumimoji="1" lang="ja-JP" altLang="en-US" sz="1200" b="0" i="0" kern="1200" dirty="0">
                <a:solidFill>
                  <a:schemeClr val="tx1"/>
                </a:solidFill>
                <a:effectLst/>
                <a:latin typeface="Times New Roman" pitchFamily="18" charset="0"/>
                <a:ea typeface="ＭＳ Ｐ明朝" pitchFamily="18" charset="-128"/>
                <a:cs typeface="+mn-cs"/>
              </a:rPr>
              <a:t>とは、プロジェクト</a:t>
            </a:r>
            <a:r>
              <a:rPr kumimoji="1" lang="en-US" altLang="ja-JP" sz="1200" b="0" i="0" kern="1200" dirty="0">
                <a:solidFill>
                  <a:schemeClr val="tx1"/>
                </a:solidFill>
                <a:effectLst/>
                <a:latin typeface="Times New Roman" pitchFamily="18" charset="0"/>
                <a:ea typeface="ＭＳ Ｐ明朝" pitchFamily="18" charset="-128"/>
                <a:cs typeface="+mn-cs"/>
              </a:rPr>
              <a:t>(AWS</a:t>
            </a:r>
            <a:r>
              <a:rPr kumimoji="1" lang="ja-JP" altLang="en-US" sz="1200" b="0" i="0" kern="1200" dirty="0">
                <a:solidFill>
                  <a:schemeClr val="tx1"/>
                </a:solidFill>
                <a:effectLst/>
                <a:latin typeface="Times New Roman" pitchFamily="18" charset="0"/>
                <a:ea typeface="ＭＳ Ｐ明朝" pitchFamily="18" charset="-128"/>
                <a:cs typeface="+mn-cs"/>
              </a:rPr>
              <a:t>で言うところのアカウント</a:t>
            </a:r>
            <a:r>
              <a:rPr kumimoji="1" lang="en-US" altLang="ja-JP" sz="1200" b="0" i="0" kern="1200" dirty="0">
                <a:solidFill>
                  <a:schemeClr val="tx1"/>
                </a:solidFill>
                <a:effectLst/>
                <a:latin typeface="Times New Roman" pitchFamily="18" charset="0"/>
                <a:ea typeface="ＭＳ Ｐ明朝" pitchFamily="18" charset="-128"/>
                <a:cs typeface="+mn-cs"/>
              </a:rPr>
              <a:t>)</a:t>
            </a:r>
            <a:r>
              <a:rPr kumimoji="1" lang="ja-JP" altLang="en-US" sz="1200" b="0" i="0" kern="1200" dirty="0">
                <a:solidFill>
                  <a:schemeClr val="tx1"/>
                </a:solidFill>
                <a:effectLst/>
                <a:latin typeface="Times New Roman" pitchFamily="18" charset="0"/>
                <a:ea typeface="ＭＳ Ｐ明朝" pitchFamily="18" charset="-128"/>
                <a:cs typeface="+mn-cs"/>
              </a:rPr>
              <a:t>が異なっても同じです。なので、ヘルスチェックだけを通す・殺すは一応可能です。</a:t>
            </a:r>
            <a:endParaRPr kumimoji="1" lang="en-US" altLang="ja-JP" sz="1200" b="0" i="0" kern="1200" dirty="0">
              <a:solidFill>
                <a:schemeClr val="tx1"/>
              </a:solidFill>
              <a:effectLst/>
              <a:latin typeface="Times New Roman" pitchFamily="18" charset="0"/>
              <a:ea typeface="ＭＳ Ｐ明朝" pitchFamily="18" charset="-128"/>
              <a:cs typeface="+mn-cs"/>
            </a:endParaRPr>
          </a:p>
          <a:p>
            <a:endParaRPr kumimoji="1" lang="en-US" altLang="ja-JP" sz="1200" b="0" i="0" kern="1200" dirty="0">
              <a:solidFill>
                <a:schemeClr val="tx1"/>
              </a:solidFill>
              <a:effectLst/>
              <a:latin typeface="Times New Roman" pitchFamily="18" charset="0"/>
              <a:ea typeface="ＭＳ Ｐ明朝" pitchFamily="18" charset="-128"/>
              <a:cs typeface="+mn-cs"/>
            </a:endParaRPr>
          </a:p>
          <a:p>
            <a:r>
              <a:rPr kumimoji="1" lang="en-US" altLang="ja-JP" sz="1200" b="0" i="0" kern="1200" dirty="0">
                <a:solidFill>
                  <a:schemeClr val="tx1"/>
                </a:solidFill>
                <a:effectLst/>
                <a:latin typeface="Times New Roman" pitchFamily="18" charset="0"/>
                <a:ea typeface="ＭＳ Ｐ明朝" pitchFamily="18" charset="-128"/>
                <a:cs typeface="+mn-cs"/>
              </a:rPr>
              <a:t>NLB</a:t>
            </a:r>
            <a:r>
              <a:rPr kumimoji="1" lang="ja-JP" altLang="en-US" sz="1200" b="0" i="0" kern="1200" dirty="0">
                <a:solidFill>
                  <a:schemeClr val="tx1"/>
                </a:solidFill>
                <a:effectLst/>
                <a:latin typeface="Times New Roman" pitchFamily="18" charset="0"/>
                <a:ea typeface="ＭＳ Ｐ明朝" pitchFamily="18" charset="-128"/>
                <a:cs typeface="+mn-cs"/>
              </a:rPr>
              <a:t>の登場により、</a:t>
            </a:r>
            <a:r>
              <a:rPr kumimoji="1" lang="en-US" altLang="ja-JP" sz="1200" b="0" i="0" kern="1200" dirty="0">
                <a:solidFill>
                  <a:schemeClr val="tx1"/>
                </a:solidFill>
                <a:effectLst/>
                <a:latin typeface="Times New Roman" pitchFamily="18" charset="0"/>
                <a:ea typeface="ＭＳ Ｐ明朝" pitchFamily="18" charset="-128"/>
                <a:cs typeface="+mn-cs"/>
              </a:rPr>
              <a:t>NLB</a:t>
            </a:r>
            <a:r>
              <a:rPr kumimoji="1" lang="ja-JP" altLang="en-US" sz="1200" b="0" i="0" kern="1200" dirty="0">
                <a:solidFill>
                  <a:schemeClr val="tx1"/>
                </a:solidFill>
                <a:effectLst/>
                <a:latin typeface="Times New Roman" pitchFamily="18" charset="0"/>
                <a:ea typeface="ＭＳ Ｐ明朝" pitchFamily="18" charset="-128"/>
                <a:cs typeface="+mn-cs"/>
              </a:rPr>
              <a:t>と</a:t>
            </a:r>
            <a:r>
              <a:rPr kumimoji="1" lang="en-US" altLang="ja-JP" sz="1200" b="0" i="0" kern="1200" dirty="0">
                <a:solidFill>
                  <a:schemeClr val="tx1"/>
                </a:solidFill>
                <a:effectLst/>
                <a:latin typeface="Times New Roman" pitchFamily="18" charset="0"/>
                <a:ea typeface="ＭＳ Ｐ明朝" pitchFamily="18" charset="-128"/>
                <a:cs typeface="+mn-cs"/>
              </a:rPr>
              <a:t>MQTT</a:t>
            </a:r>
            <a:r>
              <a:rPr kumimoji="1" lang="ja-JP" altLang="en-US" sz="1200" b="0" i="0" kern="1200" dirty="0">
                <a:solidFill>
                  <a:schemeClr val="tx1"/>
                </a:solidFill>
                <a:effectLst/>
                <a:latin typeface="Times New Roman" pitchFamily="18" charset="0"/>
                <a:ea typeface="ＭＳ Ｐ明朝" pitchFamily="18" charset="-128"/>
                <a:cs typeface="+mn-cs"/>
              </a:rPr>
              <a:t>ブローカーを組み合わせることで</a:t>
            </a:r>
            <a:r>
              <a:rPr kumimoji="1" lang="en-US" altLang="ja-JP" sz="1200" b="0" i="0" kern="1200" dirty="0">
                <a:solidFill>
                  <a:schemeClr val="tx1"/>
                </a:solidFill>
                <a:effectLst/>
                <a:latin typeface="Times New Roman" pitchFamily="18" charset="0"/>
                <a:ea typeface="ＭＳ Ｐ明朝" pitchFamily="18" charset="-128"/>
                <a:cs typeface="+mn-cs"/>
              </a:rPr>
              <a:t>AWS IoT</a:t>
            </a:r>
            <a:r>
              <a:rPr kumimoji="1" lang="ja-JP" altLang="en-US" sz="1200" b="0" i="0" kern="1200" dirty="0">
                <a:solidFill>
                  <a:schemeClr val="tx1"/>
                </a:solidFill>
                <a:effectLst/>
                <a:latin typeface="Times New Roman" pitchFamily="18" charset="0"/>
                <a:ea typeface="ＭＳ Ｐ明朝" pitchFamily="18" charset="-128"/>
                <a:cs typeface="+mn-cs"/>
              </a:rPr>
              <a:t>相当のものが自前で構築できるようになりました。</a:t>
            </a:r>
            <a:endParaRPr kumimoji="1" lang="ja-JP" altLang="en-US" dirty="0"/>
          </a:p>
        </p:txBody>
      </p:sp>
      <p:sp>
        <p:nvSpPr>
          <p:cNvPr id="4" name="スライド番号プレースホルダー 3"/>
          <p:cNvSpPr>
            <a:spLocks noGrp="1"/>
          </p:cNvSpPr>
          <p:nvPr>
            <p:ph type="sldNum" sz="quarter" idx="5"/>
          </p:nvPr>
        </p:nvSpPr>
        <p:spPr/>
        <p:txBody>
          <a:bodyPr/>
          <a:lstStyle/>
          <a:p>
            <a:fld id="{AA59C432-3B8C-4DAF-9FB9-33E1F8887A75}" type="slidenum">
              <a:rPr lang="en-US" altLang="ja-JP" smtClean="0"/>
              <a:pPr/>
              <a:t>48</a:t>
            </a:fld>
            <a:endParaRPr lang="en-US" altLang="ja-JP"/>
          </a:p>
        </p:txBody>
      </p:sp>
    </p:spTree>
    <p:extLst>
      <p:ext uri="{BB962C8B-B14F-4D97-AF65-F5344CB8AC3E}">
        <p14:creationId xmlns:p14="http://schemas.microsoft.com/office/powerpoint/2010/main" val="319354484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altLang="ja-JP" dirty="0">
                <a:solidFill>
                  <a:srgbClr val="333333"/>
                </a:solidFill>
                <a:latin typeface="游ゴシック" panose="020B0400000000000000" pitchFamily="50" charset="-128"/>
                <a:ea typeface="游ゴシック" panose="020B0400000000000000" pitchFamily="50" charset="-128"/>
              </a:rPr>
              <a:t>ALB, ELB (Classic ELB) </a:t>
            </a:r>
            <a:r>
              <a:rPr lang="ja-JP" altLang="en-US" dirty="0">
                <a:solidFill>
                  <a:srgbClr val="333333"/>
                </a:solidFill>
                <a:latin typeface="游ゴシック" panose="020B0400000000000000" pitchFamily="50" charset="-128"/>
                <a:ea typeface="游ゴシック" panose="020B0400000000000000" pitchFamily="50" charset="-128"/>
              </a:rPr>
              <a:t>は所謂リバースプロキシで、ロードバランサで一旦全てのリクエストを受けきって、ロードバランサの</a:t>
            </a:r>
            <a:r>
              <a:rPr lang="en-US" altLang="ja-JP" dirty="0" err="1">
                <a:solidFill>
                  <a:srgbClr val="333333"/>
                </a:solidFill>
                <a:latin typeface="游ゴシック" panose="020B0400000000000000" pitchFamily="50" charset="-128"/>
                <a:ea typeface="游ゴシック" panose="020B0400000000000000" pitchFamily="50" charset="-128"/>
              </a:rPr>
              <a:t>SourceIP</a:t>
            </a:r>
            <a:r>
              <a:rPr lang="ja-JP" altLang="en-US" dirty="0">
                <a:solidFill>
                  <a:srgbClr val="333333"/>
                </a:solidFill>
                <a:latin typeface="游ゴシック" panose="020B0400000000000000" pitchFamily="50" charset="-128"/>
                <a:ea typeface="游ゴシック" panose="020B0400000000000000" pitchFamily="50" charset="-128"/>
              </a:rPr>
              <a:t>でバックエンドにリクエストを飛ばします。当然レスポンスが戻って来るので、それを受け止めてリクエスタ</a:t>
            </a:r>
            <a:r>
              <a:rPr lang="en-US" altLang="ja-JP" dirty="0">
                <a:solidFill>
                  <a:srgbClr val="333333"/>
                </a:solidFill>
                <a:latin typeface="游ゴシック" panose="020B0400000000000000" pitchFamily="50" charset="-128"/>
                <a:ea typeface="游ゴシック" panose="020B0400000000000000" pitchFamily="50" charset="-128"/>
              </a:rPr>
              <a:t>(</a:t>
            </a:r>
            <a:r>
              <a:rPr lang="ja-JP" altLang="en-US" dirty="0">
                <a:solidFill>
                  <a:srgbClr val="333333"/>
                </a:solidFill>
                <a:latin typeface="游ゴシック" panose="020B0400000000000000" pitchFamily="50" charset="-128"/>
                <a:ea typeface="游ゴシック" panose="020B0400000000000000" pitchFamily="50" charset="-128"/>
              </a:rPr>
              <a:t>エンドユーザーのブラウザ等</a:t>
            </a:r>
            <a:r>
              <a:rPr lang="en-US" altLang="ja-JP" dirty="0">
                <a:solidFill>
                  <a:srgbClr val="333333"/>
                </a:solidFill>
                <a:latin typeface="游ゴシック" panose="020B0400000000000000" pitchFamily="50" charset="-128"/>
                <a:ea typeface="游ゴシック" panose="020B0400000000000000" pitchFamily="50" charset="-128"/>
              </a:rPr>
              <a:t>)</a:t>
            </a:r>
            <a:r>
              <a:rPr lang="ja-JP" altLang="en-US" dirty="0">
                <a:solidFill>
                  <a:srgbClr val="333333"/>
                </a:solidFill>
                <a:latin typeface="游ゴシック" panose="020B0400000000000000" pitchFamily="50" charset="-128"/>
                <a:ea typeface="游ゴシック" panose="020B0400000000000000" pitchFamily="50" charset="-128"/>
              </a:rPr>
              <a:t>に返します。</a:t>
            </a:r>
            <a:endParaRPr lang="ja-JP" altLang="en-US" dirty="0"/>
          </a:p>
          <a:p>
            <a:endParaRPr lang="en-US" altLang="ja-JP" dirty="0"/>
          </a:p>
          <a:p>
            <a:endParaRPr lang="en-US" altLang="ja-JP" dirty="0"/>
          </a:p>
          <a:p>
            <a:r>
              <a:rPr lang="ja-JP" altLang="en-US" dirty="0">
                <a:solidFill>
                  <a:srgbClr val="333333"/>
                </a:solidFill>
                <a:latin typeface="游ゴシック" panose="020B0400000000000000" pitchFamily="50" charset="-128"/>
                <a:ea typeface="游ゴシック" panose="020B0400000000000000" pitchFamily="50" charset="-128"/>
              </a:rPr>
              <a:t>対して </a:t>
            </a:r>
            <a:r>
              <a:rPr lang="en-US" altLang="ja-JP" dirty="0">
                <a:solidFill>
                  <a:srgbClr val="333333"/>
                </a:solidFill>
                <a:latin typeface="游ゴシック" panose="020B0400000000000000" pitchFamily="50" charset="-128"/>
                <a:ea typeface="游ゴシック" panose="020B0400000000000000" pitchFamily="50" charset="-128"/>
              </a:rPr>
              <a:t>NLB </a:t>
            </a:r>
            <a:r>
              <a:rPr lang="ja-JP" altLang="en-US" dirty="0">
                <a:solidFill>
                  <a:srgbClr val="333333"/>
                </a:solidFill>
                <a:latin typeface="游ゴシック" panose="020B0400000000000000" pitchFamily="50" charset="-128"/>
                <a:ea typeface="游ゴシック" panose="020B0400000000000000" pitchFamily="50" charset="-128"/>
              </a:rPr>
              <a:t>はリバースプロキシではないです。厳密には</a:t>
            </a:r>
            <a:r>
              <a:rPr lang="en-US" altLang="ja-JP" dirty="0">
                <a:solidFill>
                  <a:srgbClr val="333333"/>
                </a:solidFill>
                <a:latin typeface="游ゴシック" panose="020B0400000000000000" pitchFamily="50" charset="-128"/>
                <a:ea typeface="游ゴシック" panose="020B0400000000000000" pitchFamily="50" charset="-128"/>
              </a:rPr>
              <a:t>DSR</a:t>
            </a:r>
            <a:r>
              <a:rPr lang="ja-JP" altLang="en-US" dirty="0">
                <a:solidFill>
                  <a:srgbClr val="333333"/>
                </a:solidFill>
                <a:latin typeface="游ゴシック" panose="020B0400000000000000" pitchFamily="50" charset="-128"/>
                <a:ea typeface="游ゴシック" panose="020B0400000000000000" pitchFamily="50" charset="-128"/>
              </a:rPr>
              <a:t>とも違う？らしいですが、ロードバランサが一旦リクエストを受ける</a:t>
            </a:r>
            <a:r>
              <a:rPr lang="en-US" altLang="ja-JP" dirty="0">
                <a:solidFill>
                  <a:srgbClr val="333333"/>
                </a:solidFill>
                <a:latin typeface="游ゴシック" panose="020B0400000000000000" pitchFamily="50" charset="-128"/>
                <a:ea typeface="游ゴシック" panose="020B0400000000000000" pitchFamily="50" charset="-128"/>
              </a:rPr>
              <a:t>… </a:t>
            </a:r>
            <a:r>
              <a:rPr lang="ja-JP" altLang="en-US" dirty="0">
                <a:solidFill>
                  <a:srgbClr val="333333"/>
                </a:solidFill>
                <a:latin typeface="游ゴシック" panose="020B0400000000000000" pitchFamily="50" charset="-128"/>
                <a:ea typeface="游ゴシック" panose="020B0400000000000000" pitchFamily="50" charset="-128"/>
              </a:rPr>
              <a:t>の動きがなく、いきなりバックエンドのインスタンスにリクエストが来ます</a:t>
            </a:r>
            <a:r>
              <a:rPr lang="en-US" altLang="ja-JP" dirty="0">
                <a:solidFill>
                  <a:srgbClr val="333333"/>
                </a:solidFill>
                <a:latin typeface="游ゴシック" panose="020B0400000000000000" pitchFamily="50" charset="-128"/>
                <a:ea typeface="游ゴシック" panose="020B0400000000000000" pitchFamily="50" charset="-128"/>
              </a:rPr>
              <a:t>(</a:t>
            </a:r>
            <a:r>
              <a:rPr lang="ja-JP" altLang="en-US" dirty="0">
                <a:solidFill>
                  <a:srgbClr val="333333"/>
                </a:solidFill>
                <a:latin typeface="游ゴシック" panose="020B0400000000000000" pitchFamily="50" charset="-128"/>
                <a:ea typeface="游ゴシック" panose="020B0400000000000000" pitchFamily="50" charset="-128"/>
              </a:rPr>
              <a:t>来たように見えますが正しい</a:t>
            </a:r>
            <a:r>
              <a:rPr lang="en-US" altLang="ja-JP" dirty="0">
                <a:solidFill>
                  <a:srgbClr val="333333"/>
                </a:solidFill>
                <a:latin typeface="游ゴシック" panose="020B0400000000000000" pitchFamily="50" charset="-128"/>
                <a:ea typeface="游ゴシック" panose="020B0400000000000000" pitchFamily="50" charset="-128"/>
              </a:rPr>
              <a:t>)</a:t>
            </a:r>
            <a:r>
              <a:rPr lang="ja-JP" altLang="en-US" dirty="0">
                <a:solidFill>
                  <a:srgbClr val="333333"/>
                </a:solidFill>
                <a:latin typeface="游ゴシック" panose="020B0400000000000000" pitchFamily="50" charset="-128"/>
                <a:ea typeface="游ゴシック" panose="020B0400000000000000" pitchFamily="50" charset="-128"/>
              </a:rPr>
              <a:t>そして、ロードバランサを介さずレスポンスが戻ります。</a:t>
            </a:r>
            <a:endParaRPr lang="en-US" altLang="ja-JP" dirty="0">
              <a:solidFill>
                <a:srgbClr val="333333"/>
              </a:solidFill>
              <a:latin typeface="游ゴシック" panose="020B0400000000000000" pitchFamily="50" charset="-128"/>
              <a:ea typeface="游ゴシック" panose="020B0400000000000000" pitchFamily="50" charset="-128"/>
            </a:endParaRPr>
          </a:p>
          <a:p>
            <a:endParaRPr lang="en-US" altLang="ja-JP" dirty="0">
              <a:solidFill>
                <a:srgbClr val="333333"/>
              </a:solidFill>
              <a:latin typeface="游ゴシック" panose="020B0400000000000000" pitchFamily="50" charset="-128"/>
              <a:ea typeface="游ゴシック" panose="020B0400000000000000" pitchFamily="50" charset="-128"/>
            </a:endParaRPr>
          </a:p>
          <a:p>
            <a:endParaRPr lang="en-US" altLang="ja-JP" dirty="0"/>
          </a:p>
          <a:p>
            <a:r>
              <a:rPr lang="en-US" altLang="ja-JP" dirty="0"/>
              <a:t>LB</a:t>
            </a:r>
            <a:r>
              <a:rPr lang="ja-JP" altLang="en-US" dirty="0"/>
              <a:t>自身がヘルスチェックをせずに特定の</a:t>
            </a:r>
            <a:r>
              <a:rPr lang="en-US" altLang="ja-JP" dirty="0"/>
              <a:t>IP</a:t>
            </a:r>
            <a:r>
              <a:rPr lang="ja-JP" altLang="en-US" dirty="0"/>
              <a:t>アドレスからヘルスチェックが飛んでくる</a:t>
            </a:r>
            <a:r>
              <a:rPr kumimoji="1" lang="ja-JP" altLang="en-US" sz="1200" b="0" i="0" kern="1200" dirty="0">
                <a:solidFill>
                  <a:schemeClr val="tx1"/>
                </a:solidFill>
                <a:effectLst/>
                <a:latin typeface="Times New Roman" pitchFamily="18" charset="0"/>
                <a:ea typeface="ＭＳ Ｐ明朝" pitchFamily="18" charset="-128"/>
                <a:cs typeface="+mn-cs"/>
              </a:rPr>
              <a:t>、です。この特定の</a:t>
            </a:r>
            <a:r>
              <a:rPr kumimoji="1" lang="en-US" altLang="ja-JP" sz="1200" b="0" i="0" kern="1200" dirty="0">
                <a:solidFill>
                  <a:schemeClr val="tx1"/>
                </a:solidFill>
                <a:effectLst/>
                <a:latin typeface="Times New Roman" pitchFamily="18" charset="0"/>
                <a:ea typeface="ＭＳ Ｐ明朝" pitchFamily="18" charset="-128"/>
                <a:cs typeface="+mn-cs"/>
              </a:rPr>
              <a:t>IP</a:t>
            </a:r>
            <a:r>
              <a:rPr kumimoji="1" lang="ja-JP" altLang="en-US" sz="1200" b="0" i="0" kern="1200" dirty="0">
                <a:solidFill>
                  <a:schemeClr val="tx1"/>
                </a:solidFill>
                <a:effectLst/>
                <a:latin typeface="Times New Roman" pitchFamily="18" charset="0"/>
                <a:ea typeface="ＭＳ Ｐ明朝" pitchFamily="18" charset="-128"/>
                <a:cs typeface="+mn-cs"/>
              </a:rPr>
              <a:t>とは、プロジェクト</a:t>
            </a:r>
            <a:r>
              <a:rPr kumimoji="1" lang="en-US" altLang="ja-JP" sz="1200" b="0" i="0" kern="1200" dirty="0">
                <a:solidFill>
                  <a:schemeClr val="tx1"/>
                </a:solidFill>
                <a:effectLst/>
                <a:latin typeface="Times New Roman" pitchFamily="18" charset="0"/>
                <a:ea typeface="ＭＳ Ｐ明朝" pitchFamily="18" charset="-128"/>
                <a:cs typeface="+mn-cs"/>
              </a:rPr>
              <a:t>(AWS</a:t>
            </a:r>
            <a:r>
              <a:rPr kumimoji="1" lang="ja-JP" altLang="en-US" sz="1200" b="0" i="0" kern="1200" dirty="0">
                <a:solidFill>
                  <a:schemeClr val="tx1"/>
                </a:solidFill>
                <a:effectLst/>
                <a:latin typeface="Times New Roman" pitchFamily="18" charset="0"/>
                <a:ea typeface="ＭＳ Ｐ明朝" pitchFamily="18" charset="-128"/>
                <a:cs typeface="+mn-cs"/>
              </a:rPr>
              <a:t>で言うところのアカウント</a:t>
            </a:r>
            <a:r>
              <a:rPr kumimoji="1" lang="en-US" altLang="ja-JP" sz="1200" b="0" i="0" kern="1200" dirty="0">
                <a:solidFill>
                  <a:schemeClr val="tx1"/>
                </a:solidFill>
                <a:effectLst/>
                <a:latin typeface="Times New Roman" pitchFamily="18" charset="0"/>
                <a:ea typeface="ＭＳ Ｐ明朝" pitchFamily="18" charset="-128"/>
                <a:cs typeface="+mn-cs"/>
              </a:rPr>
              <a:t>)</a:t>
            </a:r>
            <a:r>
              <a:rPr kumimoji="1" lang="ja-JP" altLang="en-US" sz="1200" b="0" i="0" kern="1200" dirty="0">
                <a:solidFill>
                  <a:schemeClr val="tx1"/>
                </a:solidFill>
                <a:effectLst/>
                <a:latin typeface="Times New Roman" pitchFamily="18" charset="0"/>
                <a:ea typeface="ＭＳ Ｐ明朝" pitchFamily="18" charset="-128"/>
                <a:cs typeface="+mn-cs"/>
              </a:rPr>
              <a:t>が異なっても同じです。なので、ヘルスチェックだけを通す・殺すは一応可能です。</a:t>
            </a:r>
            <a:endParaRPr kumimoji="1" lang="en-US" altLang="ja-JP" sz="1200" b="0" i="0" kern="1200" dirty="0">
              <a:solidFill>
                <a:schemeClr val="tx1"/>
              </a:solidFill>
              <a:effectLst/>
              <a:latin typeface="Times New Roman" pitchFamily="18" charset="0"/>
              <a:ea typeface="ＭＳ Ｐ明朝" pitchFamily="18" charset="-128"/>
              <a:cs typeface="+mn-cs"/>
            </a:endParaRPr>
          </a:p>
          <a:p>
            <a:endParaRPr kumimoji="1" lang="en-US" altLang="ja-JP" sz="1200" b="0" i="0" kern="1200" dirty="0">
              <a:solidFill>
                <a:schemeClr val="tx1"/>
              </a:solidFill>
              <a:effectLst/>
              <a:latin typeface="Times New Roman" pitchFamily="18" charset="0"/>
              <a:ea typeface="ＭＳ Ｐ明朝" pitchFamily="18" charset="-128"/>
              <a:cs typeface="+mn-cs"/>
            </a:endParaRPr>
          </a:p>
          <a:p>
            <a:r>
              <a:rPr kumimoji="1" lang="en-US" altLang="ja-JP" sz="1200" b="0" i="0" kern="1200" dirty="0">
                <a:solidFill>
                  <a:schemeClr val="tx1"/>
                </a:solidFill>
                <a:effectLst/>
                <a:latin typeface="Times New Roman" pitchFamily="18" charset="0"/>
                <a:ea typeface="ＭＳ Ｐ明朝" pitchFamily="18" charset="-128"/>
                <a:cs typeface="+mn-cs"/>
              </a:rPr>
              <a:t>NLB</a:t>
            </a:r>
            <a:r>
              <a:rPr kumimoji="1" lang="ja-JP" altLang="en-US" sz="1200" b="0" i="0" kern="1200" dirty="0">
                <a:solidFill>
                  <a:schemeClr val="tx1"/>
                </a:solidFill>
                <a:effectLst/>
                <a:latin typeface="Times New Roman" pitchFamily="18" charset="0"/>
                <a:ea typeface="ＭＳ Ｐ明朝" pitchFamily="18" charset="-128"/>
                <a:cs typeface="+mn-cs"/>
              </a:rPr>
              <a:t>の登場により、</a:t>
            </a:r>
            <a:r>
              <a:rPr kumimoji="1" lang="en-US" altLang="ja-JP" sz="1200" b="0" i="0" kern="1200" dirty="0">
                <a:solidFill>
                  <a:schemeClr val="tx1"/>
                </a:solidFill>
                <a:effectLst/>
                <a:latin typeface="Times New Roman" pitchFamily="18" charset="0"/>
                <a:ea typeface="ＭＳ Ｐ明朝" pitchFamily="18" charset="-128"/>
                <a:cs typeface="+mn-cs"/>
              </a:rPr>
              <a:t>NLB</a:t>
            </a:r>
            <a:r>
              <a:rPr kumimoji="1" lang="ja-JP" altLang="en-US" sz="1200" b="0" i="0" kern="1200" dirty="0">
                <a:solidFill>
                  <a:schemeClr val="tx1"/>
                </a:solidFill>
                <a:effectLst/>
                <a:latin typeface="Times New Roman" pitchFamily="18" charset="0"/>
                <a:ea typeface="ＭＳ Ｐ明朝" pitchFamily="18" charset="-128"/>
                <a:cs typeface="+mn-cs"/>
              </a:rPr>
              <a:t>と</a:t>
            </a:r>
            <a:r>
              <a:rPr kumimoji="1" lang="en-US" altLang="ja-JP" sz="1200" b="0" i="0" kern="1200" dirty="0">
                <a:solidFill>
                  <a:schemeClr val="tx1"/>
                </a:solidFill>
                <a:effectLst/>
                <a:latin typeface="Times New Roman" pitchFamily="18" charset="0"/>
                <a:ea typeface="ＭＳ Ｐ明朝" pitchFamily="18" charset="-128"/>
                <a:cs typeface="+mn-cs"/>
              </a:rPr>
              <a:t>MQTT</a:t>
            </a:r>
            <a:r>
              <a:rPr kumimoji="1" lang="ja-JP" altLang="en-US" sz="1200" b="0" i="0" kern="1200" dirty="0">
                <a:solidFill>
                  <a:schemeClr val="tx1"/>
                </a:solidFill>
                <a:effectLst/>
                <a:latin typeface="Times New Roman" pitchFamily="18" charset="0"/>
                <a:ea typeface="ＭＳ Ｐ明朝" pitchFamily="18" charset="-128"/>
                <a:cs typeface="+mn-cs"/>
              </a:rPr>
              <a:t>ブローカーを組み合わせることで</a:t>
            </a:r>
            <a:r>
              <a:rPr kumimoji="1" lang="en-US" altLang="ja-JP" sz="1200" b="0" i="0" kern="1200" dirty="0">
                <a:solidFill>
                  <a:schemeClr val="tx1"/>
                </a:solidFill>
                <a:effectLst/>
                <a:latin typeface="Times New Roman" pitchFamily="18" charset="0"/>
                <a:ea typeface="ＭＳ Ｐ明朝" pitchFamily="18" charset="-128"/>
                <a:cs typeface="+mn-cs"/>
              </a:rPr>
              <a:t>AWS IoT</a:t>
            </a:r>
            <a:r>
              <a:rPr kumimoji="1" lang="ja-JP" altLang="en-US" sz="1200" b="0" i="0" kern="1200" dirty="0">
                <a:solidFill>
                  <a:schemeClr val="tx1"/>
                </a:solidFill>
                <a:effectLst/>
                <a:latin typeface="Times New Roman" pitchFamily="18" charset="0"/>
                <a:ea typeface="ＭＳ Ｐ明朝" pitchFamily="18" charset="-128"/>
                <a:cs typeface="+mn-cs"/>
              </a:rPr>
              <a:t>相当のものが自前で構築できるようになりました。</a:t>
            </a:r>
            <a:endParaRPr kumimoji="1" lang="ja-JP" altLang="en-US" dirty="0"/>
          </a:p>
        </p:txBody>
      </p:sp>
      <p:sp>
        <p:nvSpPr>
          <p:cNvPr id="4" name="スライド番号プレースホルダー 3"/>
          <p:cNvSpPr>
            <a:spLocks noGrp="1"/>
          </p:cNvSpPr>
          <p:nvPr>
            <p:ph type="sldNum" sz="quarter" idx="5"/>
          </p:nvPr>
        </p:nvSpPr>
        <p:spPr/>
        <p:txBody>
          <a:bodyPr/>
          <a:lstStyle/>
          <a:p>
            <a:fld id="{AA59C432-3B8C-4DAF-9FB9-33E1F8887A75}" type="slidenum">
              <a:rPr lang="en-US" altLang="ja-JP" smtClean="0"/>
              <a:pPr/>
              <a:t>49</a:t>
            </a:fld>
            <a:endParaRPr lang="en-US" altLang="ja-JP"/>
          </a:p>
        </p:txBody>
      </p:sp>
    </p:spTree>
    <p:extLst>
      <p:ext uri="{BB962C8B-B14F-4D97-AF65-F5344CB8AC3E}">
        <p14:creationId xmlns:p14="http://schemas.microsoft.com/office/powerpoint/2010/main" val="385041701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altLang="ja-JP" dirty="0">
                <a:solidFill>
                  <a:srgbClr val="333333"/>
                </a:solidFill>
                <a:latin typeface="游ゴシック" panose="020B0400000000000000" pitchFamily="50" charset="-128"/>
                <a:ea typeface="游ゴシック" panose="020B0400000000000000" pitchFamily="50" charset="-128"/>
              </a:rPr>
              <a:t>ALB, ELB (Classic ELB) </a:t>
            </a:r>
            <a:r>
              <a:rPr lang="ja-JP" altLang="en-US" dirty="0">
                <a:solidFill>
                  <a:srgbClr val="333333"/>
                </a:solidFill>
                <a:latin typeface="游ゴシック" panose="020B0400000000000000" pitchFamily="50" charset="-128"/>
                <a:ea typeface="游ゴシック" panose="020B0400000000000000" pitchFamily="50" charset="-128"/>
              </a:rPr>
              <a:t>は所謂リバースプロキシで、ロードバランサで一旦全てのリクエストを受けきって、ロードバランサの</a:t>
            </a:r>
            <a:r>
              <a:rPr lang="en-US" altLang="ja-JP" dirty="0" err="1">
                <a:solidFill>
                  <a:srgbClr val="333333"/>
                </a:solidFill>
                <a:latin typeface="游ゴシック" panose="020B0400000000000000" pitchFamily="50" charset="-128"/>
                <a:ea typeface="游ゴシック" panose="020B0400000000000000" pitchFamily="50" charset="-128"/>
              </a:rPr>
              <a:t>SourceIP</a:t>
            </a:r>
            <a:r>
              <a:rPr lang="ja-JP" altLang="en-US" dirty="0">
                <a:solidFill>
                  <a:srgbClr val="333333"/>
                </a:solidFill>
                <a:latin typeface="游ゴシック" panose="020B0400000000000000" pitchFamily="50" charset="-128"/>
                <a:ea typeface="游ゴシック" panose="020B0400000000000000" pitchFamily="50" charset="-128"/>
              </a:rPr>
              <a:t>でバックエンドにリクエストを飛ばします。当然レスポンスが戻って来るので、それを受け止めてリクエスタ</a:t>
            </a:r>
            <a:r>
              <a:rPr lang="en-US" altLang="ja-JP" dirty="0">
                <a:solidFill>
                  <a:srgbClr val="333333"/>
                </a:solidFill>
                <a:latin typeface="游ゴシック" panose="020B0400000000000000" pitchFamily="50" charset="-128"/>
                <a:ea typeface="游ゴシック" panose="020B0400000000000000" pitchFamily="50" charset="-128"/>
              </a:rPr>
              <a:t>(</a:t>
            </a:r>
            <a:r>
              <a:rPr lang="ja-JP" altLang="en-US" dirty="0">
                <a:solidFill>
                  <a:srgbClr val="333333"/>
                </a:solidFill>
                <a:latin typeface="游ゴシック" panose="020B0400000000000000" pitchFamily="50" charset="-128"/>
                <a:ea typeface="游ゴシック" panose="020B0400000000000000" pitchFamily="50" charset="-128"/>
              </a:rPr>
              <a:t>エンドユーザーのブラウザ等</a:t>
            </a:r>
            <a:r>
              <a:rPr lang="en-US" altLang="ja-JP" dirty="0">
                <a:solidFill>
                  <a:srgbClr val="333333"/>
                </a:solidFill>
                <a:latin typeface="游ゴシック" panose="020B0400000000000000" pitchFamily="50" charset="-128"/>
                <a:ea typeface="游ゴシック" panose="020B0400000000000000" pitchFamily="50" charset="-128"/>
              </a:rPr>
              <a:t>)</a:t>
            </a:r>
            <a:r>
              <a:rPr lang="ja-JP" altLang="en-US" dirty="0">
                <a:solidFill>
                  <a:srgbClr val="333333"/>
                </a:solidFill>
                <a:latin typeface="游ゴシック" panose="020B0400000000000000" pitchFamily="50" charset="-128"/>
                <a:ea typeface="游ゴシック" panose="020B0400000000000000" pitchFamily="50" charset="-128"/>
              </a:rPr>
              <a:t>に返します。</a:t>
            </a:r>
            <a:endParaRPr lang="ja-JP" altLang="en-US" dirty="0"/>
          </a:p>
          <a:p>
            <a:endParaRPr lang="en-US" altLang="ja-JP" dirty="0"/>
          </a:p>
          <a:p>
            <a:endParaRPr lang="en-US" altLang="ja-JP" dirty="0"/>
          </a:p>
          <a:p>
            <a:r>
              <a:rPr lang="ja-JP" altLang="en-US" dirty="0">
                <a:solidFill>
                  <a:srgbClr val="333333"/>
                </a:solidFill>
                <a:latin typeface="游ゴシック" panose="020B0400000000000000" pitchFamily="50" charset="-128"/>
                <a:ea typeface="游ゴシック" panose="020B0400000000000000" pitchFamily="50" charset="-128"/>
              </a:rPr>
              <a:t>対して </a:t>
            </a:r>
            <a:r>
              <a:rPr lang="en-US" altLang="ja-JP" dirty="0">
                <a:solidFill>
                  <a:srgbClr val="333333"/>
                </a:solidFill>
                <a:latin typeface="游ゴシック" panose="020B0400000000000000" pitchFamily="50" charset="-128"/>
                <a:ea typeface="游ゴシック" panose="020B0400000000000000" pitchFamily="50" charset="-128"/>
              </a:rPr>
              <a:t>NLB </a:t>
            </a:r>
            <a:r>
              <a:rPr lang="ja-JP" altLang="en-US" dirty="0">
                <a:solidFill>
                  <a:srgbClr val="333333"/>
                </a:solidFill>
                <a:latin typeface="游ゴシック" panose="020B0400000000000000" pitchFamily="50" charset="-128"/>
                <a:ea typeface="游ゴシック" panose="020B0400000000000000" pitchFamily="50" charset="-128"/>
              </a:rPr>
              <a:t>はリバースプロキシではないです。厳密には</a:t>
            </a:r>
            <a:r>
              <a:rPr lang="en-US" altLang="ja-JP" dirty="0">
                <a:solidFill>
                  <a:srgbClr val="333333"/>
                </a:solidFill>
                <a:latin typeface="游ゴシック" panose="020B0400000000000000" pitchFamily="50" charset="-128"/>
                <a:ea typeface="游ゴシック" panose="020B0400000000000000" pitchFamily="50" charset="-128"/>
              </a:rPr>
              <a:t>DSR</a:t>
            </a:r>
            <a:r>
              <a:rPr lang="ja-JP" altLang="en-US" dirty="0">
                <a:solidFill>
                  <a:srgbClr val="333333"/>
                </a:solidFill>
                <a:latin typeface="游ゴシック" panose="020B0400000000000000" pitchFamily="50" charset="-128"/>
                <a:ea typeface="游ゴシック" panose="020B0400000000000000" pitchFamily="50" charset="-128"/>
              </a:rPr>
              <a:t>とも違う？らしいですが、ロードバランサが一旦リクエストを受ける</a:t>
            </a:r>
            <a:r>
              <a:rPr lang="en-US" altLang="ja-JP" dirty="0">
                <a:solidFill>
                  <a:srgbClr val="333333"/>
                </a:solidFill>
                <a:latin typeface="游ゴシック" panose="020B0400000000000000" pitchFamily="50" charset="-128"/>
                <a:ea typeface="游ゴシック" panose="020B0400000000000000" pitchFamily="50" charset="-128"/>
              </a:rPr>
              <a:t>… </a:t>
            </a:r>
            <a:r>
              <a:rPr lang="ja-JP" altLang="en-US" dirty="0">
                <a:solidFill>
                  <a:srgbClr val="333333"/>
                </a:solidFill>
                <a:latin typeface="游ゴシック" panose="020B0400000000000000" pitchFamily="50" charset="-128"/>
                <a:ea typeface="游ゴシック" panose="020B0400000000000000" pitchFamily="50" charset="-128"/>
              </a:rPr>
              <a:t>の動きがなく、いきなりバックエンドのインスタンスにリクエストが来ます</a:t>
            </a:r>
            <a:r>
              <a:rPr lang="en-US" altLang="ja-JP" dirty="0">
                <a:solidFill>
                  <a:srgbClr val="333333"/>
                </a:solidFill>
                <a:latin typeface="游ゴシック" panose="020B0400000000000000" pitchFamily="50" charset="-128"/>
                <a:ea typeface="游ゴシック" panose="020B0400000000000000" pitchFamily="50" charset="-128"/>
              </a:rPr>
              <a:t>(</a:t>
            </a:r>
            <a:r>
              <a:rPr lang="ja-JP" altLang="en-US" dirty="0">
                <a:solidFill>
                  <a:srgbClr val="333333"/>
                </a:solidFill>
                <a:latin typeface="游ゴシック" panose="020B0400000000000000" pitchFamily="50" charset="-128"/>
                <a:ea typeface="游ゴシック" panose="020B0400000000000000" pitchFamily="50" charset="-128"/>
              </a:rPr>
              <a:t>来たように見えますが正しい</a:t>
            </a:r>
            <a:r>
              <a:rPr lang="en-US" altLang="ja-JP" dirty="0">
                <a:solidFill>
                  <a:srgbClr val="333333"/>
                </a:solidFill>
                <a:latin typeface="游ゴシック" panose="020B0400000000000000" pitchFamily="50" charset="-128"/>
                <a:ea typeface="游ゴシック" panose="020B0400000000000000" pitchFamily="50" charset="-128"/>
              </a:rPr>
              <a:t>)</a:t>
            </a:r>
            <a:r>
              <a:rPr lang="ja-JP" altLang="en-US" dirty="0">
                <a:solidFill>
                  <a:srgbClr val="333333"/>
                </a:solidFill>
                <a:latin typeface="游ゴシック" panose="020B0400000000000000" pitchFamily="50" charset="-128"/>
                <a:ea typeface="游ゴシック" panose="020B0400000000000000" pitchFamily="50" charset="-128"/>
              </a:rPr>
              <a:t>そして、ロードバランサを介さずレスポンスが戻ります。</a:t>
            </a:r>
            <a:endParaRPr lang="en-US" altLang="ja-JP" dirty="0">
              <a:solidFill>
                <a:srgbClr val="333333"/>
              </a:solidFill>
              <a:latin typeface="游ゴシック" panose="020B0400000000000000" pitchFamily="50" charset="-128"/>
              <a:ea typeface="游ゴシック" panose="020B0400000000000000" pitchFamily="50" charset="-128"/>
            </a:endParaRPr>
          </a:p>
          <a:p>
            <a:endParaRPr lang="en-US" altLang="ja-JP" dirty="0">
              <a:solidFill>
                <a:srgbClr val="333333"/>
              </a:solidFill>
              <a:latin typeface="游ゴシック" panose="020B0400000000000000" pitchFamily="50" charset="-128"/>
              <a:ea typeface="游ゴシック" panose="020B0400000000000000" pitchFamily="50" charset="-128"/>
            </a:endParaRPr>
          </a:p>
          <a:p>
            <a:endParaRPr lang="en-US" altLang="ja-JP" dirty="0"/>
          </a:p>
          <a:p>
            <a:r>
              <a:rPr lang="en-US" altLang="ja-JP" dirty="0"/>
              <a:t>LB</a:t>
            </a:r>
            <a:r>
              <a:rPr lang="ja-JP" altLang="en-US" dirty="0"/>
              <a:t>自身がヘルスチェックをせずに特定の</a:t>
            </a:r>
            <a:r>
              <a:rPr lang="en-US" altLang="ja-JP" dirty="0"/>
              <a:t>IP</a:t>
            </a:r>
            <a:r>
              <a:rPr lang="ja-JP" altLang="en-US" dirty="0"/>
              <a:t>アドレスからヘルスチェックが飛んでくる</a:t>
            </a:r>
            <a:r>
              <a:rPr kumimoji="1" lang="ja-JP" altLang="en-US" sz="1200" b="0" i="0" kern="1200" dirty="0">
                <a:solidFill>
                  <a:schemeClr val="tx1"/>
                </a:solidFill>
                <a:effectLst/>
                <a:latin typeface="Times New Roman" pitchFamily="18" charset="0"/>
                <a:ea typeface="ＭＳ Ｐ明朝" pitchFamily="18" charset="-128"/>
                <a:cs typeface="+mn-cs"/>
              </a:rPr>
              <a:t>、です。この特定の</a:t>
            </a:r>
            <a:r>
              <a:rPr kumimoji="1" lang="en-US" altLang="ja-JP" sz="1200" b="0" i="0" kern="1200" dirty="0">
                <a:solidFill>
                  <a:schemeClr val="tx1"/>
                </a:solidFill>
                <a:effectLst/>
                <a:latin typeface="Times New Roman" pitchFamily="18" charset="0"/>
                <a:ea typeface="ＭＳ Ｐ明朝" pitchFamily="18" charset="-128"/>
                <a:cs typeface="+mn-cs"/>
              </a:rPr>
              <a:t>IP</a:t>
            </a:r>
            <a:r>
              <a:rPr kumimoji="1" lang="ja-JP" altLang="en-US" sz="1200" b="0" i="0" kern="1200" dirty="0">
                <a:solidFill>
                  <a:schemeClr val="tx1"/>
                </a:solidFill>
                <a:effectLst/>
                <a:latin typeface="Times New Roman" pitchFamily="18" charset="0"/>
                <a:ea typeface="ＭＳ Ｐ明朝" pitchFamily="18" charset="-128"/>
                <a:cs typeface="+mn-cs"/>
              </a:rPr>
              <a:t>とは、プロジェクト</a:t>
            </a:r>
            <a:r>
              <a:rPr kumimoji="1" lang="en-US" altLang="ja-JP" sz="1200" b="0" i="0" kern="1200" dirty="0">
                <a:solidFill>
                  <a:schemeClr val="tx1"/>
                </a:solidFill>
                <a:effectLst/>
                <a:latin typeface="Times New Roman" pitchFamily="18" charset="0"/>
                <a:ea typeface="ＭＳ Ｐ明朝" pitchFamily="18" charset="-128"/>
                <a:cs typeface="+mn-cs"/>
              </a:rPr>
              <a:t>(AWS</a:t>
            </a:r>
            <a:r>
              <a:rPr kumimoji="1" lang="ja-JP" altLang="en-US" sz="1200" b="0" i="0" kern="1200" dirty="0">
                <a:solidFill>
                  <a:schemeClr val="tx1"/>
                </a:solidFill>
                <a:effectLst/>
                <a:latin typeface="Times New Roman" pitchFamily="18" charset="0"/>
                <a:ea typeface="ＭＳ Ｐ明朝" pitchFamily="18" charset="-128"/>
                <a:cs typeface="+mn-cs"/>
              </a:rPr>
              <a:t>で言うところのアカウント</a:t>
            </a:r>
            <a:r>
              <a:rPr kumimoji="1" lang="en-US" altLang="ja-JP" sz="1200" b="0" i="0" kern="1200" dirty="0">
                <a:solidFill>
                  <a:schemeClr val="tx1"/>
                </a:solidFill>
                <a:effectLst/>
                <a:latin typeface="Times New Roman" pitchFamily="18" charset="0"/>
                <a:ea typeface="ＭＳ Ｐ明朝" pitchFamily="18" charset="-128"/>
                <a:cs typeface="+mn-cs"/>
              </a:rPr>
              <a:t>)</a:t>
            </a:r>
            <a:r>
              <a:rPr kumimoji="1" lang="ja-JP" altLang="en-US" sz="1200" b="0" i="0" kern="1200" dirty="0">
                <a:solidFill>
                  <a:schemeClr val="tx1"/>
                </a:solidFill>
                <a:effectLst/>
                <a:latin typeface="Times New Roman" pitchFamily="18" charset="0"/>
                <a:ea typeface="ＭＳ Ｐ明朝" pitchFamily="18" charset="-128"/>
                <a:cs typeface="+mn-cs"/>
              </a:rPr>
              <a:t>が異なっても同じです。なので、ヘルスチェックだけを通す・殺すは一応可能です。</a:t>
            </a:r>
            <a:endParaRPr kumimoji="1" lang="en-US" altLang="ja-JP" sz="1200" b="0" i="0" kern="1200" dirty="0">
              <a:solidFill>
                <a:schemeClr val="tx1"/>
              </a:solidFill>
              <a:effectLst/>
              <a:latin typeface="Times New Roman" pitchFamily="18" charset="0"/>
              <a:ea typeface="ＭＳ Ｐ明朝" pitchFamily="18" charset="-128"/>
              <a:cs typeface="+mn-cs"/>
            </a:endParaRPr>
          </a:p>
          <a:p>
            <a:endParaRPr kumimoji="1" lang="en-US" altLang="ja-JP" sz="1200" b="0" i="0" kern="1200" dirty="0">
              <a:solidFill>
                <a:schemeClr val="tx1"/>
              </a:solidFill>
              <a:effectLst/>
              <a:latin typeface="Times New Roman" pitchFamily="18" charset="0"/>
              <a:ea typeface="ＭＳ Ｐ明朝" pitchFamily="18" charset="-128"/>
              <a:cs typeface="+mn-cs"/>
            </a:endParaRPr>
          </a:p>
          <a:p>
            <a:r>
              <a:rPr kumimoji="1" lang="en-US" altLang="ja-JP" sz="1200" b="0" i="0" kern="1200" dirty="0">
                <a:solidFill>
                  <a:schemeClr val="tx1"/>
                </a:solidFill>
                <a:effectLst/>
                <a:latin typeface="Times New Roman" pitchFamily="18" charset="0"/>
                <a:ea typeface="ＭＳ Ｐ明朝" pitchFamily="18" charset="-128"/>
                <a:cs typeface="+mn-cs"/>
              </a:rPr>
              <a:t>NLB</a:t>
            </a:r>
            <a:r>
              <a:rPr kumimoji="1" lang="ja-JP" altLang="en-US" sz="1200" b="0" i="0" kern="1200" dirty="0">
                <a:solidFill>
                  <a:schemeClr val="tx1"/>
                </a:solidFill>
                <a:effectLst/>
                <a:latin typeface="Times New Roman" pitchFamily="18" charset="0"/>
                <a:ea typeface="ＭＳ Ｐ明朝" pitchFamily="18" charset="-128"/>
                <a:cs typeface="+mn-cs"/>
              </a:rPr>
              <a:t>の登場により、</a:t>
            </a:r>
            <a:r>
              <a:rPr kumimoji="1" lang="en-US" altLang="ja-JP" sz="1200" b="0" i="0" kern="1200" dirty="0">
                <a:solidFill>
                  <a:schemeClr val="tx1"/>
                </a:solidFill>
                <a:effectLst/>
                <a:latin typeface="Times New Roman" pitchFamily="18" charset="0"/>
                <a:ea typeface="ＭＳ Ｐ明朝" pitchFamily="18" charset="-128"/>
                <a:cs typeface="+mn-cs"/>
              </a:rPr>
              <a:t>NLB</a:t>
            </a:r>
            <a:r>
              <a:rPr kumimoji="1" lang="ja-JP" altLang="en-US" sz="1200" b="0" i="0" kern="1200" dirty="0">
                <a:solidFill>
                  <a:schemeClr val="tx1"/>
                </a:solidFill>
                <a:effectLst/>
                <a:latin typeface="Times New Roman" pitchFamily="18" charset="0"/>
                <a:ea typeface="ＭＳ Ｐ明朝" pitchFamily="18" charset="-128"/>
                <a:cs typeface="+mn-cs"/>
              </a:rPr>
              <a:t>と</a:t>
            </a:r>
            <a:r>
              <a:rPr kumimoji="1" lang="en-US" altLang="ja-JP" sz="1200" b="0" i="0" kern="1200" dirty="0">
                <a:solidFill>
                  <a:schemeClr val="tx1"/>
                </a:solidFill>
                <a:effectLst/>
                <a:latin typeface="Times New Roman" pitchFamily="18" charset="0"/>
                <a:ea typeface="ＭＳ Ｐ明朝" pitchFamily="18" charset="-128"/>
                <a:cs typeface="+mn-cs"/>
              </a:rPr>
              <a:t>MQTT</a:t>
            </a:r>
            <a:r>
              <a:rPr kumimoji="1" lang="ja-JP" altLang="en-US" sz="1200" b="0" i="0" kern="1200" dirty="0">
                <a:solidFill>
                  <a:schemeClr val="tx1"/>
                </a:solidFill>
                <a:effectLst/>
                <a:latin typeface="Times New Roman" pitchFamily="18" charset="0"/>
                <a:ea typeface="ＭＳ Ｐ明朝" pitchFamily="18" charset="-128"/>
                <a:cs typeface="+mn-cs"/>
              </a:rPr>
              <a:t>ブローカーを組み合わせることで</a:t>
            </a:r>
            <a:r>
              <a:rPr kumimoji="1" lang="en-US" altLang="ja-JP" sz="1200" b="0" i="0" kern="1200" dirty="0">
                <a:solidFill>
                  <a:schemeClr val="tx1"/>
                </a:solidFill>
                <a:effectLst/>
                <a:latin typeface="Times New Roman" pitchFamily="18" charset="0"/>
                <a:ea typeface="ＭＳ Ｐ明朝" pitchFamily="18" charset="-128"/>
                <a:cs typeface="+mn-cs"/>
              </a:rPr>
              <a:t>AWS IoT</a:t>
            </a:r>
            <a:r>
              <a:rPr kumimoji="1" lang="ja-JP" altLang="en-US" sz="1200" b="0" i="0" kern="1200" dirty="0">
                <a:solidFill>
                  <a:schemeClr val="tx1"/>
                </a:solidFill>
                <a:effectLst/>
                <a:latin typeface="Times New Roman" pitchFamily="18" charset="0"/>
                <a:ea typeface="ＭＳ Ｐ明朝" pitchFamily="18" charset="-128"/>
                <a:cs typeface="+mn-cs"/>
              </a:rPr>
              <a:t>相当のものが自前で構築できるようになりました。</a:t>
            </a:r>
            <a:endParaRPr kumimoji="1" lang="ja-JP" altLang="en-US" dirty="0"/>
          </a:p>
        </p:txBody>
      </p:sp>
      <p:sp>
        <p:nvSpPr>
          <p:cNvPr id="4" name="スライド番号プレースホルダー 3"/>
          <p:cNvSpPr>
            <a:spLocks noGrp="1"/>
          </p:cNvSpPr>
          <p:nvPr>
            <p:ph type="sldNum" sz="quarter" idx="5"/>
          </p:nvPr>
        </p:nvSpPr>
        <p:spPr/>
        <p:txBody>
          <a:bodyPr/>
          <a:lstStyle/>
          <a:p>
            <a:fld id="{AA59C432-3B8C-4DAF-9FB9-33E1F8887A75}" type="slidenum">
              <a:rPr lang="en-US" altLang="ja-JP" smtClean="0"/>
              <a:pPr/>
              <a:t>50</a:t>
            </a:fld>
            <a:endParaRPr lang="en-US" altLang="ja-JP"/>
          </a:p>
        </p:txBody>
      </p:sp>
    </p:spTree>
    <p:extLst>
      <p:ext uri="{BB962C8B-B14F-4D97-AF65-F5344CB8AC3E}">
        <p14:creationId xmlns:p14="http://schemas.microsoft.com/office/powerpoint/2010/main" val="78355578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altLang="ja-JP" dirty="0">
                <a:solidFill>
                  <a:srgbClr val="333333"/>
                </a:solidFill>
                <a:latin typeface="游ゴシック" panose="020B0400000000000000" pitchFamily="50" charset="-128"/>
                <a:ea typeface="游ゴシック" panose="020B0400000000000000" pitchFamily="50" charset="-128"/>
              </a:rPr>
              <a:t>ALB, ELB (Classic ELB) </a:t>
            </a:r>
            <a:r>
              <a:rPr lang="ja-JP" altLang="en-US" dirty="0">
                <a:solidFill>
                  <a:srgbClr val="333333"/>
                </a:solidFill>
                <a:latin typeface="游ゴシック" panose="020B0400000000000000" pitchFamily="50" charset="-128"/>
                <a:ea typeface="游ゴシック" panose="020B0400000000000000" pitchFamily="50" charset="-128"/>
              </a:rPr>
              <a:t>は所謂リバースプロキシで、ロードバランサで一旦全てのリクエストを受けきって、ロードバランサの</a:t>
            </a:r>
            <a:r>
              <a:rPr lang="en-US" altLang="ja-JP" dirty="0" err="1">
                <a:solidFill>
                  <a:srgbClr val="333333"/>
                </a:solidFill>
                <a:latin typeface="游ゴシック" panose="020B0400000000000000" pitchFamily="50" charset="-128"/>
                <a:ea typeface="游ゴシック" panose="020B0400000000000000" pitchFamily="50" charset="-128"/>
              </a:rPr>
              <a:t>SourceIP</a:t>
            </a:r>
            <a:r>
              <a:rPr lang="ja-JP" altLang="en-US" dirty="0">
                <a:solidFill>
                  <a:srgbClr val="333333"/>
                </a:solidFill>
                <a:latin typeface="游ゴシック" panose="020B0400000000000000" pitchFamily="50" charset="-128"/>
                <a:ea typeface="游ゴシック" panose="020B0400000000000000" pitchFamily="50" charset="-128"/>
              </a:rPr>
              <a:t>でバックエンドにリクエストを飛ばします。当然レスポンスが戻って来るので、それを受け止めてリクエスタ</a:t>
            </a:r>
            <a:r>
              <a:rPr lang="en-US" altLang="ja-JP" dirty="0">
                <a:solidFill>
                  <a:srgbClr val="333333"/>
                </a:solidFill>
                <a:latin typeface="游ゴシック" panose="020B0400000000000000" pitchFamily="50" charset="-128"/>
                <a:ea typeface="游ゴシック" panose="020B0400000000000000" pitchFamily="50" charset="-128"/>
              </a:rPr>
              <a:t>(</a:t>
            </a:r>
            <a:r>
              <a:rPr lang="ja-JP" altLang="en-US" dirty="0">
                <a:solidFill>
                  <a:srgbClr val="333333"/>
                </a:solidFill>
                <a:latin typeface="游ゴシック" panose="020B0400000000000000" pitchFamily="50" charset="-128"/>
                <a:ea typeface="游ゴシック" panose="020B0400000000000000" pitchFamily="50" charset="-128"/>
              </a:rPr>
              <a:t>エンドユーザーのブラウザ等</a:t>
            </a:r>
            <a:r>
              <a:rPr lang="en-US" altLang="ja-JP" dirty="0">
                <a:solidFill>
                  <a:srgbClr val="333333"/>
                </a:solidFill>
                <a:latin typeface="游ゴシック" panose="020B0400000000000000" pitchFamily="50" charset="-128"/>
                <a:ea typeface="游ゴシック" panose="020B0400000000000000" pitchFamily="50" charset="-128"/>
              </a:rPr>
              <a:t>)</a:t>
            </a:r>
            <a:r>
              <a:rPr lang="ja-JP" altLang="en-US" dirty="0">
                <a:solidFill>
                  <a:srgbClr val="333333"/>
                </a:solidFill>
                <a:latin typeface="游ゴシック" panose="020B0400000000000000" pitchFamily="50" charset="-128"/>
                <a:ea typeface="游ゴシック" panose="020B0400000000000000" pitchFamily="50" charset="-128"/>
              </a:rPr>
              <a:t>に返します。</a:t>
            </a:r>
            <a:endParaRPr lang="ja-JP" altLang="en-US" dirty="0"/>
          </a:p>
          <a:p>
            <a:endParaRPr lang="en-US" altLang="ja-JP" dirty="0"/>
          </a:p>
          <a:p>
            <a:endParaRPr lang="en-US" altLang="ja-JP" dirty="0"/>
          </a:p>
          <a:p>
            <a:r>
              <a:rPr lang="ja-JP" altLang="en-US" dirty="0">
                <a:solidFill>
                  <a:srgbClr val="333333"/>
                </a:solidFill>
                <a:latin typeface="游ゴシック" panose="020B0400000000000000" pitchFamily="50" charset="-128"/>
                <a:ea typeface="游ゴシック" panose="020B0400000000000000" pitchFamily="50" charset="-128"/>
              </a:rPr>
              <a:t>対して </a:t>
            </a:r>
            <a:r>
              <a:rPr lang="en-US" altLang="ja-JP" dirty="0">
                <a:solidFill>
                  <a:srgbClr val="333333"/>
                </a:solidFill>
                <a:latin typeface="游ゴシック" panose="020B0400000000000000" pitchFamily="50" charset="-128"/>
                <a:ea typeface="游ゴシック" panose="020B0400000000000000" pitchFamily="50" charset="-128"/>
              </a:rPr>
              <a:t>NLB </a:t>
            </a:r>
            <a:r>
              <a:rPr lang="ja-JP" altLang="en-US" dirty="0">
                <a:solidFill>
                  <a:srgbClr val="333333"/>
                </a:solidFill>
                <a:latin typeface="游ゴシック" panose="020B0400000000000000" pitchFamily="50" charset="-128"/>
                <a:ea typeface="游ゴシック" panose="020B0400000000000000" pitchFamily="50" charset="-128"/>
              </a:rPr>
              <a:t>はリバースプロキシではないです。厳密には</a:t>
            </a:r>
            <a:r>
              <a:rPr lang="en-US" altLang="ja-JP" dirty="0">
                <a:solidFill>
                  <a:srgbClr val="333333"/>
                </a:solidFill>
                <a:latin typeface="游ゴシック" panose="020B0400000000000000" pitchFamily="50" charset="-128"/>
                <a:ea typeface="游ゴシック" panose="020B0400000000000000" pitchFamily="50" charset="-128"/>
              </a:rPr>
              <a:t>DSR</a:t>
            </a:r>
            <a:r>
              <a:rPr lang="ja-JP" altLang="en-US" dirty="0">
                <a:solidFill>
                  <a:srgbClr val="333333"/>
                </a:solidFill>
                <a:latin typeface="游ゴシック" panose="020B0400000000000000" pitchFamily="50" charset="-128"/>
                <a:ea typeface="游ゴシック" panose="020B0400000000000000" pitchFamily="50" charset="-128"/>
              </a:rPr>
              <a:t>とも違う？らしいですが、ロードバランサが一旦リクエストを受ける</a:t>
            </a:r>
            <a:r>
              <a:rPr lang="en-US" altLang="ja-JP" dirty="0">
                <a:solidFill>
                  <a:srgbClr val="333333"/>
                </a:solidFill>
                <a:latin typeface="游ゴシック" panose="020B0400000000000000" pitchFamily="50" charset="-128"/>
                <a:ea typeface="游ゴシック" panose="020B0400000000000000" pitchFamily="50" charset="-128"/>
              </a:rPr>
              <a:t>… </a:t>
            </a:r>
            <a:r>
              <a:rPr lang="ja-JP" altLang="en-US" dirty="0">
                <a:solidFill>
                  <a:srgbClr val="333333"/>
                </a:solidFill>
                <a:latin typeface="游ゴシック" panose="020B0400000000000000" pitchFamily="50" charset="-128"/>
                <a:ea typeface="游ゴシック" panose="020B0400000000000000" pitchFamily="50" charset="-128"/>
              </a:rPr>
              <a:t>の動きがなく、いきなりバックエンドのインスタンスにリクエストが来ます</a:t>
            </a:r>
            <a:r>
              <a:rPr lang="en-US" altLang="ja-JP" dirty="0">
                <a:solidFill>
                  <a:srgbClr val="333333"/>
                </a:solidFill>
                <a:latin typeface="游ゴシック" panose="020B0400000000000000" pitchFamily="50" charset="-128"/>
                <a:ea typeface="游ゴシック" panose="020B0400000000000000" pitchFamily="50" charset="-128"/>
              </a:rPr>
              <a:t>(</a:t>
            </a:r>
            <a:r>
              <a:rPr lang="ja-JP" altLang="en-US" dirty="0">
                <a:solidFill>
                  <a:srgbClr val="333333"/>
                </a:solidFill>
                <a:latin typeface="游ゴシック" panose="020B0400000000000000" pitchFamily="50" charset="-128"/>
                <a:ea typeface="游ゴシック" panose="020B0400000000000000" pitchFamily="50" charset="-128"/>
              </a:rPr>
              <a:t>来たように見えますが正しい</a:t>
            </a:r>
            <a:r>
              <a:rPr lang="en-US" altLang="ja-JP" dirty="0">
                <a:solidFill>
                  <a:srgbClr val="333333"/>
                </a:solidFill>
                <a:latin typeface="游ゴシック" panose="020B0400000000000000" pitchFamily="50" charset="-128"/>
                <a:ea typeface="游ゴシック" panose="020B0400000000000000" pitchFamily="50" charset="-128"/>
              </a:rPr>
              <a:t>)</a:t>
            </a:r>
            <a:r>
              <a:rPr lang="ja-JP" altLang="en-US" dirty="0">
                <a:solidFill>
                  <a:srgbClr val="333333"/>
                </a:solidFill>
                <a:latin typeface="游ゴシック" panose="020B0400000000000000" pitchFamily="50" charset="-128"/>
                <a:ea typeface="游ゴシック" panose="020B0400000000000000" pitchFamily="50" charset="-128"/>
              </a:rPr>
              <a:t>そして、ロードバランサを介さずレスポンスが戻ります。</a:t>
            </a:r>
            <a:endParaRPr lang="en-US" altLang="ja-JP" dirty="0">
              <a:solidFill>
                <a:srgbClr val="333333"/>
              </a:solidFill>
              <a:latin typeface="游ゴシック" panose="020B0400000000000000" pitchFamily="50" charset="-128"/>
              <a:ea typeface="游ゴシック" panose="020B0400000000000000" pitchFamily="50" charset="-128"/>
            </a:endParaRPr>
          </a:p>
          <a:p>
            <a:endParaRPr lang="en-US" altLang="ja-JP" dirty="0">
              <a:solidFill>
                <a:srgbClr val="333333"/>
              </a:solidFill>
              <a:latin typeface="游ゴシック" panose="020B0400000000000000" pitchFamily="50" charset="-128"/>
              <a:ea typeface="游ゴシック" panose="020B0400000000000000" pitchFamily="50" charset="-128"/>
            </a:endParaRPr>
          </a:p>
          <a:p>
            <a:endParaRPr lang="en-US" altLang="ja-JP" dirty="0"/>
          </a:p>
          <a:p>
            <a:r>
              <a:rPr lang="en-US" altLang="ja-JP" dirty="0"/>
              <a:t>LB</a:t>
            </a:r>
            <a:r>
              <a:rPr lang="ja-JP" altLang="en-US" dirty="0"/>
              <a:t>自身がヘルスチェックをせずに特定の</a:t>
            </a:r>
            <a:r>
              <a:rPr lang="en-US" altLang="ja-JP" dirty="0"/>
              <a:t>IP</a:t>
            </a:r>
            <a:r>
              <a:rPr lang="ja-JP" altLang="en-US" dirty="0"/>
              <a:t>アドレスからヘルスチェックが飛んでくる</a:t>
            </a:r>
            <a:r>
              <a:rPr kumimoji="1" lang="ja-JP" altLang="en-US" sz="1200" b="0" i="0" kern="1200" dirty="0">
                <a:solidFill>
                  <a:schemeClr val="tx1"/>
                </a:solidFill>
                <a:effectLst/>
                <a:latin typeface="Times New Roman" pitchFamily="18" charset="0"/>
                <a:ea typeface="ＭＳ Ｐ明朝" pitchFamily="18" charset="-128"/>
                <a:cs typeface="+mn-cs"/>
              </a:rPr>
              <a:t>、です。この特定の</a:t>
            </a:r>
            <a:r>
              <a:rPr kumimoji="1" lang="en-US" altLang="ja-JP" sz="1200" b="0" i="0" kern="1200" dirty="0">
                <a:solidFill>
                  <a:schemeClr val="tx1"/>
                </a:solidFill>
                <a:effectLst/>
                <a:latin typeface="Times New Roman" pitchFamily="18" charset="0"/>
                <a:ea typeface="ＭＳ Ｐ明朝" pitchFamily="18" charset="-128"/>
                <a:cs typeface="+mn-cs"/>
              </a:rPr>
              <a:t>IP</a:t>
            </a:r>
            <a:r>
              <a:rPr kumimoji="1" lang="ja-JP" altLang="en-US" sz="1200" b="0" i="0" kern="1200" dirty="0">
                <a:solidFill>
                  <a:schemeClr val="tx1"/>
                </a:solidFill>
                <a:effectLst/>
                <a:latin typeface="Times New Roman" pitchFamily="18" charset="0"/>
                <a:ea typeface="ＭＳ Ｐ明朝" pitchFamily="18" charset="-128"/>
                <a:cs typeface="+mn-cs"/>
              </a:rPr>
              <a:t>とは、プロジェクト</a:t>
            </a:r>
            <a:r>
              <a:rPr kumimoji="1" lang="en-US" altLang="ja-JP" sz="1200" b="0" i="0" kern="1200" dirty="0">
                <a:solidFill>
                  <a:schemeClr val="tx1"/>
                </a:solidFill>
                <a:effectLst/>
                <a:latin typeface="Times New Roman" pitchFamily="18" charset="0"/>
                <a:ea typeface="ＭＳ Ｐ明朝" pitchFamily="18" charset="-128"/>
                <a:cs typeface="+mn-cs"/>
              </a:rPr>
              <a:t>(AWS</a:t>
            </a:r>
            <a:r>
              <a:rPr kumimoji="1" lang="ja-JP" altLang="en-US" sz="1200" b="0" i="0" kern="1200" dirty="0">
                <a:solidFill>
                  <a:schemeClr val="tx1"/>
                </a:solidFill>
                <a:effectLst/>
                <a:latin typeface="Times New Roman" pitchFamily="18" charset="0"/>
                <a:ea typeface="ＭＳ Ｐ明朝" pitchFamily="18" charset="-128"/>
                <a:cs typeface="+mn-cs"/>
              </a:rPr>
              <a:t>で言うところのアカウント</a:t>
            </a:r>
            <a:r>
              <a:rPr kumimoji="1" lang="en-US" altLang="ja-JP" sz="1200" b="0" i="0" kern="1200" dirty="0">
                <a:solidFill>
                  <a:schemeClr val="tx1"/>
                </a:solidFill>
                <a:effectLst/>
                <a:latin typeface="Times New Roman" pitchFamily="18" charset="0"/>
                <a:ea typeface="ＭＳ Ｐ明朝" pitchFamily="18" charset="-128"/>
                <a:cs typeface="+mn-cs"/>
              </a:rPr>
              <a:t>)</a:t>
            </a:r>
            <a:r>
              <a:rPr kumimoji="1" lang="ja-JP" altLang="en-US" sz="1200" b="0" i="0" kern="1200" dirty="0">
                <a:solidFill>
                  <a:schemeClr val="tx1"/>
                </a:solidFill>
                <a:effectLst/>
                <a:latin typeface="Times New Roman" pitchFamily="18" charset="0"/>
                <a:ea typeface="ＭＳ Ｐ明朝" pitchFamily="18" charset="-128"/>
                <a:cs typeface="+mn-cs"/>
              </a:rPr>
              <a:t>が異なっても同じです。なので、ヘルスチェックだけを通す・殺すは一応可能です。</a:t>
            </a:r>
            <a:endParaRPr kumimoji="1" lang="en-US" altLang="ja-JP" sz="1200" b="0" i="0" kern="1200" dirty="0">
              <a:solidFill>
                <a:schemeClr val="tx1"/>
              </a:solidFill>
              <a:effectLst/>
              <a:latin typeface="Times New Roman" pitchFamily="18" charset="0"/>
              <a:ea typeface="ＭＳ Ｐ明朝" pitchFamily="18" charset="-128"/>
              <a:cs typeface="+mn-cs"/>
            </a:endParaRPr>
          </a:p>
          <a:p>
            <a:endParaRPr kumimoji="1" lang="en-US" altLang="ja-JP" sz="1200" b="0" i="0" kern="1200" dirty="0">
              <a:solidFill>
                <a:schemeClr val="tx1"/>
              </a:solidFill>
              <a:effectLst/>
              <a:latin typeface="Times New Roman" pitchFamily="18" charset="0"/>
              <a:ea typeface="ＭＳ Ｐ明朝" pitchFamily="18" charset="-128"/>
              <a:cs typeface="+mn-cs"/>
            </a:endParaRPr>
          </a:p>
          <a:p>
            <a:r>
              <a:rPr kumimoji="1" lang="en-US" altLang="ja-JP" sz="1200" b="0" i="0" kern="1200" dirty="0">
                <a:solidFill>
                  <a:schemeClr val="tx1"/>
                </a:solidFill>
                <a:effectLst/>
                <a:latin typeface="Times New Roman" pitchFamily="18" charset="0"/>
                <a:ea typeface="ＭＳ Ｐ明朝" pitchFamily="18" charset="-128"/>
                <a:cs typeface="+mn-cs"/>
              </a:rPr>
              <a:t>NLB</a:t>
            </a:r>
            <a:r>
              <a:rPr kumimoji="1" lang="ja-JP" altLang="en-US" sz="1200" b="0" i="0" kern="1200" dirty="0">
                <a:solidFill>
                  <a:schemeClr val="tx1"/>
                </a:solidFill>
                <a:effectLst/>
                <a:latin typeface="Times New Roman" pitchFamily="18" charset="0"/>
                <a:ea typeface="ＭＳ Ｐ明朝" pitchFamily="18" charset="-128"/>
                <a:cs typeface="+mn-cs"/>
              </a:rPr>
              <a:t>の登場により、</a:t>
            </a:r>
            <a:r>
              <a:rPr kumimoji="1" lang="en-US" altLang="ja-JP" sz="1200" b="0" i="0" kern="1200" dirty="0">
                <a:solidFill>
                  <a:schemeClr val="tx1"/>
                </a:solidFill>
                <a:effectLst/>
                <a:latin typeface="Times New Roman" pitchFamily="18" charset="0"/>
                <a:ea typeface="ＭＳ Ｐ明朝" pitchFamily="18" charset="-128"/>
                <a:cs typeface="+mn-cs"/>
              </a:rPr>
              <a:t>NLB</a:t>
            </a:r>
            <a:r>
              <a:rPr kumimoji="1" lang="ja-JP" altLang="en-US" sz="1200" b="0" i="0" kern="1200" dirty="0">
                <a:solidFill>
                  <a:schemeClr val="tx1"/>
                </a:solidFill>
                <a:effectLst/>
                <a:latin typeface="Times New Roman" pitchFamily="18" charset="0"/>
                <a:ea typeface="ＭＳ Ｐ明朝" pitchFamily="18" charset="-128"/>
                <a:cs typeface="+mn-cs"/>
              </a:rPr>
              <a:t>と</a:t>
            </a:r>
            <a:r>
              <a:rPr kumimoji="1" lang="en-US" altLang="ja-JP" sz="1200" b="0" i="0" kern="1200" dirty="0">
                <a:solidFill>
                  <a:schemeClr val="tx1"/>
                </a:solidFill>
                <a:effectLst/>
                <a:latin typeface="Times New Roman" pitchFamily="18" charset="0"/>
                <a:ea typeface="ＭＳ Ｐ明朝" pitchFamily="18" charset="-128"/>
                <a:cs typeface="+mn-cs"/>
              </a:rPr>
              <a:t>MQTT</a:t>
            </a:r>
            <a:r>
              <a:rPr kumimoji="1" lang="ja-JP" altLang="en-US" sz="1200" b="0" i="0" kern="1200" dirty="0">
                <a:solidFill>
                  <a:schemeClr val="tx1"/>
                </a:solidFill>
                <a:effectLst/>
                <a:latin typeface="Times New Roman" pitchFamily="18" charset="0"/>
                <a:ea typeface="ＭＳ Ｐ明朝" pitchFamily="18" charset="-128"/>
                <a:cs typeface="+mn-cs"/>
              </a:rPr>
              <a:t>ブローカーを組み合わせることで</a:t>
            </a:r>
            <a:r>
              <a:rPr kumimoji="1" lang="en-US" altLang="ja-JP" sz="1200" b="0" i="0" kern="1200" dirty="0">
                <a:solidFill>
                  <a:schemeClr val="tx1"/>
                </a:solidFill>
                <a:effectLst/>
                <a:latin typeface="Times New Roman" pitchFamily="18" charset="0"/>
                <a:ea typeface="ＭＳ Ｐ明朝" pitchFamily="18" charset="-128"/>
                <a:cs typeface="+mn-cs"/>
              </a:rPr>
              <a:t>AWS IoT</a:t>
            </a:r>
            <a:r>
              <a:rPr kumimoji="1" lang="ja-JP" altLang="en-US" sz="1200" b="0" i="0" kern="1200" dirty="0">
                <a:solidFill>
                  <a:schemeClr val="tx1"/>
                </a:solidFill>
                <a:effectLst/>
                <a:latin typeface="Times New Roman" pitchFamily="18" charset="0"/>
                <a:ea typeface="ＭＳ Ｐ明朝" pitchFamily="18" charset="-128"/>
                <a:cs typeface="+mn-cs"/>
              </a:rPr>
              <a:t>相当のものが自前で構築できるようになりました。</a:t>
            </a:r>
            <a:endParaRPr kumimoji="1" lang="ja-JP" altLang="en-US" dirty="0"/>
          </a:p>
        </p:txBody>
      </p:sp>
      <p:sp>
        <p:nvSpPr>
          <p:cNvPr id="4" name="スライド番号プレースホルダー 3"/>
          <p:cNvSpPr>
            <a:spLocks noGrp="1"/>
          </p:cNvSpPr>
          <p:nvPr>
            <p:ph type="sldNum" sz="quarter" idx="5"/>
          </p:nvPr>
        </p:nvSpPr>
        <p:spPr/>
        <p:txBody>
          <a:bodyPr/>
          <a:lstStyle/>
          <a:p>
            <a:fld id="{AA59C432-3B8C-4DAF-9FB9-33E1F8887A75}" type="slidenum">
              <a:rPr lang="en-US" altLang="ja-JP" smtClean="0"/>
              <a:pPr/>
              <a:t>51</a:t>
            </a:fld>
            <a:endParaRPr lang="en-US" altLang="ja-JP"/>
          </a:p>
        </p:txBody>
      </p:sp>
    </p:spTree>
    <p:extLst>
      <p:ext uri="{BB962C8B-B14F-4D97-AF65-F5344CB8AC3E}">
        <p14:creationId xmlns:p14="http://schemas.microsoft.com/office/powerpoint/2010/main" val="281795117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altLang="ja-JP" dirty="0">
                <a:solidFill>
                  <a:srgbClr val="333333"/>
                </a:solidFill>
                <a:latin typeface="游ゴシック" panose="020B0400000000000000" pitchFamily="50" charset="-128"/>
                <a:ea typeface="游ゴシック" panose="020B0400000000000000" pitchFamily="50" charset="-128"/>
              </a:rPr>
              <a:t>ALB, ELB (Classic ELB) </a:t>
            </a:r>
            <a:r>
              <a:rPr lang="ja-JP" altLang="en-US" dirty="0">
                <a:solidFill>
                  <a:srgbClr val="333333"/>
                </a:solidFill>
                <a:latin typeface="游ゴシック" panose="020B0400000000000000" pitchFamily="50" charset="-128"/>
                <a:ea typeface="游ゴシック" panose="020B0400000000000000" pitchFamily="50" charset="-128"/>
              </a:rPr>
              <a:t>は所謂リバースプロキシで、ロードバランサで一旦全てのリクエストを受けきって、ロードバランサの</a:t>
            </a:r>
            <a:r>
              <a:rPr lang="en-US" altLang="ja-JP" dirty="0" err="1">
                <a:solidFill>
                  <a:srgbClr val="333333"/>
                </a:solidFill>
                <a:latin typeface="游ゴシック" panose="020B0400000000000000" pitchFamily="50" charset="-128"/>
                <a:ea typeface="游ゴシック" panose="020B0400000000000000" pitchFamily="50" charset="-128"/>
              </a:rPr>
              <a:t>SourceIP</a:t>
            </a:r>
            <a:r>
              <a:rPr lang="ja-JP" altLang="en-US" dirty="0">
                <a:solidFill>
                  <a:srgbClr val="333333"/>
                </a:solidFill>
                <a:latin typeface="游ゴシック" panose="020B0400000000000000" pitchFamily="50" charset="-128"/>
                <a:ea typeface="游ゴシック" panose="020B0400000000000000" pitchFamily="50" charset="-128"/>
              </a:rPr>
              <a:t>でバックエンドにリクエストを飛ばします。当然レスポンスが戻って来るので、それを受け止めてリクエスタ</a:t>
            </a:r>
            <a:r>
              <a:rPr lang="en-US" altLang="ja-JP" dirty="0">
                <a:solidFill>
                  <a:srgbClr val="333333"/>
                </a:solidFill>
                <a:latin typeface="游ゴシック" panose="020B0400000000000000" pitchFamily="50" charset="-128"/>
                <a:ea typeface="游ゴシック" panose="020B0400000000000000" pitchFamily="50" charset="-128"/>
              </a:rPr>
              <a:t>(</a:t>
            </a:r>
            <a:r>
              <a:rPr lang="ja-JP" altLang="en-US" dirty="0">
                <a:solidFill>
                  <a:srgbClr val="333333"/>
                </a:solidFill>
                <a:latin typeface="游ゴシック" panose="020B0400000000000000" pitchFamily="50" charset="-128"/>
                <a:ea typeface="游ゴシック" panose="020B0400000000000000" pitchFamily="50" charset="-128"/>
              </a:rPr>
              <a:t>エンドユーザーのブラウザ等</a:t>
            </a:r>
            <a:r>
              <a:rPr lang="en-US" altLang="ja-JP" dirty="0">
                <a:solidFill>
                  <a:srgbClr val="333333"/>
                </a:solidFill>
                <a:latin typeface="游ゴシック" panose="020B0400000000000000" pitchFamily="50" charset="-128"/>
                <a:ea typeface="游ゴシック" panose="020B0400000000000000" pitchFamily="50" charset="-128"/>
              </a:rPr>
              <a:t>)</a:t>
            </a:r>
            <a:r>
              <a:rPr lang="ja-JP" altLang="en-US" dirty="0">
                <a:solidFill>
                  <a:srgbClr val="333333"/>
                </a:solidFill>
                <a:latin typeface="游ゴシック" panose="020B0400000000000000" pitchFamily="50" charset="-128"/>
                <a:ea typeface="游ゴシック" panose="020B0400000000000000" pitchFamily="50" charset="-128"/>
              </a:rPr>
              <a:t>に返します。</a:t>
            </a:r>
            <a:endParaRPr lang="ja-JP" altLang="en-US" dirty="0"/>
          </a:p>
          <a:p>
            <a:endParaRPr lang="en-US" altLang="ja-JP" dirty="0"/>
          </a:p>
          <a:p>
            <a:endParaRPr lang="en-US" altLang="ja-JP" dirty="0"/>
          </a:p>
          <a:p>
            <a:r>
              <a:rPr lang="ja-JP" altLang="en-US" dirty="0">
                <a:solidFill>
                  <a:srgbClr val="333333"/>
                </a:solidFill>
                <a:latin typeface="游ゴシック" panose="020B0400000000000000" pitchFamily="50" charset="-128"/>
                <a:ea typeface="游ゴシック" panose="020B0400000000000000" pitchFamily="50" charset="-128"/>
              </a:rPr>
              <a:t>対して </a:t>
            </a:r>
            <a:r>
              <a:rPr lang="en-US" altLang="ja-JP" dirty="0">
                <a:solidFill>
                  <a:srgbClr val="333333"/>
                </a:solidFill>
                <a:latin typeface="游ゴシック" panose="020B0400000000000000" pitchFamily="50" charset="-128"/>
                <a:ea typeface="游ゴシック" panose="020B0400000000000000" pitchFamily="50" charset="-128"/>
              </a:rPr>
              <a:t>NLB </a:t>
            </a:r>
            <a:r>
              <a:rPr lang="ja-JP" altLang="en-US" dirty="0">
                <a:solidFill>
                  <a:srgbClr val="333333"/>
                </a:solidFill>
                <a:latin typeface="游ゴシック" panose="020B0400000000000000" pitchFamily="50" charset="-128"/>
                <a:ea typeface="游ゴシック" panose="020B0400000000000000" pitchFamily="50" charset="-128"/>
              </a:rPr>
              <a:t>はリバースプロキシではないです。厳密には</a:t>
            </a:r>
            <a:r>
              <a:rPr lang="en-US" altLang="ja-JP" dirty="0">
                <a:solidFill>
                  <a:srgbClr val="333333"/>
                </a:solidFill>
                <a:latin typeface="游ゴシック" panose="020B0400000000000000" pitchFamily="50" charset="-128"/>
                <a:ea typeface="游ゴシック" panose="020B0400000000000000" pitchFamily="50" charset="-128"/>
              </a:rPr>
              <a:t>DSR</a:t>
            </a:r>
            <a:r>
              <a:rPr lang="ja-JP" altLang="en-US" dirty="0">
                <a:solidFill>
                  <a:srgbClr val="333333"/>
                </a:solidFill>
                <a:latin typeface="游ゴシック" panose="020B0400000000000000" pitchFamily="50" charset="-128"/>
                <a:ea typeface="游ゴシック" panose="020B0400000000000000" pitchFamily="50" charset="-128"/>
              </a:rPr>
              <a:t>とも違う？らしいですが、ロードバランサが一旦リクエストを受ける</a:t>
            </a:r>
            <a:r>
              <a:rPr lang="en-US" altLang="ja-JP" dirty="0">
                <a:solidFill>
                  <a:srgbClr val="333333"/>
                </a:solidFill>
                <a:latin typeface="游ゴシック" panose="020B0400000000000000" pitchFamily="50" charset="-128"/>
                <a:ea typeface="游ゴシック" panose="020B0400000000000000" pitchFamily="50" charset="-128"/>
              </a:rPr>
              <a:t>… </a:t>
            </a:r>
            <a:r>
              <a:rPr lang="ja-JP" altLang="en-US" dirty="0">
                <a:solidFill>
                  <a:srgbClr val="333333"/>
                </a:solidFill>
                <a:latin typeface="游ゴシック" panose="020B0400000000000000" pitchFamily="50" charset="-128"/>
                <a:ea typeface="游ゴシック" panose="020B0400000000000000" pitchFamily="50" charset="-128"/>
              </a:rPr>
              <a:t>の動きがなく、いきなりバックエンドのインスタンスにリクエストが来ます</a:t>
            </a:r>
            <a:r>
              <a:rPr lang="en-US" altLang="ja-JP" dirty="0">
                <a:solidFill>
                  <a:srgbClr val="333333"/>
                </a:solidFill>
                <a:latin typeface="游ゴシック" panose="020B0400000000000000" pitchFamily="50" charset="-128"/>
                <a:ea typeface="游ゴシック" panose="020B0400000000000000" pitchFamily="50" charset="-128"/>
              </a:rPr>
              <a:t>(</a:t>
            </a:r>
            <a:r>
              <a:rPr lang="ja-JP" altLang="en-US" dirty="0">
                <a:solidFill>
                  <a:srgbClr val="333333"/>
                </a:solidFill>
                <a:latin typeface="游ゴシック" panose="020B0400000000000000" pitchFamily="50" charset="-128"/>
                <a:ea typeface="游ゴシック" panose="020B0400000000000000" pitchFamily="50" charset="-128"/>
              </a:rPr>
              <a:t>来たように見えますが正しい</a:t>
            </a:r>
            <a:r>
              <a:rPr lang="en-US" altLang="ja-JP" dirty="0">
                <a:solidFill>
                  <a:srgbClr val="333333"/>
                </a:solidFill>
                <a:latin typeface="游ゴシック" panose="020B0400000000000000" pitchFamily="50" charset="-128"/>
                <a:ea typeface="游ゴシック" panose="020B0400000000000000" pitchFamily="50" charset="-128"/>
              </a:rPr>
              <a:t>)</a:t>
            </a:r>
            <a:r>
              <a:rPr lang="ja-JP" altLang="en-US" dirty="0">
                <a:solidFill>
                  <a:srgbClr val="333333"/>
                </a:solidFill>
                <a:latin typeface="游ゴシック" panose="020B0400000000000000" pitchFamily="50" charset="-128"/>
                <a:ea typeface="游ゴシック" panose="020B0400000000000000" pitchFamily="50" charset="-128"/>
              </a:rPr>
              <a:t>そして、ロードバランサを介さずレスポンスが戻ります。</a:t>
            </a:r>
            <a:endParaRPr lang="en-US" altLang="ja-JP" dirty="0">
              <a:solidFill>
                <a:srgbClr val="333333"/>
              </a:solidFill>
              <a:latin typeface="游ゴシック" panose="020B0400000000000000" pitchFamily="50" charset="-128"/>
              <a:ea typeface="游ゴシック" panose="020B0400000000000000" pitchFamily="50" charset="-128"/>
            </a:endParaRPr>
          </a:p>
          <a:p>
            <a:endParaRPr lang="en-US" altLang="ja-JP" dirty="0">
              <a:solidFill>
                <a:srgbClr val="333333"/>
              </a:solidFill>
              <a:latin typeface="游ゴシック" panose="020B0400000000000000" pitchFamily="50" charset="-128"/>
              <a:ea typeface="游ゴシック" panose="020B0400000000000000" pitchFamily="50" charset="-128"/>
            </a:endParaRPr>
          </a:p>
          <a:p>
            <a:endParaRPr lang="en-US" altLang="ja-JP" dirty="0"/>
          </a:p>
          <a:p>
            <a:r>
              <a:rPr lang="en-US" altLang="ja-JP" dirty="0"/>
              <a:t>LB</a:t>
            </a:r>
            <a:r>
              <a:rPr lang="ja-JP" altLang="en-US" dirty="0"/>
              <a:t>自身がヘルスチェックをせずに特定の</a:t>
            </a:r>
            <a:r>
              <a:rPr lang="en-US" altLang="ja-JP" dirty="0"/>
              <a:t>IP</a:t>
            </a:r>
            <a:r>
              <a:rPr lang="ja-JP" altLang="en-US" dirty="0"/>
              <a:t>アドレスからヘルスチェックが飛んでくる</a:t>
            </a:r>
            <a:r>
              <a:rPr kumimoji="1" lang="ja-JP" altLang="en-US" sz="1200" b="0" i="0" kern="1200" dirty="0">
                <a:solidFill>
                  <a:schemeClr val="tx1"/>
                </a:solidFill>
                <a:effectLst/>
                <a:latin typeface="Times New Roman" pitchFamily="18" charset="0"/>
                <a:ea typeface="ＭＳ Ｐ明朝" pitchFamily="18" charset="-128"/>
                <a:cs typeface="+mn-cs"/>
              </a:rPr>
              <a:t>、です。この特定の</a:t>
            </a:r>
            <a:r>
              <a:rPr kumimoji="1" lang="en-US" altLang="ja-JP" sz="1200" b="0" i="0" kern="1200" dirty="0">
                <a:solidFill>
                  <a:schemeClr val="tx1"/>
                </a:solidFill>
                <a:effectLst/>
                <a:latin typeface="Times New Roman" pitchFamily="18" charset="0"/>
                <a:ea typeface="ＭＳ Ｐ明朝" pitchFamily="18" charset="-128"/>
                <a:cs typeface="+mn-cs"/>
              </a:rPr>
              <a:t>IP</a:t>
            </a:r>
            <a:r>
              <a:rPr kumimoji="1" lang="ja-JP" altLang="en-US" sz="1200" b="0" i="0" kern="1200" dirty="0">
                <a:solidFill>
                  <a:schemeClr val="tx1"/>
                </a:solidFill>
                <a:effectLst/>
                <a:latin typeface="Times New Roman" pitchFamily="18" charset="0"/>
                <a:ea typeface="ＭＳ Ｐ明朝" pitchFamily="18" charset="-128"/>
                <a:cs typeface="+mn-cs"/>
              </a:rPr>
              <a:t>とは、プロジェクト</a:t>
            </a:r>
            <a:r>
              <a:rPr kumimoji="1" lang="en-US" altLang="ja-JP" sz="1200" b="0" i="0" kern="1200" dirty="0">
                <a:solidFill>
                  <a:schemeClr val="tx1"/>
                </a:solidFill>
                <a:effectLst/>
                <a:latin typeface="Times New Roman" pitchFamily="18" charset="0"/>
                <a:ea typeface="ＭＳ Ｐ明朝" pitchFamily="18" charset="-128"/>
                <a:cs typeface="+mn-cs"/>
              </a:rPr>
              <a:t>(AWS</a:t>
            </a:r>
            <a:r>
              <a:rPr kumimoji="1" lang="ja-JP" altLang="en-US" sz="1200" b="0" i="0" kern="1200" dirty="0">
                <a:solidFill>
                  <a:schemeClr val="tx1"/>
                </a:solidFill>
                <a:effectLst/>
                <a:latin typeface="Times New Roman" pitchFamily="18" charset="0"/>
                <a:ea typeface="ＭＳ Ｐ明朝" pitchFamily="18" charset="-128"/>
                <a:cs typeface="+mn-cs"/>
              </a:rPr>
              <a:t>で言うところのアカウント</a:t>
            </a:r>
            <a:r>
              <a:rPr kumimoji="1" lang="en-US" altLang="ja-JP" sz="1200" b="0" i="0" kern="1200" dirty="0">
                <a:solidFill>
                  <a:schemeClr val="tx1"/>
                </a:solidFill>
                <a:effectLst/>
                <a:latin typeface="Times New Roman" pitchFamily="18" charset="0"/>
                <a:ea typeface="ＭＳ Ｐ明朝" pitchFamily="18" charset="-128"/>
                <a:cs typeface="+mn-cs"/>
              </a:rPr>
              <a:t>)</a:t>
            </a:r>
            <a:r>
              <a:rPr kumimoji="1" lang="ja-JP" altLang="en-US" sz="1200" b="0" i="0" kern="1200" dirty="0">
                <a:solidFill>
                  <a:schemeClr val="tx1"/>
                </a:solidFill>
                <a:effectLst/>
                <a:latin typeface="Times New Roman" pitchFamily="18" charset="0"/>
                <a:ea typeface="ＭＳ Ｐ明朝" pitchFamily="18" charset="-128"/>
                <a:cs typeface="+mn-cs"/>
              </a:rPr>
              <a:t>が異なっても同じです。なので、ヘルスチェックだけを通す・殺すは一応可能です。</a:t>
            </a:r>
            <a:endParaRPr kumimoji="1" lang="en-US" altLang="ja-JP" sz="1200" b="0" i="0" kern="1200" dirty="0">
              <a:solidFill>
                <a:schemeClr val="tx1"/>
              </a:solidFill>
              <a:effectLst/>
              <a:latin typeface="Times New Roman" pitchFamily="18" charset="0"/>
              <a:ea typeface="ＭＳ Ｐ明朝" pitchFamily="18" charset="-128"/>
              <a:cs typeface="+mn-cs"/>
            </a:endParaRPr>
          </a:p>
          <a:p>
            <a:endParaRPr kumimoji="1" lang="en-US" altLang="ja-JP" sz="1200" b="0" i="0" kern="1200" dirty="0">
              <a:solidFill>
                <a:schemeClr val="tx1"/>
              </a:solidFill>
              <a:effectLst/>
              <a:latin typeface="Times New Roman" pitchFamily="18" charset="0"/>
              <a:ea typeface="ＭＳ Ｐ明朝" pitchFamily="18" charset="-128"/>
              <a:cs typeface="+mn-cs"/>
            </a:endParaRPr>
          </a:p>
          <a:p>
            <a:r>
              <a:rPr kumimoji="1" lang="en-US" altLang="ja-JP" sz="1200" b="0" i="0" kern="1200" dirty="0">
                <a:solidFill>
                  <a:schemeClr val="tx1"/>
                </a:solidFill>
                <a:effectLst/>
                <a:latin typeface="Times New Roman" pitchFamily="18" charset="0"/>
                <a:ea typeface="ＭＳ Ｐ明朝" pitchFamily="18" charset="-128"/>
                <a:cs typeface="+mn-cs"/>
              </a:rPr>
              <a:t>NLB</a:t>
            </a:r>
            <a:r>
              <a:rPr kumimoji="1" lang="ja-JP" altLang="en-US" sz="1200" b="0" i="0" kern="1200" dirty="0">
                <a:solidFill>
                  <a:schemeClr val="tx1"/>
                </a:solidFill>
                <a:effectLst/>
                <a:latin typeface="Times New Roman" pitchFamily="18" charset="0"/>
                <a:ea typeface="ＭＳ Ｐ明朝" pitchFamily="18" charset="-128"/>
                <a:cs typeface="+mn-cs"/>
              </a:rPr>
              <a:t>の登場により、</a:t>
            </a:r>
            <a:r>
              <a:rPr kumimoji="1" lang="en-US" altLang="ja-JP" sz="1200" b="0" i="0" kern="1200" dirty="0">
                <a:solidFill>
                  <a:schemeClr val="tx1"/>
                </a:solidFill>
                <a:effectLst/>
                <a:latin typeface="Times New Roman" pitchFamily="18" charset="0"/>
                <a:ea typeface="ＭＳ Ｐ明朝" pitchFamily="18" charset="-128"/>
                <a:cs typeface="+mn-cs"/>
              </a:rPr>
              <a:t>NLB</a:t>
            </a:r>
            <a:r>
              <a:rPr kumimoji="1" lang="ja-JP" altLang="en-US" sz="1200" b="0" i="0" kern="1200" dirty="0">
                <a:solidFill>
                  <a:schemeClr val="tx1"/>
                </a:solidFill>
                <a:effectLst/>
                <a:latin typeface="Times New Roman" pitchFamily="18" charset="0"/>
                <a:ea typeface="ＭＳ Ｐ明朝" pitchFamily="18" charset="-128"/>
                <a:cs typeface="+mn-cs"/>
              </a:rPr>
              <a:t>と</a:t>
            </a:r>
            <a:r>
              <a:rPr kumimoji="1" lang="en-US" altLang="ja-JP" sz="1200" b="0" i="0" kern="1200" dirty="0">
                <a:solidFill>
                  <a:schemeClr val="tx1"/>
                </a:solidFill>
                <a:effectLst/>
                <a:latin typeface="Times New Roman" pitchFamily="18" charset="0"/>
                <a:ea typeface="ＭＳ Ｐ明朝" pitchFamily="18" charset="-128"/>
                <a:cs typeface="+mn-cs"/>
              </a:rPr>
              <a:t>MQTT</a:t>
            </a:r>
            <a:r>
              <a:rPr kumimoji="1" lang="ja-JP" altLang="en-US" sz="1200" b="0" i="0" kern="1200" dirty="0">
                <a:solidFill>
                  <a:schemeClr val="tx1"/>
                </a:solidFill>
                <a:effectLst/>
                <a:latin typeface="Times New Roman" pitchFamily="18" charset="0"/>
                <a:ea typeface="ＭＳ Ｐ明朝" pitchFamily="18" charset="-128"/>
                <a:cs typeface="+mn-cs"/>
              </a:rPr>
              <a:t>ブローカーを組み合わせることで</a:t>
            </a:r>
            <a:r>
              <a:rPr kumimoji="1" lang="en-US" altLang="ja-JP" sz="1200" b="0" i="0" kern="1200" dirty="0">
                <a:solidFill>
                  <a:schemeClr val="tx1"/>
                </a:solidFill>
                <a:effectLst/>
                <a:latin typeface="Times New Roman" pitchFamily="18" charset="0"/>
                <a:ea typeface="ＭＳ Ｐ明朝" pitchFamily="18" charset="-128"/>
                <a:cs typeface="+mn-cs"/>
              </a:rPr>
              <a:t>AWS IoT</a:t>
            </a:r>
            <a:r>
              <a:rPr kumimoji="1" lang="ja-JP" altLang="en-US" sz="1200" b="0" i="0" kern="1200" dirty="0">
                <a:solidFill>
                  <a:schemeClr val="tx1"/>
                </a:solidFill>
                <a:effectLst/>
                <a:latin typeface="Times New Roman" pitchFamily="18" charset="0"/>
                <a:ea typeface="ＭＳ Ｐ明朝" pitchFamily="18" charset="-128"/>
                <a:cs typeface="+mn-cs"/>
              </a:rPr>
              <a:t>相当のものが自前で構築できるようになりました。</a:t>
            </a:r>
            <a:endParaRPr kumimoji="1" lang="ja-JP" altLang="en-US" dirty="0"/>
          </a:p>
        </p:txBody>
      </p:sp>
      <p:sp>
        <p:nvSpPr>
          <p:cNvPr id="4" name="スライド番号プレースホルダー 3"/>
          <p:cNvSpPr>
            <a:spLocks noGrp="1"/>
          </p:cNvSpPr>
          <p:nvPr>
            <p:ph type="sldNum" sz="quarter" idx="5"/>
          </p:nvPr>
        </p:nvSpPr>
        <p:spPr/>
        <p:txBody>
          <a:bodyPr/>
          <a:lstStyle/>
          <a:p>
            <a:fld id="{AA59C432-3B8C-4DAF-9FB9-33E1F8887A75}" type="slidenum">
              <a:rPr lang="en-US" altLang="ja-JP" smtClean="0"/>
              <a:pPr/>
              <a:t>52</a:t>
            </a:fld>
            <a:endParaRPr lang="en-US" altLang="ja-JP"/>
          </a:p>
        </p:txBody>
      </p:sp>
    </p:spTree>
    <p:extLst>
      <p:ext uri="{BB962C8B-B14F-4D97-AF65-F5344CB8AC3E}">
        <p14:creationId xmlns:p14="http://schemas.microsoft.com/office/powerpoint/2010/main" val="378510550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altLang="ja-JP" dirty="0">
                <a:solidFill>
                  <a:srgbClr val="333333"/>
                </a:solidFill>
                <a:latin typeface="游ゴシック" panose="020B0400000000000000" pitchFamily="50" charset="-128"/>
                <a:ea typeface="游ゴシック" panose="020B0400000000000000" pitchFamily="50" charset="-128"/>
              </a:rPr>
              <a:t>ALB, ELB (Classic ELB) </a:t>
            </a:r>
            <a:r>
              <a:rPr lang="ja-JP" altLang="en-US" dirty="0">
                <a:solidFill>
                  <a:srgbClr val="333333"/>
                </a:solidFill>
                <a:latin typeface="游ゴシック" panose="020B0400000000000000" pitchFamily="50" charset="-128"/>
                <a:ea typeface="游ゴシック" panose="020B0400000000000000" pitchFamily="50" charset="-128"/>
              </a:rPr>
              <a:t>は所謂リバースプロキシで、ロードバランサで一旦全てのリクエストを受けきって、ロードバランサの</a:t>
            </a:r>
            <a:r>
              <a:rPr lang="en-US" altLang="ja-JP" dirty="0" err="1">
                <a:solidFill>
                  <a:srgbClr val="333333"/>
                </a:solidFill>
                <a:latin typeface="游ゴシック" panose="020B0400000000000000" pitchFamily="50" charset="-128"/>
                <a:ea typeface="游ゴシック" panose="020B0400000000000000" pitchFamily="50" charset="-128"/>
              </a:rPr>
              <a:t>SourceIP</a:t>
            </a:r>
            <a:r>
              <a:rPr lang="ja-JP" altLang="en-US" dirty="0">
                <a:solidFill>
                  <a:srgbClr val="333333"/>
                </a:solidFill>
                <a:latin typeface="游ゴシック" panose="020B0400000000000000" pitchFamily="50" charset="-128"/>
                <a:ea typeface="游ゴシック" panose="020B0400000000000000" pitchFamily="50" charset="-128"/>
              </a:rPr>
              <a:t>でバックエンドにリクエストを飛ばします。当然レスポンスが戻って来るので、それを受け止めてリクエスタ</a:t>
            </a:r>
            <a:r>
              <a:rPr lang="en-US" altLang="ja-JP" dirty="0">
                <a:solidFill>
                  <a:srgbClr val="333333"/>
                </a:solidFill>
                <a:latin typeface="游ゴシック" panose="020B0400000000000000" pitchFamily="50" charset="-128"/>
                <a:ea typeface="游ゴシック" panose="020B0400000000000000" pitchFamily="50" charset="-128"/>
              </a:rPr>
              <a:t>(</a:t>
            </a:r>
            <a:r>
              <a:rPr lang="ja-JP" altLang="en-US" dirty="0">
                <a:solidFill>
                  <a:srgbClr val="333333"/>
                </a:solidFill>
                <a:latin typeface="游ゴシック" panose="020B0400000000000000" pitchFamily="50" charset="-128"/>
                <a:ea typeface="游ゴシック" panose="020B0400000000000000" pitchFamily="50" charset="-128"/>
              </a:rPr>
              <a:t>エンドユーザーのブラウザ等</a:t>
            </a:r>
            <a:r>
              <a:rPr lang="en-US" altLang="ja-JP" dirty="0">
                <a:solidFill>
                  <a:srgbClr val="333333"/>
                </a:solidFill>
                <a:latin typeface="游ゴシック" panose="020B0400000000000000" pitchFamily="50" charset="-128"/>
                <a:ea typeface="游ゴシック" panose="020B0400000000000000" pitchFamily="50" charset="-128"/>
              </a:rPr>
              <a:t>)</a:t>
            </a:r>
            <a:r>
              <a:rPr lang="ja-JP" altLang="en-US" dirty="0">
                <a:solidFill>
                  <a:srgbClr val="333333"/>
                </a:solidFill>
                <a:latin typeface="游ゴシック" panose="020B0400000000000000" pitchFamily="50" charset="-128"/>
                <a:ea typeface="游ゴシック" panose="020B0400000000000000" pitchFamily="50" charset="-128"/>
              </a:rPr>
              <a:t>に返します。</a:t>
            </a:r>
            <a:endParaRPr lang="ja-JP" altLang="en-US" dirty="0"/>
          </a:p>
          <a:p>
            <a:endParaRPr lang="en-US" altLang="ja-JP" dirty="0"/>
          </a:p>
          <a:p>
            <a:endParaRPr lang="en-US" altLang="ja-JP" dirty="0"/>
          </a:p>
          <a:p>
            <a:r>
              <a:rPr lang="ja-JP" altLang="en-US" dirty="0">
                <a:solidFill>
                  <a:srgbClr val="333333"/>
                </a:solidFill>
                <a:latin typeface="游ゴシック" panose="020B0400000000000000" pitchFamily="50" charset="-128"/>
                <a:ea typeface="游ゴシック" panose="020B0400000000000000" pitchFamily="50" charset="-128"/>
              </a:rPr>
              <a:t>対して </a:t>
            </a:r>
            <a:r>
              <a:rPr lang="en-US" altLang="ja-JP" dirty="0">
                <a:solidFill>
                  <a:srgbClr val="333333"/>
                </a:solidFill>
                <a:latin typeface="游ゴシック" panose="020B0400000000000000" pitchFamily="50" charset="-128"/>
                <a:ea typeface="游ゴシック" panose="020B0400000000000000" pitchFamily="50" charset="-128"/>
              </a:rPr>
              <a:t>NLB </a:t>
            </a:r>
            <a:r>
              <a:rPr lang="ja-JP" altLang="en-US" dirty="0">
                <a:solidFill>
                  <a:srgbClr val="333333"/>
                </a:solidFill>
                <a:latin typeface="游ゴシック" panose="020B0400000000000000" pitchFamily="50" charset="-128"/>
                <a:ea typeface="游ゴシック" panose="020B0400000000000000" pitchFamily="50" charset="-128"/>
              </a:rPr>
              <a:t>はリバースプロキシではないです。厳密には</a:t>
            </a:r>
            <a:r>
              <a:rPr lang="en-US" altLang="ja-JP" dirty="0">
                <a:solidFill>
                  <a:srgbClr val="333333"/>
                </a:solidFill>
                <a:latin typeface="游ゴシック" panose="020B0400000000000000" pitchFamily="50" charset="-128"/>
                <a:ea typeface="游ゴシック" panose="020B0400000000000000" pitchFamily="50" charset="-128"/>
              </a:rPr>
              <a:t>DSR</a:t>
            </a:r>
            <a:r>
              <a:rPr lang="ja-JP" altLang="en-US" dirty="0">
                <a:solidFill>
                  <a:srgbClr val="333333"/>
                </a:solidFill>
                <a:latin typeface="游ゴシック" panose="020B0400000000000000" pitchFamily="50" charset="-128"/>
                <a:ea typeface="游ゴシック" panose="020B0400000000000000" pitchFamily="50" charset="-128"/>
              </a:rPr>
              <a:t>とも違う？らしいですが、ロードバランサが一旦リクエストを受ける</a:t>
            </a:r>
            <a:r>
              <a:rPr lang="en-US" altLang="ja-JP" dirty="0">
                <a:solidFill>
                  <a:srgbClr val="333333"/>
                </a:solidFill>
                <a:latin typeface="游ゴシック" panose="020B0400000000000000" pitchFamily="50" charset="-128"/>
                <a:ea typeface="游ゴシック" panose="020B0400000000000000" pitchFamily="50" charset="-128"/>
              </a:rPr>
              <a:t>… </a:t>
            </a:r>
            <a:r>
              <a:rPr lang="ja-JP" altLang="en-US" dirty="0">
                <a:solidFill>
                  <a:srgbClr val="333333"/>
                </a:solidFill>
                <a:latin typeface="游ゴシック" panose="020B0400000000000000" pitchFamily="50" charset="-128"/>
                <a:ea typeface="游ゴシック" panose="020B0400000000000000" pitchFamily="50" charset="-128"/>
              </a:rPr>
              <a:t>の動きがなく、いきなりバックエンドのインスタンスにリクエストが来ます</a:t>
            </a:r>
            <a:r>
              <a:rPr lang="en-US" altLang="ja-JP" dirty="0">
                <a:solidFill>
                  <a:srgbClr val="333333"/>
                </a:solidFill>
                <a:latin typeface="游ゴシック" panose="020B0400000000000000" pitchFamily="50" charset="-128"/>
                <a:ea typeface="游ゴシック" panose="020B0400000000000000" pitchFamily="50" charset="-128"/>
              </a:rPr>
              <a:t>(</a:t>
            </a:r>
            <a:r>
              <a:rPr lang="ja-JP" altLang="en-US" dirty="0">
                <a:solidFill>
                  <a:srgbClr val="333333"/>
                </a:solidFill>
                <a:latin typeface="游ゴシック" panose="020B0400000000000000" pitchFamily="50" charset="-128"/>
                <a:ea typeface="游ゴシック" panose="020B0400000000000000" pitchFamily="50" charset="-128"/>
              </a:rPr>
              <a:t>来たように見えますが正しい</a:t>
            </a:r>
            <a:r>
              <a:rPr lang="en-US" altLang="ja-JP" dirty="0">
                <a:solidFill>
                  <a:srgbClr val="333333"/>
                </a:solidFill>
                <a:latin typeface="游ゴシック" panose="020B0400000000000000" pitchFamily="50" charset="-128"/>
                <a:ea typeface="游ゴシック" panose="020B0400000000000000" pitchFamily="50" charset="-128"/>
              </a:rPr>
              <a:t>)</a:t>
            </a:r>
            <a:r>
              <a:rPr lang="ja-JP" altLang="en-US" dirty="0">
                <a:solidFill>
                  <a:srgbClr val="333333"/>
                </a:solidFill>
                <a:latin typeface="游ゴシック" panose="020B0400000000000000" pitchFamily="50" charset="-128"/>
                <a:ea typeface="游ゴシック" panose="020B0400000000000000" pitchFamily="50" charset="-128"/>
              </a:rPr>
              <a:t>そして、ロードバランサを介さずレスポンスが戻ります。</a:t>
            </a:r>
            <a:endParaRPr lang="en-US" altLang="ja-JP" dirty="0">
              <a:solidFill>
                <a:srgbClr val="333333"/>
              </a:solidFill>
              <a:latin typeface="游ゴシック" panose="020B0400000000000000" pitchFamily="50" charset="-128"/>
              <a:ea typeface="游ゴシック" panose="020B0400000000000000" pitchFamily="50" charset="-128"/>
            </a:endParaRPr>
          </a:p>
          <a:p>
            <a:endParaRPr lang="en-US" altLang="ja-JP" dirty="0">
              <a:solidFill>
                <a:srgbClr val="333333"/>
              </a:solidFill>
              <a:latin typeface="游ゴシック" panose="020B0400000000000000" pitchFamily="50" charset="-128"/>
              <a:ea typeface="游ゴシック" panose="020B0400000000000000" pitchFamily="50" charset="-128"/>
            </a:endParaRPr>
          </a:p>
          <a:p>
            <a:endParaRPr lang="en-US" altLang="ja-JP" dirty="0"/>
          </a:p>
          <a:p>
            <a:r>
              <a:rPr lang="en-US" altLang="ja-JP" dirty="0"/>
              <a:t>LB</a:t>
            </a:r>
            <a:r>
              <a:rPr lang="ja-JP" altLang="en-US" dirty="0"/>
              <a:t>自身がヘルスチェックをせずに特定の</a:t>
            </a:r>
            <a:r>
              <a:rPr lang="en-US" altLang="ja-JP" dirty="0"/>
              <a:t>IP</a:t>
            </a:r>
            <a:r>
              <a:rPr lang="ja-JP" altLang="en-US" dirty="0"/>
              <a:t>アドレスからヘルスチェックが飛んでくる</a:t>
            </a:r>
            <a:r>
              <a:rPr kumimoji="1" lang="ja-JP" altLang="en-US" sz="1200" b="0" i="0" kern="1200" dirty="0">
                <a:solidFill>
                  <a:schemeClr val="tx1"/>
                </a:solidFill>
                <a:effectLst/>
                <a:latin typeface="Times New Roman" pitchFamily="18" charset="0"/>
                <a:ea typeface="ＭＳ Ｐ明朝" pitchFamily="18" charset="-128"/>
                <a:cs typeface="+mn-cs"/>
              </a:rPr>
              <a:t>、です。この特定の</a:t>
            </a:r>
            <a:r>
              <a:rPr kumimoji="1" lang="en-US" altLang="ja-JP" sz="1200" b="0" i="0" kern="1200" dirty="0">
                <a:solidFill>
                  <a:schemeClr val="tx1"/>
                </a:solidFill>
                <a:effectLst/>
                <a:latin typeface="Times New Roman" pitchFamily="18" charset="0"/>
                <a:ea typeface="ＭＳ Ｐ明朝" pitchFamily="18" charset="-128"/>
                <a:cs typeface="+mn-cs"/>
              </a:rPr>
              <a:t>IP</a:t>
            </a:r>
            <a:r>
              <a:rPr kumimoji="1" lang="ja-JP" altLang="en-US" sz="1200" b="0" i="0" kern="1200" dirty="0">
                <a:solidFill>
                  <a:schemeClr val="tx1"/>
                </a:solidFill>
                <a:effectLst/>
                <a:latin typeface="Times New Roman" pitchFamily="18" charset="0"/>
                <a:ea typeface="ＭＳ Ｐ明朝" pitchFamily="18" charset="-128"/>
                <a:cs typeface="+mn-cs"/>
              </a:rPr>
              <a:t>とは、プロジェクト</a:t>
            </a:r>
            <a:r>
              <a:rPr kumimoji="1" lang="en-US" altLang="ja-JP" sz="1200" b="0" i="0" kern="1200" dirty="0">
                <a:solidFill>
                  <a:schemeClr val="tx1"/>
                </a:solidFill>
                <a:effectLst/>
                <a:latin typeface="Times New Roman" pitchFamily="18" charset="0"/>
                <a:ea typeface="ＭＳ Ｐ明朝" pitchFamily="18" charset="-128"/>
                <a:cs typeface="+mn-cs"/>
              </a:rPr>
              <a:t>(AWS</a:t>
            </a:r>
            <a:r>
              <a:rPr kumimoji="1" lang="ja-JP" altLang="en-US" sz="1200" b="0" i="0" kern="1200" dirty="0">
                <a:solidFill>
                  <a:schemeClr val="tx1"/>
                </a:solidFill>
                <a:effectLst/>
                <a:latin typeface="Times New Roman" pitchFamily="18" charset="0"/>
                <a:ea typeface="ＭＳ Ｐ明朝" pitchFamily="18" charset="-128"/>
                <a:cs typeface="+mn-cs"/>
              </a:rPr>
              <a:t>で言うところのアカウント</a:t>
            </a:r>
            <a:r>
              <a:rPr kumimoji="1" lang="en-US" altLang="ja-JP" sz="1200" b="0" i="0" kern="1200" dirty="0">
                <a:solidFill>
                  <a:schemeClr val="tx1"/>
                </a:solidFill>
                <a:effectLst/>
                <a:latin typeface="Times New Roman" pitchFamily="18" charset="0"/>
                <a:ea typeface="ＭＳ Ｐ明朝" pitchFamily="18" charset="-128"/>
                <a:cs typeface="+mn-cs"/>
              </a:rPr>
              <a:t>)</a:t>
            </a:r>
            <a:r>
              <a:rPr kumimoji="1" lang="ja-JP" altLang="en-US" sz="1200" b="0" i="0" kern="1200" dirty="0">
                <a:solidFill>
                  <a:schemeClr val="tx1"/>
                </a:solidFill>
                <a:effectLst/>
                <a:latin typeface="Times New Roman" pitchFamily="18" charset="0"/>
                <a:ea typeface="ＭＳ Ｐ明朝" pitchFamily="18" charset="-128"/>
                <a:cs typeface="+mn-cs"/>
              </a:rPr>
              <a:t>が異なっても同じです。なので、ヘルスチェックだけを通す・殺すは一応可能です。</a:t>
            </a:r>
            <a:endParaRPr kumimoji="1" lang="en-US" altLang="ja-JP" sz="1200" b="0" i="0" kern="1200" dirty="0">
              <a:solidFill>
                <a:schemeClr val="tx1"/>
              </a:solidFill>
              <a:effectLst/>
              <a:latin typeface="Times New Roman" pitchFamily="18" charset="0"/>
              <a:ea typeface="ＭＳ Ｐ明朝" pitchFamily="18" charset="-128"/>
              <a:cs typeface="+mn-cs"/>
            </a:endParaRPr>
          </a:p>
          <a:p>
            <a:endParaRPr kumimoji="1" lang="en-US" altLang="ja-JP" sz="1200" b="0" i="0" kern="1200" dirty="0">
              <a:solidFill>
                <a:schemeClr val="tx1"/>
              </a:solidFill>
              <a:effectLst/>
              <a:latin typeface="Times New Roman" pitchFamily="18" charset="0"/>
              <a:ea typeface="ＭＳ Ｐ明朝" pitchFamily="18" charset="-128"/>
              <a:cs typeface="+mn-cs"/>
            </a:endParaRPr>
          </a:p>
          <a:p>
            <a:r>
              <a:rPr kumimoji="1" lang="en-US" altLang="ja-JP" sz="1200" b="0" i="0" kern="1200" dirty="0">
                <a:solidFill>
                  <a:schemeClr val="tx1"/>
                </a:solidFill>
                <a:effectLst/>
                <a:latin typeface="Times New Roman" pitchFamily="18" charset="0"/>
                <a:ea typeface="ＭＳ Ｐ明朝" pitchFamily="18" charset="-128"/>
                <a:cs typeface="+mn-cs"/>
              </a:rPr>
              <a:t>NLB</a:t>
            </a:r>
            <a:r>
              <a:rPr kumimoji="1" lang="ja-JP" altLang="en-US" sz="1200" b="0" i="0" kern="1200" dirty="0">
                <a:solidFill>
                  <a:schemeClr val="tx1"/>
                </a:solidFill>
                <a:effectLst/>
                <a:latin typeface="Times New Roman" pitchFamily="18" charset="0"/>
                <a:ea typeface="ＭＳ Ｐ明朝" pitchFamily="18" charset="-128"/>
                <a:cs typeface="+mn-cs"/>
              </a:rPr>
              <a:t>の登場により、</a:t>
            </a:r>
            <a:r>
              <a:rPr kumimoji="1" lang="en-US" altLang="ja-JP" sz="1200" b="0" i="0" kern="1200" dirty="0">
                <a:solidFill>
                  <a:schemeClr val="tx1"/>
                </a:solidFill>
                <a:effectLst/>
                <a:latin typeface="Times New Roman" pitchFamily="18" charset="0"/>
                <a:ea typeface="ＭＳ Ｐ明朝" pitchFamily="18" charset="-128"/>
                <a:cs typeface="+mn-cs"/>
              </a:rPr>
              <a:t>NLB</a:t>
            </a:r>
            <a:r>
              <a:rPr kumimoji="1" lang="ja-JP" altLang="en-US" sz="1200" b="0" i="0" kern="1200" dirty="0">
                <a:solidFill>
                  <a:schemeClr val="tx1"/>
                </a:solidFill>
                <a:effectLst/>
                <a:latin typeface="Times New Roman" pitchFamily="18" charset="0"/>
                <a:ea typeface="ＭＳ Ｐ明朝" pitchFamily="18" charset="-128"/>
                <a:cs typeface="+mn-cs"/>
              </a:rPr>
              <a:t>と</a:t>
            </a:r>
            <a:r>
              <a:rPr kumimoji="1" lang="en-US" altLang="ja-JP" sz="1200" b="0" i="0" kern="1200" dirty="0">
                <a:solidFill>
                  <a:schemeClr val="tx1"/>
                </a:solidFill>
                <a:effectLst/>
                <a:latin typeface="Times New Roman" pitchFamily="18" charset="0"/>
                <a:ea typeface="ＭＳ Ｐ明朝" pitchFamily="18" charset="-128"/>
                <a:cs typeface="+mn-cs"/>
              </a:rPr>
              <a:t>MQTT</a:t>
            </a:r>
            <a:r>
              <a:rPr kumimoji="1" lang="ja-JP" altLang="en-US" sz="1200" b="0" i="0" kern="1200" dirty="0">
                <a:solidFill>
                  <a:schemeClr val="tx1"/>
                </a:solidFill>
                <a:effectLst/>
                <a:latin typeface="Times New Roman" pitchFamily="18" charset="0"/>
                <a:ea typeface="ＭＳ Ｐ明朝" pitchFamily="18" charset="-128"/>
                <a:cs typeface="+mn-cs"/>
              </a:rPr>
              <a:t>ブローカーを組み合わせることで</a:t>
            </a:r>
            <a:r>
              <a:rPr kumimoji="1" lang="en-US" altLang="ja-JP" sz="1200" b="0" i="0" kern="1200" dirty="0">
                <a:solidFill>
                  <a:schemeClr val="tx1"/>
                </a:solidFill>
                <a:effectLst/>
                <a:latin typeface="Times New Roman" pitchFamily="18" charset="0"/>
                <a:ea typeface="ＭＳ Ｐ明朝" pitchFamily="18" charset="-128"/>
                <a:cs typeface="+mn-cs"/>
              </a:rPr>
              <a:t>AWS IoT</a:t>
            </a:r>
            <a:r>
              <a:rPr kumimoji="1" lang="ja-JP" altLang="en-US" sz="1200" b="0" i="0" kern="1200" dirty="0">
                <a:solidFill>
                  <a:schemeClr val="tx1"/>
                </a:solidFill>
                <a:effectLst/>
                <a:latin typeface="Times New Roman" pitchFamily="18" charset="0"/>
                <a:ea typeface="ＭＳ Ｐ明朝" pitchFamily="18" charset="-128"/>
                <a:cs typeface="+mn-cs"/>
              </a:rPr>
              <a:t>相当のものが自前で構築できるようになりました。</a:t>
            </a:r>
            <a:endParaRPr kumimoji="1" lang="ja-JP" altLang="en-US" dirty="0"/>
          </a:p>
        </p:txBody>
      </p:sp>
      <p:sp>
        <p:nvSpPr>
          <p:cNvPr id="4" name="スライド番号プレースホルダー 3"/>
          <p:cNvSpPr>
            <a:spLocks noGrp="1"/>
          </p:cNvSpPr>
          <p:nvPr>
            <p:ph type="sldNum" sz="quarter" idx="5"/>
          </p:nvPr>
        </p:nvSpPr>
        <p:spPr/>
        <p:txBody>
          <a:bodyPr/>
          <a:lstStyle/>
          <a:p>
            <a:fld id="{AA59C432-3B8C-4DAF-9FB9-33E1F8887A75}" type="slidenum">
              <a:rPr lang="en-US" altLang="ja-JP" smtClean="0"/>
              <a:pPr/>
              <a:t>53</a:t>
            </a:fld>
            <a:endParaRPr lang="en-US" altLang="ja-JP"/>
          </a:p>
        </p:txBody>
      </p:sp>
    </p:spTree>
    <p:extLst>
      <p:ext uri="{BB962C8B-B14F-4D97-AF65-F5344CB8AC3E}">
        <p14:creationId xmlns:p14="http://schemas.microsoft.com/office/powerpoint/2010/main" val="178756913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altLang="ja-JP" dirty="0">
                <a:solidFill>
                  <a:srgbClr val="333333"/>
                </a:solidFill>
                <a:latin typeface="游ゴシック" panose="020B0400000000000000" pitchFamily="50" charset="-128"/>
                <a:ea typeface="游ゴシック" panose="020B0400000000000000" pitchFamily="50" charset="-128"/>
              </a:rPr>
              <a:t>ALB, ELB (Classic ELB) </a:t>
            </a:r>
            <a:r>
              <a:rPr lang="ja-JP" altLang="en-US" dirty="0">
                <a:solidFill>
                  <a:srgbClr val="333333"/>
                </a:solidFill>
                <a:latin typeface="游ゴシック" panose="020B0400000000000000" pitchFamily="50" charset="-128"/>
                <a:ea typeface="游ゴシック" panose="020B0400000000000000" pitchFamily="50" charset="-128"/>
              </a:rPr>
              <a:t>は所謂リバースプロキシで、ロードバランサで一旦全てのリクエストを受けきって、ロードバランサの</a:t>
            </a:r>
            <a:r>
              <a:rPr lang="en-US" altLang="ja-JP" dirty="0" err="1">
                <a:solidFill>
                  <a:srgbClr val="333333"/>
                </a:solidFill>
                <a:latin typeface="游ゴシック" panose="020B0400000000000000" pitchFamily="50" charset="-128"/>
                <a:ea typeface="游ゴシック" panose="020B0400000000000000" pitchFamily="50" charset="-128"/>
              </a:rPr>
              <a:t>SourceIP</a:t>
            </a:r>
            <a:r>
              <a:rPr lang="ja-JP" altLang="en-US" dirty="0">
                <a:solidFill>
                  <a:srgbClr val="333333"/>
                </a:solidFill>
                <a:latin typeface="游ゴシック" panose="020B0400000000000000" pitchFamily="50" charset="-128"/>
                <a:ea typeface="游ゴシック" panose="020B0400000000000000" pitchFamily="50" charset="-128"/>
              </a:rPr>
              <a:t>でバックエンドにリクエストを飛ばします。当然レスポンスが戻って来るので、それを受け止めてリクエスタ</a:t>
            </a:r>
            <a:r>
              <a:rPr lang="en-US" altLang="ja-JP" dirty="0">
                <a:solidFill>
                  <a:srgbClr val="333333"/>
                </a:solidFill>
                <a:latin typeface="游ゴシック" panose="020B0400000000000000" pitchFamily="50" charset="-128"/>
                <a:ea typeface="游ゴシック" panose="020B0400000000000000" pitchFamily="50" charset="-128"/>
              </a:rPr>
              <a:t>(</a:t>
            </a:r>
            <a:r>
              <a:rPr lang="ja-JP" altLang="en-US" dirty="0">
                <a:solidFill>
                  <a:srgbClr val="333333"/>
                </a:solidFill>
                <a:latin typeface="游ゴシック" panose="020B0400000000000000" pitchFamily="50" charset="-128"/>
                <a:ea typeface="游ゴシック" panose="020B0400000000000000" pitchFamily="50" charset="-128"/>
              </a:rPr>
              <a:t>エンドユーザーのブラウザ等</a:t>
            </a:r>
            <a:r>
              <a:rPr lang="en-US" altLang="ja-JP" dirty="0">
                <a:solidFill>
                  <a:srgbClr val="333333"/>
                </a:solidFill>
                <a:latin typeface="游ゴシック" panose="020B0400000000000000" pitchFamily="50" charset="-128"/>
                <a:ea typeface="游ゴシック" panose="020B0400000000000000" pitchFamily="50" charset="-128"/>
              </a:rPr>
              <a:t>)</a:t>
            </a:r>
            <a:r>
              <a:rPr lang="ja-JP" altLang="en-US" dirty="0">
                <a:solidFill>
                  <a:srgbClr val="333333"/>
                </a:solidFill>
                <a:latin typeface="游ゴシック" panose="020B0400000000000000" pitchFamily="50" charset="-128"/>
                <a:ea typeface="游ゴシック" panose="020B0400000000000000" pitchFamily="50" charset="-128"/>
              </a:rPr>
              <a:t>に返します。</a:t>
            </a:r>
            <a:endParaRPr lang="ja-JP" altLang="en-US" dirty="0"/>
          </a:p>
          <a:p>
            <a:endParaRPr lang="en-US" altLang="ja-JP" dirty="0"/>
          </a:p>
          <a:p>
            <a:endParaRPr lang="en-US" altLang="ja-JP" dirty="0"/>
          </a:p>
          <a:p>
            <a:r>
              <a:rPr lang="ja-JP" altLang="en-US" dirty="0">
                <a:solidFill>
                  <a:srgbClr val="333333"/>
                </a:solidFill>
                <a:latin typeface="游ゴシック" panose="020B0400000000000000" pitchFamily="50" charset="-128"/>
                <a:ea typeface="游ゴシック" panose="020B0400000000000000" pitchFamily="50" charset="-128"/>
              </a:rPr>
              <a:t>対して </a:t>
            </a:r>
            <a:r>
              <a:rPr lang="en-US" altLang="ja-JP" dirty="0">
                <a:solidFill>
                  <a:srgbClr val="333333"/>
                </a:solidFill>
                <a:latin typeface="游ゴシック" panose="020B0400000000000000" pitchFamily="50" charset="-128"/>
                <a:ea typeface="游ゴシック" panose="020B0400000000000000" pitchFamily="50" charset="-128"/>
              </a:rPr>
              <a:t>NLB </a:t>
            </a:r>
            <a:r>
              <a:rPr lang="ja-JP" altLang="en-US" dirty="0">
                <a:solidFill>
                  <a:srgbClr val="333333"/>
                </a:solidFill>
                <a:latin typeface="游ゴシック" panose="020B0400000000000000" pitchFamily="50" charset="-128"/>
                <a:ea typeface="游ゴシック" panose="020B0400000000000000" pitchFamily="50" charset="-128"/>
              </a:rPr>
              <a:t>はリバースプロキシではないです。厳密には</a:t>
            </a:r>
            <a:r>
              <a:rPr lang="en-US" altLang="ja-JP" dirty="0">
                <a:solidFill>
                  <a:srgbClr val="333333"/>
                </a:solidFill>
                <a:latin typeface="游ゴシック" panose="020B0400000000000000" pitchFamily="50" charset="-128"/>
                <a:ea typeface="游ゴシック" panose="020B0400000000000000" pitchFamily="50" charset="-128"/>
              </a:rPr>
              <a:t>DSR</a:t>
            </a:r>
            <a:r>
              <a:rPr lang="ja-JP" altLang="en-US" dirty="0">
                <a:solidFill>
                  <a:srgbClr val="333333"/>
                </a:solidFill>
                <a:latin typeface="游ゴシック" panose="020B0400000000000000" pitchFamily="50" charset="-128"/>
                <a:ea typeface="游ゴシック" panose="020B0400000000000000" pitchFamily="50" charset="-128"/>
              </a:rPr>
              <a:t>とも違う？らしいですが、ロードバランサが一旦リクエストを受ける</a:t>
            </a:r>
            <a:r>
              <a:rPr lang="en-US" altLang="ja-JP" dirty="0">
                <a:solidFill>
                  <a:srgbClr val="333333"/>
                </a:solidFill>
                <a:latin typeface="游ゴシック" panose="020B0400000000000000" pitchFamily="50" charset="-128"/>
                <a:ea typeface="游ゴシック" panose="020B0400000000000000" pitchFamily="50" charset="-128"/>
              </a:rPr>
              <a:t>… </a:t>
            </a:r>
            <a:r>
              <a:rPr lang="ja-JP" altLang="en-US" dirty="0">
                <a:solidFill>
                  <a:srgbClr val="333333"/>
                </a:solidFill>
                <a:latin typeface="游ゴシック" panose="020B0400000000000000" pitchFamily="50" charset="-128"/>
                <a:ea typeface="游ゴシック" panose="020B0400000000000000" pitchFamily="50" charset="-128"/>
              </a:rPr>
              <a:t>の動きがなく、いきなりバックエンドのインスタンスにリクエストが来ます</a:t>
            </a:r>
            <a:r>
              <a:rPr lang="en-US" altLang="ja-JP" dirty="0">
                <a:solidFill>
                  <a:srgbClr val="333333"/>
                </a:solidFill>
                <a:latin typeface="游ゴシック" panose="020B0400000000000000" pitchFamily="50" charset="-128"/>
                <a:ea typeface="游ゴシック" panose="020B0400000000000000" pitchFamily="50" charset="-128"/>
              </a:rPr>
              <a:t>(</a:t>
            </a:r>
            <a:r>
              <a:rPr lang="ja-JP" altLang="en-US" dirty="0">
                <a:solidFill>
                  <a:srgbClr val="333333"/>
                </a:solidFill>
                <a:latin typeface="游ゴシック" panose="020B0400000000000000" pitchFamily="50" charset="-128"/>
                <a:ea typeface="游ゴシック" panose="020B0400000000000000" pitchFamily="50" charset="-128"/>
              </a:rPr>
              <a:t>来たように見えますが正しい</a:t>
            </a:r>
            <a:r>
              <a:rPr lang="en-US" altLang="ja-JP" dirty="0">
                <a:solidFill>
                  <a:srgbClr val="333333"/>
                </a:solidFill>
                <a:latin typeface="游ゴシック" panose="020B0400000000000000" pitchFamily="50" charset="-128"/>
                <a:ea typeface="游ゴシック" panose="020B0400000000000000" pitchFamily="50" charset="-128"/>
              </a:rPr>
              <a:t>)</a:t>
            </a:r>
            <a:r>
              <a:rPr lang="ja-JP" altLang="en-US" dirty="0">
                <a:solidFill>
                  <a:srgbClr val="333333"/>
                </a:solidFill>
                <a:latin typeface="游ゴシック" panose="020B0400000000000000" pitchFamily="50" charset="-128"/>
                <a:ea typeface="游ゴシック" panose="020B0400000000000000" pitchFamily="50" charset="-128"/>
              </a:rPr>
              <a:t>そして、ロードバランサを介さずレスポンスが戻ります。</a:t>
            </a:r>
            <a:endParaRPr lang="en-US" altLang="ja-JP" dirty="0">
              <a:solidFill>
                <a:srgbClr val="333333"/>
              </a:solidFill>
              <a:latin typeface="游ゴシック" panose="020B0400000000000000" pitchFamily="50" charset="-128"/>
              <a:ea typeface="游ゴシック" panose="020B0400000000000000" pitchFamily="50" charset="-128"/>
            </a:endParaRPr>
          </a:p>
          <a:p>
            <a:endParaRPr lang="en-US" altLang="ja-JP" dirty="0">
              <a:solidFill>
                <a:srgbClr val="333333"/>
              </a:solidFill>
              <a:latin typeface="游ゴシック" panose="020B0400000000000000" pitchFamily="50" charset="-128"/>
              <a:ea typeface="游ゴシック" panose="020B0400000000000000" pitchFamily="50" charset="-128"/>
            </a:endParaRPr>
          </a:p>
          <a:p>
            <a:endParaRPr lang="en-US" altLang="ja-JP" dirty="0"/>
          </a:p>
          <a:p>
            <a:r>
              <a:rPr lang="en-US" altLang="ja-JP" dirty="0"/>
              <a:t>LB</a:t>
            </a:r>
            <a:r>
              <a:rPr lang="ja-JP" altLang="en-US" dirty="0"/>
              <a:t>自身がヘルスチェックをせずに特定の</a:t>
            </a:r>
            <a:r>
              <a:rPr lang="en-US" altLang="ja-JP" dirty="0"/>
              <a:t>IP</a:t>
            </a:r>
            <a:r>
              <a:rPr lang="ja-JP" altLang="en-US" dirty="0"/>
              <a:t>アドレスからヘルスチェックが飛んでくる</a:t>
            </a:r>
            <a:r>
              <a:rPr kumimoji="1" lang="ja-JP" altLang="en-US" sz="1200" b="0" i="0" kern="1200" dirty="0">
                <a:solidFill>
                  <a:schemeClr val="tx1"/>
                </a:solidFill>
                <a:effectLst/>
                <a:latin typeface="Times New Roman" pitchFamily="18" charset="0"/>
                <a:ea typeface="ＭＳ Ｐ明朝" pitchFamily="18" charset="-128"/>
                <a:cs typeface="+mn-cs"/>
              </a:rPr>
              <a:t>、です。この特定の</a:t>
            </a:r>
            <a:r>
              <a:rPr kumimoji="1" lang="en-US" altLang="ja-JP" sz="1200" b="0" i="0" kern="1200" dirty="0">
                <a:solidFill>
                  <a:schemeClr val="tx1"/>
                </a:solidFill>
                <a:effectLst/>
                <a:latin typeface="Times New Roman" pitchFamily="18" charset="0"/>
                <a:ea typeface="ＭＳ Ｐ明朝" pitchFamily="18" charset="-128"/>
                <a:cs typeface="+mn-cs"/>
              </a:rPr>
              <a:t>IP</a:t>
            </a:r>
            <a:r>
              <a:rPr kumimoji="1" lang="ja-JP" altLang="en-US" sz="1200" b="0" i="0" kern="1200" dirty="0">
                <a:solidFill>
                  <a:schemeClr val="tx1"/>
                </a:solidFill>
                <a:effectLst/>
                <a:latin typeface="Times New Roman" pitchFamily="18" charset="0"/>
                <a:ea typeface="ＭＳ Ｐ明朝" pitchFamily="18" charset="-128"/>
                <a:cs typeface="+mn-cs"/>
              </a:rPr>
              <a:t>とは、プロジェクト</a:t>
            </a:r>
            <a:r>
              <a:rPr kumimoji="1" lang="en-US" altLang="ja-JP" sz="1200" b="0" i="0" kern="1200" dirty="0">
                <a:solidFill>
                  <a:schemeClr val="tx1"/>
                </a:solidFill>
                <a:effectLst/>
                <a:latin typeface="Times New Roman" pitchFamily="18" charset="0"/>
                <a:ea typeface="ＭＳ Ｐ明朝" pitchFamily="18" charset="-128"/>
                <a:cs typeface="+mn-cs"/>
              </a:rPr>
              <a:t>(AWS</a:t>
            </a:r>
            <a:r>
              <a:rPr kumimoji="1" lang="ja-JP" altLang="en-US" sz="1200" b="0" i="0" kern="1200" dirty="0">
                <a:solidFill>
                  <a:schemeClr val="tx1"/>
                </a:solidFill>
                <a:effectLst/>
                <a:latin typeface="Times New Roman" pitchFamily="18" charset="0"/>
                <a:ea typeface="ＭＳ Ｐ明朝" pitchFamily="18" charset="-128"/>
                <a:cs typeface="+mn-cs"/>
              </a:rPr>
              <a:t>で言うところのアカウント</a:t>
            </a:r>
            <a:r>
              <a:rPr kumimoji="1" lang="en-US" altLang="ja-JP" sz="1200" b="0" i="0" kern="1200" dirty="0">
                <a:solidFill>
                  <a:schemeClr val="tx1"/>
                </a:solidFill>
                <a:effectLst/>
                <a:latin typeface="Times New Roman" pitchFamily="18" charset="0"/>
                <a:ea typeface="ＭＳ Ｐ明朝" pitchFamily="18" charset="-128"/>
                <a:cs typeface="+mn-cs"/>
              </a:rPr>
              <a:t>)</a:t>
            </a:r>
            <a:r>
              <a:rPr kumimoji="1" lang="ja-JP" altLang="en-US" sz="1200" b="0" i="0" kern="1200" dirty="0">
                <a:solidFill>
                  <a:schemeClr val="tx1"/>
                </a:solidFill>
                <a:effectLst/>
                <a:latin typeface="Times New Roman" pitchFamily="18" charset="0"/>
                <a:ea typeface="ＭＳ Ｐ明朝" pitchFamily="18" charset="-128"/>
                <a:cs typeface="+mn-cs"/>
              </a:rPr>
              <a:t>が異なっても同じです。なので、ヘルスチェックだけを通す・殺すは一応可能です。</a:t>
            </a:r>
            <a:endParaRPr kumimoji="1" lang="en-US" altLang="ja-JP" sz="1200" b="0" i="0" kern="1200" dirty="0">
              <a:solidFill>
                <a:schemeClr val="tx1"/>
              </a:solidFill>
              <a:effectLst/>
              <a:latin typeface="Times New Roman" pitchFamily="18" charset="0"/>
              <a:ea typeface="ＭＳ Ｐ明朝" pitchFamily="18" charset="-128"/>
              <a:cs typeface="+mn-cs"/>
            </a:endParaRPr>
          </a:p>
          <a:p>
            <a:endParaRPr kumimoji="1" lang="en-US" altLang="ja-JP" sz="1200" b="0" i="0" kern="1200" dirty="0">
              <a:solidFill>
                <a:schemeClr val="tx1"/>
              </a:solidFill>
              <a:effectLst/>
              <a:latin typeface="Times New Roman" pitchFamily="18" charset="0"/>
              <a:ea typeface="ＭＳ Ｐ明朝" pitchFamily="18" charset="-128"/>
              <a:cs typeface="+mn-cs"/>
            </a:endParaRPr>
          </a:p>
          <a:p>
            <a:r>
              <a:rPr kumimoji="1" lang="en-US" altLang="ja-JP" sz="1200" b="0" i="0" kern="1200" dirty="0">
                <a:solidFill>
                  <a:schemeClr val="tx1"/>
                </a:solidFill>
                <a:effectLst/>
                <a:latin typeface="Times New Roman" pitchFamily="18" charset="0"/>
                <a:ea typeface="ＭＳ Ｐ明朝" pitchFamily="18" charset="-128"/>
                <a:cs typeface="+mn-cs"/>
              </a:rPr>
              <a:t>NLB</a:t>
            </a:r>
            <a:r>
              <a:rPr kumimoji="1" lang="ja-JP" altLang="en-US" sz="1200" b="0" i="0" kern="1200" dirty="0">
                <a:solidFill>
                  <a:schemeClr val="tx1"/>
                </a:solidFill>
                <a:effectLst/>
                <a:latin typeface="Times New Roman" pitchFamily="18" charset="0"/>
                <a:ea typeface="ＭＳ Ｐ明朝" pitchFamily="18" charset="-128"/>
                <a:cs typeface="+mn-cs"/>
              </a:rPr>
              <a:t>の登場により、</a:t>
            </a:r>
            <a:r>
              <a:rPr kumimoji="1" lang="en-US" altLang="ja-JP" sz="1200" b="0" i="0" kern="1200" dirty="0">
                <a:solidFill>
                  <a:schemeClr val="tx1"/>
                </a:solidFill>
                <a:effectLst/>
                <a:latin typeface="Times New Roman" pitchFamily="18" charset="0"/>
                <a:ea typeface="ＭＳ Ｐ明朝" pitchFamily="18" charset="-128"/>
                <a:cs typeface="+mn-cs"/>
              </a:rPr>
              <a:t>NLB</a:t>
            </a:r>
            <a:r>
              <a:rPr kumimoji="1" lang="ja-JP" altLang="en-US" sz="1200" b="0" i="0" kern="1200" dirty="0">
                <a:solidFill>
                  <a:schemeClr val="tx1"/>
                </a:solidFill>
                <a:effectLst/>
                <a:latin typeface="Times New Roman" pitchFamily="18" charset="0"/>
                <a:ea typeface="ＭＳ Ｐ明朝" pitchFamily="18" charset="-128"/>
                <a:cs typeface="+mn-cs"/>
              </a:rPr>
              <a:t>と</a:t>
            </a:r>
            <a:r>
              <a:rPr kumimoji="1" lang="en-US" altLang="ja-JP" sz="1200" b="0" i="0" kern="1200" dirty="0">
                <a:solidFill>
                  <a:schemeClr val="tx1"/>
                </a:solidFill>
                <a:effectLst/>
                <a:latin typeface="Times New Roman" pitchFamily="18" charset="0"/>
                <a:ea typeface="ＭＳ Ｐ明朝" pitchFamily="18" charset="-128"/>
                <a:cs typeface="+mn-cs"/>
              </a:rPr>
              <a:t>MQTT</a:t>
            </a:r>
            <a:r>
              <a:rPr kumimoji="1" lang="ja-JP" altLang="en-US" sz="1200" b="0" i="0" kern="1200" dirty="0">
                <a:solidFill>
                  <a:schemeClr val="tx1"/>
                </a:solidFill>
                <a:effectLst/>
                <a:latin typeface="Times New Roman" pitchFamily="18" charset="0"/>
                <a:ea typeface="ＭＳ Ｐ明朝" pitchFamily="18" charset="-128"/>
                <a:cs typeface="+mn-cs"/>
              </a:rPr>
              <a:t>ブローカーを組み合わせることで</a:t>
            </a:r>
            <a:r>
              <a:rPr kumimoji="1" lang="en-US" altLang="ja-JP" sz="1200" b="0" i="0" kern="1200" dirty="0">
                <a:solidFill>
                  <a:schemeClr val="tx1"/>
                </a:solidFill>
                <a:effectLst/>
                <a:latin typeface="Times New Roman" pitchFamily="18" charset="0"/>
                <a:ea typeface="ＭＳ Ｐ明朝" pitchFamily="18" charset="-128"/>
                <a:cs typeface="+mn-cs"/>
              </a:rPr>
              <a:t>AWS IoT</a:t>
            </a:r>
            <a:r>
              <a:rPr kumimoji="1" lang="ja-JP" altLang="en-US" sz="1200" b="0" i="0" kern="1200" dirty="0">
                <a:solidFill>
                  <a:schemeClr val="tx1"/>
                </a:solidFill>
                <a:effectLst/>
                <a:latin typeface="Times New Roman" pitchFamily="18" charset="0"/>
                <a:ea typeface="ＭＳ Ｐ明朝" pitchFamily="18" charset="-128"/>
                <a:cs typeface="+mn-cs"/>
              </a:rPr>
              <a:t>相当のものが自前で構築できるようになりました。</a:t>
            </a:r>
            <a:endParaRPr kumimoji="1" lang="ja-JP" altLang="en-US" dirty="0"/>
          </a:p>
        </p:txBody>
      </p:sp>
      <p:sp>
        <p:nvSpPr>
          <p:cNvPr id="4" name="スライド番号プレースホルダー 3"/>
          <p:cNvSpPr>
            <a:spLocks noGrp="1"/>
          </p:cNvSpPr>
          <p:nvPr>
            <p:ph type="sldNum" sz="quarter" idx="5"/>
          </p:nvPr>
        </p:nvSpPr>
        <p:spPr/>
        <p:txBody>
          <a:bodyPr/>
          <a:lstStyle/>
          <a:p>
            <a:fld id="{AA59C432-3B8C-4DAF-9FB9-33E1F8887A75}" type="slidenum">
              <a:rPr lang="en-US" altLang="ja-JP" smtClean="0"/>
              <a:pPr/>
              <a:t>54</a:t>
            </a:fld>
            <a:endParaRPr lang="en-US" altLang="ja-JP"/>
          </a:p>
        </p:txBody>
      </p:sp>
    </p:spTree>
    <p:extLst>
      <p:ext uri="{BB962C8B-B14F-4D97-AF65-F5344CB8AC3E}">
        <p14:creationId xmlns:p14="http://schemas.microsoft.com/office/powerpoint/2010/main" val="950303308"/>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altLang="ja-JP" dirty="0">
                <a:solidFill>
                  <a:srgbClr val="333333"/>
                </a:solidFill>
                <a:latin typeface="游ゴシック" panose="020B0400000000000000" pitchFamily="50" charset="-128"/>
                <a:ea typeface="游ゴシック" panose="020B0400000000000000" pitchFamily="50" charset="-128"/>
              </a:rPr>
              <a:t>ALB, ELB (Classic ELB) </a:t>
            </a:r>
            <a:r>
              <a:rPr lang="ja-JP" altLang="en-US" dirty="0">
                <a:solidFill>
                  <a:srgbClr val="333333"/>
                </a:solidFill>
                <a:latin typeface="游ゴシック" panose="020B0400000000000000" pitchFamily="50" charset="-128"/>
                <a:ea typeface="游ゴシック" panose="020B0400000000000000" pitchFamily="50" charset="-128"/>
              </a:rPr>
              <a:t>は所謂リバースプロキシで、ロードバランサで一旦全てのリクエストを受けきって、ロードバランサの</a:t>
            </a:r>
            <a:r>
              <a:rPr lang="en-US" altLang="ja-JP" dirty="0" err="1">
                <a:solidFill>
                  <a:srgbClr val="333333"/>
                </a:solidFill>
                <a:latin typeface="游ゴシック" panose="020B0400000000000000" pitchFamily="50" charset="-128"/>
                <a:ea typeface="游ゴシック" panose="020B0400000000000000" pitchFamily="50" charset="-128"/>
              </a:rPr>
              <a:t>SourceIP</a:t>
            </a:r>
            <a:r>
              <a:rPr lang="ja-JP" altLang="en-US" dirty="0">
                <a:solidFill>
                  <a:srgbClr val="333333"/>
                </a:solidFill>
                <a:latin typeface="游ゴシック" panose="020B0400000000000000" pitchFamily="50" charset="-128"/>
                <a:ea typeface="游ゴシック" panose="020B0400000000000000" pitchFamily="50" charset="-128"/>
              </a:rPr>
              <a:t>でバックエンドにリクエストを飛ばします。当然レスポンスが戻って来るので、それを受け止めてリクエスタ</a:t>
            </a:r>
            <a:r>
              <a:rPr lang="en-US" altLang="ja-JP" dirty="0">
                <a:solidFill>
                  <a:srgbClr val="333333"/>
                </a:solidFill>
                <a:latin typeface="游ゴシック" panose="020B0400000000000000" pitchFamily="50" charset="-128"/>
                <a:ea typeface="游ゴシック" panose="020B0400000000000000" pitchFamily="50" charset="-128"/>
              </a:rPr>
              <a:t>(</a:t>
            </a:r>
            <a:r>
              <a:rPr lang="ja-JP" altLang="en-US" dirty="0">
                <a:solidFill>
                  <a:srgbClr val="333333"/>
                </a:solidFill>
                <a:latin typeface="游ゴシック" panose="020B0400000000000000" pitchFamily="50" charset="-128"/>
                <a:ea typeface="游ゴシック" panose="020B0400000000000000" pitchFamily="50" charset="-128"/>
              </a:rPr>
              <a:t>エンドユーザーのブラウザ等</a:t>
            </a:r>
            <a:r>
              <a:rPr lang="en-US" altLang="ja-JP" dirty="0">
                <a:solidFill>
                  <a:srgbClr val="333333"/>
                </a:solidFill>
                <a:latin typeface="游ゴシック" panose="020B0400000000000000" pitchFamily="50" charset="-128"/>
                <a:ea typeface="游ゴシック" panose="020B0400000000000000" pitchFamily="50" charset="-128"/>
              </a:rPr>
              <a:t>)</a:t>
            </a:r>
            <a:r>
              <a:rPr lang="ja-JP" altLang="en-US" dirty="0">
                <a:solidFill>
                  <a:srgbClr val="333333"/>
                </a:solidFill>
                <a:latin typeface="游ゴシック" panose="020B0400000000000000" pitchFamily="50" charset="-128"/>
                <a:ea typeface="游ゴシック" panose="020B0400000000000000" pitchFamily="50" charset="-128"/>
              </a:rPr>
              <a:t>に返します。</a:t>
            </a:r>
            <a:endParaRPr lang="ja-JP" altLang="en-US" dirty="0"/>
          </a:p>
          <a:p>
            <a:endParaRPr lang="en-US" altLang="ja-JP" dirty="0"/>
          </a:p>
          <a:p>
            <a:endParaRPr lang="en-US" altLang="ja-JP" dirty="0"/>
          </a:p>
          <a:p>
            <a:r>
              <a:rPr lang="ja-JP" altLang="en-US" dirty="0">
                <a:solidFill>
                  <a:srgbClr val="333333"/>
                </a:solidFill>
                <a:latin typeface="游ゴシック" panose="020B0400000000000000" pitchFamily="50" charset="-128"/>
                <a:ea typeface="游ゴシック" panose="020B0400000000000000" pitchFamily="50" charset="-128"/>
              </a:rPr>
              <a:t>対して </a:t>
            </a:r>
            <a:r>
              <a:rPr lang="en-US" altLang="ja-JP" dirty="0">
                <a:solidFill>
                  <a:srgbClr val="333333"/>
                </a:solidFill>
                <a:latin typeface="游ゴシック" panose="020B0400000000000000" pitchFamily="50" charset="-128"/>
                <a:ea typeface="游ゴシック" panose="020B0400000000000000" pitchFamily="50" charset="-128"/>
              </a:rPr>
              <a:t>NLB </a:t>
            </a:r>
            <a:r>
              <a:rPr lang="ja-JP" altLang="en-US" dirty="0">
                <a:solidFill>
                  <a:srgbClr val="333333"/>
                </a:solidFill>
                <a:latin typeface="游ゴシック" panose="020B0400000000000000" pitchFamily="50" charset="-128"/>
                <a:ea typeface="游ゴシック" panose="020B0400000000000000" pitchFamily="50" charset="-128"/>
              </a:rPr>
              <a:t>はリバースプロキシではないです。厳密には</a:t>
            </a:r>
            <a:r>
              <a:rPr lang="en-US" altLang="ja-JP" dirty="0">
                <a:solidFill>
                  <a:srgbClr val="333333"/>
                </a:solidFill>
                <a:latin typeface="游ゴシック" panose="020B0400000000000000" pitchFamily="50" charset="-128"/>
                <a:ea typeface="游ゴシック" panose="020B0400000000000000" pitchFamily="50" charset="-128"/>
              </a:rPr>
              <a:t>DSR</a:t>
            </a:r>
            <a:r>
              <a:rPr lang="ja-JP" altLang="en-US" dirty="0">
                <a:solidFill>
                  <a:srgbClr val="333333"/>
                </a:solidFill>
                <a:latin typeface="游ゴシック" panose="020B0400000000000000" pitchFamily="50" charset="-128"/>
                <a:ea typeface="游ゴシック" panose="020B0400000000000000" pitchFamily="50" charset="-128"/>
              </a:rPr>
              <a:t>とも違う？らしいですが、ロードバランサが一旦リクエストを受ける</a:t>
            </a:r>
            <a:r>
              <a:rPr lang="en-US" altLang="ja-JP" dirty="0">
                <a:solidFill>
                  <a:srgbClr val="333333"/>
                </a:solidFill>
                <a:latin typeface="游ゴシック" panose="020B0400000000000000" pitchFamily="50" charset="-128"/>
                <a:ea typeface="游ゴシック" panose="020B0400000000000000" pitchFamily="50" charset="-128"/>
              </a:rPr>
              <a:t>… </a:t>
            </a:r>
            <a:r>
              <a:rPr lang="ja-JP" altLang="en-US" dirty="0">
                <a:solidFill>
                  <a:srgbClr val="333333"/>
                </a:solidFill>
                <a:latin typeface="游ゴシック" panose="020B0400000000000000" pitchFamily="50" charset="-128"/>
                <a:ea typeface="游ゴシック" panose="020B0400000000000000" pitchFamily="50" charset="-128"/>
              </a:rPr>
              <a:t>の動きがなく、いきなりバックエンドのインスタンスにリクエストが来ます</a:t>
            </a:r>
            <a:r>
              <a:rPr lang="en-US" altLang="ja-JP" dirty="0">
                <a:solidFill>
                  <a:srgbClr val="333333"/>
                </a:solidFill>
                <a:latin typeface="游ゴシック" panose="020B0400000000000000" pitchFamily="50" charset="-128"/>
                <a:ea typeface="游ゴシック" panose="020B0400000000000000" pitchFamily="50" charset="-128"/>
              </a:rPr>
              <a:t>(</a:t>
            </a:r>
            <a:r>
              <a:rPr lang="ja-JP" altLang="en-US" dirty="0">
                <a:solidFill>
                  <a:srgbClr val="333333"/>
                </a:solidFill>
                <a:latin typeface="游ゴシック" panose="020B0400000000000000" pitchFamily="50" charset="-128"/>
                <a:ea typeface="游ゴシック" panose="020B0400000000000000" pitchFamily="50" charset="-128"/>
              </a:rPr>
              <a:t>来たように見えますが正しい</a:t>
            </a:r>
            <a:r>
              <a:rPr lang="en-US" altLang="ja-JP" dirty="0">
                <a:solidFill>
                  <a:srgbClr val="333333"/>
                </a:solidFill>
                <a:latin typeface="游ゴシック" panose="020B0400000000000000" pitchFamily="50" charset="-128"/>
                <a:ea typeface="游ゴシック" panose="020B0400000000000000" pitchFamily="50" charset="-128"/>
              </a:rPr>
              <a:t>)</a:t>
            </a:r>
            <a:r>
              <a:rPr lang="ja-JP" altLang="en-US" dirty="0">
                <a:solidFill>
                  <a:srgbClr val="333333"/>
                </a:solidFill>
                <a:latin typeface="游ゴシック" panose="020B0400000000000000" pitchFamily="50" charset="-128"/>
                <a:ea typeface="游ゴシック" panose="020B0400000000000000" pitchFamily="50" charset="-128"/>
              </a:rPr>
              <a:t>そして、ロードバランサを介さずレスポンスが戻ります。</a:t>
            </a:r>
            <a:endParaRPr lang="en-US" altLang="ja-JP" dirty="0">
              <a:solidFill>
                <a:srgbClr val="333333"/>
              </a:solidFill>
              <a:latin typeface="游ゴシック" panose="020B0400000000000000" pitchFamily="50" charset="-128"/>
              <a:ea typeface="游ゴシック" panose="020B0400000000000000" pitchFamily="50" charset="-128"/>
            </a:endParaRPr>
          </a:p>
          <a:p>
            <a:endParaRPr lang="en-US" altLang="ja-JP" dirty="0">
              <a:solidFill>
                <a:srgbClr val="333333"/>
              </a:solidFill>
              <a:latin typeface="游ゴシック" panose="020B0400000000000000" pitchFamily="50" charset="-128"/>
              <a:ea typeface="游ゴシック" panose="020B0400000000000000" pitchFamily="50" charset="-128"/>
            </a:endParaRPr>
          </a:p>
          <a:p>
            <a:endParaRPr lang="en-US" altLang="ja-JP" dirty="0"/>
          </a:p>
          <a:p>
            <a:r>
              <a:rPr lang="en-US" altLang="ja-JP" dirty="0"/>
              <a:t>LB</a:t>
            </a:r>
            <a:r>
              <a:rPr lang="ja-JP" altLang="en-US" dirty="0"/>
              <a:t>自身がヘルスチェックをせずに特定の</a:t>
            </a:r>
            <a:r>
              <a:rPr lang="en-US" altLang="ja-JP" dirty="0"/>
              <a:t>IP</a:t>
            </a:r>
            <a:r>
              <a:rPr lang="ja-JP" altLang="en-US" dirty="0"/>
              <a:t>アドレスからヘルスチェックが飛んでくる</a:t>
            </a:r>
            <a:r>
              <a:rPr kumimoji="1" lang="ja-JP" altLang="en-US" sz="1200" b="0" i="0" kern="1200" dirty="0">
                <a:solidFill>
                  <a:schemeClr val="tx1"/>
                </a:solidFill>
                <a:effectLst/>
                <a:latin typeface="Times New Roman" pitchFamily="18" charset="0"/>
                <a:ea typeface="ＭＳ Ｐ明朝" pitchFamily="18" charset="-128"/>
                <a:cs typeface="+mn-cs"/>
              </a:rPr>
              <a:t>、です。この特定の</a:t>
            </a:r>
            <a:r>
              <a:rPr kumimoji="1" lang="en-US" altLang="ja-JP" sz="1200" b="0" i="0" kern="1200" dirty="0">
                <a:solidFill>
                  <a:schemeClr val="tx1"/>
                </a:solidFill>
                <a:effectLst/>
                <a:latin typeface="Times New Roman" pitchFamily="18" charset="0"/>
                <a:ea typeface="ＭＳ Ｐ明朝" pitchFamily="18" charset="-128"/>
                <a:cs typeface="+mn-cs"/>
              </a:rPr>
              <a:t>IP</a:t>
            </a:r>
            <a:r>
              <a:rPr kumimoji="1" lang="ja-JP" altLang="en-US" sz="1200" b="0" i="0" kern="1200" dirty="0">
                <a:solidFill>
                  <a:schemeClr val="tx1"/>
                </a:solidFill>
                <a:effectLst/>
                <a:latin typeface="Times New Roman" pitchFamily="18" charset="0"/>
                <a:ea typeface="ＭＳ Ｐ明朝" pitchFamily="18" charset="-128"/>
                <a:cs typeface="+mn-cs"/>
              </a:rPr>
              <a:t>とは、プロジェクト</a:t>
            </a:r>
            <a:r>
              <a:rPr kumimoji="1" lang="en-US" altLang="ja-JP" sz="1200" b="0" i="0" kern="1200" dirty="0">
                <a:solidFill>
                  <a:schemeClr val="tx1"/>
                </a:solidFill>
                <a:effectLst/>
                <a:latin typeface="Times New Roman" pitchFamily="18" charset="0"/>
                <a:ea typeface="ＭＳ Ｐ明朝" pitchFamily="18" charset="-128"/>
                <a:cs typeface="+mn-cs"/>
              </a:rPr>
              <a:t>(AWS</a:t>
            </a:r>
            <a:r>
              <a:rPr kumimoji="1" lang="ja-JP" altLang="en-US" sz="1200" b="0" i="0" kern="1200" dirty="0">
                <a:solidFill>
                  <a:schemeClr val="tx1"/>
                </a:solidFill>
                <a:effectLst/>
                <a:latin typeface="Times New Roman" pitchFamily="18" charset="0"/>
                <a:ea typeface="ＭＳ Ｐ明朝" pitchFamily="18" charset="-128"/>
                <a:cs typeface="+mn-cs"/>
              </a:rPr>
              <a:t>で言うところのアカウント</a:t>
            </a:r>
            <a:r>
              <a:rPr kumimoji="1" lang="en-US" altLang="ja-JP" sz="1200" b="0" i="0" kern="1200" dirty="0">
                <a:solidFill>
                  <a:schemeClr val="tx1"/>
                </a:solidFill>
                <a:effectLst/>
                <a:latin typeface="Times New Roman" pitchFamily="18" charset="0"/>
                <a:ea typeface="ＭＳ Ｐ明朝" pitchFamily="18" charset="-128"/>
                <a:cs typeface="+mn-cs"/>
              </a:rPr>
              <a:t>)</a:t>
            </a:r>
            <a:r>
              <a:rPr kumimoji="1" lang="ja-JP" altLang="en-US" sz="1200" b="0" i="0" kern="1200" dirty="0">
                <a:solidFill>
                  <a:schemeClr val="tx1"/>
                </a:solidFill>
                <a:effectLst/>
                <a:latin typeface="Times New Roman" pitchFamily="18" charset="0"/>
                <a:ea typeface="ＭＳ Ｐ明朝" pitchFamily="18" charset="-128"/>
                <a:cs typeface="+mn-cs"/>
              </a:rPr>
              <a:t>が異なっても同じです。なので、ヘルスチェックだけを通す・殺すは一応可能です。</a:t>
            </a:r>
            <a:endParaRPr kumimoji="1" lang="en-US" altLang="ja-JP" sz="1200" b="0" i="0" kern="1200" dirty="0">
              <a:solidFill>
                <a:schemeClr val="tx1"/>
              </a:solidFill>
              <a:effectLst/>
              <a:latin typeface="Times New Roman" pitchFamily="18" charset="0"/>
              <a:ea typeface="ＭＳ Ｐ明朝" pitchFamily="18" charset="-128"/>
              <a:cs typeface="+mn-cs"/>
            </a:endParaRPr>
          </a:p>
          <a:p>
            <a:endParaRPr kumimoji="1" lang="en-US" altLang="ja-JP" sz="1200" b="0" i="0" kern="1200" dirty="0">
              <a:solidFill>
                <a:schemeClr val="tx1"/>
              </a:solidFill>
              <a:effectLst/>
              <a:latin typeface="Times New Roman" pitchFamily="18" charset="0"/>
              <a:ea typeface="ＭＳ Ｐ明朝" pitchFamily="18" charset="-128"/>
              <a:cs typeface="+mn-cs"/>
            </a:endParaRPr>
          </a:p>
          <a:p>
            <a:r>
              <a:rPr kumimoji="1" lang="en-US" altLang="ja-JP" sz="1200" b="0" i="0" kern="1200" dirty="0">
                <a:solidFill>
                  <a:schemeClr val="tx1"/>
                </a:solidFill>
                <a:effectLst/>
                <a:latin typeface="Times New Roman" pitchFamily="18" charset="0"/>
                <a:ea typeface="ＭＳ Ｐ明朝" pitchFamily="18" charset="-128"/>
                <a:cs typeface="+mn-cs"/>
              </a:rPr>
              <a:t>NLB</a:t>
            </a:r>
            <a:r>
              <a:rPr kumimoji="1" lang="ja-JP" altLang="en-US" sz="1200" b="0" i="0" kern="1200" dirty="0">
                <a:solidFill>
                  <a:schemeClr val="tx1"/>
                </a:solidFill>
                <a:effectLst/>
                <a:latin typeface="Times New Roman" pitchFamily="18" charset="0"/>
                <a:ea typeface="ＭＳ Ｐ明朝" pitchFamily="18" charset="-128"/>
                <a:cs typeface="+mn-cs"/>
              </a:rPr>
              <a:t>の登場により、</a:t>
            </a:r>
            <a:r>
              <a:rPr kumimoji="1" lang="en-US" altLang="ja-JP" sz="1200" b="0" i="0" kern="1200" dirty="0">
                <a:solidFill>
                  <a:schemeClr val="tx1"/>
                </a:solidFill>
                <a:effectLst/>
                <a:latin typeface="Times New Roman" pitchFamily="18" charset="0"/>
                <a:ea typeface="ＭＳ Ｐ明朝" pitchFamily="18" charset="-128"/>
                <a:cs typeface="+mn-cs"/>
              </a:rPr>
              <a:t>NLB</a:t>
            </a:r>
            <a:r>
              <a:rPr kumimoji="1" lang="ja-JP" altLang="en-US" sz="1200" b="0" i="0" kern="1200" dirty="0">
                <a:solidFill>
                  <a:schemeClr val="tx1"/>
                </a:solidFill>
                <a:effectLst/>
                <a:latin typeface="Times New Roman" pitchFamily="18" charset="0"/>
                <a:ea typeface="ＭＳ Ｐ明朝" pitchFamily="18" charset="-128"/>
                <a:cs typeface="+mn-cs"/>
              </a:rPr>
              <a:t>と</a:t>
            </a:r>
            <a:r>
              <a:rPr kumimoji="1" lang="en-US" altLang="ja-JP" sz="1200" b="0" i="0" kern="1200" dirty="0">
                <a:solidFill>
                  <a:schemeClr val="tx1"/>
                </a:solidFill>
                <a:effectLst/>
                <a:latin typeface="Times New Roman" pitchFamily="18" charset="0"/>
                <a:ea typeface="ＭＳ Ｐ明朝" pitchFamily="18" charset="-128"/>
                <a:cs typeface="+mn-cs"/>
              </a:rPr>
              <a:t>MQTT</a:t>
            </a:r>
            <a:r>
              <a:rPr kumimoji="1" lang="ja-JP" altLang="en-US" sz="1200" b="0" i="0" kern="1200" dirty="0">
                <a:solidFill>
                  <a:schemeClr val="tx1"/>
                </a:solidFill>
                <a:effectLst/>
                <a:latin typeface="Times New Roman" pitchFamily="18" charset="0"/>
                <a:ea typeface="ＭＳ Ｐ明朝" pitchFamily="18" charset="-128"/>
                <a:cs typeface="+mn-cs"/>
              </a:rPr>
              <a:t>ブローカーを組み合わせることで</a:t>
            </a:r>
            <a:r>
              <a:rPr kumimoji="1" lang="en-US" altLang="ja-JP" sz="1200" b="0" i="0" kern="1200" dirty="0">
                <a:solidFill>
                  <a:schemeClr val="tx1"/>
                </a:solidFill>
                <a:effectLst/>
                <a:latin typeface="Times New Roman" pitchFamily="18" charset="0"/>
                <a:ea typeface="ＭＳ Ｐ明朝" pitchFamily="18" charset="-128"/>
                <a:cs typeface="+mn-cs"/>
              </a:rPr>
              <a:t>AWS IoT</a:t>
            </a:r>
            <a:r>
              <a:rPr kumimoji="1" lang="ja-JP" altLang="en-US" sz="1200" b="0" i="0" kern="1200" dirty="0">
                <a:solidFill>
                  <a:schemeClr val="tx1"/>
                </a:solidFill>
                <a:effectLst/>
                <a:latin typeface="Times New Roman" pitchFamily="18" charset="0"/>
                <a:ea typeface="ＭＳ Ｐ明朝" pitchFamily="18" charset="-128"/>
                <a:cs typeface="+mn-cs"/>
              </a:rPr>
              <a:t>相当のものが自前で構築できるようになりました。</a:t>
            </a:r>
            <a:endParaRPr kumimoji="1" lang="ja-JP" altLang="en-US" dirty="0"/>
          </a:p>
        </p:txBody>
      </p:sp>
      <p:sp>
        <p:nvSpPr>
          <p:cNvPr id="4" name="スライド番号プレースホルダー 3"/>
          <p:cNvSpPr>
            <a:spLocks noGrp="1"/>
          </p:cNvSpPr>
          <p:nvPr>
            <p:ph type="sldNum" sz="quarter" idx="5"/>
          </p:nvPr>
        </p:nvSpPr>
        <p:spPr/>
        <p:txBody>
          <a:bodyPr/>
          <a:lstStyle/>
          <a:p>
            <a:fld id="{AA59C432-3B8C-4DAF-9FB9-33E1F8887A75}" type="slidenum">
              <a:rPr lang="en-US" altLang="ja-JP" smtClean="0"/>
              <a:pPr/>
              <a:t>55</a:t>
            </a:fld>
            <a:endParaRPr lang="en-US" altLang="ja-JP"/>
          </a:p>
        </p:txBody>
      </p:sp>
    </p:spTree>
    <p:extLst>
      <p:ext uri="{BB962C8B-B14F-4D97-AF65-F5344CB8AC3E}">
        <p14:creationId xmlns:p14="http://schemas.microsoft.com/office/powerpoint/2010/main" val="3862231984"/>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altLang="ja-JP" dirty="0">
                <a:solidFill>
                  <a:srgbClr val="333333"/>
                </a:solidFill>
                <a:latin typeface="游ゴシック" panose="020B0400000000000000" pitchFamily="50" charset="-128"/>
                <a:ea typeface="游ゴシック" panose="020B0400000000000000" pitchFamily="50" charset="-128"/>
              </a:rPr>
              <a:t>ALB, ELB (Classic ELB) </a:t>
            </a:r>
            <a:r>
              <a:rPr lang="ja-JP" altLang="en-US" dirty="0">
                <a:solidFill>
                  <a:srgbClr val="333333"/>
                </a:solidFill>
                <a:latin typeface="游ゴシック" panose="020B0400000000000000" pitchFamily="50" charset="-128"/>
                <a:ea typeface="游ゴシック" panose="020B0400000000000000" pitchFamily="50" charset="-128"/>
              </a:rPr>
              <a:t>は所謂リバースプロキシで、ロードバランサで一旦全てのリクエストを受けきって、ロードバランサの</a:t>
            </a:r>
            <a:r>
              <a:rPr lang="en-US" altLang="ja-JP" dirty="0" err="1">
                <a:solidFill>
                  <a:srgbClr val="333333"/>
                </a:solidFill>
                <a:latin typeface="游ゴシック" panose="020B0400000000000000" pitchFamily="50" charset="-128"/>
                <a:ea typeface="游ゴシック" panose="020B0400000000000000" pitchFamily="50" charset="-128"/>
              </a:rPr>
              <a:t>SourceIP</a:t>
            </a:r>
            <a:r>
              <a:rPr lang="ja-JP" altLang="en-US" dirty="0">
                <a:solidFill>
                  <a:srgbClr val="333333"/>
                </a:solidFill>
                <a:latin typeface="游ゴシック" panose="020B0400000000000000" pitchFamily="50" charset="-128"/>
                <a:ea typeface="游ゴシック" panose="020B0400000000000000" pitchFamily="50" charset="-128"/>
              </a:rPr>
              <a:t>でバックエンドにリクエストを飛ばします。当然レスポンスが戻って来るので、それを受け止めてリクエスタ</a:t>
            </a:r>
            <a:r>
              <a:rPr lang="en-US" altLang="ja-JP" dirty="0">
                <a:solidFill>
                  <a:srgbClr val="333333"/>
                </a:solidFill>
                <a:latin typeface="游ゴシック" panose="020B0400000000000000" pitchFamily="50" charset="-128"/>
                <a:ea typeface="游ゴシック" panose="020B0400000000000000" pitchFamily="50" charset="-128"/>
              </a:rPr>
              <a:t>(</a:t>
            </a:r>
            <a:r>
              <a:rPr lang="ja-JP" altLang="en-US" dirty="0">
                <a:solidFill>
                  <a:srgbClr val="333333"/>
                </a:solidFill>
                <a:latin typeface="游ゴシック" panose="020B0400000000000000" pitchFamily="50" charset="-128"/>
                <a:ea typeface="游ゴシック" panose="020B0400000000000000" pitchFamily="50" charset="-128"/>
              </a:rPr>
              <a:t>エンドユーザーのブラウザ等</a:t>
            </a:r>
            <a:r>
              <a:rPr lang="en-US" altLang="ja-JP" dirty="0">
                <a:solidFill>
                  <a:srgbClr val="333333"/>
                </a:solidFill>
                <a:latin typeface="游ゴシック" panose="020B0400000000000000" pitchFamily="50" charset="-128"/>
                <a:ea typeface="游ゴシック" panose="020B0400000000000000" pitchFamily="50" charset="-128"/>
              </a:rPr>
              <a:t>)</a:t>
            </a:r>
            <a:r>
              <a:rPr lang="ja-JP" altLang="en-US" dirty="0">
                <a:solidFill>
                  <a:srgbClr val="333333"/>
                </a:solidFill>
                <a:latin typeface="游ゴシック" panose="020B0400000000000000" pitchFamily="50" charset="-128"/>
                <a:ea typeface="游ゴシック" panose="020B0400000000000000" pitchFamily="50" charset="-128"/>
              </a:rPr>
              <a:t>に返します。</a:t>
            </a:r>
            <a:endParaRPr lang="ja-JP" altLang="en-US" dirty="0"/>
          </a:p>
          <a:p>
            <a:endParaRPr lang="en-US" altLang="ja-JP" dirty="0"/>
          </a:p>
          <a:p>
            <a:endParaRPr lang="en-US" altLang="ja-JP" dirty="0"/>
          </a:p>
          <a:p>
            <a:r>
              <a:rPr lang="ja-JP" altLang="en-US" dirty="0">
                <a:solidFill>
                  <a:srgbClr val="333333"/>
                </a:solidFill>
                <a:latin typeface="游ゴシック" panose="020B0400000000000000" pitchFamily="50" charset="-128"/>
                <a:ea typeface="游ゴシック" panose="020B0400000000000000" pitchFamily="50" charset="-128"/>
              </a:rPr>
              <a:t>対して </a:t>
            </a:r>
            <a:r>
              <a:rPr lang="en-US" altLang="ja-JP" dirty="0">
                <a:solidFill>
                  <a:srgbClr val="333333"/>
                </a:solidFill>
                <a:latin typeface="游ゴシック" panose="020B0400000000000000" pitchFamily="50" charset="-128"/>
                <a:ea typeface="游ゴシック" panose="020B0400000000000000" pitchFamily="50" charset="-128"/>
              </a:rPr>
              <a:t>NLB </a:t>
            </a:r>
            <a:r>
              <a:rPr lang="ja-JP" altLang="en-US" dirty="0">
                <a:solidFill>
                  <a:srgbClr val="333333"/>
                </a:solidFill>
                <a:latin typeface="游ゴシック" panose="020B0400000000000000" pitchFamily="50" charset="-128"/>
                <a:ea typeface="游ゴシック" panose="020B0400000000000000" pitchFamily="50" charset="-128"/>
              </a:rPr>
              <a:t>はリバースプロキシではないです。厳密には</a:t>
            </a:r>
            <a:r>
              <a:rPr lang="en-US" altLang="ja-JP" dirty="0">
                <a:solidFill>
                  <a:srgbClr val="333333"/>
                </a:solidFill>
                <a:latin typeface="游ゴシック" panose="020B0400000000000000" pitchFamily="50" charset="-128"/>
                <a:ea typeface="游ゴシック" panose="020B0400000000000000" pitchFamily="50" charset="-128"/>
              </a:rPr>
              <a:t>DSR</a:t>
            </a:r>
            <a:r>
              <a:rPr lang="ja-JP" altLang="en-US" dirty="0">
                <a:solidFill>
                  <a:srgbClr val="333333"/>
                </a:solidFill>
                <a:latin typeface="游ゴシック" panose="020B0400000000000000" pitchFamily="50" charset="-128"/>
                <a:ea typeface="游ゴシック" panose="020B0400000000000000" pitchFamily="50" charset="-128"/>
              </a:rPr>
              <a:t>とも違う？らしいですが、ロードバランサが一旦リクエストを受ける</a:t>
            </a:r>
            <a:r>
              <a:rPr lang="en-US" altLang="ja-JP" dirty="0">
                <a:solidFill>
                  <a:srgbClr val="333333"/>
                </a:solidFill>
                <a:latin typeface="游ゴシック" panose="020B0400000000000000" pitchFamily="50" charset="-128"/>
                <a:ea typeface="游ゴシック" panose="020B0400000000000000" pitchFamily="50" charset="-128"/>
              </a:rPr>
              <a:t>… </a:t>
            </a:r>
            <a:r>
              <a:rPr lang="ja-JP" altLang="en-US" dirty="0">
                <a:solidFill>
                  <a:srgbClr val="333333"/>
                </a:solidFill>
                <a:latin typeface="游ゴシック" panose="020B0400000000000000" pitchFamily="50" charset="-128"/>
                <a:ea typeface="游ゴシック" panose="020B0400000000000000" pitchFamily="50" charset="-128"/>
              </a:rPr>
              <a:t>の動きがなく、いきなりバックエンドのインスタンスにリクエストが来ます</a:t>
            </a:r>
            <a:r>
              <a:rPr lang="en-US" altLang="ja-JP" dirty="0">
                <a:solidFill>
                  <a:srgbClr val="333333"/>
                </a:solidFill>
                <a:latin typeface="游ゴシック" panose="020B0400000000000000" pitchFamily="50" charset="-128"/>
                <a:ea typeface="游ゴシック" panose="020B0400000000000000" pitchFamily="50" charset="-128"/>
              </a:rPr>
              <a:t>(</a:t>
            </a:r>
            <a:r>
              <a:rPr lang="ja-JP" altLang="en-US" dirty="0">
                <a:solidFill>
                  <a:srgbClr val="333333"/>
                </a:solidFill>
                <a:latin typeface="游ゴシック" panose="020B0400000000000000" pitchFamily="50" charset="-128"/>
                <a:ea typeface="游ゴシック" panose="020B0400000000000000" pitchFamily="50" charset="-128"/>
              </a:rPr>
              <a:t>来たように見えますが正しい</a:t>
            </a:r>
            <a:r>
              <a:rPr lang="en-US" altLang="ja-JP" dirty="0">
                <a:solidFill>
                  <a:srgbClr val="333333"/>
                </a:solidFill>
                <a:latin typeface="游ゴシック" panose="020B0400000000000000" pitchFamily="50" charset="-128"/>
                <a:ea typeface="游ゴシック" panose="020B0400000000000000" pitchFamily="50" charset="-128"/>
              </a:rPr>
              <a:t>)</a:t>
            </a:r>
            <a:r>
              <a:rPr lang="ja-JP" altLang="en-US" dirty="0">
                <a:solidFill>
                  <a:srgbClr val="333333"/>
                </a:solidFill>
                <a:latin typeface="游ゴシック" panose="020B0400000000000000" pitchFamily="50" charset="-128"/>
                <a:ea typeface="游ゴシック" panose="020B0400000000000000" pitchFamily="50" charset="-128"/>
              </a:rPr>
              <a:t>そして、ロードバランサを介さずレスポンスが戻ります。</a:t>
            </a:r>
            <a:endParaRPr lang="en-US" altLang="ja-JP" dirty="0">
              <a:solidFill>
                <a:srgbClr val="333333"/>
              </a:solidFill>
              <a:latin typeface="游ゴシック" panose="020B0400000000000000" pitchFamily="50" charset="-128"/>
              <a:ea typeface="游ゴシック" panose="020B0400000000000000" pitchFamily="50" charset="-128"/>
            </a:endParaRPr>
          </a:p>
          <a:p>
            <a:endParaRPr lang="en-US" altLang="ja-JP" dirty="0">
              <a:solidFill>
                <a:srgbClr val="333333"/>
              </a:solidFill>
              <a:latin typeface="游ゴシック" panose="020B0400000000000000" pitchFamily="50" charset="-128"/>
              <a:ea typeface="游ゴシック" panose="020B0400000000000000" pitchFamily="50" charset="-128"/>
            </a:endParaRPr>
          </a:p>
          <a:p>
            <a:endParaRPr lang="en-US" altLang="ja-JP" dirty="0"/>
          </a:p>
          <a:p>
            <a:r>
              <a:rPr lang="en-US" altLang="ja-JP" dirty="0"/>
              <a:t>LB</a:t>
            </a:r>
            <a:r>
              <a:rPr lang="ja-JP" altLang="en-US" dirty="0"/>
              <a:t>自身がヘルスチェックをせずに特定の</a:t>
            </a:r>
            <a:r>
              <a:rPr lang="en-US" altLang="ja-JP" dirty="0"/>
              <a:t>IP</a:t>
            </a:r>
            <a:r>
              <a:rPr lang="ja-JP" altLang="en-US" dirty="0"/>
              <a:t>アドレスからヘルスチェックが飛んでくる</a:t>
            </a:r>
            <a:r>
              <a:rPr kumimoji="1" lang="ja-JP" altLang="en-US" sz="1200" b="0" i="0" kern="1200" dirty="0">
                <a:solidFill>
                  <a:schemeClr val="tx1"/>
                </a:solidFill>
                <a:effectLst/>
                <a:latin typeface="Times New Roman" pitchFamily="18" charset="0"/>
                <a:ea typeface="ＭＳ Ｐ明朝" pitchFamily="18" charset="-128"/>
                <a:cs typeface="+mn-cs"/>
              </a:rPr>
              <a:t>、です。この特定の</a:t>
            </a:r>
            <a:r>
              <a:rPr kumimoji="1" lang="en-US" altLang="ja-JP" sz="1200" b="0" i="0" kern="1200" dirty="0">
                <a:solidFill>
                  <a:schemeClr val="tx1"/>
                </a:solidFill>
                <a:effectLst/>
                <a:latin typeface="Times New Roman" pitchFamily="18" charset="0"/>
                <a:ea typeface="ＭＳ Ｐ明朝" pitchFamily="18" charset="-128"/>
                <a:cs typeface="+mn-cs"/>
              </a:rPr>
              <a:t>IP</a:t>
            </a:r>
            <a:r>
              <a:rPr kumimoji="1" lang="ja-JP" altLang="en-US" sz="1200" b="0" i="0" kern="1200" dirty="0">
                <a:solidFill>
                  <a:schemeClr val="tx1"/>
                </a:solidFill>
                <a:effectLst/>
                <a:latin typeface="Times New Roman" pitchFamily="18" charset="0"/>
                <a:ea typeface="ＭＳ Ｐ明朝" pitchFamily="18" charset="-128"/>
                <a:cs typeface="+mn-cs"/>
              </a:rPr>
              <a:t>とは、プロジェクト</a:t>
            </a:r>
            <a:r>
              <a:rPr kumimoji="1" lang="en-US" altLang="ja-JP" sz="1200" b="0" i="0" kern="1200" dirty="0">
                <a:solidFill>
                  <a:schemeClr val="tx1"/>
                </a:solidFill>
                <a:effectLst/>
                <a:latin typeface="Times New Roman" pitchFamily="18" charset="0"/>
                <a:ea typeface="ＭＳ Ｐ明朝" pitchFamily="18" charset="-128"/>
                <a:cs typeface="+mn-cs"/>
              </a:rPr>
              <a:t>(AWS</a:t>
            </a:r>
            <a:r>
              <a:rPr kumimoji="1" lang="ja-JP" altLang="en-US" sz="1200" b="0" i="0" kern="1200" dirty="0">
                <a:solidFill>
                  <a:schemeClr val="tx1"/>
                </a:solidFill>
                <a:effectLst/>
                <a:latin typeface="Times New Roman" pitchFamily="18" charset="0"/>
                <a:ea typeface="ＭＳ Ｐ明朝" pitchFamily="18" charset="-128"/>
                <a:cs typeface="+mn-cs"/>
              </a:rPr>
              <a:t>で言うところのアカウント</a:t>
            </a:r>
            <a:r>
              <a:rPr kumimoji="1" lang="en-US" altLang="ja-JP" sz="1200" b="0" i="0" kern="1200" dirty="0">
                <a:solidFill>
                  <a:schemeClr val="tx1"/>
                </a:solidFill>
                <a:effectLst/>
                <a:latin typeface="Times New Roman" pitchFamily="18" charset="0"/>
                <a:ea typeface="ＭＳ Ｐ明朝" pitchFamily="18" charset="-128"/>
                <a:cs typeface="+mn-cs"/>
              </a:rPr>
              <a:t>)</a:t>
            </a:r>
            <a:r>
              <a:rPr kumimoji="1" lang="ja-JP" altLang="en-US" sz="1200" b="0" i="0" kern="1200" dirty="0">
                <a:solidFill>
                  <a:schemeClr val="tx1"/>
                </a:solidFill>
                <a:effectLst/>
                <a:latin typeface="Times New Roman" pitchFamily="18" charset="0"/>
                <a:ea typeface="ＭＳ Ｐ明朝" pitchFamily="18" charset="-128"/>
                <a:cs typeface="+mn-cs"/>
              </a:rPr>
              <a:t>が異なっても同じです。なので、ヘルスチェックだけを通す・殺すは一応可能です。</a:t>
            </a:r>
            <a:endParaRPr kumimoji="1" lang="en-US" altLang="ja-JP" sz="1200" b="0" i="0" kern="1200" dirty="0">
              <a:solidFill>
                <a:schemeClr val="tx1"/>
              </a:solidFill>
              <a:effectLst/>
              <a:latin typeface="Times New Roman" pitchFamily="18" charset="0"/>
              <a:ea typeface="ＭＳ Ｐ明朝" pitchFamily="18" charset="-128"/>
              <a:cs typeface="+mn-cs"/>
            </a:endParaRPr>
          </a:p>
          <a:p>
            <a:endParaRPr kumimoji="1" lang="en-US" altLang="ja-JP" sz="1200" b="0" i="0" kern="1200" dirty="0">
              <a:solidFill>
                <a:schemeClr val="tx1"/>
              </a:solidFill>
              <a:effectLst/>
              <a:latin typeface="Times New Roman" pitchFamily="18" charset="0"/>
              <a:ea typeface="ＭＳ Ｐ明朝" pitchFamily="18" charset="-128"/>
              <a:cs typeface="+mn-cs"/>
            </a:endParaRPr>
          </a:p>
          <a:p>
            <a:r>
              <a:rPr kumimoji="1" lang="en-US" altLang="ja-JP" sz="1200" b="0" i="0" kern="1200" dirty="0">
                <a:solidFill>
                  <a:schemeClr val="tx1"/>
                </a:solidFill>
                <a:effectLst/>
                <a:latin typeface="Times New Roman" pitchFamily="18" charset="0"/>
                <a:ea typeface="ＭＳ Ｐ明朝" pitchFamily="18" charset="-128"/>
                <a:cs typeface="+mn-cs"/>
              </a:rPr>
              <a:t>NLB</a:t>
            </a:r>
            <a:r>
              <a:rPr kumimoji="1" lang="ja-JP" altLang="en-US" sz="1200" b="0" i="0" kern="1200" dirty="0">
                <a:solidFill>
                  <a:schemeClr val="tx1"/>
                </a:solidFill>
                <a:effectLst/>
                <a:latin typeface="Times New Roman" pitchFamily="18" charset="0"/>
                <a:ea typeface="ＭＳ Ｐ明朝" pitchFamily="18" charset="-128"/>
                <a:cs typeface="+mn-cs"/>
              </a:rPr>
              <a:t>の登場により、</a:t>
            </a:r>
            <a:r>
              <a:rPr kumimoji="1" lang="en-US" altLang="ja-JP" sz="1200" b="0" i="0" kern="1200" dirty="0">
                <a:solidFill>
                  <a:schemeClr val="tx1"/>
                </a:solidFill>
                <a:effectLst/>
                <a:latin typeface="Times New Roman" pitchFamily="18" charset="0"/>
                <a:ea typeface="ＭＳ Ｐ明朝" pitchFamily="18" charset="-128"/>
                <a:cs typeface="+mn-cs"/>
              </a:rPr>
              <a:t>NLB</a:t>
            </a:r>
            <a:r>
              <a:rPr kumimoji="1" lang="ja-JP" altLang="en-US" sz="1200" b="0" i="0" kern="1200" dirty="0">
                <a:solidFill>
                  <a:schemeClr val="tx1"/>
                </a:solidFill>
                <a:effectLst/>
                <a:latin typeface="Times New Roman" pitchFamily="18" charset="0"/>
                <a:ea typeface="ＭＳ Ｐ明朝" pitchFamily="18" charset="-128"/>
                <a:cs typeface="+mn-cs"/>
              </a:rPr>
              <a:t>と</a:t>
            </a:r>
            <a:r>
              <a:rPr kumimoji="1" lang="en-US" altLang="ja-JP" sz="1200" b="0" i="0" kern="1200" dirty="0">
                <a:solidFill>
                  <a:schemeClr val="tx1"/>
                </a:solidFill>
                <a:effectLst/>
                <a:latin typeface="Times New Roman" pitchFamily="18" charset="0"/>
                <a:ea typeface="ＭＳ Ｐ明朝" pitchFamily="18" charset="-128"/>
                <a:cs typeface="+mn-cs"/>
              </a:rPr>
              <a:t>MQTT</a:t>
            </a:r>
            <a:r>
              <a:rPr kumimoji="1" lang="ja-JP" altLang="en-US" sz="1200" b="0" i="0" kern="1200" dirty="0">
                <a:solidFill>
                  <a:schemeClr val="tx1"/>
                </a:solidFill>
                <a:effectLst/>
                <a:latin typeface="Times New Roman" pitchFamily="18" charset="0"/>
                <a:ea typeface="ＭＳ Ｐ明朝" pitchFamily="18" charset="-128"/>
                <a:cs typeface="+mn-cs"/>
              </a:rPr>
              <a:t>ブローカーを組み合わせることで</a:t>
            </a:r>
            <a:r>
              <a:rPr kumimoji="1" lang="en-US" altLang="ja-JP" sz="1200" b="0" i="0" kern="1200" dirty="0">
                <a:solidFill>
                  <a:schemeClr val="tx1"/>
                </a:solidFill>
                <a:effectLst/>
                <a:latin typeface="Times New Roman" pitchFamily="18" charset="0"/>
                <a:ea typeface="ＭＳ Ｐ明朝" pitchFamily="18" charset="-128"/>
                <a:cs typeface="+mn-cs"/>
              </a:rPr>
              <a:t>AWS IoT</a:t>
            </a:r>
            <a:r>
              <a:rPr kumimoji="1" lang="ja-JP" altLang="en-US" sz="1200" b="0" i="0" kern="1200" dirty="0">
                <a:solidFill>
                  <a:schemeClr val="tx1"/>
                </a:solidFill>
                <a:effectLst/>
                <a:latin typeface="Times New Roman" pitchFamily="18" charset="0"/>
                <a:ea typeface="ＭＳ Ｐ明朝" pitchFamily="18" charset="-128"/>
                <a:cs typeface="+mn-cs"/>
              </a:rPr>
              <a:t>相当のものが自前で構築できるようになりました。</a:t>
            </a:r>
            <a:endParaRPr kumimoji="1" lang="ja-JP" altLang="en-US" dirty="0"/>
          </a:p>
        </p:txBody>
      </p:sp>
      <p:sp>
        <p:nvSpPr>
          <p:cNvPr id="4" name="スライド番号プレースホルダー 3"/>
          <p:cNvSpPr>
            <a:spLocks noGrp="1"/>
          </p:cNvSpPr>
          <p:nvPr>
            <p:ph type="sldNum" sz="quarter" idx="5"/>
          </p:nvPr>
        </p:nvSpPr>
        <p:spPr/>
        <p:txBody>
          <a:bodyPr/>
          <a:lstStyle/>
          <a:p>
            <a:fld id="{AA59C432-3B8C-4DAF-9FB9-33E1F8887A75}" type="slidenum">
              <a:rPr lang="en-US" altLang="ja-JP" smtClean="0"/>
              <a:pPr/>
              <a:t>56</a:t>
            </a:fld>
            <a:endParaRPr lang="en-US" altLang="ja-JP"/>
          </a:p>
        </p:txBody>
      </p:sp>
    </p:spTree>
    <p:extLst>
      <p:ext uri="{BB962C8B-B14F-4D97-AF65-F5344CB8AC3E}">
        <p14:creationId xmlns:p14="http://schemas.microsoft.com/office/powerpoint/2010/main" val="1623561224"/>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altLang="ja-JP" dirty="0">
                <a:solidFill>
                  <a:srgbClr val="333333"/>
                </a:solidFill>
                <a:latin typeface="游ゴシック" panose="020B0400000000000000" pitchFamily="50" charset="-128"/>
                <a:ea typeface="游ゴシック" panose="020B0400000000000000" pitchFamily="50" charset="-128"/>
              </a:rPr>
              <a:t>ALB, ELB (Classic ELB) </a:t>
            </a:r>
            <a:r>
              <a:rPr lang="ja-JP" altLang="en-US" dirty="0">
                <a:solidFill>
                  <a:srgbClr val="333333"/>
                </a:solidFill>
                <a:latin typeface="游ゴシック" panose="020B0400000000000000" pitchFamily="50" charset="-128"/>
                <a:ea typeface="游ゴシック" panose="020B0400000000000000" pitchFamily="50" charset="-128"/>
              </a:rPr>
              <a:t>は所謂リバースプロキシで、ロードバランサで一旦全てのリクエストを受けきって、ロードバランサの</a:t>
            </a:r>
            <a:r>
              <a:rPr lang="en-US" altLang="ja-JP" dirty="0" err="1">
                <a:solidFill>
                  <a:srgbClr val="333333"/>
                </a:solidFill>
                <a:latin typeface="游ゴシック" panose="020B0400000000000000" pitchFamily="50" charset="-128"/>
                <a:ea typeface="游ゴシック" panose="020B0400000000000000" pitchFamily="50" charset="-128"/>
              </a:rPr>
              <a:t>SourceIP</a:t>
            </a:r>
            <a:r>
              <a:rPr lang="ja-JP" altLang="en-US" dirty="0">
                <a:solidFill>
                  <a:srgbClr val="333333"/>
                </a:solidFill>
                <a:latin typeface="游ゴシック" panose="020B0400000000000000" pitchFamily="50" charset="-128"/>
                <a:ea typeface="游ゴシック" panose="020B0400000000000000" pitchFamily="50" charset="-128"/>
              </a:rPr>
              <a:t>でバックエンドにリクエストを飛ばします。当然レスポンスが戻って来るので、それを受け止めてリクエスタ</a:t>
            </a:r>
            <a:r>
              <a:rPr lang="en-US" altLang="ja-JP" dirty="0">
                <a:solidFill>
                  <a:srgbClr val="333333"/>
                </a:solidFill>
                <a:latin typeface="游ゴシック" panose="020B0400000000000000" pitchFamily="50" charset="-128"/>
                <a:ea typeface="游ゴシック" panose="020B0400000000000000" pitchFamily="50" charset="-128"/>
              </a:rPr>
              <a:t>(</a:t>
            </a:r>
            <a:r>
              <a:rPr lang="ja-JP" altLang="en-US" dirty="0">
                <a:solidFill>
                  <a:srgbClr val="333333"/>
                </a:solidFill>
                <a:latin typeface="游ゴシック" panose="020B0400000000000000" pitchFamily="50" charset="-128"/>
                <a:ea typeface="游ゴシック" panose="020B0400000000000000" pitchFamily="50" charset="-128"/>
              </a:rPr>
              <a:t>エンドユーザーのブラウザ等</a:t>
            </a:r>
            <a:r>
              <a:rPr lang="en-US" altLang="ja-JP" dirty="0">
                <a:solidFill>
                  <a:srgbClr val="333333"/>
                </a:solidFill>
                <a:latin typeface="游ゴシック" panose="020B0400000000000000" pitchFamily="50" charset="-128"/>
                <a:ea typeface="游ゴシック" panose="020B0400000000000000" pitchFamily="50" charset="-128"/>
              </a:rPr>
              <a:t>)</a:t>
            </a:r>
            <a:r>
              <a:rPr lang="ja-JP" altLang="en-US" dirty="0">
                <a:solidFill>
                  <a:srgbClr val="333333"/>
                </a:solidFill>
                <a:latin typeface="游ゴシック" panose="020B0400000000000000" pitchFamily="50" charset="-128"/>
                <a:ea typeface="游ゴシック" panose="020B0400000000000000" pitchFamily="50" charset="-128"/>
              </a:rPr>
              <a:t>に返します。</a:t>
            </a:r>
            <a:endParaRPr lang="ja-JP" altLang="en-US" dirty="0"/>
          </a:p>
          <a:p>
            <a:endParaRPr lang="en-US" altLang="ja-JP" dirty="0"/>
          </a:p>
          <a:p>
            <a:endParaRPr lang="en-US" altLang="ja-JP" dirty="0"/>
          </a:p>
          <a:p>
            <a:r>
              <a:rPr lang="ja-JP" altLang="en-US" dirty="0">
                <a:solidFill>
                  <a:srgbClr val="333333"/>
                </a:solidFill>
                <a:latin typeface="游ゴシック" panose="020B0400000000000000" pitchFamily="50" charset="-128"/>
                <a:ea typeface="游ゴシック" panose="020B0400000000000000" pitchFamily="50" charset="-128"/>
              </a:rPr>
              <a:t>対して </a:t>
            </a:r>
            <a:r>
              <a:rPr lang="en-US" altLang="ja-JP" dirty="0">
                <a:solidFill>
                  <a:srgbClr val="333333"/>
                </a:solidFill>
                <a:latin typeface="游ゴシック" panose="020B0400000000000000" pitchFamily="50" charset="-128"/>
                <a:ea typeface="游ゴシック" panose="020B0400000000000000" pitchFamily="50" charset="-128"/>
              </a:rPr>
              <a:t>NLB </a:t>
            </a:r>
            <a:r>
              <a:rPr lang="ja-JP" altLang="en-US" dirty="0">
                <a:solidFill>
                  <a:srgbClr val="333333"/>
                </a:solidFill>
                <a:latin typeface="游ゴシック" panose="020B0400000000000000" pitchFamily="50" charset="-128"/>
                <a:ea typeface="游ゴシック" panose="020B0400000000000000" pitchFamily="50" charset="-128"/>
              </a:rPr>
              <a:t>はリバースプロキシではないです。厳密には</a:t>
            </a:r>
            <a:r>
              <a:rPr lang="en-US" altLang="ja-JP" dirty="0">
                <a:solidFill>
                  <a:srgbClr val="333333"/>
                </a:solidFill>
                <a:latin typeface="游ゴシック" panose="020B0400000000000000" pitchFamily="50" charset="-128"/>
                <a:ea typeface="游ゴシック" panose="020B0400000000000000" pitchFamily="50" charset="-128"/>
              </a:rPr>
              <a:t>DSR</a:t>
            </a:r>
            <a:r>
              <a:rPr lang="ja-JP" altLang="en-US" dirty="0">
                <a:solidFill>
                  <a:srgbClr val="333333"/>
                </a:solidFill>
                <a:latin typeface="游ゴシック" panose="020B0400000000000000" pitchFamily="50" charset="-128"/>
                <a:ea typeface="游ゴシック" panose="020B0400000000000000" pitchFamily="50" charset="-128"/>
              </a:rPr>
              <a:t>とも違う？らしいですが、ロードバランサが一旦リクエストを受ける</a:t>
            </a:r>
            <a:r>
              <a:rPr lang="en-US" altLang="ja-JP" dirty="0">
                <a:solidFill>
                  <a:srgbClr val="333333"/>
                </a:solidFill>
                <a:latin typeface="游ゴシック" panose="020B0400000000000000" pitchFamily="50" charset="-128"/>
                <a:ea typeface="游ゴシック" panose="020B0400000000000000" pitchFamily="50" charset="-128"/>
              </a:rPr>
              <a:t>… </a:t>
            </a:r>
            <a:r>
              <a:rPr lang="ja-JP" altLang="en-US" dirty="0">
                <a:solidFill>
                  <a:srgbClr val="333333"/>
                </a:solidFill>
                <a:latin typeface="游ゴシック" panose="020B0400000000000000" pitchFamily="50" charset="-128"/>
                <a:ea typeface="游ゴシック" panose="020B0400000000000000" pitchFamily="50" charset="-128"/>
              </a:rPr>
              <a:t>の動きがなく、いきなりバックエンドのインスタンスにリクエストが来ます</a:t>
            </a:r>
            <a:r>
              <a:rPr lang="en-US" altLang="ja-JP" dirty="0">
                <a:solidFill>
                  <a:srgbClr val="333333"/>
                </a:solidFill>
                <a:latin typeface="游ゴシック" panose="020B0400000000000000" pitchFamily="50" charset="-128"/>
                <a:ea typeface="游ゴシック" panose="020B0400000000000000" pitchFamily="50" charset="-128"/>
              </a:rPr>
              <a:t>(</a:t>
            </a:r>
            <a:r>
              <a:rPr lang="ja-JP" altLang="en-US" dirty="0">
                <a:solidFill>
                  <a:srgbClr val="333333"/>
                </a:solidFill>
                <a:latin typeface="游ゴシック" panose="020B0400000000000000" pitchFamily="50" charset="-128"/>
                <a:ea typeface="游ゴシック" panose="020B0400000000000000" pitchFamily="50" charset="-128"/>
              </a:rPr>
              <a:t>来たように見えますが正しい</a:t>
            </a:r>
            <a:r>
              <a:rPr lang="en-US" altLang="ja-JP" dirty="0">
                <a:solidFill>
                  <a:srgbClr val="333333"/>
                </a:solidFill>
                <a:latin typeface="游ゴシック" panose="020B0400000000000000" pitchFamily="50" charset="-128"/>
                <a:ea typeface="游ゴシック" panose="020B0400000000000000" pitchFamily="50" charset="-128"/>
              </a:rPr>
              <a:t>)</a:t>
            </a:r>
            <a:r>
              <a:rPr lang="ja-JP" altLang="en-US" dirty="0">
                <a:solidFill>
                  <a:srgbClr val="333333"/>
                </a:solidFill>
                <a:latin typeface="游ゴシック" panose="020B0400000000000000" pitchFamily="50" charset="-128"/>
                <a:ea typeface="游ゴシック" panose="020B0400000000000000" pitchFamily="50" charset="-128"/>
              </a:rPr>
              <a:t>そして、ロードバランサを介さずレスポンスが戻ります。</a:t>
            </a:r>
            <a:endParaRPr lang="en-US" altLang="ja-JP" dirty="0">
              <a:solidFill>
                <a:srgbClr val="333333"/>
              </a:solidFill>
              <a:latin typeface="游ゴシック" panose="020B0400000000000000" pitchFamily="50" charset="-128"/>
              <a:ea typeface="游ゴシック" panose="020B0400000000000000" pitchFamily="50" charset="-128"/>
            </a:endParaRPr>
          </a:p>
          <a:p>
            <a:endParaRPr lang="en-US" altLang="ja-JP" dirty="0">
              <a:solidFill>
                <a:srgbClr val="333333"/>
              </a:solidFill>
              <a:latin typeface="游ゴシック" panose="020B0400000000000000" pitchFamily="50" charset="-128"/>
              <a:ea typeface="游ゴシック" panose="020B0400000000000000" pitchFamily="50" charset="-128"/>
            </a:endParaRPr>
          </a:p>
          <a:p>
            <a:endParaRPr lang="en-US" altLang="ja-JP" dirty="0"/>
          </a:p>
          <a:p>
            <a:r>
              <a:rPr lang="en-US" altLang="ja-JP" dirty="0"/>
              <a:t>LB</a:t>
            </a:r>
            <a:r>
              <a:rPr lang="ja-JP" altLang="en-US" dirty="0"/>
              <a:t>自身がヘルスチェックをせずに特定の</a:t>
            </a:r>
            <a:r>
              <a:rPr lang="en-US" altLang="ja-JP" dirty="0"/>
              <a:t>IP</a:t>
            </a:r>
            <a:r>
              <a:rPr lang="ja-JP" altLang="en-US" dirty="0"/>
              <a:t>アドレスからヘルスチェックが飛んでくる</a:t>
            </a:r>
            <a:r>
              <a:rPr kumimoji="1" lang="ja-JP" altLang="en-US" sz="1200" b="0" i="0" kern="1200" dirty="0">
                <a:solidFill>
                  <a:schemeClr val="tx1"/>
                </a:solidFill>
                <a:effectLst/>
                <a:latin typeface="Times New Roman" pitchFamily="18" charset="0"/>
                <a:ea typeface="ＭＳ Ｐ明朝" pitchFamily="18" charset="-128"/>
                <a:cs typeface="+mn-cs"/>
              </a:rPr>
              <a:t>、です。この特定の</a:t>
            </a:r>
            <a:r>
              <a:rPr kumimoji="1" lang="en-US" altLang="ja-JP" sz="1200" b="0" i="0" kern="1200" dirty="0">
                <a:solidFill>
                  <a:schemeClr val="tx1"/>
                </a:solidFill>
                <a:effectLst/>
                <a:latin typeface="Times New Roman" pitchFamily="18" charset="0"/>
                <a:ea typeface="ＭＳ Ｐ明朝" pitchFamily="18" charset="-128"/>
                <a:cs typeface="+mn-cs"/>
              </a:rPr>
              <a:t>IP</a:t>
            </a:r>
            <a:r>
              <a:rPr kumimoji="1" lang="ja-JP" altLang="en-US" sz="1200" b="0" i="0" kern="1200" dirty="0">
                <a:solidFill>
                  <a:schemeClr val="tx1"/>
                </a:solidFill>
                <a:effectLst/>
                <a:latin typeface="Times New Roman" pitchFamily="18" charset="0"/>
                <a:ea typeface="ＭＳ Ｐ明朝" pitchFamily="18" charset="-128"/>
                <a:cs typeface="+mn-cs"/>
              </a:rPr>
              <a:t>とは、プロジェクト</a:t>
            </a:r>
            <a:r>
              <a:rPr kumimoji="1" lang="en-US" altLang="ja-JP" sz="1200" b="0" i="0" kern="1200" dirty="0">
                <a:solidFill>
                  <a:schemeClr val="tx1"/>
                </a:solidFill>
                <a:effectLst/>
                <a:latin typeface="Times New Roman" pitchFamily="18" charset="0"/>
                <a:ea typeface="ＭＳ Ｐ明朝" pitchFamily="18" charset="-128"/>
                <a:cs typeface="+mn-cs"/>
              </a:rPr>
              <a:t>(AWS</a:t>
            </a:r>
            <a:r>
              <a:rPr kumimoji="1" lang="ja-JP" altLang="en-US" sz="1200" b="0" i="0" kern="1200" dirty="0">
                <a:solidFill>
                  <a:schemeClr val="tx1"/>
                </a:solidFill>
                <a:effectLst/>
                <a:latin typeface="Times New Roman" pitchFamily="18" charset="0"/>
                <a:ea typeface="ＭＳ Ｐ明朝" pitchFamily="18" charset="-128"/>
                <a:cs typeface="+mn-cs"/>
              </a:rPr>
              <a:t>で言うところのアカウント</a:t>
            </a:r>
            <a:r>
              <a:rPr kumimoji="1" lang="en-US" altLang="ja-JP" sz="1200" b="0" i="0" kern="1200" dirty="0">
                <a:solidFill>
                  <a:schemeClr val="tx1"/>
                </a:solidFill>
                <a:effectLst/>
                <a:latin typeface="Times New Roman" pitchFamily="18" charset="0"/>
                <a:ea typeface="ＭＳ Ｐ明朝" pitchFamily="18" charset="-128"/>
                <a:cs typeface="+mn-cs"/>
              </a:rPr>
              <a:t>)</a:t>
            </a:r>
            <a:r>
              <a:rPr kumimoji="1" lang="ja-JP" altLang="en-US" sz="1200" b="0" i="0" kern="1200" dirty="0">
                <a:solidFill>
                  <a:schemeClr val="tx1"/>
                </a:solidFill>
                <a:effectLst/>
                <a:latin typeface="Times New Roman" pitchFamily="18" charset="0"/>
                <a:ea typeface="ＭＳ Ｐ明朝" pitchFamily="18" charset="-128"/>
                <a:cs typeface="+mn-cs"/>
              </a:rPr>
              <a:t>が異なっても同じです。なので、ヘルスチェックだけを通す・殺すは一応可能です。</a:t>
            </a:r>
            <a:endParaRPr kumimoji="1" lang="en-US" altLang="ja-JP" sz="1200" b="0" i="0" kern="1200" dirty="0">
              <a:solidFill>
                <a:schemeClr val="tx1"/>
              </a:solidFill>
              <a:effectLst/>
              <a:latin typeface="Times New Roman" pitchFamily="18" charset="0"/>
              <a:ea typeface="ＭＳ Ｐ明朝" pitchFamily="18" charset="-128"/>
              <a:cs typeface="+mn-cs"/>
            </a:endParaRPr>
          </a:p>
          <a:p>
            <a:endParaRPr kumimoji="1" lang="en-US" altLang="ja-JP" sz="1200" b="0" i="0" kern="1200" dirty="0">
              <a:solidFill>
                <a:schemeClr val="tx1"/>
              </a:solidFill>
              <a:effectLst/>
              <a:latin typeface="Times New Roman" pitchFamily="18" charset="0"/>
              <a:ea typeface="ＭＳ Ｐ明朝" pitchFamily="18" charset="-128"/>
              <a:cs typeface="+mn-cs"/>
            </a:endParaRPr>
          </a:p>
          <a:p>
            <a:r>
              <a:rPr kumimoji="1" lang="en-US" altLang="ja-JP" sz="1200" b="0" i="0" kern="1200" dirty="0">
                <a:solidFill>
                  <a:schemeClr val="tx1"/>
                </a:solidFill>
                <a:effectLst/>
                <a:latin typeface="Times New Roman" pitchFamily="18" charset="0"/>
                <a:ea typeface="ＭＳ Ｐ明朝" pitchFamily="18" charset="-128"/>
                <a:cs typeface="+mn-cs"/>
              </a:rPr>
              <a:t>NLB</a:t>
            </a:r>
            <a:r>
              <a:rPr kumimoji="1" lang="ja-JP" altLang="en-US" sz="1200" b="0" i="0" kern="1200" dirty="0">
                <a:solidFill>
                  <a:schemeClr val="tx1"/>
                </a:solidFill>
                <a:effectLst/>
                <a:latin typeface="Times New Roman" pitchFamily="18" charset="0"/>
                <a:ea typeface="ＭＳ Ｐ明朝" pitchFamily="18" charset="-128"/>
                <a:cs typeface="+mn-cs"/>
              </a:rPr>
              <a:t>の登場により、</a:t>
            </a:r>
            <a:r>
              <a:rPr kumimoji="1" lang="en-US" altLang="ja-JP" sz="1200" b="0" i="0" kern="1200" dirty="0">
                <a:solidFill>
                  <a:schemeClr val="tx1"/>
                </a:solidFill>
                <a:effectLst/>
                <a:latin typeface="Times New Roman" pitchFamily="18" charset="0"/>
                <a:ea typeface="ＭＳ Ｐ明朝" pitchFamily="18" charset="-128"/>
                <a:cs typeface="+mn-cs"/>
              </a:rPr>
              <a:t>NLB</a:t>
            </a:r>
            <a:r>
              <a:rPr kumimoji="1" lang="ja-JP" altLang="en-US" sz="1200" b="0" i="0" kern="1200" dirty="0">
                <a:solidFill>
                  <a:schemeClr val="tx1"/>
                </a:solidFill>
                <a:effectLst/>
                <a:latin typeface="Times New Roman" pitchFamily="18" charset="0"/>
                <a:ea typeface="ＭＳ Ｐ明朝" pitchFamily="18" charset="-128"/>
                <a:cs typeface="+mn-cs"/>
              </a:rPr>
              <a:t>と</a:t>
            </a:r>
            <a:r>
              <a:rPr kumimoji="1" lang="en-US" altLang="ja-JP" sz="1200" b="0" i="0" kern="1200" dirty="0">
                <a:solidFill>
                  <a:schemeClr val="tx1"/>
                </a:solidFill>
                <a:effectLst/>
                <a:latin typeface="Times New Roman" pitchFamily="18" charset="0"/>
                <a:ea typeface="ＭＳ Ｐ明朝" pitchFamily="18" charset="-128"/>
                <a:cs typeface="+mn-cs"/>
              </a:rPr>
              <a:t>MQTT</a:t>
            </a:r>
            <a:r>
              <a:rPr kumimoji="1" lang="ja-JP" altLang="en-US" sz="1200" b="0" i="0" kern="1200" dirty="0">
                <a:solidFill>
                  <a:schemeClr val="tx1"/>
                </a:solidFill>
                <a:effectLst/>
                <a:latin typeface="Times New Roman" pitchFamily="18" charset="0"/>
                <a:ea typeface="ＭＳ Ｐ明朝" pitchFamily="18" charset="-128"/>
                <a:cs typeface="+mn-cs"/>
              </a:rPr>
              <a:t>ブローカーを組み合わせることで</a:t>
            </a:r>
            <a:r>
              <a:rPr kumimoji="1" lang="en-US" altLang="ja-JP" sz="1200" b="0" i="0" kern="1200" dirty="0">
                <a:solidFill>
                  <a:schemeClr val="tx1"/>
                </a:solidFill>
                <a:effectLst/>
                <a:latin typeface="Times New Roman" pitchFamily="18" charset="0"/>
                <a:ea typeface="ＭＳ Ｐ明朝" pitchFamily="18" charset="-128"/>
                <a:cs typeface="+mn-cs"/>
              </a:rPr>
              <a:t>AWS IoT</a:t>
            </a:r>
            <a:r>
              <a:rPr kumimoji="1" lang="ja-JP" altLang="en-US" sz="1200" b="0" i="0" kern="1200" dirty="0">
                <a:solidFill>
                  <a:schemeClr val="tx1"/>
                </a:solidFill>
                <a:effectLst/>
                <a:latin typeface="Times New Roman" pitchFamily="18" charset="0"/>
                <a:ea typeface="ＭＳ Ｐ明朝" pitchFamily="18" charset="-128"/>
                <a:cs typeface="+mn-cs"/>
              </a:rPr>
              <a:t>相当のものが自前で構築できるようになりました。</a:t>
            </a:r>
            <a:endParaRPr kumimoji="1" lang="ja-JP" altLang="en-US" dirty="0"/>
          </a:p>
        </p:txBody>
      </p:sp>
      <p:sp>
        <p:nvSpPr>
          <p:cNvPr id="4" name="スライド番号プレースホルダー 3"/>
          <p:cNvSpPr>
            <a:spLocks noGrp="1"/>
          </p:cNvSpPr>
          <p:nvPr>
            <p:ph type="sldNum" sz="quarter" idx="5"/>
          </p:nvPr>
        </p:nvSpPr>
        <p:spPr/>
        <p:txBody>
          <a:bodyPr/>
          <a:lstStyle/>
          <a:p>
            <a:fld id="{AA59C432-3B8C-4DAF-9FB9-33E1F8887A75}" type="slidenum">
              <a:rPr lang="en-US" altLang="ja-JP" smtClean="0"/>
              <a:pPr/>
              <a:t>57</a:t>
            </a:fld>
            <a:endParaRPr lang="en-US" altLang="ja-JP"/>
          </a:p>
        </p:txBody>
      </p:sp>
    </p:spTree>
    <p:extLst>
      <p:ext uri="{BB962C8B-B14F-4D97-AF65-F5344CB8AC3E}">
        <p14:creationId xmlns:p14="http://schemas.microsoft.com/office/powerpoint/2010/main" val="246960062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altLang="ja-JP" dirty="0">
                <a:solidFill>
                  <a:srgbClr val="333333"/>
                </a:solidFill>
                <a:latin typeface="游ゴシック" panose="020B0400000000000000" pitchFamily="50" charset="-128"/>
                <a:ea typeface="游ゴシック" panose="020B0400000000000000" pitchFamily="50" charset="-128"/>
              </a:rPr>
              <a:t>ALB, ELB (Classic ELB) </a:t>
            </a:r>
            <a:r>
              <a:rPr lang="ja-JP" altLang="en-US" dirty="0">
                <a:solidFill>
                  <a:srgbClr val="333333"/>
                </a:solidFill>
                <a:latin typeface="游ゴシック" panose="020B0400000000000000" pitchFamily="50" charset="-128"/>
                <a:ea typeface="游ゴシック" panose="020B0400000000000000" pitchFamily="50" charset="-128"/>
              </a:rPr>
              <a:t>は所謂リバースプロキシで、ロードバランサで一旦全てのリクエストを受けきって、ロードバランサの</a:t>
            </a:r>
            <a:r>
              <a:rPr lang="en-US" altLang="ja-JP" dirty="0" err="1">
                <a:solidFill>
                  <a:srgbClr val="333333"/>
                </a:solidFill>
                <a:latin typeface="游ゴシック" panose="020B0400000000000000" pitchFamily="50" charset="-128"/>
                <a:ea typeface="游ゴシック" panose="020B0400000000000000" pitchFamily="50" charset="-128"/>
              </a:rPr>
              <a:t>SourceIP</a:t>
            </a:r>
            <a:r>
              <a:rPr lang="ja-JP" altLang="en-US" dirty="0">
                <a:solidFill>
                  <a:srgbClr val="333333"/>
                </a:solidFill>
                <a:latin typeface="游ゴシック" panose="020B0400000000000000" pitchFamily="50" charset="-128"/>
                <a:ea typeface="游ゴシック" panose="020B0400000000000000" pitchFamily="50" charset="-128"/>
              </a:rPr>
              <a:t>でバックエンドにリクエストを飛ばします。当然レスポンスが戻って来るので、それを受け止めてリクエスタ</a:t>
            </a:r>
            <a:r>
              <a:rPr lang="en-US" altLang="ja-JP" dirty="0">
                <a:solidFill>
                  <a:srgbClr val="333333"/>
                </a:solidFill>
                <a:latin typeface="游ゴシック" panose="020B0400000000000000" pitchFamily="50" charset="-128"/>
                <a:ea typeface="游ゴシック" panose="020B0400000000000000" pitchFamily="50" charset="-128"/>
              </a:rPr>
              <a:t>(</a:t>
            </a:r>
            <a:r>
              <a:rPr lang="ja-JP" altLang="en-US" dirty="0">
                <a:solidFill>
                  <a:srgbClr val="333333"/>
                </a:solidFill>
                <a:latin typeface="游ゴシック" panose="020B0400000000000000" pitchFamily="50" charset="-128"/>
                <a:ea typeface="游ゴシック" panose="020B0400000000000000" pitchFamily="50" charset="-128"/>
              </a:rPr>
              <a:t>エンドユーザーのブラウザ等</a:t>
            </a:r>
            <a:r>
              <a:rPr lang="en-US" altLang="ja-JP" dirty="0">
                <a:solidFill>
                  <a:srgbClr val="333333"/>
                </a:solidFill>
                <a:latin typeface="游ゴシック" panose="020B0400000000000000" pitchFamily="50" charset="-128"/>
                <a:ea typeface="游ゴシック" panose="020B0400000000000000" pitchFamily="50" charset="-128"/>
              </a:rPr>
              <a:t>)</a:t>
            </a:r>
            <a:r>
              <a:rPr lang="ja-JP" altLang="en-US" dirty="0">
                <a:solidFill>
                  <a:srgbClr val="333333"/>
                </a:solidFill>
                <a:latin typeface="游ゴシック" panose="020B0400000000000000" pitchFamily="50" charset="-128"/>
                <a:ea typeface="游ゴシック" panose="020B0400000000000000" pitchFamily="50" charset="-128"/>
              </a:rPr>
              <a:t>に返します。</a:t>
            </a:r>
            <a:endParaRPr lang="ja-JP" altLang="en-US" dirty="0"/>
          </a:p>
          <a:p>
            <a:endParaRPr lang="en-US" altLang="ja-JP" dirty="0"/>
          </a:p>
          <a:p>
            <a:endParaRPr lang="en-US" altLang="ja-JP" dirty="0"/>
          </a:p>
          <a:p>
            <a:r>
              <a:rPr lang="ja-JP" altLang="en-US" dirty="0">
                <a:solidFill>
                  <a:srgbClr val="333333"/>
                </a:solidFill>
                <a:latin typeface="游ゴシック" panose="020B0400000000000000" pitchFamily="50" charset="-128"/>
                <a:ea typeface="游ゴシック" panose="020B0400000000000000" pitchFamily="50" charset="-128"/>
              </a:rPr>
              <a:t>対して </a:t>
            </a:r>
            <a:r>
              <a:rPr lang="en-US" altLang="ja-JP" dirty="0">
                <a:solidFill>
                  <a:srgbClr val="333333"/>
                </a:solidFill>
                <a:latin typeface="游ゴシック" panose="020B0400000000000000" pitchFamily="50" charset="-128"/>
                <a:ea typeface="游ゴシック" panose="020B0400000000000000" pitchFamily="50" charset="-128"/>
              </a:rPr>
              <a:t>NLB </a:t>
            </a:r>
            <a:r>
              <a:rPr lang="ja-JP" altLang="en-US" dirty="0">
                <a:solidFill>
                  <a:srgbClr val="333333"/>
                </a:solidFill>
                <a:latin typeface="游ゴシック" panose="020B0400000000000000" pitchFamily="50" charset="-128"/>
                <a:ea typeface="游ゴシック" panose="020B0400000000000000" pitchFamily="50" charset="-128"/>
              </a:rPr>
              <a:t>はリバースプロキシではないです。厳密には</a:t>
            </a:r>
            <a:r>
              <a:rPr lang="en-US" altLang="ja-JP" dirty="0">
                <a:solidFill>
                  <a:srgbClr val="333333"/>
                </a:solidFill>
                <a:latin typeface="游ゴシック" panose="020B0400000000000000" pitchFamily="50" charset="-128"/>
                <a:ea typeface="游ゴシック" panose="020B0400000000000000" pitchFamily="50" charset="-128"/>
              </a:rPr>
              <a:t>DSR</a:t>
            </a:r>
            <a:r>
              <a:rPr lang="ja-JP" altLang="en-US" dirty="0">
                <a:solidFill>
                  <a:srgbClr val="333333"/>
                </a:solidFill>
                <a:latin typeface="游ゴシック" panose="020B0400000000000000" pitchFamily="50" charset="-128"/>
                <a:ea typeface="游ゴシック" panose="020B0400000000000000" pitchFamily="50" charset="-128"/>
              </a:rPr>
              <a:t>とも違う？らしいですが、ロードバランサが一旦リクエストを受ける</a:t>
            </a:r>
            <a:r>
              <a:rPr lang="en-US" altLang="ja-JP" dirty="0">
                <a:solidFill>
                  <a:srgbClr val="333333"/>
                </a:solidFill>
                <a:latin typeface="游ゴシック" panose="020B0400000000000000" pitchFamily="50" charset="-128"/>
                <a:ea typeface="游ゴシック" panose="020B0400000000000000" pitchFamily="50" charset="-128"/>
              </a:rPr>
              <a:t>… </a:t>
            </a:r>
            <a:r>
              <a:rPr lang="ja-JP" altLang="en-US" dirty="0">
                <a:solidFill>
                  <a:srgbClr val="333333"/>
                </a:solidFill>
                <a:latin typeface="游ゴシック" panose="020B0400000000000000" pitchFamily="50" charset="-128"/>
                <a:ea typeface="游ゴシック" panose="020B0400000000000000" pitchFamily="50" charset="-128"/>
              </a:rPr>
              <a:t>の動きがなく、いきなりバックエンドのインスタンスにリクエストが来ます</a:t>
            </a:r>
            <a:r>
              <a:rPr lang="en-US" altLang="ja-JP" dirty="0">
                <a:solidFill>
                  <a:srgbClr val="333333"/>
                </a:solidFill>
                <a:latin typeface="游ゴシック" panose="020B0400000000000000" pitchFamily="50" charset="-128"/>
                <a:ea typeface="游ゴシック" panose="020B0400000000000000" pitchFamily="50" charset="-128"/>
              </a:rPr>
              <a:t>(</a:t>
            </a:r>
            <a:r>
              <a:rPr lang="ja-JP" altLang="en-US" dirty="0">
                <a:solidFill>
                  <a:srgbClr val="333333"/>
                </a:solidFill>
                <a:latin typeface="游ゴシック" panose="020B0400000000000000" pitchFamily="50" charset="-128"/>
                <a:ea typeface="游ゴシック" panose="020B0400000000000000" pitchFamily="50" charset="-128"/>
              </a:rPr>
              <a:t>来たように見えますが正しい</a:t>
            </a:r>
            <a:r>
              <a:rPr lang="en-US" altLang="ja-JP" dirty="0">
                <a:solidFill>
                  <a:srgbClr val="333333"/>
                </a:solidFill>
                <a:latin typeface="游ゴシック" panose="020B0400000000000000" pitchFamily="50" charset="-128"/>
                <a:ea typeface="游ゴシック" panose="020B0400000000000000" pitchFamily="50" charset="-128"/>
              </a:rPr>
              <a:t>)</a:t>
            </a:r>
            <a:r>
              <a:rPr lang="ja-JP" altLang="en-US" dirty="0">
                <a:solidFill>
                  <a:srgbClr val="333333"/>
                </a:solidFill>
                <a:latin typeface="游ゴシック" panose="020B0400000000000000" pitchFamily="50" charset="-128"/>
                <a:ea typeface="游ゴシック" panose="020B0400000000000000" pitchFamily="50" charset="-128"/>
              </a:rPr>
              <a:t>そして、ロードバランサを介さずレスポンスが戻ります。</a:t>
            </a:r>
            <a:endParaRPr lang="en-US" altLang="ja-JP" dirty="0">
              <a:solidFill>
                <a:srgbClr val="333333"/>
              </a:solidFill>
              <a:latin typeface="游ゴシック" panose="020B0400000000000000" pitchFamily="50" charset="-128"/>
              <a:ea typeface="游ゴシック" panose="020B0400000000000000" pitchFamily="50" charset="-128"/>
            </a:endParaRPr>
          </a:p>
          <a:p>
            <a:endParaRPr lang="en-US" altLang="ja-JP" dirty="0">
              <a:solidFill>
                <a:srgbClr val="333333"/>
              </a:solidFill>
              <a:latin typeface="游ゴシック" panose="020B0400000000000000" pitchFamily="50" charset="-128"/>
              <a:ea typeface="游ゴシック" panose="020B0400000000000000" pitchFamily="50" charset="-128"/>
            </a:endParaRPr>
          </a:p>
          <a:p>
            <a:endParaRPr lang="en-US" altLang="ja-JP" dirty="0"/>
          </a:p>
          <a:p>
            <a:r>
              <a:rPr lang="en-US" altLang="ja-JP" dirty="0"/>
              <a:t>LB</a:t>
            </a:r>
            <a:r>
              <a:rPr lang="ja-JP" altLang="en-US" dirty="0"/>
              <a:t>自身がヘルスチェックをせずに特定の</a:t>
            </a:r>
            <a:r>
              <a:rPr lang="en-US" altLang="ja-JP" dirty="0"/>
              <a:t>IP</a:t>
            </a:r>
            <a:r>
              <a:rPr lang="ja-JP" altLang="en-US" dirty="0"/>
              <a:t>アドレスからヘルスチェックが飛んでくる</a:t>
            </a:r>
            <a:r>
              <a:rPr kumimoji="1" lang="ja-JP" altLang="en-US" sz="1200" b="0" i="0" kern="1200" dirty="0">
                <a:solidFill>
                  <a:schemeClr val="tx1"/>
                </a:solidFill>
                <a:effectLst/>
                <a:latin typeface="Times New Roman" pitchFamily="18" charset="0"/>
                <a:ea typeface="ＭＳ Ｐ明朝" pitchFamily="18" charset="-128"/>
                <a:cs typeface="+mn-cs"/>
              </a:rPr>
              <a:t>、です。この特定の</a:t>
            </a:r>
            <a:r>
              <a:rPr kumimoji="1" lang="en-US" altLang="ja-JP" sz="1200" b="0" i="0" kern="1200" dirty="0">
                <a:solidFill>
                  <a:schemeClr val="tx1"/>
                </a:solidFill>
                <a:effectLst/>
                <a:latin typeface="Times New Roman" pitchFamily="18" charset="0"/>
                <a:ea typeface="ＭＳ Ｐ明朝" pitchFamily="18" charset="-128"/>
                <a:cs typeface="+mn-cs"/>
              </a:rPr>
              <a:t>IP</a:t>
            </a:r>
            <a:r>
              <a:rPr kumimoji="1" lang="ja-JP" altLang="en-US" sz="1200" b="0" i="0" kern="1200" dirty="0">
                <a:solidFill>
                  <a:schemeClr val="tx1"/>
                </a:solidFill>
                <a:effectLst/>
                <a:latin typeface="Times New Roman" pitchFamily="18" charset="0"/>
                <a:ea typeface="ＭＳ Ｐ明朝" pitchFamily="18" charset="-128"/>
                <a:cs typeface="+mn-cs"/>
              </a:rPr>
              <a:t>とは、プロジェクト</a:t>
            </a:r>
            <a:r>
              <a:rPr kumimoji="1" lang="en-US" altLang="ja-JP" sz="1200" b="0" i="0" kern="1200" dirty="0">
                <a:solidFill>
                  <a:schemeClr val="tx1"/>
                </a:solidFill>
                <a:effectLst/>
                <a:latin typeface="Times New Roman" pitchFamily="18" charset="0"/>
                <a:ea typeface="ＭＳ Ｐ明朝" pitchFamily="18" charset="-128"/>
                <a:cs typeface="+mn-cs"/>
              </a:rPr>
              <a:t>(AWS</a:t>
            </a:r>
            <a:r>
              <a:rPr kumimoji="1" lang="ja-JP" altLang="en-US" sz="1200" b="0" i="0" kern="1200" dirty="0">
                <a:solidFill>
                  <a:schemeClr val="tx1"/>
                </a:solidFill>
                <a:effectLst/>
                <a:latin typeface="Times New Roman" pitchFamily="18" charset="0"/>
                <a:ea typeface="ＭＳ Ｐ明朝" pitchFamily="18" charset="-128"/>
                <a:cs typeface="+mn-cs"/>
              </a:rPr>
              <a:t>で言うところのアカウント</a:t>
            </a:r>
            <a:r>
              <a:rPr kumimoji="1" lang="en-US" altLang="ja-JP" sz="1200" b="0" i="0" kern="1200" dirty="0">
                <a:solidFill>
                  <a:schemeClr val="tx1"/>
                </a:solidFill>
                <a:effectLst/>
                <a:latin typeface="Times New Roman" pitchFamily="18" charset="0"/>
                <a:ea typeface="ＭＳ Ｐ明朝" pitchFamily="18" charset="-128"/>
                <a:cs typeface="+mn-cs"/>
              </a:rPr>
              <a:t>)</a:t>
            </a:r>
            <a:r>
              <a:rPr kumimoji="1" lang="ja-JP" altLang="en-US" sz="1200" b="0" i="0" kern="1200" dirty="0">
                <a:solidFill>
                  <a:schemeClr val="tx1"/>
                </a:solidFill>
                <a:effectLst/>
                <a:latin typeface="Times New Roman" pitchFamily="18" charset="0"/>
                <a:ea typeface="ＭＳ Ｐ明朝" pitchFamily="18" charset="-128"/>
                <a:cs typeface="+mn-cs"/>
              </a:rPr>
              <a:t>が異なっても同じです。なので、ヘルスチェックだけを通す・殺すは一応可能です。</a:t>
            </a:r>
            <a:endParaRPr kumimoji="1" lang="en-US" altLang="ja-JP" sz="1200" b="0" i="0" kern="1200" dirty="0">
              <a:solidFill>
                <a:schemeClr val="tx1"/>
              </a:solidFill>
              <a:effectLst/>
              <a:latin typeface="Times New Roman" pitchFamily="18" charset="0"/>
              <a:ea typeface="ＭＳ Ｐ明朝" pitchFamily="18" charset="-128"/>
              <a:cs typeface="+mn-cs"/>
            </a:endParaRPr>
          </a:p>
          <a:p>
            <a:endParaRPr kumimoji="1" lang="en-US" altLang="ja-JP" sz="1200" b="0" i="0" kern="1200" dirty="0">
              <a:solidFill>
                <a:schemeClr val="tx1"/>
              </a:solidFill>
              <a:effectLst/>
              <a:latin typeface="Times New Roman" pitchFamily="18" charset="0"/>
              <a:ea typeface="ＭＳ Ｐ明朝" pitchFamily="18" charset="-128"/>
              <a:cs typeface="+mn-cs"/>
            </a:endParaRPr>
          </a:p>
          <a:p>
            <a:r>
              <a:rPr kumimoji="1" lang="en-US" altLang="ja-JP" sz="1200" b="0" i="0" kern="1200" dirty="0">
                <a:solidFill>
                  <a:schemeClr val="tx1"/>
                </a:solidFill>
                <a:effectLst/>
                <a:latin typeface="Times New Roman" pitchFamily="18" charset="0"/>
                <a:ea typeface="ＭＳ Ｐ明朝" pitchFamily="18" charset="-128"/>
                <a:cs typeface="+mn-cs"/>
              </a:rPr>
              <a:t>NLB</a:t>
            </a:r>
            <a:r>
              <a:rPr kumimoji="1" lang="ja-JP" altLang="en-US" sz="1200" b="0" i="0" kern="1200" dirty="0">
                <a:solidFill>
                  <a:schemeClr val="tx1"/>
                </a:solidFill>
                <a:effectLst/>
                <a:latin typeface="Times New Roman" pitchFamily="18" charset="0"/>
                <a:ea typeface="ＭＳ Ｐ明朝" pitchFamily="18" charset="-128"/>
                <a:cs typeface="+mn-cs"/>
              </a:rPr>
              <a:t>の登場により、</a:t>
            </a:r>
            <a:r>
              <a:rPr kumimoji="1" lang="en-US" altLang="ja-JP" sz="1200" b="0" i="0" kern="1200" dirty="0">
                <a:solidFill>
                  <a:schemeClr val="tx1"/>
                </a:solidFill>
                <a:effectLst/>
                <a:latin typeface="Times New Roman" pitchFamily="18" charset="0"/>
                <a:ea typeface="ＭＳ Ｐ明朝" pitchFamily="18" charset="-128"/>
                <a:cs typeface="+mn-cs"/>
              </a:rPr>
              <a:t>NLB</a:t>
            </a:r>
            <a:r>
              <a:rPr kumimoji="1" lang="ja-JP" altLang="en-US" sz="1200" b="0" i="0" kern="1200" dirty="0">
                <a:solidFill>
                  <a:schemeClr val="tx1"/>
                </a:solidFill>
                <a:effectLst/>
                <a:latin typeface="Times New Roman" pitchFamily="18" charset="0"/>
                <a:ea typeface="ＭＳ Ｐ明朝" pitchFamily="18" charset="-128"/>
                <a:cs typeface="+mn-cs"/>
              </a:rPr>
              <a:t>と</a:t>
            </a:r>
            <a:r>
              <a:rPr kumimoji="1" lang="en-US" altLang="ja-JP" sz="1200" b="0" i="0" kern="1200" dirty="0">
                <a:solidFill>
                  <a:schemeClr val="tx1"/>
                </a:solidFill>
                <a:effectLst/>
                <a:latin typeface="Times New Roman" pitchFamily="18" charset="0"/>
                <a:ea typeface="ＭＳ Ｐ明朝" pitchFamily="18" charset="-128"/>
                <a:cs typeface="+mn-cs"/>
              </a:rPr>
              <a:t>MQTT</a:t>
            </a:r>
            <a:r>
              <a:rPr kumimoji="1" lang="ja-JP" altLang="en-US" sz="1200" b="0" i="0" kern="1200" dirty="0">
                <a:solidFill>
                  <a:schemeClr val="tx1"/>
                </a:solidFill>
                <a:effectLst/>
                <a:latin typeface="Times New Roman" pitchFamily="18" charset="0"/>
                <a:ea typeface="ＭＳ Ｐ明朝" pitchFamily="18" charset="-128"/>
                <a:cs typeface="+mn-cs"/>
              </a:rPr>
              <a:t>ブローカーを組み合わせることで</a:t>
            </a:r>
            <a:r>
              <a:rPr kumimoji="1" lang="en-US" altLang="ja-JP" sz="1200" b="0" i="0" kern="1200" dirty="0">
                <a:solidFill>
                  <a:schemeClr val="tx1"/>
                </a:solidFill>
                <a:effectLst/>
                <a:latin typeface="Times New Roman" pitchFamily="18" charset="0"/>
                <a:ea typeface="ＭＳ Ｐ明朝" pitchFamily="18" charset="-128"/>
                <a:cs typeface="+mn-cs"/>
              </a:rPr>
              <a:t>AWS IoT</a:t>
            </a:r>
            <a:r>
              <a:rPr kumimoji="1" lang="ja-JP" altLang="en-US" sz="1200" b="0" i="0" kern="1200" dirty="0">
                <a:solidFill>
                  <a:schemeClr val="tx1"/>
                </a:solidFill>
                <a:effectLst/>
                <a:latin typeface="Times New Roman" pitchFamily="18" charset="0"/>
                <a:ea typeface="ＭＳ Ｐ明朝" pitchFamily="18" charset="-128"/>
                <a:cs typeface="+mn-cs"/>
              </a:rPr>
              <a:t>相当のものが自前で構築できるようになりました。</a:t>
            </a:r>
            <a:endParaRPr kumimoji="1" lang="ja-JP" altLang="en-US" dirty="0"/>
          </a:p>
        </p:txBody>
      </p:sp>
      <p:sp>
        <p:nvSpPr>
          <p:cNvPr id="4" name="スライド番号プレースホルダー 3"/>
          <p:cNvSpPr>
            <a:spLocks noGrp="1"/>
          </p:cNvSpPr>
          <p:nvPr>
            <p:ph type="sldNum" sz="quarter" idx="5"/>
          </p:nvPr>
        </p:nvSpPr>
        <p:spPr/>
        <p:txBody>
          <a:bodyPr/>
          <a:lstStyle/>
          <a:p>
            <a:fld id="{AA59C432-3B8C-4DAF-9FB9-33E1F8887A75}" type="slidenum">
              <a:rPr lang="en-US" altLang="ja-JP" smtClean="0"/>
              <a:pPr/>
              <a:t>58</a:t>
            </a:fld>
            <a:endParaRPr lang="en-US" altLang="ja-JP"/>
          </a:p>
        </p:txBody>
      </p:sp>
    </p:spTree>
    <p:extLst>
      <p:ext uri="{BB962C8B-B14F-4D97-AF65-F5344CB8AC3E}">
        <p14:creationId xmlns:p14="http://schemas.microsoft.com/office/powerpoint/2010/main" val="3471277806"/>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altLang="ja-JP" dirty="0">
                <a:solidFill>
                  <a:srgbClr val="333333"/>
                </a:solidFill>
                <a:latin typeface="游ゴシック" panose="020B0400000000000000" pitchFamily="50" charset="-128"/>
                <a:ea typeface="游ゴシック" panose="020B0400000000000000" pitchFamily="50" charset="-128"/>
              </a:rPr>
              <a:t>ALB, ELB (Classic ELB) </a:t>
            </a:r>
            <a:r>
              <a:rPr lang="ja-JP" altLang="en-US" dirty="0">
                <a:solidFill>
                  <a:srgbClr val="333333"/>
                </a:solidFill>
                <a:latin typeface="游ゴシック" panose="020B0400000000000000" pitchFamily="50" charset="-128"/>
                <a:ea typeface="游ゴシック" panose="020B0400000000000000" pitchFamily="50" charset="-128"/>
              </a:rPr>
              <a:t>は所謂リバースプロキシで、ロードバランサで一旦全てのリクエストを受けきって、ロードバランサの</a:t>
            </a:r>
            <a:r>
              <a:rPr lang="en-US" altLang="ja-JP" dirty="0" err="1">
                <a:solidFill>
                  <a:srgbClr val="333333"/>
                </a:solidFill>
                <a:latin typeface="游ゴシック" panose="020B0400000000000000" pitchFamily="50" charset="-128"/>
                <a:ea typeface="游ゴシック" panose="020B0400000000000000" pitchFamily="50" charset="-128"/>
              </a:rPr>
              <a:t>SourceIP</a:t>
            </a:r>
            <a:r>
              <a:rPr lang="ja-JP" altLang="en-US" dirty="0">
                <a:solidFill>
                  <a:srgbClr val="333333"/>
                </a:solidFill>
                <a:latin typeface="游ゴシック" panose="020B0400000000000000" pitchFamily="50" charset="-128"/>
                <a:ea typeface="游ゴシック" panose="020B0400000000000000" pitchFamily="50" charset="-128"/>
              </a:rPr>
              <a:t>でバックエンドにリクエストを飛ばします。当然レスポンスが戻って来るので、それを受け止めてリクエスタ</a:t>
            </a:r>
            <a:r>
              <a:rPr lang="en-US" altLang="ja-JP" dirty="0">
                <a:solidFill>
                  <a:srgbClr val="333333"/>
                </a:solidFill>
                <a:latin typeface="游ゴシック" panose="020B0400000000000000" pitchFamily="50" charset="-128"/>
                <a:ea typeface="游ゴシック" panose="020B0400000000000000" pitchFamily="50" charset="-128"/>
              </a:rPr>
              <a:t>(</a:t>
            </a:r>
            <a:r>
              <a:rPr lang="ja-JP" altLang="en-US" dirty="0">
                <a:solidFill>
                  <a:srgbClr val="333333"/>
                </a:solidFill>
                <a:latin typeface="游ゴシック" panose="020B0400000000000000" pitchFamily="50" charset="-128"/>
                <a:ea typeface="游ゴシック" panose="020B0400000000000000" pitchFamily="50" charset="-128"/>
              </a:rPr>
              <a:t>エンドユーザーのブラウザ等</a:t>
            </a:r>
            <a:r>
              <a:rPr lang="en-US" altLang="ja-JP" dirty="0">
                <a:solidFill>
                  <a:srgbClr val="333333"/>
                </a:solidFill>
                <a:latin typeface="游ゴシック" panose="020B0400000000000000" pitchFamily="50" charset="-128"/>
                <a:ea typeface="游ゴシック" panose="020B0400000000000000" pitchFamily="50" charset="-128"/>
              </a:rPr>
              <a:t>)</a:t>
            </a:r>
            <a:r>
              <a:rPr lang="ja-JP" altLang="en-US" dirty="0">
                <a:solidFill>
                  <a:srgbClr val="333333"/>
                </a:solidFill>
                <a:latin typeface="游ゴシック" panose="020B0400000000000000" pitchFamily="50" charset="-128"/>
                <a:ea typeface="游ゴシック" panose="020B0400000000000000" pitchFamily="50" charset="-128"/>
              </a:rPr>
              <a:t>に返します。</a:t>
            </a:r>
            <a:endParaRPr lang="ja-JP" altLang="en-US" dirty="0"/>
          </a:p>
          <a:p>
            <a:endParaRPr lang="en-US" altLang="ja-JP" dirty="0"/>
          </a:p>
          <a:p>
            <a:endParaRPr lang="en-US" altLang="ja-JP" dirty="0"/>
          </a:p>
          <a:p>
            <a:r>
              <a:rPr lang="ja-JP" altLang="en-US" dirty="0">
                <a:solidFill>
                  <a:srgbClr val="333333"/>
                </a:solidFill>
                <a:latin typeface="游ゴシック" panose="020B0400000000000000" pitchFamily="50" charset="-128"/>
                <a:ea typeface="游ゴシック" panose="020B0400000000000000" pitchFamily="50" charset="-128"/>
              </a:rPr>
              <a:t>対して </a:t>
            </a:r>
            <a:r>
              <a:rPr lang="en-US" altLang="ja-JP" dirty="0">
                <a:solidFill>
                  <a:srgbClr val="333333"/>
                </a:solidFill>
                <a:latin typeface="游ゴシック" panose="020B0400000000000000" pitchFamily="50" charset="-128"/>
                <a:ea typeface="游ゴシック" panose="020B0400000000000000" pitchFamily="50" charset="-128"/>
              </a:rPr>
              <a:t>NLB </a:t>
            </a:r>
            <a:r>
              <a:rPr lang="ja-JP" altLang="en-US" dirty="0">
                <a:solidFill>
                  <a:srgbClr val="333333"/>
                </a:solidFill>
                <a:latin typeface="游ゴシック" panose="020B0400000000000000" pitchFamily="50" charset="-128"/>
                <a:ea typeface="游ゴシック" panose="020B0400000000000000" pitchFamily="50" charset="-128"/>
              </a:rPr>
              <a:t>はリバースプロキシではないです。厳密には</a:t>
            </a:r>
            <a:r>
              <a:rPr lang="en-US" altLang="ja-JP" dirty="0">
                <a:solidFill>
                  <a:srgbClr val="333333"/>
                </a:solidFill>
                <a:latin typeface="游ゴシック" panose="020B0400000000000000" pitchFamily="50" charset="-128"/>
                <a:ea typeface="游ゴシック" panose="020B0400000000000000" pitchFamily="50" charset="-128"/>
              </a:rPr>
              <a:t>DSR</a:t>
            </a:r>
            <a:r>
              <a:rPr lang="ja-JP" altLang="en-US" dirty="0">
                <a:solidFill>
                  <a:srgbClr val="333333"/>
                </a:solidFill>
                <a:latin typeface="游ゴシック" panose="020B0400000000000000" pitchFamily="50" charset="-128"/>
                <a:ea typeface="游ゴシック" panose="020B0400000000000000" pitchFamily="50" charset="-128"/>
              </a:rPr>
              <a:t>とも違う？らしいですが、ロードバランサが一旦リクエストを受ける</a:t>
            </a:r>
            <a:r>
              <a:rPr lang="en-US" altLang="ja-JP" dirty="0">
                <a:solidFill>
                  <a:srgbClr val="333333"/>
                </a:solidFill>
                <a:latin typeface="游ゴシック" panose="020B0400000000000000" pitchFamily="50" charset="-128"/>
                <a:ea typeface="游ゴシック" panose="020B0400000000000000" pitchFamily="50" charset="-128"/>
              </a:rPr>
              <a:t>… </a:t>
            </a:r>
            <a:r>
              <a:rPr lang="ja-JP" altLang="en-US" dirty="0">
                <a:solidFill>
                  <a:srgbClr val="333333"/>
                </a:solidFill>
                <a:latin typeface="游ゴシック" panose="020B0400000000000000" pitchFamily="50" charset="-128"/>
                <a:ea typeface="游ゴシック" panose="020B0400000000000000" pitchFamily="50" charset="-128"/>
              </a:rPr>
              <a:t>の動きがなく、いきなりバックエンドのインスタンスにリクエストが来ます</a:t>
            </a:r>
            <a:r>
              <a:rPr lang="en-US" altLang="ja-JP" dirty="0">
                <a:solidFill>
                  <a:srgbClr val="333333"/>
                </a:solidFill>
                <a:latin typeface="游ゴシック" panose="020B0400000000000000" pitchFamily="50" charset="-128"/>
                <a:ea typeface="游ゴシック" panose="020B0400000000000000" pitchFamily="50" charset="-128"/>
              </a:rPr>
              <a:t>(</a:t>
            </a:r>
            <a:r>
              <a:rPr lang="ja-JP" altLang="en-US" dirty="0">
                <a:solidFill>
                  <a:srgbClr val="333333"/>
                </a:solidFill>
                <a:latin typeface="游ゴシック" panose="020B0400000000000000" pitchFamily="50" charset="-128"/>
                <a:ea typeface="游ゴシック" panose="020B0400000000000000" pitchFamily="50" charset="-128"/>
              </a:rPr>
              <a:t>来たように見えますが正しい</a:t>
            </a:r>
            <a:r>
              <a:rPr lang="en-US" altLang="ja-JP" dirty="0">
                <a:solidFill>
                  <a:srgbClr val="333333"/>
                </a:solidFill>
                <a:latin typeface="游ゴシック" panose="020B0400000000000000" pitchFamily="50" charset="-128"/>
                <a:ea typeface="游ゴシック" panose="020B0400000000000000" pitchFamily="50" charset="-128"/>
              </a:rPr>
              <a:t>)</a:t>
            </a:r>
            <a:r>
              <a:rPr lang="ja-JP" altLang="en-US" dirty="0">
                <a:solidFill>
                  <a:srgbClr val="333333"/>
                </a:solidFill>
                <a:latin typeface="游ゴシック" panose="020B0400000000000000" pitchFamily="50" charset="-128"/>
                <a:ea typeface="游ゴシック" panose="020B0400000000000000" pitchFamily="50" charset="-128"/>
              </a:rPr>
              <a:t>そして、ロードバランサを介さずレスポンスが戻ります。</a:t>
            </a:r>
            <a:endParaRPr lang="en-US" altLang="ja-JP" dirty="0">
              <a:solidFill>
                <a:srgbClr val="333333"/>
              </a:solidFill>
              <a:latin typeface="游ゴシック" panose="020B0400000000000000" pitchFamily="50" charset="-128"/>
              <a:ea typeface="游ゴシック" panose="020B0400000000000000" pitchFamily="50" charset="-128"/>
            </a:endParaRPr>
          </a:p>
          <a:p>
            <a:endParaRPr lang="en-US" altLang="ja-JP" dirty="0">
              <a:solidFill>
                <a:srgbClr val="333333"/>
              </a:solidFill>
              <a:latin typeface="游ゴシック" panose="020B0400000000000000" pitchFamily="50" charset="-128"/>
              <a:ea typeface="游ゴシック" panose="020B0400000000000000" pitchFamily="50" charset="-128"/>
            </a:endParaRPr>
          </a:p>
          <a:p>
            <a:endParaRPr lang="en-US" altLang="ja-JP" dirty="0"/>
          </a:p>
          <a:p>
            <a:r>
              <a:rPr lang="en-US" altLang="ja-JP" dirty="0"/>
              <a:t>LB</a:t>
            </a:r>
            <a:r>
              <a:rPr lang="ja-JP" altLang="en-US" dirty="0"/>
              <a:t>自身がヘルスチェックをせずに特定の</a:t>
            </a:r>
            <a:r>
              <a:rPr lang="en-US" altLang="ja-JP" dirty="0"/>
              <a:t>IP</a:t>
            </a:r>
            <a:r>
              <a:rPr lang="ja-JP" altLang="en-US" dirty="0"/>
              <a:t>アドレスからヘルスチェックが飛んでくる</a:t>
            </a:r>
            <a:r>
              <a:rPr kumimoji="1" lang="ja-JP" altLang="en-US" sz="1200" b="0" i="0" kern="1200" dirty="0">
                <a:solidFill>
                  <a:schemeClr val="tx1"/>
                </a:solidFill>
                <a:effectLst/>
                <a:latin typeface="Times New Roman" pitchFamily="18" charset="0"/>
                <a:ea typeface="ＭＳ Ｐ明朝" pitchFamily="18" charset="-128"/>
                <a:cs typeface="+mn-cs"/>
              </a:rPr>
              <a:t>、です。この特定の</a:t>
            </a:r>
            <a:r>
              <a:rPr kumimoji="1" lang="en-US" altLang="ja-JP" sz="1200" b="0" i="0" kern="1200" dirty="0">
                <a:solidFill>
                  <a:schemeClr val="tx1"/>
                </a:solidFill>
                <a:effectLst/>
                <a:latin typeface="Times New Roman" pitchFamily="18" charset="0"/>
                <a:ea typeface="ＭＳ Ｐ明朝" pitchFamily="18" charset="-128"/>
                <a:cs typeface="+mn-cs"/>
              </a:rPr>
              <a:t>IP</a:t>
            </a:r>
            <a:r>
              <a:rPr kumimoji="1" lang="ja-JP" altLang="en-US" sz="1200" b="0" i="0" kern="1200" dirty="0">
                <a:solidFill>
                  <a:schemeClr val="tx1"/>
                </a:solidFill>
                <a:effectLst/>
                <a:latin typeface="Times New Roman" pitchFamily="18" charset="0"/>
                <a:ea typeface="ＭＳ Ｐ明朝" pitchFamily="18" charset="-128"/>
                <a:cs typeface="+mn-cs"/>
              </a:rPr>
              <a:t>とは、プロジェクト</a:t>
            </a:r>
            <a:r>
              <a:rPr kumimoji="1" lang="en-US" altLang="ja-JP" sz="1200" b="0" i="0" kern="1200" dirty="0">
                <a:solidFill>
                  <a:schemeClr val="tx1"/>
                </a:solidFill>
                <a:effectLst/>
                <a:latin typeface="Times New Roman" pitchFamily="18" charset="0"/>
                <a:ea typeface="ＭＳ Ｐ明朝" pitchFamily="18" charset="-128"/>
                <a:cs typeface="+mn-cs"/>
              </a:rPr>
              <a:t>(AWS</a:t>
            </a:r>
            <a:r>
              <a:rPr kumimoji="1" lang="ja-JP" altLang="en-US" sz="1200" b="0" i="0" kern="1200" dirty="0">
                <a:solidFill>
                  <a:schemeClr val="tx1"/>
                </a:solidFill>
                <a:effectLst/>
                <a:latin typeface="Times New Roman" pitchFamily="18" charset="0"/>
                <a:ea typeface="ＭＳ Ｐ明朝" pitchFamily="18" charset="-128"/>
                <a:cs typeface="+mn-cs"/>
              </a:rPr>
              <a:t>で言うところのアカウント</a:t>
            </a:r>
            <a:r>
              <a:rPr kumimoji="1" lang="en-US" altLang="ja-JP" sz="1200" b="0" i="0" kern="1200" dirty="0">
                <a:solidFill>
                  <a:schemeClr val="tx1"/>
                </a:solidFill>
                <a:effectLst/>
                <a:latin typeface="Times New Roman" pitchFamily="18" charset="0"/>
                <a:ea typeface="ＭＳ Ｐ明朝" pitchFamily="18" charset="-128"/>
                <a:cs typeface="+mn-cs"/>
              </a:rPr>
              <a:t>)</a:t>
            </a:r>
            <a:r>
              <a:rPr kumimoji="1" lang="ja-JP" altLang="en-US" sz="1200" b="0" i="0" kern="1200" dirty="0">
                <a:solidFill>
                  <a:schemeClr val="tx1"/>
                </a:solidFill>
                <a:effectLst/>
                <a:latin typeface="Times New Roman" pitchFamily="18" charset="0"/>
                <a:ea typeface="ＭＳ Ｐ明朝" pitchFamily="18" charset="-128"/>
                <a:cs typeface="+mn-cs"/>
              </a:rPr>
              <a:t>が異なっても同じです。なので、ヘルスチェックだけを通す・殺すは一応可能です。</a:t>
            </a:r>
            <a:endParaRPr kumimoji="1" lang="en-US" altLang="ja-JP" sz="1200" b="0" i="0" kern="1200" dirty="0">
              <a:solidFill>
                <a:schemeClr val="tx1"/>
              </a:solidFill>
              <a:effectLst/>
              <a:latin typeface="Times New Roman" pitchFamily="18" charset="0"/>
              <a:ea typeface="ＭＳ Ｐ明朝" pitchFamily="18" charset="-128"/>
              <a:cs typeface="+mn-cs"/>
            </a:endParaRPr>
          </a:p>
          <a:p>
            <a:endParaRPr kumimoji="1" lang="en-US" altLang="ja-JP" sz="1200" b="0" i="0" kern="1200" dirty="0">
              <a:solidFill>
                <a:schemeClr val="tx1"/>
              </a:solidFill>
              <a:effectLst/>
              <a:latin typeface="Times New Roman" pitchFamily="18" charset="0"/>
              <a:ea typeface="ＭＳ Ｐ明朝" pitchFamily="18" charset="-128"/>
              <a:cs typeface="+mn-cs"/>
            </a:endParaRPr>
          </a:p>
          <a:p>
            <a:r>
              <a:rPr kumimoji="1" lang="en-US" altLang="ja-JP" sz="1200" b="0" i="0" kern="1200" dirty="0">
                <a:solidFill>
                  <a:schemeClr val="tx1"/>
                </a:solidFill>
                <a:effectLst/>
                <a:latin typeface="Times New Roman" pitchFamily="18" charset="0"/>
                <a:ea typeface="ＭＳ Ｐ明朝" pitchFamily="18" charset="-128"/>
                <a:cs typeface="+mn-cs"/>
              </a:rPr>
              <a:t>NLB</a:t>
            </a:r>
            <a:r>
              <a:rPr kumimoji="1" lang="ja-JP" altLang="en-US" sz="1200" b="0" i="0" kern="1200" dirty="0">
                <a:solidFill>
                  <a:schemeClr val="tx1"/>
                </a:solidFill>
                <a:effectLst/>
                <a:latin typeface="Times New Roman" pitchFamily="18" charset="0"/>
                <a:ea typeface="ＭＳ Ｐ明朝" pitchFamily="18" charset="-128"/>
                <a:cs typeface="+mn-cs"/>
              </a:rPr>
              <a:t>の登場により、</a:t>
            </a:r>
            <a:r>
              <a:rPr kumimoji="1" lang="en-US" altLang="ja-JP" sz="1200" b="0" i="0" kern="1200" dirty="0">
                <a:solidFill>
                  <a:schemeClr val="tx1"/>
                </a:solidFill>
                <a:effectLst/>
                <a:latin typeface="Times New Roman" pitchFamily="18" charset="0"/>
                <a:ea typeface="ＭＳ Ｐ明朝" pitchFamily="18" charset="-128"/>
                <a:cs typeface="+mn-cs"/>
              </a:rPr>
              <a:t>NLB</a:t>
            </a:r>
            <a:r>
              <a:rPr kumimoji="1" lang="ja-JP" altLang="en-US" sz="1200" b="0" i="0" kern="1200" dirty="0">
                <a:solidFill>
                  <a:schemeClr val="tx1"/>
                </a:solidFill>
                <a:effectLst/>
                <a:latin typeface="Times New Roman" pitchFamily="18" charset="0"/>
                <a:ea typeface="ＭＳ Ｐ明朝" pitchFamily="18" charset="-128"/>
                <a:cs typeface="+mn-cs"/>
              </a:rPr>
              <a:t>と</a:t>
            </a:r>
            <a:r>
              <a:rPr kumimoji="1" lang="en-US" altLang="ja-JP" sz="1200" b="0" i="0" kern="1200" dirty="0">
                <a:solidFill>
                  <a:schemeClr val="tx1"/>
                </a:solidFill>
                <a:effectLst/>
                <a:latin typeface="Times New Roman" pitchFamily="18" charset="0"/>
                <a:ea typeface="ＭＳ Ｐ明朝" pitchFamily="18" charset="-128"/>
                <a:cs typeface="+mn-cs"/>
              </a:rPr>
              <a:t>MQTT</a:t>
            </a:r>
            <a:r>
              <a:rPr kumimoji="1" lang="ja-JP" altLang="en-US" sz="1200" b="0" i="0" kern="1200" dirty="0">
                <a:solidFill>
                  <a:schemeClr val="tx1"/>
                </a:solidFill>
                <a:effectLst/>
                <a:latin typeface="Times New Roman" pitchFamily="18" charset="0"/>
                <a:ea typeface="ＭＳ Ｐ明朝" pitchFamily="18" charset="-128"/>
                <a:cs typeface="+mn-cs"/>
              </a:rPr>
              <a:t>ブローカーを組み合わせることで</a:t>
            </a:r>
            <a:r>
              <a:rPr kumimoji="1" lang="en-US" altLang="ja-JP" sz="1200" b="0" i="0" kern="1200" dirty="0">
                <a:solidFill>
                  <a:schemeClr val="tx1"/>
                </a:solidFill>
                <a:effectLst/>
                <a:latin typeface="Times New Roman" pitchFamily="18" charset="0"/>
                <a:ea typeface="ＭＳ Ｐ明朝" pitchFamily="18" charset="-128"/>
                <a:cs typeface="+mn-cs"/>
              </a:rPr>
              <a:t>AWS IoT</a:t>
            </a:r>
            <a:r>
              <a:rPr kumimoji="1" lang="ja-JP" altLang="en-US" sz="1200" b="0" i="0" kern="1200" dirty="0">
                <a:solidFill>
                  <a:schemeClr val="tx1"/>
                </a:solidFill>
                <a:effectLst/>
                <a:latin typeface="Times New Roman" pitchFamily="18" charset="0"/>
                <a:ea typeface="ＭＳ Ｐ明朝" pitchFamily="18" charset="-128"/>
                <a:cs typeface="+mn-cs"/>
              </a:rPr>
              <a:t>相当のものが自前で構築できるようになりました。</a:t>
            </a:r>
            <a:endParaRPr kumimoji="1" lang="ja-JP" altLang="en-US" dirty="0"/>
          </a:p>
        </p:txBody>
      </p:sp>
      <p:sp>
        <p:nvSpPr>
          <p:cNvPr id="4" name="スライド番号プレースホルダー 3"/>
          <p:cNvSpPr>
            <a:spLocks noGrp="1"/>
          </p:cNvSpPr>
          <p:nvPr>
            <p:ph type="sldNum" sz="quarter" idx="5"/>
          </p:nvPr>
        </p:nvSpPr>
        <p:spPr/>
        <p:txBody>
          <a:bodyPr/>
          <a:lstStyle/>
          <a:p>
            <a:fld id="{AA59C432-3B8C-4DAF-9FB9-33E1F8887A75}" type="slidenum">
              <a:rPr lang="en-US" altLang="ja-JP" smtClean="0"/>
              <a:pPr/>
              <a:t>59</a:t>
            </a:fld>
            <a:endParaRPr lang="en-US" altLang="ja-JP"/>
          </a:p>
        </p:txBody>
      </p:sp>
    </p:spTree>
    <p:extLst>
      <p:ext uri="{BB962C8B-B14F-4D97-AF65-F5344CB8AC3E}">
        <p14:creationId xmlns:p14="http://schemas.microsoft.com/office/powerpoint/2010/main" val="1100685977"/>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AA59C432-3B8C-4DAF-9FB9-33E1F8887A75}" type="slidenum">
              <a:rPr lang="en-US" altLang="ja-JP" smtClean="0"/>
              <a:pPr/>
              <a:t>61</a:t>
            </a:fld>
            <a:endParaRPr lang="en-US" altLang="ja-JP"/>
          </a:p>
        </p:txBody>
      </p:sp>
    </p:spTree>
    <p:extLst>
      <p:ext uri="{BB962C8B-B14F-4D97-AF65-F5344CB8AC3E}">
        <p14:creationId xmlns:p14="http://schemas.microsoft.com/office/powerpoint/2010/main" val="1404383044"/>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AA59C432-3B8C-4DAF-9FB9-33E1F8887A75}" type="slidenum">
              <a:rPr lang="en-US" altLang="ja-JP" smtClean="0"/>
              <a:pPr/>
              <a:t>62</a:t>
            </a:fld>
            <a:endParaRPr lang="en-US" altLang="ja-JP"/>
          </a:p>
        </p:txBody>
      </p:sp>
    </p:spTree>
    <p:extLst>
      <p:ext uri="{BB962C8B-B14F-4D97-AF65-F5344CB8AC3E}">
        <p14:creationId xmlns:p14="http://schemas.microsoft.com/office/powerpoint/2010/main" val="2757411767"/>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AA59C432-3B8C-4DAF-9FB9-33E1F8887A75}" type="slidenum">
              <a:rPr lang="en-US" altLang="ja-JP" smtClean="0"/>
              <a:pPr/>
              <a:t>63</a:t>
            </a:fld>
            <a:endParaRPr lang="en-US" altLang="ja-JP"/>
          </a:p>
        </p:txBody>
      </p:sp>
    </p:spTree>
    <p:extLst>
      <p:ext uri="{BB962C8B-B14F-4D97-AF65-F5344CB8AC3E}">
        <p14:creationId xmlns:p14="http://schemas.microsoft.com/office/powerpoint/2010/main" val="2513752027"/>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AA59C432-3B8C-4DAF-9FB9-33E1F8887A75}" type="slidenum">
              <a:rPr lang="en-US" altLang="ja-JP" smtClean="0"/>
              <a:pPr/>
              <a:t>64</a:t>
            </a:fld>
            <a:endParaRPr lang="en-US" altLang="ja-JP"/>
          </a:p>
        </p:txBody>
      </p:sp>
    </p:spTree>
    <p:extLst>
      <p:ext uri="{BB962C8B-B14F-4D97-AF65-F5344CB8AC3E}">
        <p14:creationId xmlns:p14="http://schemas.microsoft.com/office/powerpoint/2010/main" val="4155229138"/>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AA59C432-3B8C-4DAF-9FB9-33E1F8887A75}" type="slidenum">
              <a:rPr lang="en-US" altLang="ja-JP" smtClean="0"/>
              <a:pPr/>
              <a:t>65</a:t>
            </a:fld>
            <a:endParaRPr lang="en-US" altLang="ja-JP"/>
          </a:p>
        </p:txBody>
      </p:sp>
    </p:spTree>
    <p:extLst>
      <p:ext uri="{BB962C8B-B14F-4D97-AF65-F5344CB8AC3E}">
        <p14:creationId xmlns:p14="http://schemas.microsoft.com/office/powerpoint/2010/main" val="1397161593"/>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AA59C432-3B8C-4DAF-9FB9-33E1F8887A75}" type="slidenum">
              <a:rPr lang="en-US" altLang="ja-JP" smtClean="0"/>
              <a:pPr/>
              <a:t>66</a:t>
            </a:fld>
            <a:endParaRPr lang="en-US" altLang="ja-JP"/>
          </a:p>
        </p:txBody>
      </p:sp>
    </p:spTree>
    <p:extLst>
      <p:ext uri="{BB962C8B-B14F-4D97-AF65-F5344CB8AC3E}">
        <p14:creationId xmlns:p14="http://schemas.microsoft.com/office/powerpoint/2010/main" val="13300523"/>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en-US" altLang="ja-JP" sz="1200" b="0" i="0" kern="1200" dirty="0">
              <a:solidFill>
                <a:schemeClr val="tx1"/>
              </a:solidFill>
              <a:effectLst/>
              <a:latin typeface="Times New Roman" pitchFamily="18" charset="0"/>
              <a:ea typeface="ＭＳ Ｐ明朝" pitchFamily="18" charset="-128"/>
              <a:cs typeface="+mn-cs"/>
            </a:endParaRPr>
          </a:p>
        </p:txBody>
      </p:sp>
      <p:sp>
        <p:nvSpPr>
          <p:cNvPr id="4" name="スライド番号プレースホルダー 3"/>
          <p:cNvSpPr>
            <a:spLocks noGrp="1"/>
          </p:cNvSpPr>
          <p:nvPr>
            <p:ph type="sldNum" sz="quarter" idx="5"/>
          </p:nvPr>
        </p:nvSpPr>
        <p:spPr/>
        <p:txBody>
          <a:bodyPr/>
          <a:lstStyle/>
          <a:p>
            <a:fld id="{AA59C432-3B8C-4DAF-9FB9-33E1F8887A75}" type="slidenum">
              <a:rPr lang="en-US" altLang="ja-JP" smtClean="0"/>
              <a:pPr/>
              <a:t>67</a:t>
            </a:fld>
            <a:endParaRPr lang="en-US" altLang="ja-JP"/>
          </a:p>
        </p:txBody>
      </p:sp>
    </p:spTree>
    <p:extLst>
      <p:ext uri="{BB962C8B-B14F-4D97-AF65-F5344CB8AC3E}">
        <p14:creationId xmlns:p14="http://schemas.microsoft.com/office/powerpoint/2010/main" val="2749091742"/>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AA59C432-3B8C-4DAF-9FB9-33E1F8887A75}" type="slidenum">
              <a:rPr lang="en-US" altLang="ja-JP" smtClean="0"/>
              <a:pPr/>
              <a:t>68</a:t>
            </a:fld>
            <a:endParaRPr lang="en-US" altLang="ja-JP"/>
          </a:p>
        </p:txBody>
      </p:sp>
    </p:spTree>
    <p:extLst>
      <p:ext uri="{BB962C8B-B14F-4D97-AF65-F5344CB8AC3E}">
        <p14:creationId xmlns:p14="http://schemas.microsoft.com/office/powerpoint/2010/main" val="231143562"/>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AA59C432-3B8C-4DAF-9FB9-33E1F8887A75}" type="slidenum">
              <a:rPr lang="en-US" altLang="ja-JP" smtClean="0"/>
              <a:pPr/>
              <a:t>69</a:t>
            </a:fld>
            <a:endParaRPr lang="en-US" altLang="ja-JP"/>
          </a:p>
        </p:txBody>
      </p:sp>
    </p:spTree>
    <p:extLst>
      <p:ext uri="{BB962C8B-B14F-4D97-AF65-F5344CB8AC3E}">
        <p14:creationId xmlns:p14="http://schemas.microsoft.com/office/powerpoint/2010/main" val="3347644787"/>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AA59C432-3B8C-4DAF-9FB9-33E1F8887A75}" type="slidenum">
              <a:rPr lang="en-US" altLang="ja-JP" smtClean="0"/>
              <a:pPr/>
              <a:t>70</a:t>
            </a:fld>
            <a:endParaRPr lang="en-US" altLang="ja-JP"/>
          </a:p>
        </p:txBody>
      </p:sp>
    </p:spTree>
    <p:extLst>
      <p:ext uri="{BB962C8B-B14F-4D97-AF65-F5344CB8AC3E}">
        <p14:creationId xmlns:p14="http://schemas.microsoft.com/office/powerpoint/2010/main" val="3321464878"/>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AA59C432-3B8C-4DAF-9FB9-33E1F8887A75}" type="slidenum">
              <a:rPr lang="en-US" altLang="ja-JP" smtClean="0"/>
              <a:pPr/>
              <a:t>71</a:t>
            </a:fld>
            <a:endParaRPr lang="en-US" altLang="ja-JP"/>
          </a:p>
        </p:txBody>
      </p:sp>
    </p:spTree>
    <p:extLst>
      <p:ext uri="{BB962C8B-B14F-4D97-AF65-F5344CB8AC3E}">
        <p14:creationId xmlns:p14="http://schemas.microsoft.com/office/powerpoint/2010/main" val="400563217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AA59C432-3B8C-4DAF-9FB9-33E1F8887A75}" type="slidenum">
              <a:rPr lang="en-US" altLang="ja-JP" smtClean="0"/>
              <a:pPr/>
              <a:t>72</a:t>
            </a:fld>
            <a:endParaRPr lang="en-US" altLang="ja-JP"/>
          </a:p>
        </p:txBody>
      </p:sp>
    </p:spTree>
    <p:extLst>
      <p:ext uri="{BB962C8B-B14F-4D97-AF65-F5344CB8AC3E}">
        <p14:creationId xmlns:p14="http://schemas.microsoft.com/office/powerpoint/2010/main" val="4224355103"/>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AA59C432-3B8C-4DAF-9FB9-33E1F8887A75}" type="slidenum">
              <a:rPr lang="en-US" altLang="ja-JP" smtClean="0"/>
              <a:pPr/>
              <a:t>73</a:t>
            </a:fld>
            <a:endParaRPr lang="en-US" altLang="ja-JP"/>
          </a:p>
        </p:txBody>
      </p:sp>
    </p:spTree>
    <p:extLst>
      <p:ext uri="{BB962C8B-B14F-4D97-AF65-F5344CB8AC3E}">
        <p14:creationId xmlns:p14="http://schemas.microsoft.com/office/powerpoint/2010/main" val="297454248"/>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AA59C432-3B8C-4DAF-9FB9-33E1F8887A75}" type="slidenum">
              <a:rPr lang="en-US" altLang="ja-JP" smtClean="0"/>
              <a:pPr/>
              <a:t>74</a:t>
            </a:fld>
            <a:endParaRPr lang="en-US" altLang="ja-JP"/>
          </a:p>
        </p:txBody>
      </p:sp>
    </p:spTree>
    <p:extLst>
      <p:ext uri="{BB962C8B-B14F-4D97-AF65-F5344CB8AC3E}">
        <p14:creationId xmlns:p14="http://schemas.microsoft.com/office/powerpoint/2010/main" val="1810478082"/>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AA59C432-3B8C-4DAF-9FB9-33E1F8887A75}" type="slidenum">
              <a:rPr lang="en-US" altLang="ja-JP" smtClean="0"/>
              <a:pPr/>
              <a:t>75</a:t>
            </a:fld>
            <a:endParaRPr lang="en-US" altLang="ja-JP"/>
          </a:p>
        </p:txBody>
      </p:sp>
    </p:spTree>
    <p:extLst>
      <p:ext uri="{BB962C8B-B14F-4D97-AF65-F5344CB8AC3E}">
        <p14:creationId xmlns:p14="http://schemas.microsoft.com/office/powerpoint/2010/main" val="2424235142"/>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AA59C432-3B8C-4DAF-9FB9-33E1F8887A75}" type="slidenum">
              <a:rPr lang="en-US" altLang="ja-JP" smtClean="0"/>
              <a:pPr/>
              <a:t>76</a:t>
            </a:fld>
            <a:endParaRPr lang="en-US" altLang="ja-JP"/>
          </a:p>
        </p:txBody>
      </p:sp>
    </p:spTree>
    <p:extLst>
      <p:ext uri="{BB962C8B-B14F-4D97-AF65-F5344CB8AC3E}">
        <p14:creationId xmlns:p14="http://schemas.microsoft.com/office/powerpoint/2010/main" val="3687448457"/>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AA59C432-3B8C-4DAF-9FB9-33E1F8887A75}" type="slidenum">
              <a:rPr lang="en-US" altLang="ja-JP" smtClean="0"/>
              <a:pPr/>
              <a:t>77</a:t>
            </a:fld>
            <a:endParaRPr lang="en-US" altLang="ja-JP"/>
          </a:p>
        </p:txBody>
      </p:sp>
    </p:spTree>
    <p:extLst>
      <p:ext uri="{BB962C8B-B14F-4D97-AF65-F5344CB8AC3E}">
        <p14:creationId xmlns:p14="http://schemas.microsoft.com/office/powerpoint/2010/main" val="3180856070"/>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AA59C432-3B8C-4DAF-9FB9-33E1F8887A75}" type="slidenum">
              <a:rPr lang="en-US" altLang="ja-JP" smtClean="0"/>
              <a:pPr/>
              <a:t>78</a:t>
            </a:fld>
            <a:endParaRPr lang="en-US" altLang="ja-JP"/>
          </a:p>
        </p:txBody>
      </p:sp>
    </p:spTree>
    <p:extLst>
      <p:ext uri="{BB962C8B-B14F-4D97-AF65-F5344CB8AC3E}">
        <p14:creationId xmlns:p14="http://schemas.microsoft.com/office/powerpoint/2010/main" val="4045504699"/>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AA59C432-3B8C-4DAF-9FB9-33E1F8887A75}" type="slidenum">
              <a:rPr lang="en-US" altLang="ja-JP" smtClean="0"/>
              <a:pPr/>
              <a:t>79</a:t>
            </a:fld>
            <a:endParaRPr lang="en-US" altLang="ja-JP"/>
          </a:p>
        </p:txBody>
      </p:sp>
    </p:spTree>
    <p:extLst>
      <p:ext uri="{BB962C8B-B14F-4D97-AF65-F5344CB8AC3E}">
        <p14:creationId xmlns:p14="http://schemas.microsoft.com/office/powerpoint/2010/main" val="1154171845"/>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AA59C432-3B8C-4DAF-9FB9-33E1F8887A75}" type="slidenum">
              <a:rPr lang="en-US" altLang="ja-JP" smtClean="0"/>
              <a:pPr/>
              <a:t>80</a:t>
            </a:fld>
            <a:endParaRPr lang="en-US" altLang="ja-JP"/>
          </a:p>
        </p:txBody>
      </p:sp>
    </p:spTree>
    <p:extLst>
      <p:ext uri="{BB962C8B-B14F-4D97-AF65-F5344CB8AC3E}">
        <p14:creationId xmlns:p14="http://schemas.microsoft.com/office/powerpoint/2010/main" val="4200239699"/>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en-US" altLang="ja-JP" sz="1200" b="0" i="0" kern="1200" dirty="0">
              <a:solidFill>
                <a:schemeClr val="tx1"/>
              </a:solidFill>
              <a:effectLst/>
              <a:latin typeface="Times New Roman" pitchFamily="18" charset="0"/>
              <a:ea typeface="ＭＳ Ｐ明朝" pitchFamily="18" charset="-128"/>
              <a:cs typeface="+mn-cs"/>
            </a:endParaRPr>
          </a:p>
        </p:txBody>
      </p:sp>
      <p:sp>
        <p:nvSpPr>
          <p:cNvPr id="4" name="スライド番号プレースホルダー 3"/>
          <p:cNvSpPr>
            <a:spLocks noGrp="1"/>
          </p:cNvSpPr>
          <p:nvPr>
            <p:ph type="sldNum" sz="quarter" idx="5"/>
          </p:nvPr>
        </p:nvSpPr>
        <p:spPr/>
        <p:txBody>
          <a:bodyPr/>
          <a:lstStyle/>
          <a:p>
            <a:fld id="{AA59C432-3B8C-4DAF-9FB9-33E1F8887A75}" type="slidenum">
              <a:rPr lang="en-US" altLang="ja-JP" smtClean="0"/>
              <a:pPr/>
              <a:t>81</a:t>
            </a:fld>
            <a:endParaRPr lang="en-US" altLang="ja-JP"/>
          </a:p>
        </p:txBody>
      </p:sp>
    </p:spTree>
    <p:extLst>
      <p:ext uri="{BB962C8B-B14F-4D97-AF65-F5344CB8AC3E}">
        <p14:creationId xmlns:p14="http://schemas.microsoft.com/office/powerpoint/2010/main" val="38463140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sz="1200" b="0" i="0" kern="1200" dirty="0">
                <a:solidFill>
                  <a:schemeClr val="tx1"/>
                </a:solidFill>
                <a:effectLst/>
                <a:latin typeface="Times New Roman" pitchFamily="18" charset="0"/>
                <a:ea typeface="ＭＳ Ｐ明朝" pitchFamily="18" charset="-128"/>
                <a:cs typeface="+mn-cs"/>
              </a:rPr>
              <a:t>AWS </a:t>
            </a:r>
            <a:r>
              <a:rPr kumimoji="1" lang="ja-JP" altLang="en-US" sz="1200" b="0" i="0" kern="1200" dirty="0">
                <a:solidFill>
                  <a:schemeClr val="tx1"/>
                </a:solidFill>
                <a:effectLst/>
                <a:latin typeface="Times New Roman" pitchFamily="18" charset="0"/>
                <a:ea typeface="ＭＳ Ｐ明朝" pitchFamily="18" charset="-128"/>
                <a:cs typeface="+mn-cs"/>
              </a:rPr>
              <a:t>認定ソリューションアーキテクト </a:t>
            </a:r>
            <a:r>
              <a:rPr kumimoji="1" lang="en-US" altLang="ja-JP" sz="1200" b="0" i="0" kern="1200" dirty="0">
                <a:solidFill>
                  <a:schemeClr val="tx1"/>
                </a:solidFill>
                <a:effectLst/>
                <a:latin typeface="Times New Roman" pitchFamily="18" charset="0"/>
                <a:ea typeface="ＭＳ Ｐ明朝" pitchFamily="18" charset="-128"/>
                <a:cs typeface="+mn-cs"/>
              </a:rPr>
              <a:t>– </a:t>
            </a:r>
            <a:r>
              <a:rPr kumimoji="1" lang="ja-JP" altLang="en-US" sz="1200" b="0" i="0" kern="1200" dirty="0">
                <a:solidFill>
                  <a:schemeClr val="tx1"/>
                </a:solidFill>
                <a:effectLst/>
                <a:latin typeface="Times New Roman" pitchFamily="18" charset="0"/>
                <a:ea typeface="ＭＳ Ｐ明朝" pitchFamily="18" charset="-128"/>
                <a:cs typeface="+mn-cs"/>
              </a:rPr>
              <a:t>アソシエイトの試験はソリューションアーキテクト担当者向けです。この試験に合格すると、</a:t>
            </a:r>
            <a:r>
              <a:rPr kumimoji="1" lang="en-US" altLang="ja-JP" sz="1200" b="0" i="0" kern="1200" dirty="0">
                <a:solidFill>
                  <a:schemeClr val="tx1"/>
                </a:solidFill>
                <a:effectLst/>
                <a:latin typeface="Times New Roman" pitchFamily="18" charset="0"/>
                <a:ea typeface="ＭＳ Ｐ明朝" pitchFamily="18" charset="-128"/>
                <a:cs typeface="+mn-cs"/>
              </a:rPr>
              <a:t>AWS </a:t>
            </a:r>
            <a:r>
              <a:rPr kumimoji="1" lang="ja-JP" altLang="en-US" sz="1200" b="0" i="0" kern="1200" dirty="0">
                <a:solidFill>
                  <a:schemeClr val="tx1"/>
                </a:solidFill>
                <a:effectLst/>
                <a:latin typeface="Times New Roman" pitchFamily="18" charset="0"/>
                <a:ea typeface="ＭＳ Ｐ明朝" pitchFamily="18" charset="-128"/>
                <a:cs typeface="+mn-cs"/>
              </a:rPr>
              <a:t>のテクノロジーを使用して安全で堅牢なアプリケーションを構築およびデプロイするための知識を効果的に証明できます。</a:t>
            </a:r>
            <a:endParaRPr kumimoji="1" lang="ja-JP" altLang="en-US" dirty="0"/>
          </a:p>
        </p:txBody>
      </p:sp>
      <p:sp>
        <p:nvSpPr>
          <p:cNvPr id="4" name="スライド番号プレースホルダー 3"/>
          <p:cNvSpPr>
            <a:spLocks noGrp="1"/>
          </p:cNvSpPr>
          <p:nvPr>
            <p:ph type="sldNum" sz="quarter" idx="5"/>
          </p:nvPr>
        </p:nvSpPr>
        <p:spPr/>
        <p:txBody>
          <a:bodyPr/>
          <a:lstStyle/>
          <a:p>
            <a:fld id="{AA59C432-3B8C-4DAF-9FB9-33E1F8887A75}" type="slidenum">
              <a:rPr lang="en-US" altLang="ja-JP" smtClean="0"/>
              <a:pPr/>
              <a:t>83</a:t>
            </a:fld>
            <a:endParaRPr lang="en-US" altLang="ja-JP"/>
          </a:p>
        </p:txBody>
      </p:sp>
    </p:spTree>
    <p:extLst>
      <p:ext uri="{BB962C8B-B14F-4D97-AF65-F5344CB8AC3E}">
        <p14:creationId xmlns:p14="http://schemas.microsoft.com/office/powerpoint/2010/main" val="908432772"/>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sz="1200" b="0" i="0" kern="1200" dirty="0">
                <a:solidFill>
                  <a:schemeClr val="tx1"/>
                </a:solidFill>
                <a:effectLst/>
                <a:latin typeface="Times New Roman" pitchFamily="18" charset="0"/>
                <a:ea typeface="ＭＳ Ｐ明朝" pitchFamily="18" charset="-128"/>
                <a:cs typeface="+mn-cs"/>
              </a:rPr>
              <a:t>オプション２が正解となります。</a:t>
            </a:r>
            <a:r>
              <a:rPr kumimoji="1" lang="en-US" altLang="ja-JP" sz="1200" b="0" i="0" kern="1200" dirty="0" err="1">
                <a:solidFill>
                  <a:schemeClr val="tx1"/>
                </a:solidFill>
                <a:effectLst/>
                <a:latin typeface="Times New Roman" pitchFamily="18" charset="0"/>
                <a:ea typeface="ＭＳ Ｐ明朝" pitchFamily="18" charset="-128"/>
                <a:cs typeface="+mn-cs"/>
              </a:rPr>
              <a:t>MyISAM</a:t>
            </a:r>
            <a:r>
              <a:rPr kumimoji="1" lang="ja-JP" altLang="en-US" sz="1200" b="0" i="0" kern="1200" dirty="0">
                <a:solidFill>
                  <a:schemeClr val="tx1"/>
                </a:solidFill>
                <a:effectLst/>
                <a:latin typeface="Times New Roman" pitchFamily="18" charset="0"/>
                <a:ea typeface="ＭＳ Ｐ明朝" pitchFamily="18" charset="-128"/>
                <a:cs typeface="+mn-cs"/>
              </a:rPr>
              <a:t>を</a:t>
            </a:r>
            <a:r>
              <a:rPr kumimoji="1" lang="en-US" altLang="ja-JP" sz="1200" b="0" i="0" kern="1200" dirty="0">
                <a:solidFill>
                  <a:schemeClr val="tx1"/>
                </a:solidFill>
                <a:effectLst/>
                <a:latin typeface="Times New Roman" pitchFamily="18" charset="0"/>
                <a:ea typeface="ＭＳ Ｐ明朝" pitchFamily="18" charset="-128"/>
                <a:cs typeface="+mn-cs"/>
              </a:rPr>
              <a:t>MySQL</a:t>
            </a:r>
            <a:r>
              <a:rPr kumimoji="1" lang="ja-JP" altLang="en-US" sz="1200" b="0" i="0" kern="1200" dirty="0">
                <a:solidFill>
                  <a:schemeClr val="tx1"/>
                </a:solidFill>
                <a:effectLst/>
                <a:latin typeface="Times New Roman" pitchFamily="18" charset="0"/>
                <a:ea typeface="ＭＳ Ｐ明朝" pitchFamily="18" charset="-128"/>
                <a:cs typeface="+mn-cs"/>
              </a:rPr>
              <a:t>のストレージエンジンとして使用することはできません。 </a:t>
            </a:r>
            <a:r>
              <a:rPr kumimoji="1" lang="en-US" altLang="ja-JP" sz="1200" b="0" i="0" kern="1200" dirty="0">
                <a:solidFill>
                  <a:schemeClr val="tx1"/>
                </a:solidFill>
                <a:effectLst/>
                <a:latin typeface="Times New Roman" pitchFamily="18" charset="0"/>
                <a:ea typeface="ＭＳ Ｐ明朝" pitchFamily="18" charset="-128"/>
                <a:cs typeface="+mn-cs"/>
              </a:rPr>
              <a:t>MySQL</a:t>
            </a:r>
            <a:r>
              <a:rPr kumimoji="1" lang="ja-JP" altLang="en-US" sz="1200" b="0" i="0" kern="1200" dirty="0">
                <a:solidFill>
                  <a:schemeClr val="tx1"/>
                </a:solidFill>
                <a:effectLst/>
                <a:latin typeface="Times New Roman" pitchFamily="18" charset="0"/>
                <a:ea typeface="ＭＳ Ｐ明朝" pitchFamily="18" charset="-128"/>
                <a:cs typeface="+mn-cs"/>
              </a:rPr>
              <a:t>に推奨されるストレージエンジンは</a:t>
            </a:r>
            <a:r>
              <a:rPr kumimoji="1" lang="en-US" altLang="ja-JP" sz="1200" b="0" i="0" kern="1200" dirty="0" err="1">
                <a:solidFill>
                  <a:schemeClr val="tx1"/>
                </a:solidFill>
                <a:effectLst/>
                <a:latin typeface="Times New Roman" pitchFamily="18" charset="0"/>
                <a:ea typeface="ＭＳ Ｐ明朝" pitchFamily="18" charset="-128"/>
                <a:cs typeface="+mn-cs"/>
              </a:rPr>
              <a:t>InnoDB</a:t>
            </a:r>
            <a:r>
              <a:rPr kumimoji="1" lang="ja-JP" altLang="en-US" sz="1200" b="0" i="0" kern="1200" dirty="0">
                <a:solidFill>
                  <a:schemeClr val="tx1"/>
                </a:solidFill>
                <a:effectLst/>
                <a:latin typeface="Times New Roman" pitchFamily="18" charset="0"/>
                <a:ea typeface="ＭＳ Ｐ明朝" pitchFamily="18" charset="-128"/>
                <a:cs typeface="+mn-cs"/>
              </a:rPr>
              <a:t>であり、</a:t>
            </a:r>
            <a:r>
              <a:rPr kumimoji="1" lang="en-US" altLang="ja-JP" sz="1200" b="0" i="0" kern="1200" dirty="0" err="1">
                <a:solidFill>
                  <a:schemeClr val="tx1"/>
                </a:solidFill>
                <a:effectLst/>
                <a:latin typeface="Times New Roman" pitchFamily="18" charset="0"/>
                <a:ea typeface="ＭＳ Ｐ明朝" pitchFamily="18" charset="-128"/>
                <a:cs typeface="+mn-cs"/>
              </a:rPr>
              <a:t>MyISAM</a:t>
            </a:r>
            <a:r>
              <a:rPr kumimoji="1" lang="ja-JP" altLang="en-US" sz="1200" b="0" i="0" kern="1200" dirty="0">
                <a:solidFill>
                  <a:schemeClr val="tx1"/>
                </a:solidFill>
                <a:effectLst/>
                <a:latin typeface="Times New Roman" pitchFamily="18" charset="0"/>
                <a:ea typeface="ＭＳ Ｐ明朝" pitchFamily="18" charset="-128"/>
                <a:cs typeface="+mn-cs"/>
              </a:rPr>
              <a:t>ではありません。ストレージエンジンとは、さまざまなテーブル型に対する </a:t>
            </a:r>
            <a:r>
              <a:rPr kumimoji="1" lang="en-US" altLang="ja-JP" sz="1200" b="0" i="0" kern="1200" dirty="0">
                <a:solidFill>
                  <a:schemeClr val="tx1"/>
                </a:solidFill>
                <a:effectLst/>
                <a:latin typeface="Times New Roman" pitchFamily="18" charset="0"/>
                <a:ea typeface="ＭＳ Ｐ明朝" pitchFamily="18" charset="-128"/>
                <a:cs typeface="+mn-cs"/>
              </a:rPr>
              <a:t>SQL </a:t>
            </a:r>
            <a:r>
              <a:rPr kumimoji="1" lang="ja-JP" altLang="en-US" sz="1200" b="0" i="0" kern="1200" dirty="0">
                <a:solidFill>
                  <a:schemeClr val="tx1"/>
                </a:solidFill>
                <a:effectLst/>
                <a:latin typeface="Times New Roman" pitchFamily="18" charset="0"/>
                <a:ea typeface="ＭＳ Ｐ明朝" pitchFamily="18" charset="-128"/>
                <a:cs typeface="+mn-cs"/>
              </a:rPr>
              <a:t>操作を処理する </a:t>
            </a:r>
            <a:r>
              <a:rPr kumimoji="1" lang="en-US" altLang="ja-JP" sz="1200" b="0" i="0" kern="1200" dirty="0">
                <a:solidFill>
                  <a:schemeClr val="tx1"/>
                </a:solidFill>
                <a:effectLst/>
                <a:latin typeface="Times New Roman" pitchFamily="18" charset="0"/>
                <a:ea typeface="ＭＳ Ｐ明朝" pitchFamily="18" charset="-128"/>
                <a:cs typeface="+mn-cs"/>
              </a:rPr>
              <a:t>MySQL </a:t>
            </a:r>
            <a:r>
              <a:rPr kumimoji="1" lang="ja-JP" altLang="en-US" sz="1200" b="0" i="0" kern="1200" dirty="0">
                <a:solidFill>
                  <a:schemeClr val="tx1"/>
                </a:solidFill>
                <a:effectLst/>
                <a:latin typeface="Times New Roman" pitchFamily="18" charset="0"/>
                <a:ea typeface="ＭＳ Ｐ明朝" pitchFamily="18" charset="-128"/>
                <a:cs typeface="+mn-cs"/>
              </a:rPr>
              <a:t>コンポーネントです。</a:t>
            </a:r>
          </a:p>
          <a:p>
            <a:endParaRPr kumimoji="1" lang="ja-JP" altLang="en-US" sz="1200" b="0" i="0" kern="1200" dirty="0">
              <a:solidFill>
                <a:schemeClr val="tx1"/>
              </a:solidFill>
              <a:effectLst/>
              <a:latin typeface="Times New Roman" pitchFamily="18" charset="0"/>
              <a:ea typeface="ＭＳ Ｐ明朝" pitchFamily="18" charset="-128"/>
              <a:cs typeface="+mn-cs"/>
            </a:endParaRPr>
          </a:p>
          <a:p>
            <a:r>
              <a:rPr kumimoji="1" lang="ja-JP" altLang="en-US" sz="1200" b="0" i="0" kern="1200" dirty="0">
                <a:solidFill>
                  <a:schemeClr val="tx1"/>
                </a:solidFill>
                <a:effectLst/>
                <a:latin typeface="Times New Roman" pitchFamily="18" charset="0"/>
                <a:ea typeface="ＭＳ Ｐ明朝" pitchFamily="18" charset="-128"/>
                <a:cs typeface="+mn-cs"/>
              </a:rPr>
              <a:t>他の選択肢は</a:t>
            </a:r>
            <a:r>
              <a:rPr kumimoji="1" lang="en-US" altLang="ja-JP" sz="1200" b="0" i="0" kern="1200" dirty="0">
                <a:solidFill>
                  <a:schemeClr val="tx1"/>
                </a:solidFill>
                <a:effectLst/>
                <a:latin typeface="Times New Roman" pitchFamily="18" charset="0"/>
                <a:ea typeface="ＭＳ Ｐ明朝" pitchFamily="18" charset="-128"/>
                <a:cs typeface="+mn-cs"/>
              </a:rPr>
              <a:t>AWS MySQL RDS</a:t>
            </a:r>
            <a:r>
              <a:rPr kumimoji="1" lang="ja-JP" altLang="en-US" sz="1200" b="0" i="0" kern="1200" dirty="0">
                <a:solidFill>
                  <a:schemeClr val="tx1"/>
                </a:solidFill>
                <a:effectLst/>
                <a:latin typeface="Times New Roman" pitchFamily="18" charset="0"/>
                <a:ea typeface="ＭＳ Ｐ明朝" pitchFamily="18" charset="-128"/>
                <a:cs typeface="+mn-cs"/>
              </a:rPr>
              <a:t>ドキュメントのベストプラクティスとなっており、推奨されています。</a:t>
            </a:r>
            <a:endParaRPr kumimoji="1" lang="en-US" altLang="ja-JP" sz="1200" b="0" i="0" kern="1200" dirty="0">
              <a:solidFill>
                <a:schemeClr val="tx1"/>
              </a:solidFill>
              <a:effectLst/>
              <a:latin typeface="Times New Roman" pitchFamily="18" charset="0"/>
              <a:ea typeface="ＭＳ Ｐ明朝" pitchFamily="18" charset="-128"/>
              <a:cs typeface="+mn-cs"/>
            </a:endParaRPr>
          </a:p>
        </p:txBody>
      </p:sp>
      <p:sp>
        <p:nvSpPr>
          <p:cNvPr id="4" name="スライド番号プレースホルダー 3"/>
          <p:cNvSpPr>
            <a:spLocks noGrp="1"/>
          </p:cNvSpPr>
          <p:nvPr>
            <p:ph type="sldNum" sz="quarter" idx="5"/>
          </p:nvPr>
        </p:nvSpPr>
        <p:spPr/>
        <p:txBody>
          <a:bodyPr/>
          <a:lstStyle/>
          <a:p>
            <a:fld id="{AA59C432-3B8C-4DAF-9FB9-33E1F8887A75}" type="slidenum">
              <a:rPr lang="en-US" altLang="ja-JP" smtClean="0"/>
              <a:pPr/>
              <a:t>88</a:t>
            </a:fld>
            <a:endParaRPr lang="en-US" altLang="ja-JP"/>
          </a:p>
        </p:txBody>
      </p:sp>
    </p:spTree>
    <p:extLst>
      <p:ext uri="{BB962C8B-B14F-4D97-AF65-F5344CB8AC3E}">
        <p14:creationId xmlns:p14="http://schemas.microsoft.com/office/powerpoint/2010/main" val="1993015224"/>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AA59C432-3B8C-4DAF-9FB9-33E1F8887A75}" type="slidenum">
              <a:rPr lang="en-US" altLang="ja-JP" smtClean="0"/>
              <a:pPr/>
              <a:t>89</a:t>
            </a:fld>
            <a:endParaRPr lang="en-US" altLang="ja-JP"/>
          </a:p>
        </p:txBody>
      </p:sp>
    </p:spTree>
    <p:extLst>
      <p:ext uri="{BB962C8B-B14F-4D97-AF65-F5344CB8AC3E}">
        <p14:creationId xmlns:p14="http://schemas.microsoft.com/office/powerpoint/2010/main" val="1552565497"/>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AA59C432-3B8C-4DAF-9FB9-33E1F8887A75}" type="slidenum">
              <a:rPr lang="en-US" altLang="ja-JP" smtClean="0"/>
              <a:pPr/>
              <a:t>91</a:t>
            </a:fld>
            <a:endParaRPr lang="en-US" altLang="ja-JP"/>
          </a:p>
        </p:txBody>
      </p:sp>
    </p:spTree>
    <p:extLst>
      <p:ext uri="{BB962C8B-B14F-4D97-AF65-F5344CB8AC3E}">
        <p14:creationId xmlns:p14="http://schemas.microsoft.com/office/powerpoint/2010/main" val="284553100"/>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en-US" altLang="ja-JP" sz="1200" b="0" i="0" kern="1200" dirty="0">
              <a:solidFill>
                <a:schemeClr val="tx1"/>
              </a:solidFill>
              <a:effectLst/>
              <a:latin typeface="Times New Roman" pitchFamily="18" charset="0"/>
              <a:ea typeface="ＭＳ Ｐ明朝" pitchFamily="18" charset="-128"/>
              <a:cs typeface="+mn-cs"/>
            </a:endParaRPr>
          </a:p>
        </p:txBody>
      </p:sp>
      <p:sp>
        <p:nvSpPr>
          <p:cNvPr id="4" name="スライド番号プレースホルダー 3"/>
          <p:cNvSpPr>
            <a:spLocks noGrp="1"/>
          </p:cNvSpPr>
          <p:nvPr>
            <p:ph type="sldNum" sz="quarter" idx="5"/>
          </p:nvPr>
        </p:nvSpPr>
        <p:spPr/>
        <p:txBody>
          <a:bodyPr/>
          <a:lstStyle/>
          <a:p>
            <a:fld id="{AA59C432-3B8C-4DAF-9FB9-33E1F8887A75}" type="slidenum">
              <a:rPr lang="en-US" altLang="ja-JP" smtClean="0"/>
              <a:pPr/>
              <a:t>92</a:t>
            </a:fld>
            <a:endParaRPr lang="en-US" altLang="ja-JP"/>
          </a:p>
        </p:txBody>
      </p:sp>
    </p:spTree>
    <p:extLst>
      <p:ext uri="{BB962C8B-B14F-4D97-AF65-F5344CB8AC3E}">
        <p14:creationId xmlns:p14="http://schemas.microsoft.com/office/powerpoint/2010/main" val="1329656395"/>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AA59C432-3B8C-4DAF-9FB9-33E1F8887A75}" type="slidenum">
              <a:rPr lang="en-US" altLang="ja-JP" smtClean="0"/>
              <a:pPr/>
              <a:t>96</a:t>
            </a:fld>
            <a:endParaRPr lang="en-US" altLang="ja-JP"/>
          </a:p>
        </p:txBody>
      </p:sp>
    </p:spTree>
    <p:extLst>
      <p:ext uri="{BB962C8B-B14F-4D97-AF65-F5344CB8AC3E}">
        <p14:creationId xmlns:p14="http://schemas.microsoft.com/office/powerpoint/2010/main" val="3809853319"/>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AA59C432-3B8C-4DAF-9FB9-33E1F8887A75}" type="slidenum">
              <a:rPr lang="en-US" altLang="ja-JP" smtClean="0"/>
              <a:pPr/>
              <a:t>97</a:t>
            </a:fld>
            <a:endParaRPr lang="en-US" altLang="ja-JP"/>
          </a:p>
        </p:txBody>
      </p:sp>
    </p:spTree>
    <p:extLst>
      <p:ext uri="{BB962C8B-B14F-4D97-AF65-F5344CB8AC3E}">
        <p14:creationId xmlns:p14="http://schemas.microsoft.com/office/powerpoint/2010/main" val="369109886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AA59C432-3B8C-4DAF-9FB9-33E1F8887A75}" type="slidenum">
              <a:rPr lang="en-US" altLang="ja-JP" smtClean="0"/>
              <a:pPr/>
              <a:t>98</a:t>
            </a:fld>
            <a:endParaRPr lang="en-US" altLang="ja-JP"/>
          </a:p>
        </p:txBody>
      </p:sp>
    </p:spTree>
    <p:extLst>
      <p:ext uri="{BB962C8B-B14F-4D97-AF65-F5344CB8AC3E}">
        <p14:creationId xmlns:p14="http://schemas.microsoft.com/office/powerpoint/2010/main" val="20594393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dirty="0"/>
              <a:t>MySQL</a:t>
            </a:r>
            <a:r>
              <a:rPr kumimoji="1" lang="ja-JP" altLang="en-US" dirty="0"/>
              <a:t>のデフォルトのページサイズ</a:t>
            </a:r>
            <a:r>
              <a:rPr kumimoji="1" lang="en-US" altLang="ja-JP" dirty="0"/>
              <a:t>(</a:t>
            </a:r>
            <a:r>
              <a:rPr kumimoji="1" lang="en-US" altLang="ja-JP" dirty="0" err="1"/>
              <a:t>innodb_page_size</a:t>
            </a:r>
            <a:r>
              <a:rPr kumimoji="1" lang="en-US" altLang="ja-JP" dirty="0"/>
              <a:t>)</a:t>
            </a:r>
            <a:r>
              <a:rPr kumimoji="1" lang="ja-JP" altLang="en-US" dirty="0"/>
              <a:t>は</a:t>
            </a:r>
            <a:r>
              <a:rPr kumimoji="1" lang="en-US" altLang="ja-JP" dirty="0"/>
              <a:t>16KiB</a:t>
            </a:r>
            <a:r>
              <a:rPr kumimoji="1" lang="ja-JP" altLang="en-US" dirty="0"/>
              <a:t>です。 一方で、ストレージのアトミックライトは</a:t>
            </a:r>
            <a:r>
              <a:rPr kumimoji="1" lang="en-US" altLang="ja-JP" dirty="0"/>
              <a:t>4KiB</a:t>
            </a:r>
            <a:r>
              <a:rPr kumimoji="1" lang="ja-JP" altLang="en-US" dirty="0"/>
              <a:t>ブロックのため、</a:t>
            </a:r>
            <a:r>
              <a:rPr kumimoji="1" lang="en-US" altLang="ja-JP" dirty="0"/>
              <a:t>MySQL</a:t>
            </a:r>
            <a:r>
              <a:rPr kumimoji="1" lang="ja-JP" altLang="en-US" dirty="0"/>
              <a:t>の</a:t>
            </a:r>
            <a:r>
              <a:rPr kumimoji="1" lang="en-US" altLang="ja-JP" dirty="0"/>
              <a:t>16KiB</a:t>
            </a:r>
            <a:r>
              <a:rPr kumimoji="1" lang="ja-JP" altLang="en-US" dirty="0"/>
              <a:t>のダーティーページをストレージに同期させるには、</a:t>
            </a:r>
            <a:r>
              <a:rPr kumimoji="1" lang="en-US" altLang="ja-JP" dirty="0"/>
              <a:t>4</a:t>
            </a:r>
            <a:r>
              <a:rPr kumimoji="1" lang="ja-JP" altLang="en-US" dirty="0"/>
              <a:t>つの</a:t>
            </a:r>
            <a:r>
              <a:rPr kumimoji="1" lang="en-US" altLang="ja-JP" dirty="0"/>
              <a:t>4KiB</a:t>
            </a:r>
            <a:r>
              <a:rPr kumimoji="1" lang="ja-JP" altLang="en-US" dirty="0"/>
              <a:t>ブロックを書き込む必要があります。</a:t>
            </a:r>
          </a:p>
          <a:p>
            <a:endParaRPr kumimoji="1" lang="ja-JP" altLang="en-US" dirty="0"/>
          </a:p>
          <a:p>
            <a:r>
              <a:rPr kumimoji="1" lang="ja-JP" altLang="en-US" dirty="0"/>
              <a:t>ストレージへの書き込み途中に障害が起きると、一部のデータはディスクにあり、残りはディスクにはなく、データの不整合が起きます。この状態を</a:t>
            </a:r>
            <a:r>
              <a:rPr kumimoji="1" lang="en-US" altLang="ja-JP" dirty="0"/>
              <a:t>"torn write"</a:t>
            </a:r>
            <a:r>
              <a:rPr kumimoji="1" lang="ja-JP" altLang="en-US" dirty="0"/>
              <a:t>と呼びます。</a:t>
            </a:r>
          </a:p>
          <a:p>
            <a:endParaRPr kumimoji="1" lang="ja-JP" altLang="en-US" dirty="0"/>
          </a:p>
          <a:p>
            <a:r>
              <a:rPr kumimoji="1" lang="en-US" altLang="ja-JP" dirty="0"/>
              <a:t>"torn </a:t>
            </a:r>
            <a:r>
              <a:rPr kumimoji="1" lang="en-US" altLang="ja-JP" dirty="0" err="1"/>
              <a:t>wirte</a:t>
            </a:r>
            <a:r>
              <a:rPr kumimoji="1" lang="en-US" altLang="ja-JP" dirty="0"/>
              <a:t>"</a:t>
            </a:r>
            <a:r>
              <a:rPr kumimoji="1" lang="ja-JP" altLang="en-US" dirty="0"/>
              <a:t>を解決するのが</a:t>
            </a:r>
            <a:r>
              <a:rPr kumimoji="1" lang="en-US" altLang="ja-JP" dirty="0"/>
              <a:t>MySQL </a:t>
            </a:r>
            <a:r>
              <a:rPr kumimoji="1" lang="en-US" altLang="ja-JP" dirty="0" err="1"/>
              <a:t>InnoDB</a:t>
            </a:r>
            <a:r>
              <a:rPr kumimoji="1" lang="ja-JP" altLang="en-US" dirty="0"/>
              <a:t>の</a:t>
            </a:r>
            <a:r>
              <a:rPr kumimoji="1" lang="en-US" altLang="ja-JP" dirty="0"/>
              <a:t>Double Write Buffer</a:t>
            </a:r>
            <a:r>
              <a:rPr kumimoji="1" lang="ja-JP" altLang="en-US" dirty="0"/>
              <a:t>機能です</a:t>
            </a:r>
            <a:endParaRPr kumimoji="1" lang="en-US" altLang="ja-JP" dirty="0"/>
          </a:p>
          <a:p>
            <a:r>
              <a:rPr lang="en-US" altLang="ja-JP" b="0" i="0" dirty="0">
                <a:solidFill>
                  <a:srgbClr val="333333"/>
                </a:solidFill>
                <a:effectLst/>
                <a:latin typeface="ヒラギノ角ゴ Pro W3"/>
              </a:rPr>
              <a:t>MySQL </a:t>
            </a:r>
            <a:r>
              <a:rPr lang="ja-JP" altLang="en-US" b="0" i="0" dirty="0">
                <a:solidFill>
                  <a:srgbClr val="333333"/>
                </a:solidFill>
                <a:effectLst/>
                <a:latin typeface="ヒラギノ角ゴ Pro W3"/>
              </a:rPr>
              <a:t>では、「二重書き込みバッファ」という組み込みの機能により、電源障害などの不測の事態に起因するデータ損失を防ぎます。ただし、この書き込み方法では </a:t>
            </a:r>
            <a:r>
              <a:rPr lang="en-US" altLang="ja-JP" b="0" i="0" dirty="0">
                <a:solidFill>
                  <a:srgbClr val="333333"/>
                </a:solidFill>
                <a:effectLst/>
                <a:latin typeface="ヒラギノ角ゴ Pro W3"/>
              </a:rPr>
              <a:t>2 </a:t>
            </a:r>
            <a:r>
              <a:rPr lang="ja-JP" altLang="en-US" b="0" i="0" dirty="0">
                <a:solidFill>
                  <a:srgbClr val="333333"/>
                </a:solidFill>
                <a:effectLst/>
                <a:latin typeface="ヒラギノ角ゴ Pro W3"/>
              </a:rPr>
              <a:t>倍近い時間と </a:t>
            </a:r>
            <a:r>
              <a:rPr lang="en-US" altLang="ja-JP" b="0" i="0" dirty="0">
                <a:solidFill>
                  <a:srgbClr val="333333"/>
                </a:solidFill>
                <a:effectLst/>
                <a:latin typeface="ヒラギノ角ゴ Pro W3"/>
              </a:rPr>
              <a:t>I/O </a:t>
            </a:r>
            <a:r>
              <a:rPr lang="ja-JP" altLang="en-US" b="0" i="0" dirty="0">
                <a:solidFill>
                  <a:srgbClr val="333333"/>
                </a:solidFill>
                <a:effectLst/>
                <a:latin typeface="ヒラギノ角ゴ Pro W3"/>
              </a:rPr>
              <a:t>帯域幅を消費し、データベースのスループットとパフォーマンスが低下します。</a:t>
            </a:r>
            <a:endParaRPr kumimoji="1" lang="ja-JP" altLang="en-US" dirty="0"/>
          </a:p>
          <a:p>
            <a:endParaRPr kumimoji="1" lang="ja-JP" altLang="en-US" dirty="0"/>
          </a:p>
          <a:p>
            <a:r>
              <a:rPr kumimoji="1" lang="ja-JP" altLang="en-US" dirty="0"/>
              <a:t>遅い</a:t>
            </a:r>
          </a:p>
          <a:p>
            <a:r>
              <a:rPr kumimoji="1" lang="ja-JP" altLang="en-US" dirty="0"/>
              <a:t>非効率</a:t>
            </a:r>
          </a:p>
          <a:p>
            <a:r>
              <a:rPr kumimoji="1" lang="en-US" altLang="ja-JP" dirty="0"/>
              <a:t>IO</a:t>
            </a:r>
            <a:r>
              <a:rPr kumimoji="1" lang="ja-JP" altLang="en-US" dirty="0"/>
              <a:t>増える</a:t>
            </a:r>
          </a:p>
          <a:p>
            <a:r>
              <a:rPr kumimoji="1" lang="ja-JP" altLang="en-US" dirty="0"/>
              <a:t>といった課題があります。</a:t>
            </a:r>
          </a:p>
          <a:p>
            <a:endParaRPr kumimoji="1" lang="ja-JP" altLang="en-US" dirty="0"/>
          </a:p>
          <a:p>
            <a:endParaRPr kumimoji="1" lang="ja-JP" altLang="en-US" dirty="0"/>
          </a:p>
          <a:p>
            <a:r>
              <a:rPr kumimoji="1" lang="en-US" altLang="ja-JP" dirty="0"/>
              <a:t>Double Write Buffer</a:t>
            </a:r>
            <a:r>
              <a:rPr kumimoji="1" lang="ja-JP" altLang="en-US" dirty="0"/>
              <a:t>の課題を解決するために開発されたのが</a:t>
            </a:r>
            <a:r>
              <a:rPr kumimoji="1" lang="en-US" altLang="ja-JP" dirty="0"/>
              <a:t>Torn Write Prevention</a:t>
            </a:r>
            <a:r>
              <a:rPr kumimoji="1" lang="ja-JP" altLang="en-US" dirty="0"/>
              <a:t>機能です。 この機能を使うと、</a:t>
            </a:r>
            <a:r>
              <a:rPr kumimoji="1" lang="en-US" altLang="ja-JP" dirty="0"/>
              <a:t>MySQL</a:t>
            </a:r>
            <a:r>
              <a:rPr kumimoji="1" lang="ja-JP" altLang="en-US" dirty="0"/>
              <a:t>の</a:t>
            </a:r>
            <a:r>
              <a:rPr kumimoji="1" lang="en-US" altLang="ja-JP" dirty="0"/>
              <a:t>16KiB</a:t>
            </a:r>
            <a:r>
              <a:rPr kumimoji="1" lang="ja-JP" altLang="en-US" dirty="0"/>
              <a:t>ページを</a:t>
            </a:r>
            <a:r>
              <a:rPr kumimoji="1" lang="en-US" altLang="ja-JP" dirty="0"/>
              <a:t>4</a:t>
            </a:r>
            <a:r>
              <a:rPr kumimoji="1" lang="ja-JP" altLang="en-US" dirty="0"/>
              <a:t>つの</a:t>
            </a:r>
            <a:r>
              <a:rPr kumimoji="1" lang="en-US" altLang="ja-JP" dirty="0"/>
              <a:t>4KiB</a:t>
            </a:r>
            <a:r>
              <a:rPr kumimoji="1" lang="ja-JP" altLang="en-US" dirty="0"/>
              <a:t>ブロックではなく</a:t>
            </a:r>
            <a:r>
              <a:rPr kumimoji="1" lang="en-US" altLang="ja-JP" dirty="0"/>
              <a:t>1</a:t>
            </a:r>
            <a:r>
              <a:rPr kumimoji="1" lang="ja-JP" altLang="en-US" dirty="0"/>
              <a:t>つの</a:t>
            </a:r>
            <a:r>
              <a:rPr kumimoji="1" lang="en-US" altLang="ja-JP" dirty="0"/>
              <a:t>16KiB</a:t>
            </a:r>
            <a:r>
              <a:rPr kumimoji="1" lang="ja-JP" altLang="en-US" dirty="0"/>
              <a:t>ブロックでアトミックに書き込むため、</a:t>
            </a:r>
            <a:r>
              <a:rPr kumimoji="1" lang="en-US" altLang="ja-JP" dirty="0"/>
              <a:t>Torn Write</a:t>
            </a:r>
            <a:r>
              <a:rPr kumimoji="1" lang="ja-JP" altLang="en-US" dirty="0"/>
              <a:t>が発生しなくなります</a:t>
            </a:r>
            <a:r>
              <a:rPr kumimoji="1" lang="en-US" altLang="ja-JP" dirty="0"/>
              <a:t>(all-or-nothing write transaction)</a:t>
            </a:r>
            <a:r>
              <a:rPr kumimoji="1" lang="ja-JP" altLang="en-US" dirty="0"/>
              <a:t>。</a:t>
            </a:r>
          </a:p>
          <a:p>
            <a:r>
              <a:rPr kumimoji="1" lang="en-US" altLang="ja-JP" dirty="0"/>
              <a:t>MySQL </a:t>
            </a:r>
            <a:r>
              <a:rPr kumimoji="1" lang="ja-JP" altLang="en-US" dirty="0"/>
              <a:t>バージョン </a:t>
            </a:r>
            <a:r>
              <a:rPr kumimoji="1" lang="en-US" altLang="ja-JP" dirty="0"/>
              <a:t>: 8.0.30 </a:t>
            </a:r>
            <a:r>
              <a:rPr kumimoji="1" lang="ja-JP" altLang="en-US" dirty="0"/>
              <a:t>以上</a:t>
            </a:r>
          </a:p>
          <a:p>
            <a:r>
              <a:rPr kumimoji="1" lang="ja-JP" altLang="en-US" dirty="0"/>
              <a:t>インスタンスクラス </a:t>
            </a:r>
            <a:r>
              <a:rPr kumimoji="1" lang="en-US" altLang="ja-JP" dirty="0"/>
              <a:t>: db.r6i/db.r5b</a:t>
            </a:r>
            <a:endParaRPr kumimoji="1" lang="ja-JP" altLang="en-US" dirty="0"/>
          </a:p>
          <a:p>
            <a:endParaRPr kumimoji="1" lang="ja-JP" altLang="en-US" dirty="0"/>
          </a:p>
        </p:txBody>
      </p:sp>
      <p:sp>
        <p:nvSpPr>
          <p:cNvPr id="4" name="スライド番号プレースホルダー 3"/>
          <p:cNvSpPr>
            <a:spLocks noGrp="1"/>
          </p:cNvSpPr>
          <p:nvPr>
            <p:ph type="sldNum" sz="quarter" idx="5"/>
          </p:nvPr>
        </p:nvSpPr>
        <p:spPr/>
        <p:txBody>
          <a:bodyPr/>
          <a:lstStyle/>
          <a:p>
            <a:fld id="{AA59C432-3B8C-4DAF-9FB9-33E1F8887A75}" type="slidenum">
              <a:rPr lang="en-US" altLang="ja-JP" smtClean="0"/>
              <a:pPr/>
              <a:t>99</a:t>
            </a:fld>
            <a:endParaRPr lang="en-US" altLang="ja-JP"/>
          </a:p>
        </p:txBody>
      </p:sp>
    </p:spTree>
    <p:extLst>
      <p:ext uri="{BB962C8B-B14F-4D97-AF65-F5344CB8AC3E}">
        <p14:creationId xmlns:p14="http://schemas.microsoft.com/office/powerpoint/2010/main" val="313484146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dirty="0"/>
              <a:t>MySQL</a:t>
            </a:r>
            <a:r>
              <a:rPr kumimoji="1" lang="ja-JP" altLang="en-US" dirty="0"/>
              <a:t>のデフォルトのページサイズ</a:t>
            </a:r>
            <a:r>
              <a:rPr kumimoji="1" lang="en-US" altLang="ja-JP" dirty="0"/>
              <a:t>(</a:t>
            </a:r>
            <a:r>
              <a:rPr kumimoji="1" lang="en-US" altLang="ja-JP" dirty="0" err="1"/>
              <a:t>innodb_page_size</a:t>
            </a:r>
            <a:r>
              <a:rPr kumimoji="1" lang="en-US" altLang="ja-JP" dirty="0"/>
              <a:t>)</a:t>
            </a:r>
            <a:r>
              <a:rPr kumimoji="1" lang="ja-JP" altLang="en-US" dirty="0"/>
              <a:t>は</a:t>
            </a:r>
            <a:r>
              <a:rPr kumimoji="1" lang="en-US" altLang="ja-JP" dirty="0"/>
              <a:t>16KiB</a:t>
            </a:r>
            <a:r>
              <a:rPr kumimoji="1" lang="ja-JP" altLang="en-US" dirty="0"/>
              <a:t>です。 一方で、ストレージのアトミックライトは</a:t>
            </a:r>
            <a:r>
              <a:rPr kumimoji="1" lang="en-US" altLang="ja-JP" dirty="0"/>
              <a:t>4KiB</a:t>
            </a:r>
            <a:r>
              <a:rPr kumimoji="1" lang="ja-JP" altLang="en-US" dirty="0"/>
              <a:t>ブロックのため、</a:t>
            </a:r>
            <a:r>
              <a:rPr kumimoji="1" lang="en-US" altLang="ja-JP" dirty="0"/>
              <a:t>MySQL</a:t>
            </a:r>
            <a:r>
              <a:rPr kumimoji="1" lang="ja-JP" altLang="en-US" dirty="0"/>
              <a:t>の</a:t>
            </a:r>
            <a:r>
              <a:rPr kumimoji="1" lang="en-US" altLang="ja-JP" dirty="0"/>
              <a:t>16KiB</a:t>
            </a:r>
            <a:r>
              <a:rPr kumimoji="1" lang="ja-JP" altLang="en-US" dirty="0"/>
              <a:t>のダーティーページをストレージに同期させるには、</a:t>
            </a:r>
            <a:r>
              <a:rPr kumimoji="1" lang="en-US" altLang="ja-JP" dirty="0"/>
              <a:t>4</a:t>
            </a:r>
            <a:r>
              <a:rPr kumimoji="1" lang="ja-JP" altLang="en-US" dirty="0"/>
              <a:t>つの</a:t>
            </a:r>
            <a:r>
              <a:rPr kumimoji="1" lang="en-US" altLang="ja-JP" dirty="0"/>
              <a:t>4KiB</a:t>
            </a:r>
            <a:r>
              <a:rPr kumimoji="1" lang="ja-JP" altLang="en-US" dirty="0"/>
              <a:t>ブロックを書き込む必要があります。</a:t>
            </a:r>
          </a:p>
          <a:p>
            <a:endParaRPr kumimoji="1" lang="ja-JP" altLang="en-US" dirty="0"/>
          </a:p>
          <a:p>
            <a:r>
              <a:rPr kumimoji="1" lang="ja-JP" altLang="en-US" dirty="0"/>
              <a:t>ストレージへの書き込み途中に障害が起きると、一部のデータはディスクにあり、残りはディスクにはなく、データの不整合が起きます。この状態を</a:t>
            </a:r>
            <a:r>
              <a:rPr kumimoji="1" lang="en-US" altLang="ja-JP" dirty="0"/>
              <a:t>"torn write"</a:t>
            </a:r>
            <a:r>
              <a:rPr kumimoji="1" lang="ja-JP" altLang="en-US" dirty="0"/>
              <a:t>と呼びます。</a:t>
            </a:r>
          </a:p>
          <a:p>
            <a:endParaRPr kumimoji="1" lang="ja-JP" altLang="en-US" dirty="0"/>
          </a:p>
          <a:p>
            <a:r>
              <a:rPr kumimoji="1" lang="en-US" altLang="ja-JP" dirty="0"/>
              <a:t>"torn </a:t>
            </a:r>
            <a:r>
              <a:rPr kumimoji="1" lang="en-US" altLang="ja-JP" dirty="0" err="1"/>
              <a:t>wirte</a:t>
            </a:r>
            <a:r>
              <a:rPr kumimoji="1" lang="en-US" altLang="ja-JP" dirty="0"/>
              <a:t>"</a:t>
            </a:r>
            <a:r>
              <a:rPr kumimoji="1" lang="ja-JP" altLang="en-US" dirty="0"/>
              <a:t>を解決するのが</a:t>
            </a:r>
            <a:r>
              <a:rPr kumimoji="1" lang="en-US" altLang="ja-JP" dirty="0"/>
              <a:t>MySQL </a:t>
            </a:r>
            <a:r>
              <a:rPr kumimoji="1" lang="en-US" altLang="ja-JP" dirty="0" err="1"/>
              <a:t>InnoDB</a:t>
            </a:r>
            <a:r>
              <a:rPr kumimoji="1" lang="ja-JP" altLang="en-US" dirty="0"/>
              <a:t>の</a:t>
            </a:r>
            <a:r>
              <a:rPr kumimoji="1" lang="en-US" altLang="ja-JP" dirty="0"/>
              <a:t>Double Write Buffer</a:t>
            </a:r>
            <a:r>
              <a:rPr kumimoji="1" lang="ja-JP" altLang="en-US" dirty="0"/>
              <a:t>機能です</a:t>
            </a:r>
            <a:endParaRPr kumimoji="1" lang="en-US" altLang="ja-JP" dirty="0"/>
          </a:p>
          <a:p>
            <a:r>
              <a:rPr lang="en-US" altLang="ja-JP" b="0" i="0" dirty="0">
                <a:solidFill>
                  <a:srgbClr val="333333"/>
                </a:solidFill>
                <a:effectLst/>
                <a:latin typeface="ヒラギノ角ゴ Pro W3"/>
              </a:rPr>
              <a:t>MySQL </a:t>
            </a:r>
            <a:r>
              <a:rPr lang="ja-JP" altLang="en-US" b="0" i="0" dirty="0">
                <a:solidFill>
                  <a:srgbClr val="333333"/>
                </a:solidFill>
                <a:effectLst/>
                <a:latin typeface="ヒラギノ角ゴ Pro W3"/>
              </a:rPr>
              <a:t>では、「二重書き込みバッファ」という組み込みの機能により、電源障害などの不測の事態に起因するデータ損失を防ぎます。ただし、この書き込み方法では </a:t>
            </a:r>
            <a:r>
              <a:rPr lang="en-US" altLang="ja-JP" b="0" i="0" dirty="0">
                <a:solidFill>
                  <a:srgbClr val="333333"/>
                </a:solidFill>
                <a:effectLst/>
                <a:latin typeface="ヒラギノ角ゴ Pro W3"/>
              </a:rPr>
              <a:t>2 </a:t>
            </a:r>
            <a:r>
              <a:rPr lang="ja-JP" altLang="en-US" b="0" i="0" dirty="0">
                <a:solidFill>
                  <a:srgbClr val="333333"/>
                </a:solidFill>
                <a:effectLst/>
                <a:latin typeface="ヒラギノ角ゴ Pro W3"/>
              </a:rPr>
              <a:t>倍近い時間と </a:t>
            </a:r>
            <a:r>
              <a:rPr lang="en-US" altLang="ja-JP" b="0" i="0" dirty="0">
                <a:solidFill>
                  <a:srgbClr val="333333"/>
                </a:solidFill>
                <a:effectLst/>
                <a:latin typeface="ヒラギノ角ゴ Pro W3"/>
              </a:rPr>
              <a:t>I/O </a:t>
            </a:r>
            <a:r>
              <a:rPr lang="ja-JP" altLang="en-US" b="0" i="0" dirty="0">
                <a:solidFill>
                  <a:srgbClr val="333333"/>
                </a:solidFill>
                <a:effectLst/>
                <a:latin typeface="ヒラギノ角ゴ Pro W3"/>
              </a:rPr>
              <a:t>帯域幅を消費し、データベースのスループットとパフォーマンスが低下します。</a:t>
            </a:r>
            <a:endParaRPr kumimoji="1" lang="ja-JP" altLang="en-US" dirty="0"/>
          </a:p>
          <a:p>
            <a:endParaRPr kumimoji="1" lang="ja-JP" altLang="en-US" dirty="0"/>
          </a:p>
          <a:p>
            <a:r>
              <a:rPr kumimoji="1" lang="ja-JP" altLang="en-US" dirty="0"/>
              <a:t>遅い</a:t>
            </a:r>
          </a:p>
          <a:p>
            <a:r>
              <a:rPr kumimoji="1" lang="ja-JP" altLang="en-US" dirty="0"/>
              <a:t>非効率</a:t>
            </a:r>
          </a:p>
          <a:p>
            <a:r>
              <a:rPr kumimoji="1" lang="en-US" altLang="ja-JP" dirty="0"/>
              <a:t>IO</a:t>
            </a:r>
            <a:r>
              <a:rPr kumimoji="1" lang="ja-JP" altLang="en-US" dirty="0"/>
              <a:t>増える</a:t>
            </a:r>
          </a:p>
          <a:p>
            <a:r>
              <a:rPr kumimoji="1" lang="ja-JP" altLang="en-US" dirty="0"/>
              <a:t>といった課題があります。</a:t>
            </a:r>
          </a:p>
          <a:p>
            <a:endParaRPr kumimoji="1" lang="ja-JP" altLang="en-US" dirty="0"/>
          </a:p>
          <a:p>
            <a:endParaRPr kumimoji="1" lang="ja-JP" altLang="en-US" dirty="0"/>
          </a:p>
          <a:p>
            <a:r>
              <a:rPr kumimoji="1" lang="en-US" altLang="ja-JP" dirty="0"/>
              <a:t>Double Write Buffer</a:t>
            </a:r>
            <a:r>
              <a:rPr kumimoji="1" lang="ja-JP" altLang="en-US" dirty="0"/>
              <a:t>の課題を解決するために開発されたのが</a:t>
            </a:r>
            <a:r>
              <a:rPr kumimoji="1" lang="en-US" altLang="ja-JP" dirty="0"/>
              <a:t>Torn Write Prevention</a:t>
            </a:r>
            <a:r>
              <a:rPr kumimoji="1" lang="ja-JP" altLang="en-US" dirty="0"/>
              <a:t>機能です。 この機能を使うと、</a:t>
            </a:r>
            <a:r>
              <a:rPr kumimoji="1" lang="en-US" altLang="ja-JP" dirty="0"/>
              <a:t>MySQL</a:t>
            </a:r>
            <a:r>
              <a:rPr kumimoji="1" lang="ja-JP" altLang="en-US" dirty="0"/>
              <a:t>の</a:t>
            </a:r>
            <a:r>
              <a:rPr kumimoji="1" lang="en-US" altLang="ja-JP" dirty="0"/>
              <a:t>16KiB</a:t>
            </a:r>
            <a:r>
              <a:rPr kumimoji="1" lang="ja-JP" altLang="en-US" dirty="0"/>
              <a:t>ページを</a:t>
            </a:r>
            <a:r>
              <a:rPr kumimoji="1" lang="en-US" altLang="ja-JP" dirty="0"/>
              <a:t>4</a:t>
            </a:r>
            <a:r>
              <a:rPr kumimoji="1" lang="ja-JP" altLang="en-US" dirty="0"/>
              <a:t>つの</a:t>
            </a:r>
            <a:r>
              <a:rPr kumimoji="1" lang="en-US" altLang="ja-JP" dirty="0"/>
              <a:t>4KiB</a:t>
            </a:r>
            <a:r>
              <a:rPr kumimoji="1" lang="ja-JP" altLang="en-US" dirty="0"/>
              <a:t>ブロックではなく</a:t>
            </a:r>
            <a:r>
              <a:rPr kumimoji="1" lang="en-US" altLang="ja-JP" dirty="0"/>
              <a:t>1</a:t>
            </a:r>
            <a:r>
              <a:rPr kumimoji="1" lang="ja-JP" altLang="en-US" dirty="0"/>
              <a:t>つの</a:t>
            </a:r>
            <a:r>
              <a:rPr kumimoji="1" lang="en-US" altLang="ja-JP" dirty="0"/>
              <a:t>16KiB</a:t>
            </a:r>
            <a:r>
              <a:rPr kumimoji="1" lang="ja-JP" altLang="en-US" dirty="0"/>
              <a:t>ブロックでアトミックに書き込むため、</a:t>
            </a:r>
            <a:r>
              <a:rPr kumimoji="1" lang="en-US" altLang="ja-JP" dirty="0"/>
              <a:t>Torn Write</a:t>
            </a:r>
            <a:r>
              <a:rPr kumimoji="1" lang="ja-JP" altLang="en-US" dirty="0"/>
              <a:t>が発生しなくなります</a:t>
            </a:r>
            <a:r>
              <a:rPr kumimoji="1" lang="en-US" altLang="ja-JP" dirty="0"/>
              <a:t>(all-or-nothing write transaction)</a:t>
            </a:r>
            <a:r>
              <a:rPr kumimoji="1" lang="ja-JP" altLang="en-US" dirty="0"/>
              <a:t>。</a:t>
            </a:r>
          </a:p>
          <a:p>
            <a:r>
              <a:rPr kumimoji="1" lang="en-US" altLang="ja-JP" dirty="0"/>
              <a:t>MySQL </a:t>
            </a:r>
            <a:r>
              <a:rPr kumimoji="1" lang="ja-JP" altLang="en-US" dirty="0"/>
              <a:t>バージョン </a:t>
            </a:r>
            <a:r>
              <a:rPr kumimoji="1" lang="en-US" altLang="ja-JP" dirty="0"/>
              <a:t>: 8.0.30 </a:t>
            </a:r>
            <a:r>
              <a:rPr kumimoji="1" lang="ja-JP" altLang="en-US" dirty="0"/>
              <a:t>以上</a:t>
            </a:r>
          </a:p>
          <a:p>
            <a:r>
              <a:rPr kumimoji="1" lang="ja-JP" altLang="en-US" dirty="0"/>
              <a:t>インスタンスクラス </a:t>
            </a:r>
            <a:r>
              <a:rPr kumimoji="1" lang="en-US" altLang="ja-JP" dirty="0"/>
              <a:t>: db.r6i/db.r5b</a:t>
            </a:r>
            <a:endParaRPr kumimoji="1" lang="ja-JP" altLang="en-US" dirty="0"/>
          </a:p>
          <a:p>
            <a:endParaRPr kumimoji="1" lang="ja-JP" altLang="en-US" dirty="0"/>
          </a:p>
        </p:txBody>
      </p:sp>
      <p:sp>
        <p:nvSpPr>
          <p:cNvPr id="4" name="スライド番号プレースホルダー 3"/>
          <p:cNvSpPr>
            <a:spLocks noGrp="1"/>
          </p:cNvSpPr>
          <p:nvPr>
            <p:ph type="sldNum" sz="quarter" idx="5"/>
          </p:nvPr>
        </p:nvSpPr>
        <p:spPr/>
        <p:txBody>
          <a:bodyPr/>
          <a:lstStyle/>
          <a:p>
            <a:fld id="{AA59C432-3B8C-4DAF-9FB9-33E1F8887A75}" type="slidenum">
              <a:rPr lang="en-US" altLang="ja-JP" smtClean="0"/>
              <a:pPr/>
              <a:t>100</a:t>
            </a:fld>
            <a:endParaRPr lang="en-US" altLang="ja-JP"/>
          </a:p>
        </p:txBody>
      </p:sp>
    </p:spTree>
    <p:extLst>
      <p:ext uri="{BB962C8B-B14F-4D97-AF65-F5344CB8AC3E}">
        <p14:creationId xmlns:p14="http://schemas.microsoft.com/office/powerpoint/2010/main" val="900965132"/>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sz="1200" b="0" i="0" kern="1200" dirty="0">
                <a:solidFill>
                  <a:schemeClr val="tx1"/>
                </a:solidFill>
                <a:effectLst/>
                <a:latin typeface="Times New Roman" pitchFamily="18" charset="0"/>
                <a:ea typeface="ＭＳ Ｐ明朝" pitchFamily="18" charset="-128"/>
                <a:cs typeface="+mn-cs"/>
              </a:rPr>
              <a:t>Amazon RDS </a:t>
            </a:r>
            <a:r>
              <a:rPr kumimoji="1" lang="ja-JP" altLang="en-US" sz="1200" b="0" i="0" kern="1200" dirty="0">
                <a:solidFill>
                  <a:schemeClr val="tx1"/>
                </a:solidFill>
                <a:effectLst/>
                <a:latin typeface="Times New Roman" pitchFamily="18" charset="0"/>
                <a:ea typeface="ＭＳ Ｐ明朝" pitchFamily="18" charset="-128"/>
                <a:cs typeface="+mn-cs"/>
              </a:rPr>
              <a:t>は、</a:t>
            </a:r>
            <a:r>
              <a:rPr kumimoji="1" lang="en-US" altLang="ja-JP" sz="1200" b="0" i="0" kern="1200" dirty="0">
                <a:solidFill>
                  <a:schemeClr val="tx1"/>
                </a:solidFill>
                <a:effectLst/>
                <a:latin typeface="Times New Roman" pitchFamily="18" charset="0"/>
                <a:ea typeface="ＭＳ Ｐ明朝" pitchFamily="18" charset="-128"/>
                <a:cs typeface="+mn-cs"/>
              </a:rPr>
              <a:t>DB </a:t>
            </a:r>
            <a:r>
              <a:rPr kumimoji="1" lang="ja-JP" altLang="en-US" sz="1200" b="0" i="0" kern="1200" dirty="0">
                <a:solidFill>
                  <a:schemeClr val="tx1"/>
                </a:solidFill>
                <a:effectLst/>
                <a:latin typeface="Times New Roman" pitchFamily="18" charset="0"/>
                <a:ea typeface="ＭＳ Ｐ明朝" pitchFamily="18" charset="-128"/>
                <a:cs typeface="+mn-cs"/>
              </a:rPr>
              <a:t>インスタンスのバックアップと復元を行うための </a:t>
            </a:r>
            <a:r>
              <a:rPr kumimoji="1" lang="en-US" altLang="ja-JP" sz="1200" b="0" i="0" kern="1200" dirty="0">
                <a:solidFill>
                  <a:schemeClr val="tx1"/>
                </a:solidFill>
                <a:effectLst/>
                <a:latin typeface="Times New Roman" pitchFamily="18" charset="0"/>
                <a:ea typeface="ＭＳ Ｐ明朝" pitchFamily="18" charset="-128"/>
                <a:cs typeface="+mn-cs"/>
              </a:rPr>
              <a:t>2 </a:t>
            </a:r>
            <a:r>
              <a:rPr kumimoji="1" lang="ja-JP" altLang="en-US" sz="1200" b="0" i="0" kern="1200" dirty="0">
                <a:solidFill>
                  <a:schemeClr val="tx1"/>
                </a:solidFill>
                <a:effectLst/>
                <a:latin typeface="Times New Roman" pitchFamily="18" charset="0"/>
                <a:ea typeface="ＭＳ Ｐ明朝" pitchFamily="18" charset="-128"/>
                <a:cs typeface="+mn-cs"/>
              </a:rPr>
              <a:t>つの方法を提供しています。自動バックアップとデータベーススナップショット </a:t>
            </a:r>
            <a:r>
              <a:rPr kumimoji="1" lang="en-US" altLang="ja-JP" sz="1200" b="0" i="0" kern="1200" dirty="0">
                <a:solidFill>
                  <a:schemeClr val="tx1"/>
                </a:solidFill>
                <a:effectLst/>
                <a:latin typeface="Times New Roman" pitchFamily="18" charset="0"/>
                <a:ea typeface="ＭＳ Ｐ明朝" pitchFamily="18" charset="-128"/>
                <a:cs typeface="+mn-cs"/>
              </a:rPr>
              <a:t>(DB </a:t>
            </a:r>
            <a:r>
              <a:rPr kumimoji="1" lang="ja-JP" altLang="en-US" sz="1200" b="0" i="0" kern="1200" dirty="0">
                <a:solidFill>
                  <a:schemeClr val="tx1"/>
                </a:solidFill>
                <a:effectLst/>
                <a:latin typeface="Times New Roman" pitchFamily="18" charset="0"/>
                <a:ea typeface="ＭＳ Ｐ明朝" pitchFamily="18" charset="-128"/>
                <a:cs typeface="+mn-cs"/>
              </a:rPr>
              <a:t>スナップショット</a:t>
            </a:r>
            <a:r>
              <a:rPr kumimoji="1" lang="en-US" altLang="ja-JP" sz="1200" b="0" i="0" kern="1200" dirty="0">
                <a:solidFill>
                  <a:schemeClr val="tx1"/>
                </a:solidFill>
                <a:effectLst/>
                <a:latin typeface="Times New Roman" pitchFamily="18" charset="0"/>
                <a:ea typeface="ＭＳ Ｐ明朝" pitchFamily="18" charset="-128"/>
                <a:cs typeface="+mn-cs"/>
              </a:rPr>
              <a:t>) </a:t>
            </a:r>
            <a:r>
              <a:rPr kumimoji="1" lang="ja-JP" altLang="en-US" sz="1200" b="0" i="0" kern="1200" dirty="0">
                <a:solidFill>
                  <a:schemeClr val="tx1"/>
                </a:solidFill>
                <a:effectLst/>
                <a:latin typeface="Times New Roman" pitchFamily="18" charset="0"/>
                <a:ea typeface="ＭＳ Ｐ明朝" pitchFamily="18" charset="-128"/>
                <a:cs typeface="+mn-cs"/>
              </a:rPr>
              <a:t>です。</a:t>
            </a:r>
            <a:br>
              <a:rPr kumimoji="1" lang="ja-JP" altLang="en-US" sz="1200" b="0" i="0" kern="1200" dirty="0">
                <a:solidFill>
                  <a:schemeClr val="tx1"/>
                </a:solidFill>
                <a:effectLst/>
                <a:latin typeface="Times New Roman" pitchFamily="18" charset="0"/>
                <a:ea typeface="ＭＳ Ｐ明朝" pitchFamily="18" charset="-128"/>
                <a:cs typeface="+mn-cs"/>
              </a:rPr>
            </a:br>
            <a:endParaRPr kumimoji="1" lang="ja-JP" altLang="en-US" sz="1200" b="0" i="0" kern="1200" dirty="0">
              <a:solidFill>
                <a:schemeClr val="tx1"/>
              </a:solidFill>
              <a:effectLst/>
              <a:latin typeface="Times New Roman" pitchFamily="18" charset="0"/>
              <a:ea typeface="ＭＳ Ｐ明朝" pitchFamily="18" charset="-128"/>
              <a:cs typeface="+mn-cs"/>
            </a:endParaRPr>
          </a:p>
          <a:p>
            <a:r>
              <a:rPr kumimoji="1" lang="en-US" altLang="ja-JP" sz="1200" b="0" i="0" kern="1200" dirty="0">
                <a:solidFill>
                  <a:schemeClr val="tx1"/>
                </a:solidFill>
                <a:effectLst/>
                <a:latin typeface="Times New Roman" pitchFamily="18" charset="0"/>
                <a:ea typeface="ＭＳ Ｐ明朝" pitchFamily="18" charset="-128"/>
                <a:cs typeface="+mn-cs"/>
              </a:rPr>
              <a:t>Amazon RDS </a:t>
            </a:r>
            <a:r>
              <a:rPr kumimoji="1" lang="ja-JP" altLang="en-US" sz="1200" b="0" i="0" kern="1200" dirty="0">
                <a:solidFill>
                  <a:schemeClr val="tx1"/>
                </a:solidFill>
                <a:effectLst/>
                <a:latin typeface="Times New Roman" pitchFamily="18" charset="0"/>
                <a:ea typeface="ＭＳ Ｐ明朝" pitchFamily="18" charset="-128"/>
                <a:cs typeface="+mn-cs"/>
              </a:rPr>
              <a:t>の自動バックアップ機能によって、</a:t>
            </a:r>
            <a:r>
              <a:rPr kumimoji="1" lang="en-US" altLang="ja-JP" sz="1200" b="0" i="0" kern="1200" dirty="0">
                <a:solidFill>
                  <a:schemeClr val="tx1"/>
                </a:solidFill>
                <a:effectLst/>
                <a:latin typeface="Times New Roman" pitchFamily="18" charset="0"/>
                <a:ea typeface="ＭＳ Ｐ明朝" pitchFamily="18" charset="-128"/>
                <a:cs typeface="+mn-cs"/>
              </a:rPr>
              <a:t>DB </a:t>
            </a:r>
            <a:r>
              <a:rPr kumimoji="1" lang="ja-JP" altLang="en-US" sz="1200" b="0" i="0" kern="1200" dirty="0">
                <a:solidFill>
                  <a:schemeClr val="tx1"/>
                </a:solidFill>
                <a:effectLst/>
                <a:latin typeface="Times New Roman" pitchFamily="18" charset="0"/>
                <a:ea typeface="ＭＳ Ｐ明朝" pitchFamily="18" charset="-128"/>
                <a:cs typeface="+mn-cs"/>
              </a:rPr>
              <a:t>インスタンスのポイントインタイムリカバリが可能になります。</a:t>
            </a:r>
            <a:r>
              <a:rPr kumimoji="1" lang="en-US" altLang="ja-JP" sz="1200" b="0" i="0" kern="1200" dirty="0">
                <a:solidFill>
                  <a:schemeClr val="tx1"/>
                </a:solidFill>
                <a:effectLst/>
                <a:latin typeface="Times New Roman" pitchFamily="18" charset="0"/>
                <a:ea typeface="ＭＳ Ｐ明朝" pitchFamily="18" charset="-128"/>
                <a:cs typeface="+mn-cs"/>
              </a:rPr>
              <a:t>DB </a:t>
            </a:r>
            <a:r>
              <a:rPr kumimoji="1" lang="ja-JP" altLang="en-US" sz="1200" b="0" i="0" kern="1200" dirty="0">
                <a:solidFill>
                  <a:schemeClr val="tx1"/>
                </a:solidFill>
                <a:effectLst/>
                <a:latin typeface="Times New Roman" pitchFamily="18" charset="0"/>
                <a:ea typeface="ＭＳ Ｐ明朝" pitchFamily="18" charset="-128"/>
                <a:cs typeface="+mn-cs"/>
              </a:rPr>
              <a:t>インスタンスに対して自動バックアップがオンになっている場合、</a:t>
            </a:r>
            <a:r>
              <a:rPr kumimoji="1" lang="en-US" altLang="ja-JP" sz="1200" b="0" i="0" kern="1200" dirty="0">
                <a:solidFill>
                  <a:schemeClr val="tx1"/>
                </a:solidFill>
                <a:effectLst/>
                <a:latin typeface="Times New Roman" pitchFamily="18" charset="0"/>
                <a:ea typeface="ＭＳ Ｐ明朝" pitchFamily="18" charset="-128"/>
                <a:cs typeface="+mn-cs"/>
              </a:rPr>
              <a:t>Amazon RDS </a:t>
            </a:r>
            <a:r>
              <a:rPr kumimoji="1" lang="ja-JP" altLang="en-US" sz="1200" b="0" i="0" kern="1200" dirty="0">
                <a:solidFill>
                  <a:schemeClr val="tx1"/>
                </a:solidFill>
                <a:effectLst/>
                <a:latin typeface="Times New Roman" pitchFamily="18" charset="0"/>
                <a:ea typeface="ＭＳ Ｐ明朝" pitchFamily="18" charset="-128"/>
                <a:cs typeface="+mn-cs"/>
              </a:rPr>
              <a:t>は毎日、お客様のデータの完全なスナップショットを自動的に作成し </a:t>
            </a:r>
            <a:r>
              <a:rPr kumimoji="1" lang="en-US" altLang="ja-JP" sz="1200" b="0" i="0" kern="1200" dirty="0">
                <a:solidFill>
                  <a:schemeClr val="tx1"/>
                </a:solidFill>
                <a:effectLst/>
                <a:latin typeface="Times New Roman" pitchFamily="18" charset="0"/>
                <a:ea typeface="ＭＳ Ｐ明朝" pitchFamily="18" charset="-128"/>
                <a:cs typeface="+mn-cs"/>
              </a:rPr>
              <a:t>(</a:t>
            </a:r>
            <a:r>
              <a:rPr kumimoji="1" lang="ja-JP" altLang="en-US" sz="1200" b="0" i="0" kern="1200" dirty="0">
                <a:solidFill>
                  <a:schemeClr val="tx1"/>
                </a:solidFill>
                <a:effectLst/>
                <a:latin typeface="Times New Roman" pitchFamily="18" charset="0"/>
                <a:ea typeface="ＭＳ Ｐ明朝" pitchFamily="18" charset="-128"/>
                <a:cs typeface="+mn-cs"/>
              </a:rPr>
              <a:t>任意のバックアップウィンドウ中に実施</a:t>
            </a:r>
            <a:r>
              <a:rPr kumimoji="1" lang="en-US" altLang="ja-JP" sz="1200" b="0" i="0" kern="1200" dirty="0">
                <a:solidFill>
                  <a:schemeClr val="tx1"/>
                </a:solidFill>
                <a:effectLst/>
                <a:latin typeface="Times New Roman" pitchFamily="18" charset="0"/>
                <a:ea typeface="ＭＳ Ｐ明朝" pitchFamily="18" charset="-128"/>
                <a:cs typeface="+mn-cs"/>
              </a:rPr>
              <a:t>)</a:t>
            </a:r>
            <a:r>
              <a:rPr kumimoji="1" lang="ja-JP" altLang="en-US" sz="1200" b="0" i="0" kern="1200" dirty="0">
                <a:solidFill>
                  <a:schemeClr val="tx1"/>
                </a:solidFill>
                <a:effectLst/>
                <a:latin typeface="Times New Roman" pitchFamily="18" charset="0"/>
                <a:ea typeface="ＭＳ Ｐ明朝" pitchFamily="18" charset="-128"/>
                <a:cs typeface="+mn-cs"/>
              </a:rPr>
              <a:t>、トランザクションログを取得します </a:t>
            </a:r>
            <a:r>
              <a:rPr kumimoji="1" lang="en-US" altLang="ja-JP" sz="1200" b="0" i="0" kern="1200" dirty="0">
                <a:solidFill>
                  <a:schemeClr val="tx1"/>
                </a:solidFill>
                <a:effectLst/>
                <a:latin typeface="Times New Roman" pitchFamily="18" charset="0"/>
                <a:ea typeface="ＭＳ Ｐ明朝" pitchFamily="18" charset="-128"/>
                <a:cs typeface="+mn-cs"/>
              </a:rPr>
              <a:t>(DB </a:t>
            </a:r>
            <a:r>
              <a:rPr kumimoji="1" lang="ja-JP" altLang="en-US" sz="1200" b="0" i="0" kern="1200" dirty="0">
                <a:solidFill>
                  <a:schemeClr val="tx1"/>
                </a:solidFill>
                <a:effectLst/>
                <a:latin typeface="Times New Roman" pitchFamily="18" charset="0"/>
                <a:ea typeface="ＭＳ Ｐ明朝" pitchFamily="18" charset="-128"/>
                <a:cs typeface="+mn-cs"/>
              </a:rPr>
              <a:t>インスタンスに対する更新が実施される</a:t>
            </a:r>
            <a:r>
              <a:rPr kumimoji="1" lang="en-US" altLang="ja-JP" sz="1200" b="0" i="0" kern="1200" dirty="0">
                <a:solidFill>
                  <a:schemeClr val="tx1"/>
                </a:solidFill>
                <a:effectLst/>
                <a:latin typeface="Times New Roman" pitchFamily="18" charset="0"/>
                <a:ea typeface="ＭＳ Ｐ明朝" pitchFamily="18" charset="-128"/>
                <a:cs typeface="+mn-cs"/>
              </a:rPr>
              <a:t>)</a:t>
            </a:r>
            <a:r>
              <a:rPr kumimoji="1" lang="ja-JP" altLang="en-US" sz="1200" b="0" i="0" kern="1200" dirty="0">
                <a:solidFill>
                  <a:schemeClr val="tx1"/>
                </a:solidFill>
                <a:effectLst/>
                <a:latin typeface="Times New Roman" pitchFamily="18" charset="0"/>
                <a:ea typeface="ＭＳ Ｐ明朝" pitchFamily="18" charset="-128"/>
                <a:cs typeface="+mn-cs"/>
              </a:rPr>
              <a:t>。ポイントインタイムリカバリを開始する際、</a:t>
            </a:r>
            <a:r>
              <a:rPr kumimoji="1" lang="en-US" altLang="ja-JP" sz="1200" b="0" i="0" kern="1200" dirty="0">
                <a:solidFill>
                  <a:schemeClr val="tx1"/>
                </a:solidFill>
                <a:effectLst/>
                <a:latin typeface="Times New Roman" pitchFamily="18" charset="0"/>
                <a:ea typeface="ＭＳ Ｐ明朝" pitchFamily="18" charset="-128"/>
                <a:cs typeface="+mn-cs"/>
              </a:rPr>
              <a:t>DB </a:t>
            </a:r>
            <a:r>
              <a:rPr kumimoji="1" lang="ja-JP" altLang="en-US" sz="1200" b="0" i="0" kern="1200" dirty="0">
                <a:solidFill>
                  <a:schemeClr val="tx1"/>
                </a:solidFill>
                <a:effectLst/>
                <a:latin typeface="Times New Roman" pitchFamily="18" charset="0"/>
                <a:ea typeface="ＭＳ Ｐ明朝" pitchFamily="18" charset="-128"/>
                <a:cs typeface="+mn-cs"/>
              </a:rPr>
              <a:t>インスタンスをリクエストされた特定の時刻の状態に復元するために、最も適切なデイリーバックアップにトランザクションログを適用します。</a:t>
            </a:r>
            <a:r>
              <a:rPr kumimoji="1" lang="en-US" altLang="ja-JP" sz="1200" b="0" i="0" kern="1200" dirty="0">
                <a:solidFill>
                  <a:schemeClr val="tx1"/>
                </a:solidFill>
                <a:effectLst/>
                <a:latin typeface="Times New Roman" pitchFamily="18" charset="0"/>
                <a:ea typeface="ＭＳ Ｐ明朝" pitchFamily="18" charset="-128"/>
                <a:cs typeface="+mn-cs"/>
              </a:rPr>
              <a:t>Amazon RDS </a:t>
            </a:r>
            <a:r>
              <a:rPr kumimoji="1" lang="ja-JP" altLang="en-US" sz="1200" b="0" i="0" kern="1200" dirty="0">
                <a:solidFill>
                  <a:schemeClr val="tx1"/>
                </a:solidFill>
                <a:effectLst/>
                <a:latin typeface="Times New Roman" pitchFamily="18" charset="0"/>
                <a:ea typeface="ＭＳ Ｐ明朝" pitchFamily="18" charset="-128"/>
                <a:cs typeface="+mn-cs"/>
              </a:rPr>
              <a:t>は、</a:t>
            </a:r>
            <a:r>
              <a:rPr kumimoji="1" lang="en-US" altLang="ja-JP" sz="1200" b="0" i="0" kern="1200" dirty="0">
                <a:solidFill>
                  <a:schemeClr val="tx1"/>
                </a:solidFill>
                <a:effectLst/>
                <a:latin typeface="Times New Roman" pitchFamily="18" charset="0"/>
                <a:ea typeface="ＭＳ Ｐ明朝" pitchFamily="18" charset="-128"/>
                <a:cs typeface="+mn-cs"/>
              </a:rPr>
              <a:t>DB </a:t>
            </a:r>
            <a:r>
              <a:rPr kumimoji="1" lang="ja-JP" altLang="en-US" sz="1200" b="0" i="0" kern="1200" dirty="0">
                <a:solidFill>
                  <a:schemeClr val="tx1"/>
                </a:solidFill>
                <a:effectLst/>
                <a:latin typeface="Times New Roman" pitchFamily="18" charset="0"/>
                <a:ea typeface="ＭＳ Ｐ明朝" pitchFamily="18" charset="-128"/>
                <a:cs typeface="+mn-cs"/>
              </a:rPr>
              <a:t>インスタンスのバックアップを、ユーザーが指定する限られた期間 </a:t>
            </a:r>
            <a:r>
              <a:rPr kumimoji="1" lang="en-US" altLang="ja-JP" sz="1200" b="0" i="0" kern="1200" dirty="0">
                <a:solidFill>
                  <a:schemeClr val="tx1"/>
                </a:solidFill>
                <a:effectLst/>
                <a:latin typeface="Times New Roman" pitchFamily="18" charset="0"/>
                <a:ea typeface="ＭＳ Ｐ明朝" pitchFamily="18" charset="-128"/>
                <a:cs typeface="+mn-cs"/>
              </a:rPr>
              <a:t>(</a:t>
            </a:r>
            <a:r>
              <a:rPr kumimoji="1" lang="ja-JP" altLang="en-US" sz="1200" b="0" i="0" kern="1200" dirty="0">
                <a:solidFill>
                  <a:schemeClr val="tx1"/>
                </a:solidFill>
                <a:effectLst/>
                <a:latin typeface="Times New Roman" pitchFamily="18" charset="0"/>
                <a:ea typeface="ＭＳ Ｐ明朝" pitchFamily="18" charset="-128"/>
                <a:cs typeface="+mn-cs"/>
              </a:rPr>
              <a:t>保持期間</a:t>
            </a:r>
            <a:r>
              <a:rPr kumimoji="1" lang="en-US" altLang="ja-JP" sz="1200" b="0" i="0" kern="1200" dirty="0">
                <a:solidFill>
                  <a:schemeClr val="tx1"/>
                </a:solidFill>
                <a:effectLst/>
                <a:latin typeface="Times New Roman" pitchFamily="18" charset="0"/>
                <a:ea typeface="ＭＳ Ｐ明朝" pitchFamily="18" charset="-128"/>
                <a:cs typeface="+mn-cs"/>
              </a:rPr>
              <a:t>) </a:t>
            </a:r>
            <a:r>
              <a:rPr kumimoji="1" lang="ja-JP" altLang="en-US" sz="1200" b="0" i="0" kern="1200" dirty="0">
                <a:solidFill>
                  <a:schemeClr val="tx1"/>
                </a:solidFill>
                <a:effectLst/>
                <a:latin typeface="Times New Roman" pitchFamily="18" charset="0"/>
                <a:ea typeface="ＭＳ Ｐ明朝" pitchFamily="18" charset="-128"/>
                <a:cs typeface="+mn-cs"/>
              </a:rPr>
              <a:t>中、保持します。保持期間はデフォルトでは </a:t>
            </a:r>
            <a:r>
              <a:rPr kumimoji="1" lang="en-US" altLang="ja-JP" sz="1200" b="0" i="0" kern="1200" dirty="0">
                <a:solidFill>
                  <a:schemeClr val="tx1"/>
                </a:solidFill>
                <a:effectLst/>
                <a:latin typeface="Times New Roman" pitchFamily="18" charset="0"/>
                <a:ea typeface="ＭＳ Ｐ明朝" pitchFamily="18" charset="-128"/>
                <a:cs typeface="+mn-cs"/>
              </a:rPr>
              <a:t>7 </a:t>
            </a:r>
            <a:r>
              <a:rPr kumimoji="1" lang="ja-JP" altLang="en-US" sz="1200" b="0" i="0" kern="1200" dirty="0">
                <a:solidFill>
                  <a:schemeClr val="tx1"/>
                </a:solidFill>
                <a:effectLst/>
                <a:latin typeface="Times New Roman" pitchFamily="18" charset="0"/>
                <a:ea typeface="ＭＳ Ｐ明朝" pitchFamily="18" charset="-128"/>
                <a:cs typeface="+mn-cs"/>
              </a:rPr>
              <a:t>日間ですが、最大 </a:t>
            </a:r>
            <a:r>
              <a:rPr kumimoji="1" lang="en-US" altLang="ja-JP" sz="1200" b="0" i="0" kern="1200" dirty="0">
                <a:solidFill>
                  <a:schemeClr val="tx1"/>
                </a:solidFill>
                <a:effectLst/>
                <a:latin typeface="Times New Roman" pitchFamily="18" charset="0"/>
                <a:ea typeface="ＭＳ Ｐ明朝" pitchFamily="18" charset="-128"/>
                <a:cs typeface="+mn-cs"/>
              </a:rPr>
              <a:t>35 </a:t>
            </a:r>
            <a:r>
              <a:rPr kumimoji="1" lang="ja-JP" altLang="en-US" sz="1200" b="0" i="0" kern="1200" dirty="0">
                <a:solidFill>
                  <a:schemeClr val="tx1"/>
                </a:solidFill>
                <a:effectLst/>
                <a:latin typeface="Times New Roman" pitchFamily="18" charset="0"/>
                <a:ea typeface="ＭＳ Ｐ明朝" pitchFamily="18" charset="-128"/>
                <a:cs typeface="+mn-cs"/>
              </a:rPr>
              <a:t>日間に設定可能です。保持期間中、特定時点への復旧を開始して、最大で復元可能な最新時刻 </a:t>
            </a:r>
            <a:r>
              <a:rPr kumimoji="1" lang="en-US" altLang="ja-JP" sz="1200" b="0" i="0" kern="1200" dirty="0">
                <a:solidFill>
                  <a:schemeClr val="tx1"/>
                </a:solidFill>
                <a:effectLst/>
                <a:latin typeface="Times New Roman" pitchFamily="18" charset="0"/>
                <a:ea typeface="ＭＳ Ｐ明朝" pitchFamily="18" charset="-128"/>
                <a:cs typeface="+mn-cs"/>
              </a:rPr>
              <a:t>(Latest Restorable Time) </a:t>
            </a:r>
            <a:r>
              <a:rPr kumimoji="1" lang="ja-JP" altLang="en-US" sz="1200" b="0" i="0" kern="1200" dirty="0">
                <a:solidFill>
                  <a:schemeClr val="tx1"/>
                </a:solidFill>
                <a:effectLst/>
                <a:latin typeface="Times New Roman" pitchFamily="18" charset="0"/>
                <a:ea typeface="ＭＳ Ｐ明朝" pitchFamily="18" charset="-128"/>
                <a:cs typeface="+mn-cs"/>
              </a:rPr>
              <a:t>まで、任意の秒数を指定することができます。</a:t>
            </a:r>
            <a:r>
              <a:rPr kumimoji="1" lang="en-US" altLang="ja-JP" sz="1200" b="0" i="0" u="none" strike="noStrike" kern="1200" dirty="0" err="1">
                <a:solidFill>
                  <a:schemeClr val="tx1"/>
                </a:solidFill>
                <a:effectLst/>
                <a:latin typeface="Times New Roman" pitchFamily="18" charset="0"/>
                <a:ea typeface="ＭＳ Ｐ明朝" pitchFamily="18" charset="-128"/>
                <a:cs typeface="+mn-cs"/>
                <a:hlinkClick r:id="rId3"/>
              </a:rPr>
              <a:t>DescribeDBInstances</a:t>
            </a:r>
            <a:r>
              <a:rPr kumimoji="1" lang="ja-JP" altLang="en-US" sz="1200" b="0" i="0" kern="1200" dirty="0">
                <a:solidFill>
                  <a:schemeClr val="tx1"/>
                </a:solidFill>
                <a:effectLst/>
                <a:latin typeface="Times New Roman" pitchFamily="18" charset="0"/>
                <a:ea typeface="ＭＳ Ｐ明朝" pitchFamily="18" charset="-128"/>
                <a:cs typeface="+mn-cs"/>
              </a:rPr>
              <a:t> </a:t>
            </a:r>
            <a:r>
              <a:rPr kumimoji="1" lang="en-US" altLang="ja-JP" sz="1200" b="0" i="0" kern="1200" dirty="0">
                <a:solidFill>
                  <a:schemeClr val="tx1"/>
                </a:solidFill>
                <a:effectLst/>
                <a:latin typeface="Times New Roman" pitchFamily="18" charset="0"/>
                <a:ea typeface="ＭＳ Ｐ明朝" pitchFamily="18" charset="-128"/>
                <a:cs typeface="+mn-cs"/>
              </a:rPr>
              <a:t>API </a:t>
            </a:r>
            <a:r>
              <a:rPr kumimoji="1" lang="ja-JP" altLang="en-US" sz="1200" b="0" i="0" kern="1200" dirty="0">
                <a:solidFill>
                  <a:schemeClr val="tx1"/>
                </a:solidFill>
                <a:effectLst/>
                <a:latin typeface="Times New Roman" pitchFamily="18" charset="0"/>
                <a:ea typeface="ＭＳ Ｐ明朝" pitchFamily="18" charset="-128"/>
                <a:cs typeface="+mn-cs"/>
              </a:rPr>
              <a:t>を使用して、</a:t>
            </a:r>
            <a:r>
              <a:rPr kumimoji="1" lang="en-US" altLang="ja-JP" sz="1200" b="0" i="0" kern="1200" dirty="0">
                <a:solidFill>
                  <a:schemeClr val="tx1"/>
                </a:solidFill>
                <a:effectLst/>
                <a:latin typeface="Times New Roman" pitchFamily="18" charset="0"/>
                <a:ea typeface="ＭＳ Ｐ明朝" pitchFamily="18" charset="-128"/>
                <a:cs typeface="+mn-cs"/>
              </a:rPr>
              <a:t>DB </a:t>
            </a:r>
            <a:r>
              <a:rPr kumimoji="1" lang="ja-JP" altLang="en-US" sz="1200" b="0" i="0" kern="1200" dirty="0">
                <a:solidFill>
                  <a:schemeClr val="tx1"/>
                </a:solidFill>
                <a:effectLst/>
                <a:latin typeface="Times New Roman" pitchFamily="18" charset="0"/>
                <a:ea typeface="ＭＳ Ｐ明朝" pitchFamily="18" charset="-128"/>
                <a:cs typeface="+mn-cs"/>
              </a:rPr>
              <a:t>インスタンスの復元可能な最新時刻まで戻ることができます。これは通常過去 </a:t>
            </a:r>
            <a:r>
              <a:rPr kumimoji="1" lang="en-US" altLang="ja-JP" sz="1200" b="0" i="0" kern="1200" dirty="0">
                <a:solidFill>
                  <a:schemeClr val="tx1"/>
                </a:solidFill>
                <a:effectLst/>
                <a:latin typeface="Times New Roman" pitchFamily="18" charset="0"/>
                <a:ea typeface="ＭＳ Ｐ明朝" pitchFamily="18" charset="-128"/>
                <a:cs typeface="+mn-cs"/>
              </a:rPr>
              <a:t>5 </a:t>
            </a:r>
            <a:r>
              <a:rPr kumimoji="1" lang="ja-JP" altLang="en-US" sz="1200" b="0" i="0" kern="1200" dirty="0">
                <a:solidFill>
                  <a:schemeClr val="tx1"/>
                </a:solidFill>
                <a:effectLst/>
                <a:latin typeface="Times New Roman" pitchFamily="18" charset="0"/>
                <a:ea typeface="ＭＳ Ｐ明朝" pitchFamily="18" charset="-128"/>
                <a:cs typeface="+mn-cs"/>
              </a:rPr>
              <a:t>分以内です。代わりに、</a:t>
            </a:r>
            <a:r>
              <a:rPr kumimoji="1" lang="en-US" altLang="ja-JP" sz="1200" b="0" i="0" u="none" strike="noStrike" kern="1200" dirty="0">
                <a:solidFill>
                  <a:schemeClr val="tx1"/>
                </a:solidFill>
                <a:effectLst/>
                <a:latin typeface="Times New Roman" pitchFamily="18" charset="0"/>
                <a:ea typeface="ＭＳ Ｐ明朝" pitchFamily="18" charset="-128"/>
                <a:cs typeface="+mn-cs"/>
                <a:hlinkClick r:id="rId4"/>
              </a:rPr>
              <a:t>AWS </a:t>
            </a:r>
            <a:r>
              <a:rPr kumimoji="1" lang="ja-JP" altLang="en-US" sz="1200" b="0" i="0" u="none" strike="noStrike" kern="1200" dirty="0">
                <a:solidFill>
                  <a:schemeClr val="tx1"/>
                </a:solidFill>
                <a:effectLst/>
                <a:latin typeface="Times New Roman" pitchFamily="18" charset="0"/>
                <a:ea typeface="ＭＳ Ｐ明朝" pitchFamily="18" charset="-128"/>
                <a:cs typeface="+mn-cs"/>
                <a:hlinkClick r:id="rId4"/>
              </a:rPr>
              <a:t>マネジメントコンソール</a:t>
            </a:r>
            <a:r>
              <a:rPr kumimoji="1" lang="ja-JP" altLang="en-US" sz="1200" b="0" i="0" kern="1200" dirty="0">
                <a:solidFill>
                  <a:schemeClr val="tx1"/>
                </a:solidFill>
                <a:effectLst/>
                <a:latin typeface="Times New Roman" pitchFamily="18" charset="0"/>
                <a:ea typeface="ＭＳ Ｐ明朝" pitchFamily="18" charset="-128"/>
                <a:cs typeface="+mn-cs"/>
              </a:rPr>
              <a:t>で </a:t>
            </a:r>
            <a:r>
              <a:rPr kumimoji="1" lang="en-US" altLang="ja-JP" sz="1200" b="0" i="0" kern="1200" dirty="0">
                <a:solidFill>
                  <a:schemeClr val="tx1"/>
                </a:solidFill>
                <a:effectLst/>
                <a:latin typeface="Times New Roman" pitchFamily="18" charset="0"/>
                <a:ea typeface="ＭＳ Ｐ明朝" pitchFamily="18" charset="-128"/>
                <a:cs typeface="+mn-cs"/>
              </a:rPr>
              <a:t>DB </a:t>
            </a:r>
            <a:r>
              <a:rPr kumimoji="1" lang="ja-JP" altLang="en-US" sz="1200" b="0" i="0" kern="1200" dirty="0">
                <a:solidFill>
                  <a:schemeClr val="tx1"/>
                </a:solidFill>
                <a:effectLst/>
                <a:latin typeface="Times New Roman" pitchFamily="18" charset="0"/>
                <a:ea typeface="ＭＳ Ｐ明朝" pitchFamily="18" charset="-128"/>
                <a:cs typeface="+mn-cs"/>
              </a:rPr>
              <a:t>インスタンスを選択し、コンソールの下部にあるパネルの </a:t>
            </a:r>
            <a:r>
              <a:rPr kumimoji="1" lang="en-US" altLang="ja-JP" sz="1200" b="0" i="0" kern="1200" dirty="0">
                <a:solidFill>
                  <a:schemeClr val="tx1"/>
                </a:solidFill>
                <a:effectLst/>
                <a:latin typeface="Times New Roman" pitchFamily="18" charset="0"/>
                <a:ea typeface="ＭＳ Ｐ明朝" pitchFamily="18" charset="-128"/>
                <a:cs typeface="+mn-cs"/>
              </a:rPr>
              <a:t>[Description] </a:t>
            </a:r>
            <a:r>
              <a:rPr kumimoji="1" lang="ja-JP" altLang="en-US" sz="1200" b="0" i="0" kern="1200" dirty="0">
                <a:solidFill>
                  <a:schemeClr val="tx1"/>
                </a:solidFill>
                <a:effectLst/>
                <a:latin typeface="Times New Roman" pitchFamily="18" charset="0"/>
                <a:ea typeface="ＭＳ Ｐ明朝" pitchFamily="18" charset="-128"/>
                <a:cs typeface="+mn-cs"/>
              </a:rPr>
              <a:t>タブでこれを閲覧することによって、その </a:t>
            </a:r>
            <a:r>
              <a:rPr kumimoji="1" lang="en-US" altLang="ja-JP" sz="1200" b="0" i="0" kern="1200" dirty="0">
                <a:solidFill>
                  <a:schemeClr val="tx1"/>
                </a:solidFill>
                <a:effectLst/>
                <a:latin typeface="Times New Roman" pitchFamily="18" charset="0"/>
                <a:ea typeface="ＭＳ Ｐ明朝" pitchFamily="18" charset="-128"/>
                <a:cs typeface="+mn-cs"/>
              </a:rPr>
              <a:t>DB </a:t>
            </a:r>
            <a:r>
              <a:rPr kumimoji="1" lang="ja-JP" altLang="en-US" sz="1200" b="0" i="0" kern="1200" dirty="0">
                <a:solidFill>
                  <a:schemeClr val="tx1"/>
                </a:solidFill>
                <a:effectLst/>
                <a:latin typeface="Times New Roman" pitchFamily="18" charset="0"/>
                <a:ea typeface="ＭＳ Ｐ明朝" pitchFamily="18" charset="-128"/>
                <a:cs typeface="+mn-cs"/>
              </a:rPr>
              <a:t>インスタンスの復元可能な最新時刻を知ることもできます。</a:t>
            </a:r>
            <a:br>
              <a:rPr kumimoji="1" lang="ja-JP" altLang="en-US" sz="1200" b="0" i="0" kern="1200" dirty="0">
                <a:solidFill>
                  <a:schemeClr val="tx1"/>
                </a:solidFill>
                <a:effectLst/>
                <a:latin typeface="Times New Roman" pitchFamily="18" charset="0"/>
                <a:ea typeface="ＭＳ Ｐ明朝" pitchFamily="18" charset="-128"/>
                <a:cs typeface="+mn-cs"/>
              </a:rPr>
            </a:br>
            <a:endParaRPr kumimoji="1" lang="ja-JP" altLang="en-US" sz="1200" b="0" i="0" kern="1200" dirty="0">
              <a:solidFill>
                <a:schemeClr val="tx1"/>
              </a:solidFill>
              <a:effectLst/>
              <a:latin typeface="Times New Roman" pitchFamily="18" charset="0"/>
              <a:ea typeface="ＭＳ Ｐ明朝" pitchFamily="18" charset="-128"/>
              <a:cs typeface="+mn-cs"/>
            </a:endParaRPr>
          </a:p>
          <a:p>
            <a:r>
              <a:rPr kumimoji="1" lang="en-US" altLang="ja-JP" sz="1200" b="0" i="0" kern="1200" dirty="0">
                <a:solidFill>
                  <a:schemeClr val="tx1"/>
                </a:solidFill>
                <a:effectLst/>
                <a:latin typeface="Times New Roman" pitchFamily="18" charset="0"/>
                <a:ea typeface="ＭＳ Ｐ明朝" pitchFamily="18" charset="-128"/>
                <a:cs typeface="+mn-cs"/>
              </a:rPr>
              <a:t>DB </a:t>
            </a:r>
            <a:r>
              <a:rPr kumimoji="1" lang="ja-JP" altLang="en-US" sz="1200" b="0" i="0" kern="1200" dirty="0">
                <a:solidFill>
                  <a:schemeClr val="tx1"/>
                </a:solidFill>
                <a:effectLst/>
                <a:latin typeface="Times New Roman" pitchFamily="18" charset="0"/>
                <a:ea typeface="ＭＳ Ｐ明朝" pitchFamily="18" charset="-128"/>
                <a:cs typeface="+mn-cs"/>
              </a:rPr>
              <a:t>スナップショットはユーザーにより開始され、指定した頻度で既知の状態で </a:t>
            </a:r>
            <a:r>
              <a:rPr kumimoji="1" lang="en-US" altLang="ja-JP" sz="1200" b="0" i="0" kern="1200" dirty="0">
                <a:solidFill>
                  <a:schemeClr val="tx1"/>
                </a:solidFill>
                <a:effectLst/>
                <a:latin typeface="Times New Roman" pitchFamily="18" charset="0"/>
                <a:ea typeface="ＭＳ Ｐ明朝" pitchFamily="18" charset="-128"/>
                <a:cs typeface="+mn-cs"/>
              </a:rPr>
              <a:t>DB </a:t>
            </a:r>
            <a:r>
              <a:rPr kumimoji="1" lang="ja-JP" altLang="en-US" sz="1200" b="0" i="0" kern="1200" dirty="0">
                <a:solidFill>
                  <a:schemeClr val="tx1"/>
                </a:solidFill>
                <a:effectLst/>
                <a:latin typeface="Times New Roman" pitchFamily="18" charset="0"/>
                <a:ea typeface="ＭＳ Ｐ明朝" pitchFamily="18" charset="-128"/>
                <a:cs typeface="+mn-cs"/>
              </a:rPr>
              <a:t>インスタンスをバックアップすることができ、その後いつでもその特定の状態に復元することができます。</a:t>
            </a:r>
            <a:r>
              <a:rPr kumimoji="1" lang="en-US" altLang="ja-JP" sz="1200" b="0" i="0" kern="1200" dirty="0">
                <a:solidFill>
                  <a:schemeClr val="tx1"/>
                </a:solidFill>
                <a:effectLst/>
                <a:latin typeface="Times New Roman" pitchFamily="18" charset="0"/>
                <a:ea typeface="ＭＳ Ｐ明朝" pitchFamily="18" charset="-128"/>
                <a:cs typeface="+mn-cs"/>
              </a:rPr>
              <a:t>DB </a:t>
            </a:r>
            <a:r>
              <a:rPr kumimoji="1" lang="ja-JP" altLang="en-US" sz="1200" b="0" i="0" kern="1200" dirty="0">
                <a:solidFill>
                  <a:schemeClr val="tx1"/>
                </a:solidFill>
                <a:effectLst/>
                <a:latin typeface="Times New Roman" pitchFamily="18" charset="0"/>
                <a:ea typeface="ＭＳ Ｐ明朝" pitchFamily="18" charset="-128"/>
                <a:cs typeface="+mn-cs"/>
              </a:rPr>
              <a:t>スナップショットは、</a:t>
            </a:r>
            <a:r>
              <a:rPr kumimoji="1" lang="en-US" altLang="ja-JP" sz="1200" b="0" i="0" u="none" strike="noStrike" kern="1200" dirty="0">
                <a:solidFill>
                  <a:schemeClr val="tx1"/>
                </a:solidFill>
                <a:effectLst/>
                <a:latin typeface="Times New Roman" pitchFamily="18" charset="0"/>
                <a:ea typeface="ＭＳ Ｐ明朝" pitchFamily="18" charset="-128"/>
                <a:cs typeface="+mn-cs"/>
                <a:hlinkClick r:id="rId4"/>
              </a:rPr>
              <a:t>AWS </a:t>
            </a:r>
            <a:r>
              <a:rPr kumimoji="1" lang="ja-JP" altLang="en-US" sz="1200" b="0" i="0" u="none" strike="noStrike" kern="1200" dirty="0">
                <a:solidFill>
                  <a:schemeClr val="tx1"/>
                </a:solidFill>
                <a:effectLst/>
                <a:latin typeface="Times New Roman" pitchFamily="18" charset="0"/>
                <a:ea typeface="ＭＳ Ｐ明朝" pitchFamily="18" charset="-128"/>
                <a:cs typeface="+mn-cs"/>
                <a:hlinkClick r:id="rId4"/>
              </a:rPr>
              <a:t>マネジメントコンソール</a:t>
            </a:r>
            <a:r>
              <a:rPr kumimoji="1" lang="ja-JP" altLang="en-US" sz="1200" b="0" i="0" kern="1200" dirty="0">
                <a:solidFill>
                  <a:schemeClr val="tx1"/>
                </a:solidFill>
                <a:effectLst/>
                <a:latin typeface="Times New Roman" pitchFamily="18" charset="0"/>
                <a:ea typeface="ＭＳ Ｐ明朝" pitchFamily="18" charset="-128"/>
                <a:cs typeface="+mn-cs"/>
              </a:rPr>
              <a:t>、</a:t>
            </a:r>
            <a:r>
              <a:rPr kumimoji="1" lang="en-US" altLang="ja-JP" sz="1200" b="0" i="0" u="none" strike="noStrike" kern="1200" dirty="0" err="1">
                <a:solidFill>
                  <a:schemeClr val="tx1"/>
                </a:solidFill>
                <a:effectLst/>
                <a:latin typeface="Times New Roman" pitchFamily="18" charset="0"/>
                <a:ea typeface="ＭＳ Ｐ明朝" pitchFamily="18" charset="-128"/>
                <a:cs typeface="+mn-cs"/>
                <a:hlinkClick r:id="rId5"/>
              </a:rPr>
              <a:t>CreateDBSnapshot</a:t>
            </a:r>
            <a:r>
              <a:rPr kumimoji="1" lang="en-US" altLang="ja-JP" sz="1200" b="0" i="0" u="none" strike="noStrike" kern="1200" dirty="0">
                <a:solidFill>
                  <a:schemeClr val="tx1"/>
                </a:solidFill>
                <a:effectLst/>
                <a:latin typeface="Times New Roman" pitchFamily="18" charset="0"/>
                <a:ea typeface="ＭＳ Ｐ明朝" pitchFamily="18" charset="-128"/>
                <a:cs typeface="+mn-cs"/>
                <a:hlinkClick r:id="rId5"/>
              </a:rPr>
              <a:t> API</a:t>
            </a:r>
            <a:r>
              <a:rPr kumimoji="1" lang="ja-JP" altLang="en-US" sz="1200" b="0" i="0" kern="1200" dirty="0">
                <a:solidFill>
                  <a:schemeClr val="tx1"/>
                </a:solidFill>
                <a:effectLst/>
                <a:latin typeface="Times New Roman" pitchFamily="18" charset="0"/>
                <a:ea typeface="ＭＳ Ｐ明朝" pitchFamily="18" charset="-128"/>
                <a:cs typeface="+mn-cs"/>
              </a:rPr>
              <a:t>、</a:t>
            </a:r>
            <a:r>
              <a:rPr kumimoji="1" lang="en-US" altLang="ja-JP" sz="1200" b="0" i="0" u="none" strike="noStrike" kern="1200" dirty="0">
                <a:solidFill>
                  <a:schemeClr val="tx1"/>
                </a:solidFill>
                <a:effectLst/>
                <a:latin typeface="Times New Roman" pitchFamily="18" charset="0"/>
                <a:ea typeface="ＭＳ Ｐ明朝" pitchFamily="18" charset="-128"/>
                <a:cs typeface="+mn-cs"/>
                <a:hlinkClick r:id="rId6"/>
              </a:rPr>
              <a:t>create-</a:t>
            </a:r>
            <a:r>
              <a:rPr kumimoji="1" lang="en-US" altLang="ja-JP" sz="1200" b="0" i="0" u="none" strike="noStrike" kern="1200" dirty="0" err="1">
                <a:solidFill>
                  <a:schemeClr val="tx1"/>
                </a:solidFill>
                <a:effectLst/>
                <a:latin typeface="Times New Roman" pitchFamily="18" charset="0"/>
                <a:ea typeface="ＭＳ Ｐ明朝" pitchFamily="18" charset="-128"/>
                <a:cs typeface="+mn-cs"/>
                <a:hlinkClick r:id="rId6"/>
              </a:rPr>
              <a:t>db</a:t>
            </a:r>
            <a:r>
              <a:rPr kumimoji="1" lang="en-US" altLang="ja-JP" sz="1200" b="0" i="0" u="none" strike="noStrike" kern="1200" dirty="0">
                <a:solidFill>
                  <a:schemeClr val="tx1"/>
                </a:solidFill>
                <a:effectLst/>
                <a:latin typeface="Times New Roman" pitchFamily="18" charset="0"/>
                <a:ea typeface="ＭＳ Ｐ明朝" pitchFamily="18" charset="-128"/>
                <a:cs typeface="+mn-cs"/>
                <a:hlinkClick r:id="rId6"/>
              </a:rPr>
              <a:t>-snapshot </a:t>
            </a:r>
            <a:r>
              <a:rPr kumimoji="1" lang="ja-JP" altLang="en-US" sz="1200" b="0" i="0" u="none" strike="noStrike" kern="1200" dirty="0">
                <a:solidFill>
                  <a:schemeClr val="tx1"/>
                </a:solidFill>
                <a:effectLst/>
                <a:latin typeface="Times New Roman" pitchFamily="18" charset="0"/>
                <a:ea typeface="ＭＳ Ｐ明朝" pitchFamily="18" charset="-128"/>
                <a:cs typeface="+mn-cs"/>
                <a:hlinkClick r:id="rId6"/>
              </a:rPr>
              <a:t>コマンド</a:t>
            </a:r>
            <a:r>
              <a:rPr kumimoji="1" lang="ja-JP" altLang="en-US" sz="1200" b="0" i="0" kern="1200" dirty="0">
                <a:solidFill>
                  <a:schemeClr val="tx1"/>
                </a:solidFill>
                <a:effectLst/>
                <a:latin typeface="Times New Roman" pitchFamily="18" charset="0"/>
                <a:ea typeface="ＭＳ Ｐ明朝" pitchFamily="18" charset="-128"/>
                <a:cs typeface="+mn-cs"/>
              </a:rPr>
              <a:t>で作成可能であり、ユーザーが明示的に削除するまで保存できます。</a:t>
            </a:r>
            <a:br>
              <a:rPr kumimoji="1" lang="ja-JP" altLang="en-US" sz="1200" b="0" i="0" kern="1200" dirty="0">
                <a:solidFill>
                  <a:schemeClr val="tx1"/>
                </a:solidFill>
                <a:effectLst/>
                <a:latin typeface="Times New Roman" pitchFamily="18" charset="0"/>
                <a:ea typeface="ＭＳ Ｐ明朝" pitchFamily="18" charset="-128"/>
                <a:cs typeface="+mn-cs"/>
              </a:rPr>
            </a:br>
            <a:endParaRPr kumimoji="1" lang="ja-JP" altLang="en-US" sz="1200" b="0" i="0" kern="1200" dirty="0">
              <a:solidFill>
                <a:schemeClr val="tx1"/>
              </a:solidFill>
              <a:effectLst/>
              <a:latin typeface="Times New Roman" pitchFamily="18" charset="0"/>
              <a:ea typeface="ＭＳ Ｐ明朝" pitchFamily="18" charset="-128"/>
              <a:cs typeface="+mn-cs"/>
            </a:endParaRPr>
          </a:p>
          <a:p>
            <a:r>
              <a:rPr kumimoji="1" lang="ja-JP" altLang="en-US" sz="1200" b="0" i="0" kern="1200" dirty="0">
                <a:solidFill>
                  <a:schemeClr val="tx1"/>
                </a:solidFill>
                <a:effectLst/>
                <a:latin typeface="Times New Roman" pitchFamily="18" charset="0"/>
                <a:ea typeface="ＭＳ Ｐ明朝" pitchFamily="18" charset="-128"/>
                <a:cs typeface="+mn-cs"/>
              </a:rPr>
              <a:t>自動バックアップを有効にするため </a:t>
            </a:r>
            <a:r>
              <a:rPr kumimoji="1" lang="en-US" altLang="ja-JP" sz="1200" b="0" i="0" kern="1200" dirty="0">
                <a:solidFill>
                  <a:schemeClr val="tx1"/>
                </a:solidFill>
                <a:effectLst/>
                <a:latin typeface="Times New Roman" pitchFamily="18" charset="0"/>
                <a:ea typeface="ＭＳ Ｐ明朝" pitchFamily="18" charset="-128"/>
                <a:cs typeface="+mn-cs"/>
              </a:rPr>
              <a:t>Amazon RDS </a:t>
            </a:r>
            <a:r>
              <a:rPr kumimoji="1" lang="ja-JP" altLang="en-US" sz="1200" b="0" i="0" kern="1200" dirty="0">
                <a:solidFill>
                  <a:schemeClr val="tx1"/>
                </a:solidFill>
                <a:effectLst/>
                <a:latin typeface="Times New Roman" pitchFamily="18" charset="0"/>
                <a:ea typeface="ＭＳ Ｐ明朝" pitchFamily="18" charset="-128"/>
                <a:cs typeface="+mn-cs"/>
              </a:rPr>
              <a:t>により実行されるスナップショットは、コピー </a:t>
            </a:r>
            <a:r>
              <a:rPr kumimoji="1" lang="en-US" altLang="ja-JP" sz="1200" b="0" i="0" kern="1200" dirty="0">
                <a:solidFill>
                  <a:schemeClr val="tx1"/>
                </a:solidFill>
                <a:effectLst/>
                <a:latin typeface="Times New Roman" pitchFamily="18" charset="0"/>
                <a:ea typeface="ＭＳ Ｐ明朝" pitchFamily="18" charset="-128"/>
                <a:cs typeface="+mn-cs"/>
              </a:rPr>
              <a:t>(AWS </a:t>
            </a:r>
            <a:r>
              <a:rPr kumimoji="1" lang="ja-JP" altLang="en-US" sz="1200" b="0" i="0" kern="1200" dirty="0">
                <a:solidFill>
                  <a:schemeClr val="tx1"/>
                </a:solidFill>
                <a:effectLst/>
                <a:latin typeface="Times New Roman" pitchFamily="18" charset="0"/>
                <a:ea typeface="ＭＳ Ｐ明朝" pitchFamily="18" charset="-128"/>
                <a:cs typeface="+mn-cs"/>
              </a:rPr>
              <a:t>コンソールまたは </a:t>
            </a:r>
            <a:r>
              <a:rPr kumimoji="1" lang="en-US" altLang="ja-JP" sz="1200" b="0" i="0" u="none" strike="noStrike" kern="1200" dirty="0">
                <a:solidFill>
                  <a:schemeClr val="tx1"/>
                </a:solidFill>
                <a:effectLst/>
                <a:latin typeface="Times New Roman" pitchFamily="18" charset="0"/>
                <a:ea typeface="ＭＳ Ｐ明朝" pitchFamily="18" charset="-128"/>
                <a:cs typeface="+mn-cs"/>
                <a:hlinkClick r:id="rId7"/>
              </a:rPr>
              <a:t>copy-</a:t>
            </a:r>
            <a:r>
              <a:rPr kumimoji="1" lang="en-US" altLang="ja-JP" sz="1200" b="0" i="0" u="none" strike="noStrike" kern="1200" dirty="0" err="1">
                <a:solidFill>
                  <a:schemeClr val="tx1"/>
                </a:solidFill>
                <a:effectLst/>
                <a:latin typeface="Times New Roman" pitchFamily="18" charset="0"/>
                <a:ea typeface="ＭＳ Ｐ明朝" pitchFamily="18" charset="-128"/>
                <a:cs typeface="+mn-cs"/>
                <a:hlinkClick r:id="rId7"/>
              </a:rPr>
              <a:t>db</a:t>
            </a:r>
            <a:r>
              <a:rPr kumimoji="1" lang="en-US" altLang="ja-JP" sz="1200" b="0" i="0" u="none" strike="noStrike" kern="1200" dirty="0">
                <a:solidFill>
                  <a:schemeClr val="tx1"/>
                </a:solidFill>
                <a:effectLst/>
                <a:latin typeface="Times New Roman" pitchFamily="18" charset="0"/>
                <a:ea typeface="ＭＳ Ｐ明朝" pitchFamily="18" charset="-128"/>
                <a:cs typeface="+mn-cs"/>
                <a:hlinkClick r:id="rId7"/>
              </a:rPr>
              <a:t>-snapshot </a:t>
            </a:r>
            <a:r>
              <a:rPr kumimoji="1" lang="ja-JP" altLang="en-US" sz="1200" b="0" i="0" u="none" strike="noStrike" kern="1200" dirty="0">
                <a:solidFill>
                  <a:schemeClr val="tx1"/>
                </a:solidFill>
                <a:effectLst/>
                <a:latin typeface="Times New Roman" pitchFamily="18" charset="0"/>
                <a:ea typeface="ＭＳ Ｐ明朝" pitchFamily="18" charset="-128"/>
                <a:cs typeface="+mn-cs"/>
                <a:hlinkClick r:id="rId7"/>
              </a:rPr>
              <a:t>コマンド</a:t>
            </a:r>
            <a:r>
              <a:rPr kumimoji="1" lang="ja-JP" altLang="en-US" sz="1200" b="0" i="0" kern="1200" dirty="0">
                <a:solidFill>
                  <a:schemeClr val="tx1"/>
                </a:solidFill>
                <a:effectLst/>
                <a:latin typeface="Times New Roman" pitchFamily="18" charset="0"/>
                <a:ea typeface="ＭＳ Ｐ明朝" pitchFamily="18" charset="-128"/>
                <a:cs typeface="+mn-cs"/>
              </a:rPr>
              <a:t>を使用</a:t>
            </a:r>
            <a:r>
              <a:rPr kumimoji="1" lang="en-US" altLang="ja-JP" sz="1200" b="0" i="0" kern="1200" dirty="0">
                <a:solidFill>
                  <a:schemeClr val="tx1"/>
                </a:solidFill>
                <a:effectLst/>
                <a:latin typeface="Times New Roman" pitchFamily="18" charset="0"/>
                <a:ea typeface="ＭＳ Ｐ明朝" pitchFamily="18" charset="-128"/>
                <a:cs typeface="+mn-cs"/>
              </a:rPr>
              <a:t>)</a:t>
            </a:r>
            <a:r>
              <a:rPr kumimoji="1" lang="ja-JP" altLang="en-US" sz="1200" b="0" i="0" kern="1200" dirty="0">
                <a:solidFill>
                  <a:schemeClr val="tx1"/>
                </a:solidFill>
                <a:effectLst/>
                <a:latin typeface="Times New Roman" pitchFamily="18" charset="0"/>
                <a:ea typeface="ＭＳ Ｐ明朝" pitchFamily="18" charset="-128"/>
                <a:cs typeface="+mn-cs"/>
              </a:rPr>
              <a:t>、またはスナップショットの復元機能用に使用できます。スナップショットは、「自動」のスナップショットタイプを使用して探すことができます。また、「スナップショットの作成時刻」フィールドを確認すると、スナップショットが取得された時刻を特定できます。また、</a:t>
            </a:r>
            <a:r>
              <a:rPr kumimoji="1" lang="en-US" altLang="ja-JP" sz="1200" b="0" i="0" kern="1200" dirty="0">
                <a:solidFill>
                  <a:schemeClr val="tx1"/>
                </a:solidFill>
                <a:effectLst/>
                <a:latin typeface="Times New Roman" pitchFamily="18" charset="0"/>
                <a:ea typeface="ＭＳ Ｐ明朝" pitchFamily="18" charset="-128"/>
                <a:cs typeface="+mn-cs"/>
              </a:rPr>
              <a:t>"</a:t>
            </a:r>
            <a:r>
              <a:rPr kumimoji="1" lang="ja-JP" altLang="en-US" sz="1200" b="0" i="0" kern="1200" dirty="0">
                <a:solidFill>
                  <a:schemeClr val="tx1"/>
                </a:solidFill>
                <a:effectLst/>
                <a:latin typeface="Times New Roman" pitchFamily="18" charset="0"/>
                <a:ea typeface="ＭＳ Ｐ明朝" pitchFamily="18" charset="-128"/>
                <a:cs typeface="+mn-cs"/>
              </a:rPr>
              <a:t>自動</a:t>
            </a:r>
            <a:r>
              <a:rPr kumimoji="1" lang="en-US" altLang="ja-JP" sz="1200" b="0" i="0" kern="1200" dirty="0">
                <a:solidFill>
                  <a:schemeClr val="tx1"/>
                </a:solidFill>
                <a:effectLst/>
                <a:latin typeface="Times New Roman" pitchFamily="18" charset="0"/>
                <a:ea typeface="ＭＳ Ｐ明朝" pitchFamily="18" charset="-128"/>
                <a:cs typeface="+mn-cs"/>
              </a:rPr>
              <a:t>" </a:t>
            </a:r>
            <a:r>
              <a:rPr kumimoji="1" lang="ja-JP" altLang="en-US" sz="1200" b="0" i="0" kern="1200" dirty="0">
                <a:solidFill>
                  <a:schemeClr val="tx1"/>
                </a:solidFill>
                <a:effectLst/>
                <a:latin typeface="Times New Roman" pitchFamily="18" charset="0"/>
                <a:ea typeface="ＭＳ Ｐ明朝" pitchFamily="18" charset="-128"/>
                <a:cs typeface="+mn-cs"/>
              </a:rPr>
              <a:t>スナップショットの識別子にも、スナップショットが作成された時刻 </a:t>
            </a:r>
            <a:r>
              <a:rPr kumimoji="1" lang="en-US" altLang="ja-JP" sz="1200" b="0" i="0" kern="1200" dirty="0">
                <a:solidFill>
                  <a:schemeClr val="tx1"/>
                </a:solidFill>
                <a:effectLst/>
                <a:latin typeface="Times New Roman" pitchFamily="18" charset="0"/>
                <a:ea typeface="ＭＳ Ｐ明朝" pitchFamily="18" charset="-128"/>
                <a:cs typeface="+mn-cs"/>
              </a:rPr>
              <a:t>(UTC) </a:t>
            </a:r>
            <a:r>
              <a:rPr kumimoji="1" lang="ja-JP" altLang="en-US" sz="1200" b="0" i="0" kern="1200" dirty="0">
                <a:solidFill>
                  <a:schemeClr val="tx1"/>
                </a:solidFill>
                <a:effectLst/>
                <a:latin typeface="Times New Roman" pitchFamily="18" charset="0"/>
                <a:ea typeface="ＭＳ Ｐ明朝" pitchFamily="18" charset="-128"/>
                <a:cs typeface="+mn-cs"/>
              </a:rPr>
              <a:t>が含まれます。</a:t>
            </a:r>
            <a:br>
              <a:rPr kumimoji="1" lang="ja-JP" altLang="en-US" sz="1200" b="0" i="0" kern="1200" dirty="0">
                <a:solidFill>
                  <a:schemeClr val="tx1"/>
                </a:solidFill>
                <a:effectLst/>
                <a:latin typeface="Times New Roman" pitchFamily="18" charset="0"/>
                <a:ea typeface="ＭＳ Ｐ明朝" pitchFamily="18" charset="-128"/>
                <a:cs typeface="+mn-cs"/>
              </a:rPr>
            </a:br>
            <a:endParaRPr kumimoji="1" lang="ja-JP" altLang="en-US" sz="1200" b="0" i="0" kern="1200" dirty="0">
              <a:solidFill>
                <a:schemeClr val="tx1"/>
              </a:solidFill>
              <a:effectLst/>
              <a:latin typeface="Times New Roman" pitchFamily="18" charset="0"/>
              <a:ea typeface="ＭＳ Ｐ明朝" pitchFamily="18" charset="-128"/>
              <a:cs typeface="+mn-cs"/>
            </a:endParaRPr>
          </a:p>
          <a:p>
            <a:r>
              <a:rPr kumimoji="1" lang="ja-JP" altLang="en-US" sz="1200" b="0" i="0" kern="1200" dirty="0">
                <a:solidFill>
                  <a:schemeClr val="tx1"/>
                </a:solidFill>
                <a:effectLst/>
                <a:latin typeface="Times New Roman" pitchFamily="18" charset="0"/>
                <a:ea typeface="ＭＳ Ｐ明朝" pitchFamily="18" charset="-128"/>
                <a:cs typeface="+mn-cs"/>
              </a:rPr>
              <a:t>注意</a:t>
            </a:r>
            <a:r>
              <a:rPr kumimoji="1" lang="en-US" altLang="ja-JP" sz="1200" b="0" i="0" kern="1200" dirty="0">
                <a:solidFill>
                  <a:schemeClr val="tx1"/>
                </a:solidFill>
                <a:effectLst/>
                <a:latin typeface="Times New Roman" pitchFamily="18" charset="0"/>
                <a:ea typeface="ＭＳ Ｐ明朝" pitchFamily="18" charset="-128"/>
                <a:cs typeface="+mn-cs"/>
              </a:rPr>
              <a:t>: </a:t>
            </a:r>
            <a:r>
              <a:rPr kumimoji="1" lang="ja-JP" altLang="en-US" sz="1200" b="0" i="0" kern="1200" dirty="0">
                <a:solidFill>
                  <a:schemeClr val="tx1"/>
                </a:solidFill>
                <a:effectLst/>
                <a:latin typeface="Times New Roman" pitchFamily="18" charset="0"/>
                <a:ea typeface="ＭＳ Ｐ明朝" pitchFamily="18" charset="-128"/>
                <a:cs typeface="+mn-cs"/>
              </a:rPr>
              <a:t>期間内のある時点へ、または </a:t>
            </a:r>
            <a:r>
              <a:rPr kumimoji="1" lang="en-US" altLang="ja-JP" sz="1200" b="0" i="0" kern="1200" dirty="0">
                <a:solidFill>
                  <a:schemeClr val="tx1"/>
                </a:solidFill>
                <a:effectLst/>
                <a:latin typeface="Times New Roman" pitchFamily="18" charset="0"/>
                <a:ea typeface="ＭＳ Ｐ明朝" pitchFamily="18" charset="-128"/>
                <a:cs typeface="+mn-cs"/>
              </a:rPr>
              <a:t>DB </a:t>
            </a:r>
            <a:r>
              <a:rPr kumimoji="1" lang="ja-JP" altLang="en-US" sz="1200" b="0" i="0" kern="1200" dirty="0">
                <a:solidFill>
                  <a:schemeClr val="tx1"/>
                </a:solidFill>
                <a:effectLst/>
                <a:latin typeface="Times New Roman" pitchFamily="18" charset="0"/>
                <a:ea typeface="ＭＳ Ｐ明朝" pitchFamily="18" charset="-128"/>
                <a:cs typeface="+mn-cs"/>
              </a:rPr>
              <a:t>スナップショットから復旧動作を実行すると、新しいエンドポイントを持つ新しい </a:t>
            </a:r>
            <a:r>
              <a:rPr kumimoji="1" lang="en-US" altLang="ja-JP" sz="1200" b="0" i="0" kern="1200" dirty="0">
                <a:solidFill>
                  <a:schemeClr val="tx1"/>
                </a:solidFill>
                <a:effectLst/>
                <a:latin typeface="Times New Roman" pitchFamily="18" charset="0"/>
                <a:ea typeface="ＭＳ Ｐ明朝" pitchFamily="18" charset="-128"/>
                <a:cs typeface="+mn-cs"/>
              </a:rPr>
              <a:t>DB </a:t>
            </a:r>
            <a:r>
              <a:rPr kumimoji="1" lang="ja-JP" altLang="en-US" sz="1200" b="0" i="0" kern="1200" dirty="0">
                <a:solidFill>
                  <a:schemeClr val="tx1"/>
                </a:solidFill>
                <a:effectLst/>
                <a:latin typeface="Times New Roman" pitchFamily="18" charset="0"/>
                <a:ea typeface="ＭＳ Ｐ明朝" pitchFamily="18" charset="-128"/>
                <a:cs typeface="+mn-cs"/>
              </a:rPr>
              <a:t>インスタンスが作成されます </a:t>
            </a:r>
            <a:r>
              <a:rPr kumimoji="1" lang="en-US" altLang="ja-JP" sz="1200" b="0" i="0" kern="1200" dirty="0">
                <a:solidFill>
                  <a:schemeClr val="tx1"/>
                </a:solidFill>
                <a:effectLst/>
                <a:latin typeface="Times New Roman" pitchFamily="18" charset="0"/>
                <a:ea typeface="ＭＳ Ｐ明朝" pitchFamily="18" charset="-128"/>
                <a:cs typeface="+mn-cs"/>
              </a:rPr>
              <a:t>(</a:t>
            </a:r>
            <a:r>
              <a:rPr kumimoji="1" lang="ja-JP" altLang="en-US" sz="1200" b="0" i="0" kern="1200" dirty="0">
                <a:solidFill>
                  <a:schemeClr val="tx1"/>
                </a:solidFill>
                <a:effectLst/>
                <a:latin typeface="Times New Roman" pitchFamily="18" charset="0"/>
                <a:ea typeface="ＭＳ Ｐ明朝" pitchFamily="18" charset="-128"/>
                <a:cs typeface="+mn-cs"/>
              </a:rPr>
              <a:t>必要な場合には、古い </a:t>
            </a:r>
            <a:r>
              <a:rPr kumimoji="1" lang="en-US" altLang="ja-JP" sz="1200" b="0" i="0" kern="1200" dirty="0">
                <a:solidFill>
                  <a:schemeClr val="tx1"/>
                </a:solidFill>
                <a:effectLst/>
                <a:latin typeface="Times New Roman" pitchFamily="18" charset="0"/>
                <a:ea typeface="ＭＳ Ｐ明朝" pitchFamily="18" charset="-128"/>
                <a:cs typeface="+mn-cs"/>
              </a:rPr>
              <a:t>DB </a:t>
            </a:r>
            <a:r>
              <a:rPr kumimoji="1" lang="ja-JP" altLang="en-US" sz="1200" b="0" i="0" kern="1200" dirty="0">
                <a:solidFill>
                  <a:schemeClr val="tx1"/>
                </a:solidFill>
                <a:effectLst/>
                <a:latin typeface="Times New Roman" pitchFamily="18" charset="0"/>
                <a:ea typeface="ＭＳ Ｐ明朝" pitchFamily="18" charset="-128"/>
                <a:cs typeface="+mn-cs"/>
              </a:rPr>
              <a:t>インスタンスは削除できます</a:t>
            </a:r>
            <a:r>
              <a:rPr kumimoji="1" lang="en-US" altLang="ja-JP" sz="1200" b="0" i="0" kern="1200" dirty="0">
                <a:solidFill>
                  <a:schemeClr val="tx1"/>
                </a:solidFill>
                <a:effectLst/>
                <a:latin typeface="Times New Roman" pitchFamily="18" charset="0"/>
                <a:ea typeface="ＭＳ Ｐ明朝" pitchFamily="18" charset="-128"/>
                <a:cs typeface="+mn-cs"/>
              </a:rPr>
              <a:t>)</a:t>
            </a:r>
            <a:r>
              <a:rPr kumimoji="1" lang="ja-JP" altLang="en-US" sz="1200" b="0" i="0" kern="1200" dirty="0">
                <a:solidFill>
                  <a:schemeClr val="tx1"/>
                </a:solidFill>
                <a:effectLst/>
                <a:latin typeface="Times New Roman" pitchFamily="18" charset="0"/>
                <a:ea typeface="ＭＳ Ｐ明朝" pitchFamily="18" charset="-128"/>
                <a:cs typeface="+mn-cs"/>
              </a:rPr>
              <a:t>。これを実行することにより、特定の </a:t>
            </a:r>
            <a:r>
              <a:rPr kumimoji="1" lang="en-US" altLang="ja-JP" sz="1200" b="0" i="0" kern="1200" dirty="0">
                <a:solidFill>
                  <a:schemeClr val="tx1"/>
                </a:solidFill>
                <a:effectLst/>
                <a:latin typeface="Times New Roman" pitchFamily="18" charset="0"/>
                <a:ea typeface="ＭＳ Ｐ明朝" pitchFamily="18" charset="-128"/>
                <a:cs typeface="+mn-cs"/>
              </a:rPr>
              <a:t>DB </a:t>
            </a:r>
            <a:r>
              <a:rPr kumimoji="1" lang="ja-JP" altLang="en-US" sz="1200" b="0" i="0" kern="1200" dirty="0">
                <a:solidFill>
                  <a:schemeClr val="tx1"/>
                </a:solidFill>
                <a:effectLst/>
                <a:latin typeface="Times New Roman" pitchFamily="18" charset="0"/>
                <a:ea typeface="ＭＳ Ｐ明朝" pitchFamily="18" charset="-128"/>
                <a:cs typeface="+mn-cs"/>
              </a:rPr>
              <a:t>スナップショットまたはポイントインタイムから、複数の </a:t>
            </a:r>
            <a:r>
              <a:rPr kumimoji="1" lang="en-US" altLang="ja-JP" sz="1200" b="0" i="0" kern="1200" dirty="0">
                <a:solidFill>
                  <a:schemeClr val="tx1"/>
                </a:solidFill>
                <a:effectLst/>
                <a:latin typeface="Times New Roman" pitchFamily="18" charset="0"/>
                <a:ea typeface="ＭＳ Ｐ明朝" pitchFamily="18" charset="-128"/>
                <a:cs typeface="+mn-cs"/>
              </a:rPr>
              <a:t>DB </a:t>
            </a:r>
            <a:r>
              <a:rPr kumimoji="1" lang="ja-JP" altLang="en-US" sz="1200" b="0" i="0" kern="1200" dirty="0">
                <a:solidFill>
                  <a:schemeClr val="tx1"/>
                </a:solidFill>
                <a:effectLst/>
                <a:latin typeface="Times New Roman" pitchFamily="18" charset="0"/>
                <a:ea typeface="ＭＳ Ｐ明朝" pitchFamily="18" charset="-128"/>
                <a:cs typeface="+mn-cs"/>
              </a:rPr>
              <a:t>インスタンスを作成できるようになります。</a:t>
            </a:r>
          </a:p>
          <a:p>
            <a:endParaRPr kumimoji="1" lang="ja-JP" altLang="en-US" dirty="0"/>
          </a:p>
        </p:txBody>
      </p:sp>
      <p:sp>
        <p:nvSpPr>
          <p:cNvPr id="4" name="スライド番号プレースホルダー 3"/>
          <p:cNvSpPr>
            <a:spLocks noGrp="1"/>
          </p:cNvSpPr>
          <p:nvPr>
            <p:ph type="sldNum" sz="quarter" idx="5"/>
          </p:nvPr>
        </p:nvSpPr>
        <p:spPr/>
        <p:txBody>
          <a:bodyPr/>
          <a:lstStyle/>
          <a:p>
            <a:fld id="{AA59C432-3B8C-4DAF-9FB9-33E1F8887A75}" type="slidenum">
              <a:rPr lang="en-US" altLang="ja-JP" smtClean="0"/>
              <a:pPr/>
              <a:t>101</a:t>
            </a:fld>
            <a:endParaRPr lang="en-US" altLang="ja-JP"/>
          </a:p>
        </p:txBody>
      </p:sp>
    </p:spTree>
    <p:extLst>
      <p:ext uri="{BB962C8B-B14F-4D97-AF65-F5344CB8AC3E}">
        <p14:creationId xmlns:p14="http://schemas.microsoft.com/office/powerpoint/2010/main" val="3125639547"/>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en-US" dirty="0"/>
              <a:t>次のステップでは、さまざまなタイミングと負荷条件でパフォーマンスを測定することにより、お客様の環境で通常の </a:t>
            </a:r>
            <a:r>
              <a:rPr lang="en-US" altLang="ja-JP" dirty="0"/>
              <a:t>Amazon RDS </a:t>
            </a:r>
            <a:r>
              <a:rPr lang="ja-JP" altLang="en-US" dirty="0"/>
              <a:t>のパフォーマンスのベースラインを確定します。</a:t>
            </a:r>
            <a:r>
              <a:rPr lang="en-US" altLang="ja-JP" dirty="0"/>
              <a:t>Amazon RDS </a:t>
            </a:r>
            <a:r>
              <a:rPr lang="ja-JP" altLang="en-US" dirty="0"/>
              <a:t>をモニタリングするには、モニタリングデータの履歴を保存することを検討します。保存データを、最新のパフォーマンスデータと比較するベースラインとして使用し、通常のパフォーマンスのパターンやパフォーマンスの異常を検出して、問題への対応を検討することができます。</a:t>
            </a:r>
          </a:p>
          <a:p>
            <a:r>
              <a:rPr lang="ja-JP" altLang="en-US" dirty="0"/>
              <a:t>たとえば、</a:t>
            </a:r>
            <a:r>
              <a:rPr lang="en-US" altLang="ja-JP" dirty="0"/>
              <a:t>Amazon RDS </a:t>
            </a:r>
            <a:r>
              <a:rPr lang="ja-JP" altLang="en-US" dirty="0"/>
              <a:t>を使って、</a:t>
            </a:r>
            <a:r>
              <a:rPr lang="en-US" altLang="ja-JP" dirty="0"/>
              <a:t>DB </a:t>
            </a:r>
            <a:r>
              <a:rPr lang="ja-JP" altLang="en-US" dirty="0"/>
              <a:t>インスタンスについてのネットワークのスループット、読み書きやメタデータオペレーションの </a:t>
            </a:r>
            <a:r>
              <a:rPr lang="en-US" altLang="ja-JP" dirty="0"/>
              <a:t>I/O</a:t>
            </a:r>
            <a:r>
              <a:rPr lang="ja-JP" altLang="en-US" dirty="0"/>
              <a:t>、クライアント接続、バーストのクレジットバランスなどをモニタリングできます。確立されたベースラインからパフォーマンスが外れた場合、</a:t>
            </a:r>
            <a:r>
              <a:rPr lang="en-US" altLang="ja-JP" dirty="0"/>
              <a:t>DB </a:t>
            </a:r>
            <a:r>
              <a:rPr lang="ja-JP" altLang="en-US" dirty="0"/>
              <a:t>インスタンスのインスタンスクラス、または </a:t>
            </a:r>
            <a:r>
              <a:rPr lang="en-US" altLang="ja-JP" dirty="0"/>
              <a:t>DB </a:t>
            </a:r>
            <a:r>
              <a:rPr lang="ja-JP" altLang="en-US" dirty="0"/>
              <a:t>インスタンスの数と、クライアントで利用可能なリードレプリカの数を変更して、ワークロードのためのデータベースの可用性を最適化する必要が生じる場合があります。</a:t>
            </a:r>
          </a:p>
          <a:p>
            <a:r>
              <a:rPr lang="ja-JP" altLang="en-US" dirty="0"/>
              <a:t>一般的に、パフォーマンスメトリクスの許容値は、ベースラインがどのようになっているか、アプリケーションによって何が実行されているかによって異なります。ベースラインからの一貫した差異またはトレンドになっている差異を調べます。メトリクスのタイプごとのアドバイスは以下のとおりです。</a:t>
            </a:r>
          </a:p>
          <a:p>
            <a:endParaRPr kumimoji="1" lang="ja-JP" altLang="en-US" dirty="0"/>
          </a:p>
        </p:txBody>
      </p:sp>
      <p:sp>
        <p:nvSpPr>
          <p:cNvPr id="4" name="スライド番号プレースホルダー 3"/>
          <p:cNvSpPr>
            <a:spLocks noGrp="1"/>
          </p:cNvSpPr>
          <p:nvPr>
            <p:ph type="sldNum" sz="quarter" idx="5"/>
          </p:nvPr>
        </p:nvSpPr>
        <p:spPr/>
        <p:txBody>
          <a:bodyPr/>
          <a:lstStyle/>
          <a:p>
            <a:fld id="{AA59C432-3B8C-4DAF-9FB9-33E1F8887A75}" type="slidenum">
              <a:rPr lang="en-US" altLang="ja-JP" smtClean="0"/>
              <a:pPr/>
              <a:t>103</a:t>
            </a:fld>
            <a:endParaRPr lang="en-US" altLang="ja-JP" dirty="0"/>
          </a:p>
        </p:txBody>
      </p:sp>
    </p:spTree>
    <p:extLst>
      <p:ext uri="{BB962C8B-B14F-4D97-AF65-F5344CB8AC3E}">
        <p14:creationId xmlns:p14="http://schemas.microsoft.com/office/powerpoint/2010/main" val="1782358985"/>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AA59C432-3B8C-4DAF-9FB9-33E1F8887A75}" type="slidenum">
              <a:rPr lang="en-US" altLang="ja-JP" smtClean="0"/>
              <a:pPr/>
              <a:t>104</a:t>
            </a:fld>
            <a:endParaRPr lang="en-US" altLang="ja-JP" dirty="0"/>
          </a:p>
        </p:txBody>
      </p:sp>
    </p:spTree>
    <p:extLst>
      <p:ext uri="{BB962C8B-B14F-4D97-AF65-F5344CB8AC3E}">
        <p14:creationId xmlns:p14="http://schemas.microsoft.com/office/powerpoint/2010/main" val="573133878"/>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en-US" dirty="0"/>
              <a:t>次のステップでは、さまざまなタイミングと負荷条件でパフォーマンスを測定することにより、お客様の環境で通常の </a:t>
            </a:r>
            <a:r>
              <a:rPr lang="en-US" altLang="ja-JP" dirty="0"/>
              <a:t>Amazon RDS </a:t>
            </a:r>
            <a:r>
              <a:rPr lang="ja-JP" altLang="en-US" dirty="0"/>
              <a:t>のパフォーマンスのベースラインを確定します。</a:t>
            </a:r>
            <a:r>
              <a:rPr lang="en-US" altLang="ja-JP" dirty="0"/>
              <a:t>Amazon RDS </a:t>
            </a:r>
            <a:r>
              <a:rPr lang="ja-JP" altLang="en-US" dirty="0"/>
              <a:t>をモニタリングするには、モニタリングデータの履歴を保存することを検討します。保存データを、最新のパフォーマンスデータと比較するベースラインとして使用し、通常のパフォーマンスのパターンやパフォーマンスの異常を検出して、問題への対応を検討することができます。</a:t>
            </a:r>
          </a:p>
          <a:p>
            <a:r>
              <a:rPr lang="ja-JP" altLang="en-US" dirty="0"/>
              <a:t>たとえば、</a:t>
            </a:r>
            <a:r>
              <a:rPr lang="en-US" altLang="ja-JP" dirty="0"/>
              <a:t>Amazon RDS </a:t>
            </a:r>
            <a:r>
              <a:rPr lang="ja-JP" altLang="en-US" dirty="0"/>
              <a:t>を使って、</a:t>
            </a:r>
            <a:r>
              <a:rPr lang="en-US" altLang="ja-JP" dirty="0"/>
              <a:t>DB </a:t>
            </a:r>
            <a:r>
              <a:rPr lang="ja-JP" altLang="en-US" dirty="0"/>
              <a:t>インスタンスについてのネットワークのスループット、読み書きやメタデータオペレーションの </a:t>
            </a:r>
            <a:r>
              <a:rPr lang="en-US" altLang="ja-JP" dirty="0"/>
              <a:t>I/O</a:t>
            </a:r>
            <a:r>
              <a:rPr lang="ja-JP" altLang="en-US" dirty="0"/>
              <a:t>、クライアント接続、バーストのクレジットバランスなどをモニタリングできます。確立されたベースラインからパフォーマンスが外れた場合、</a:t>
            </a:r>
            <a:r>
              <a:rPr lang="en-US" altLang="ja-JP" dirty="0"/>
              <a:t>DB </a:t>
            </a:r>
            <a:r>
              <a:rPr lang="ja-JP" altLang="en-US" dirty="0"/>
              <a:t>インスタンスのインスタンスクラス、または </a:t>
            </a:r>
            <a:r>
              <a:rPr lang="en-US" altLang="ja-JP" dirty="0"/>
              <a:t>DB </a:t>
            </a:r>
            <a:r>
              <a:rPr lang="ja-JP" altLang="en-US" dirty="0"/>
              <a:t>インスタンスの数と、クライアントで利用可能なリードレプリカの数を変更して、ワークロードのためのデータベースの可用性を最適化する必要が生じる場合があります。</a:t>
            </a:r>
          </a:p>
          <a:p>
            <a:r>
              <a:rPr lang="ja-JP" altLang="en-US" dirty="0"/>
              <a:t>一般的に、パフォーマンスメトリクスの許容値は、ベースラインがどのようになっているか、アプリケーションによって何が実行されているかによって異なります。ベースラインからの一貫した差異またはトレンドになっている差異を調べます。メトリクスのタイプごとのアドバイスは以下のとおりです。</a:t>
            </a:r>
          </a:p>
          <a:p>
            <a:endParaRPr kumimoji="1" lang="ja-JP" altLang="en-US" dirty="0"/>
          </a:p>
        </p:txBody>
      </p:sp>
      <p:sp>
        <p:nvSpPr>
          <p:cNvPr id="4" name="スライド番号プレースホルダー 3"/>
          <p:cNvSpPr>
            <a:spLocks noGrp="1"/>
          </p:cNvSpPr>
          <p:nvPr>
            <p:ph type="sldNum" sz="quarter" idx="5"/>
          </p:nvPr>
        </p:nvSpPr>
        <p:spPr/>
        <p:txBody>
          <a:bodyPr/>
          <a:lstStyle/>
          <a:p>
            <a:fld id="{AA59C432-3B8C-4DAF-9FB9-33E1F8887A75}" type="slidenum">
              <a:rPr lang="en-US" altLang="ja-JP" smtClean="0"/>
              <a:pPr/>
              <a:t>105</a:t>
            </a:fld>
            <a:endParaRPr lang="en-US" altLang="ja-JP"/>
          </a:p>
        </p:txBody>
      </p:sp>
    </p:spTree>
    <p:extLst>
      <p:ext uri="{BB962C8B-B14F-4D97-AF65-F5344CB8AC3E}">
        <p14:creationId xmlns:p14="http://schemas.microsoft.com/office/powerpoint/2010/main" val="553572728"/>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en-US" dirty="0"/>
              <a:t>次のステップでは、さまざまなタイミングと負荷条件でパフォーマンスを測定することにより、お客様の環境で通常の </a:t>
            </a:r>
            <a:r>
              <a:rPr lang="en-US" altLang="ja-JP" dirty="0"/>
              <a:t>Amazon RDS </a:t>
            </a:r>
            <a:r>
              <a:rPr lang="ja-JP" altLang="en-US" dirty="0"/>
              <a:t>のパフォーマンスのベースラインを確定します。</a:t>
            </a:r>
            <a:r>
              <a:rPr lang="en-US" altLang="ja-JP" dirty="0"/>
              <a:t>Amazon RDS </a:t>
            </a:r>
            <a:r>
              <a:rPr lang="ja-JP" altLang="en-US" dirty="0"/>
              <a:t>をモニタリングするには、モニタリングデータの履歴を保存することを検討します。保存データを、最新のパフォーマンスデータと比較するベースラインとして使用し、通常のパフォーマンスのパターンやパフォーマンスの異常を検出して、問題への対応を検討することができます。</a:t>
            </a:r>
          </a:p>
          <a:p>
            <a:r>
              <a:rPr lang="ja-JP" altLang="en-US" dirty="0"/>
              <a:t>たとえば、</a:t>
            </a:r>
            <a:r>
              <a:rPr lang="en-US" altLang="ja-JP" dirty="0"/>
              <a:t>Amazon RDS </a:t>
            </a:r>
            <a:r>
              <a:rPr lang="ja-JP" altLang="en-US" dirty="0"/>
              <a:t>を使って、</a:t>
            </a:r>
            <a:r>
              <a:rPr lang="en-US" altLang="ja-JP" dirty="0"/>
              <a:t>DB </a:t>
            </a:r>
            <a:r>
              <a:rPr lang="ja-JP" altLang="en-US" dirty="0"/>
              <a:t>インスタンスについてのネットワークのスループット、読み書きやメタデータオペレーションの </a:t>
            </a:r>
            <a:r>
              <a:rPr lang="en-US" altLang="ja-JP" dirty="0"/>
              <a:t>I/O</a:t>
            </a:r>
            <a:r>
              <a:rPr lang="ja-JP" altLang="en-US" dirty="0"/>
              <a:t>、クライアント接続、バーストのクレジットバランスなどをモニタリングできます。確立されたベースラインからパフォーマンスが外れた場合、</a:t>
            </a:r>
            <a:r>
              <a:rPr lang="en-US" altLang="ja-JP" dirty="0"/>
              <a:t>DB </a:t>
            </a:r>
            <a:r>
              <a:rPr lang="ja-JP" altLang="en-US" dirty="0"/>
              <a:t>インスタンスのインスタンスクラス、または </a:t>
            </a:r>
            <a:r>
              <a:rPr lang="en-US" altLang="ja-JP" dirty="0"/>
              <a:t>DB </a:t>
            </a:r>
            <a:r>
              <a:rPr lang="ja-JP" altLang="en-US" dirty="0"/>
              <a:t>インスタンスの数と、クライアントで利用可能なリードレプリカの数を変更して、ワークロードのためのデータベースの可用性を最適化する必要が生じる場合があります。</a:t>
            </a:r>
          </a:p>
          <a:p>
            <a:r>
              <a:rPr lang="ja-JP" altLang="en-US" dirty="0"/>
              <a:t>一般的に、パフォーマンスメトリクスの許容値は、ベースラインがどのようになっているか、アプリケーションによって何が実行されているかによって異なります。ベースラインからの一貫した差異またはトレンドになっている差異を調べます。メトリクスのタイプごとのアドバイスは以下のとおりです。</a:t>
            </a:r>
          </a:p>
          <a:p>
            <a:endParaRPr kumimoji="1" lang="ja-JP" altLang="en-US" dirty="0"/>
          </a:p>
        </p:txBody>
      </p:sp>
      <p:sp>
        <p:nvSpPr>
          <p:cNvPr id="4" name="スライド番号プレースホルダー 3"/>
          <p:cNvSpPr>
            <a:spLocks noGrp="1"/>
          </p:cNvSpPr>
          <p:nvPr>
            <p:ph type="sldNum" sz="quarter" idx="5"/>
          </p:nvPr>
        </p:nvSpPr>
        <p:spPr/>
        <p:txBody>
          <a:bodyPr/>
          <a:lstStyle/>
          <a:p>
            <a:fld id="{AA59C432-3B8C-4DAF-9FB9-33E1F8887A75}" type="slidenum">
              <a:rPr lang="en-US" altLang="ja-JP" smtClean="0"/>
              <a:pPr/>
              <a:t>106</a:t>
            </a:fld>
            <a:endParaRPr lang="en-US" altLang="ja-JP" dirty="0"/>
          </a:p>
        </p:txBody>
      </p:sp>
    </p:spTree>
    <p:extLst>
      <p:ext uri="{BB962C8B-B14F-4D97-AF65-F5344CB8AC3E}">
        <p14:creationId xmlns:p14="http://schemas.microsoft.com/office/powerpoint/2010/main" val="2921026069"/>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sz="1200" b="0" i="0" kern="1200" dirty="0">
                <a:solidFill>
                  <a:schemeClr val="tx1"/>
                </a:solidFill>
                <a:effectLst/>
                <a:latin typeface="Times New Roman" pitchFamily="18" charset="0"/>
                <a:ea typeface="ＭＳ Ｐ明朝" pitchFamily="18" charset="-128"/>
                <a:cs typeface="+mn-cs"/>
              </a:rPr>
              <a:t>Amazon RDS </a:t>
            </a:r>
            <a:r>
              <a:rPr kumimoji="1" lang="ja-JP" altLang="en-US" sz="1200" b="0" i="0" kern="1200" dirty="0">
                <a:solidFill>
                  <a:schemeClr val="tx1"/>
                </a:solidFill>
                <a:effectLst/>
                <a:latin typeface="Times New Roman" pitchFamily="18" charset="0"/>
                <a:ea typeface="ＭＳ Ｐ明朝" pitchFamily="18" charset="-128"/>
                <a:cs typeface="+mn-cs"/>
              </a:rPr>
              <a:t>は、</a:t>
            </a:r>
            <a:r>
              <a:rPr kumimoji="1" lang="en-US" altLang="ja-JP" sz="1200" b="0" i="0" kern="1200" dirty="0">
                <a:solidFill>
                  <a:schemeClr val="tx1"/>
                </a:solidFill>
                <a:effectLst/>
                <a:latin typeface="Times New Roman" pitchFamily="18" charset="0"/>
                <a:ea typeface="ＭＳ Ｐ明朝" pitchFamily="18" charset="-128"/>
                <a:cs typeface="+mn-cs"/>
              </a:rPr>
              <a:t>DB </a:t>
            </a:r>
            <a:r>
              <a:rPr kumimoji="1" lang="ja-JP" altLang="en-US" sz="1200" b="0" i="0" kern="1200" dirty="0">
                <a:solidFill>
                  <a:schemeClr val="tx1"/>
                </a:solidFill>
                <a:effectLst/>
                <a:latin typeface="Times New Roman" pitchFamily="18" charset="0"/>
                <a:ea typeface="ＭＳ Ｐ明朝" pitchFamily="18" charset="-128"/>
                <a:cs typeface="+mn-cs"/>
              </a:rPr>
              <a:t>インスタンスのバックアップと復元を行うための </a:t>
            </a:r>
            <a:r>
              <a:rPr kumimoji="1" lang="en-US" altLang="ja-JP" sz="1200" b="0" i="0" kern="1200" dirty="0">
                <a:solidFill>
                  <a:schemeClr val="tx1"/>
                </a:solidFill>
                <a:effectLst/>
                <a:latin typeface="Times New Roman" pitchFamily="18" charset="0"/>
                <a:ea typeface="ＭＳ Ｐ明朝" pitchFamily="18" charset="-128"/>
                <a:cs typeface="+mn-cs"/>
              </a:rPr>
              <a:t>2 </a:t>
            </a:r>
            <a:r>
              <a:rPr kumimoji="1" lang="ja-JP" altLang="en-US" sz="1200" b="0" i="0" kern="1200" dirty="0">
                <a:solidFill>
                  <a:schemeClr val="tx1"/>
                </a:solidFill>
                <a:effectLst/>
                <a:latin typeface="Times New Roman" pitchFamily="18" charset="0"/>
                <a:ea typeface="ＭＳ Ｐ明朝" pitchFamily="18" charset="-128"/>
                <a:cs typeface="+mn-cs"/>
              </a:rPr>
              <a:t>つの方法を提供しています。自動バックアップとデータベーススナップショット </a:t>
            </a:r>
            <a:r>
              <a:rPr kumimoji="1" lang="en-US" altLang="ja-JP" sz="1200" b="0" i="0" kern="1200" dirty="0">
                <a:solidFill>
                  <a:schemeClr val="tx1"/>
                </a:solidFill>
                <a:effectLst/>
                <a:latin typeface="Times New Roman" pitchFamily="18" charset="0"/>
                <a:ea typeface="ＭＳ Ｐ明朝" pitchFamily="18" charset="-128"/>
                <a:cs typeface="+mn-cs"/>
              </a:rPr>
              <a:t>(DB </a:t>
            </a:r>
            <a:r>
              <a:rPr kumimoji="1" lang="ja-JP" altLang="en-US" sz="1200" b="0" i="0" kern="1200" dirty="0">
                <a:solidFill>
                  <a:schemeClr val="tx1"/>
                </a:solidFill>
                <a:effectLst/>
                <a:latin typeface="Times New Roman" pitchFamily="18" charset="0"/>
                <a:ea typeface="ＭＳ Ｐ明朝" pitchFamily="18" charset="-128"/>
                <a:cs typeface="+mn-cs"/>
              </a:rPr>
              <a:t>スナップショット</a:t>
            </a:r>
            <a:r>
              <a:rPr kumimoji="1" lang="en-US" altLang="ja-JP" sz="1200" b="0" i="0" kern="1200" dirty="0">
                <a:solidFill>
                  <a:schemeClr val="tx1"/>
                </a:solidFill>
                <a:effectLst/>
                <a:latin typeface="Times New Roman" pitchFamily="18" charset="0"/>
                <a:ea typeface="ＭＳ Ｐ明朝" pitchFamily="18" charset="-128"/>
                <a:cs typeface="+mn-cs"/>
              </a:rPr>
              <a:t>) </a:t>
            </a:r>
            <a:r>
              <a:rPr kumimoji="1" lang="ja-JP" altLang="en-US" sz="1200" b="0" i="0" kern="1200" dirty="0">
                <a:solidFill>
                  <a:schemeClr val="tx1"/>
                </a:solidFill>
                <a:effectLst/>
                <a:latin typeface="Times New Roman" pitchFamily="18" charset="0"/>
                <a:ea typeface="ＭＳ Ｐ明朝" pitchFamily="18" charset="-128"/>
                <a:cs typeface="+mn-cs"/>
              </a:rPr>
              <a:t>です。</a:t>
            </a:r>
            <a:br>
              <a:rPr kumimoji="1" lang="ja-JP" altLang="en-US" sz="1200" b="0" i="0" kern="1200" dirty="0">
                <a:solidFill>
                  <a:schemeClr val="tx1"/>
                </a:solidFill>
                <a:effectLst/>
                <a:latin typeface="Times New Roman" pitchFamily="18" charset="0"/>
                <a:ea typeface="ＭＳ Ｐ明朝" pitchFamily="18" charset="-128"/>
                <a:cs typeface="+mn-cs"/>
              </a:rPr>
            </a:br>
            <a:endParaRPr kumimoji="1" lang="ja-JP" altLang="en-US" sz="1200" b="0" i="0" kern="1200" dirty="0">
              <a:solidFill>
                <a:schemeClr val="tx1"/>
              </a:solidFill>
              <a:effectLst/>
              <a:latin typeface="Times New Roman" pitchFamily="18" charset="0"/>
              <a:ea typeface="ＭＳ Ｐ明朝" pitchFamily="18" charset="-128"/>
              <a:cs typeface="+mn-cs"/>
            </a:endParaRPr>
          </a:p>
          <a:p>
            <a:r>
              <a:rPr kumimoji="1" lang="en-US" altLang="ja-JP" sz="1200" b="0" i="0" kern="1200" dirty="0">
                <a:solidFill>
                  <a:schemeClr val="tx1"/>
                </a:solidFill>
                <a:effectLst/>
                <a:latin typeface="Times New Roman" pitchFamily="18" charset="0"/>
                <a:ea typeface="ＭＳ Ｐ明朝" pitchFamily="18" charset="-128"/>
                <a:cs typeface="+mn-cs"/>
              </a:rPr>
              <a:t>Amazon RDS </a:t>
            </a:r>
            <a:r>
              <a:rPr kumimoji="1" lang="ja-JP" altLang="en-US" sz="1200" b="0" i="0" kern="1200" dirty="0">
                <a:solidFill>
                  <a:schemeClr val="tx1"/>
                </a:solidFill>
                <a:effectLst/>
                <a:latin typeface="Times New Roman" pitchFamily="18" charset="0"/>
                <a:ea typeface="ＭＳ Ｐ明朝" pitchFamily="18" charset="-128"/>
                <a:cs typeface="+mn-cs"/>
              </a:rPr>
              <a:t>の自動バックアップ機能によって、</a:t>
            </a:r>
            <a:r>
              <a:rPr kumimoji="1" lang="en-US" altLang="ja-JP" sz="1200" b="0" i="0" kern="1200" dirty="0">
                <a:solidFill>
                  <a:schemeClr val="tx1"/>
                </a:solidFill>
                <a:effectLst/>
                <a:latin typeface="Times New Roman" pitchFamily="18" charset="0"/>
                <a:ea typeface="ＭＳ Ｐ明朝" pitchFamily="18" charset="-128"/>
                <a:cs typeface="+mn-cs"/>
              </a:rPr>
              <a:t>DB </a:t>
            </a:r>
            <a:r>
              <a:rPr kumimoji="1" lang="ja-JP" altLang="en-US" sz="1200" b="0" i="0" kern="1200" dirty="0">
                <a:solidFill>
                  <a:schemeClr val="tx1"/>
                </a:solidFill>
                <a:effectLst/>
                <a:latin typeface="Times New Roman" pitchFamily="18" charset="0"/>
                <a:ea typeface="ＭＳ Ｐ明朝" pitchFamily="18" charset="-128"/>
                <a:cs typeface="+mn-cs"/>
              </a:rPr>
              <a:t>インスタンスのポイントインタイムリカバリが可能になります。</a:t>
            </a:r>
            <a:r>
              <a:rPr kumimoji="1" lang="en-US" altLang="ja-JP" sz="1200" b="0" i="0" kern="1200" dirty="0">
                <a:solidFill>
                  <a:schemeClr val="tx1"/>
                </a:solidFill>
                <a:effectLst/>
                <a:latin typeface="Times New Roman" pitchFamily="18" charset="0"/>
                <a:ea typeface="ＭＳ Ｐ明朝" pitchFamily="18" charset="-128"/>
                <a:cs typeface="+mn-cs"/>
              </a:rPr>
              <a:t>DB </a:t>
            </a:r>
            <a:r>
              <a:rPr kumimoji="1" lang="ja-JP" altLang="en-US" sz="1200" b="0" i="0" kern="1200" dirty="0">
                <a:solidFill>
                  <a:schemeClr val="tx1"/>
                </a:solidFill>
                <a:effectLst/>
                <a:latin typeface="Times New Roman" pitchFamily="18" charset="0"/>
                <a:ea typeface="ＭＳ Ｐ明朝" pitchFamily="18" charset="-128"/>
                <a:cs typeface="+mn-cs"/>
              </a:rPr>
              <a:t>インスタンスに対して自動バックアップがオンになっている場合、</a:t>
            </a:r>
            <a:r>
              <a:rPr kumimoji="1" lang="en-US" altLang="ja-JP" sz="1200" b="0" i="0" kern="1200" dirty="0">
                <a:solidFill>
                  <a:schemeClr val="tx1"/>
                </a:solidFill>
                <a:effectLst/>
                <a:latin typeface="Times New Roman" pitchFamily="18" charset="0"/>
                <a:ea typeface="ＭＳ Ｐ明朝" pitchFamily="18" charset="-128"/>
                <a:cs typeface="+mn-cs"/>
              </a:rPr>
              <a:t>Amazon RDS </a:t>
            </a:r>
            <a:r>
              <a:rPr kumimoji="1" lang="ja-JP" altLang="en-US" sz="1200" b="0" i="0" kern="1200" dirty="0">
                <a:solidFill>
                  <a:schemeClr val="tx1"/>
                </a:solidFill>
                <a:effectLst/>
                <a:latin typeface="Times New Roman" pitchFamily="18" charset="0"/>
                <a:ea typeface="ＭＳ Ｐ明朝" pitchFamily="18" charset="-128"/>
                <a:cs typeface="+mn-cs"/>
              </a:rPr>
              <a:t>は毎日、お客様のデータの完全なスナップショットを自動的に作成し </a:t>
            </a:r>
            <a:r>
              <a:rPr kumimoji="1" lang="en-US" altLang="ja-JP" sz="1200" b="0" i="0" kern="1200" dirty="0">
                <a:solidFill>
                  <a:schemeClr val="tx1"/>
                </a:solidFill>
                <a:effectLst/>
                <a:latin typeface="Times New Roman" pitchFamily="18" charset="0"/>
                <a:ea typeface="ＭＳ Ｐ明朝" pitchFamily="18" charset="-128"/>
                <a:cs typeface="+mn-cs"/>
              </a:rPr>
              <a:t>(</a:t>
            </a:r>
            <a:r>
              <a:rPr kumimoji="1" lang="ja-JP" altLang="en-US" sz="1200" b="0" i="0" kern="1200" dirty="0">
                <a:solidFill>
                  <a:schemeClr val="tx1"/>
                </a:solidFill>
                <a:effectLst/>
                <a:latin typeface="Times New Roman" pitchFamily="18" charset="0"/>
                <a:ea typeface="ＭＳ Ｐ明朝" pitchFamily="18" charset="-128"/>
                <a:cs typeface="+mn-cs"/>
              </a:rPr>
              <a:t>任意のバックアップウィンドウ中に実施</a:t>
            </a:r>
            <a:r>
              <a:rPr kumimoji="1" lang="en-US" altLang="ja-JP" sz="1200" b="0" i="0" kern="1200" dirty="0">
                <a:solidFill>
                  <a:schemeClr val="tx1"/>
                </a:solidFill>
                <a:effectLst/>
                <a:latin typeface="Times New Roman" pitchFamily="18" charset="0"/>
                <a:ea typeface="ＭＳ Ｐ明朝" pitchFamily="18" charset="-128"/>
                <a:cs typeface="+mn-cs"/>
              </a:rPr>
              <a:t>)</a:t>
            </a:r>
            <a:r>
              <a:rPr kumimoji="1" lang="ja-JP" altLang="en-US" sz="1200" b="0" i="0" kern="1200" dirty="0">
                <a:solidFill>
                  <a:schemeClr val="tx1"/>
                </a:solidFill>
                <a:effectLst/>
                <a:latin typeface="Times New Roman" pitchFamily="18" charset="0"/>
                <a:ea typeface="ＭＳ Ｐ明朝" pitchFamily="18" charset="-128"/>
                <a:cs typeface="+mn-cs"/>
              </a:rPr>
              <a:t>、トランザクションログを取得します </a:t>
            </a:r>
            <a:r>
              <a:rPr kumimoji="1" lang="en-US" altLang="ja-JP" sz="1200" b="0" i="0" kern="1200" dirty="0">
                <a:solidFill>
                  <a:schemeClr val="tx1"/>
                </a:solidFill>
                <a:effectLst/>
                <a:latin typeface="Times New Roman" pitchFamily="18" charset="0"/>
                <a:ea typeface="ＭＳ Ｐ明朝" pitchFamily="18" charset="-128"/>
                <a:cs typeface="+mn-cs"/>
              </a:rPr>
              <a:t>(DB </a:t>
            </a:r>
            <a:r>
              <a:rPr kumimoji="1" lang="ja-JP" altLang="en-US" sz="1200" b="0" i="0" kern="1200" dirty="0">
                <a:solidFill>
                  <a:schemeClr val="tx1"/>
                </a:solidFill>
                <a:effectLst/>
                <a:latin typeface="Times New Roman" pitchFamily="18" charset="0"/>
                <a:ea typeface="ＭＳ Ｐ明朝" pitchFamily="18" charset="-128"/>
                <a:cs typeface="+mn-cs"/>
              </a:rPr>
              <a:t>インスタンスに対する更新が実施される</a:t>
            </a:r>
            <a:r>
              <a:rPr kumimoji="1" lang="en-US" altLang="ja-JP" sz="1200" b="0" i="0" kern="1200" dirty="0">
                <a:solidFill>
                  <a:schemeClr val="tx1"/>
                </a:solidFill>
                <a:effectLst/>
                <a:latin typeface="Times New Roman" pitchFamily="18" charset="0"/>
                <a:ea typeface="ＭＳ Ｐ明朝" pitchFamily="18" charset="-128"/>
                <a:cs typeface="+mn-cs"/>
              </a:rPr>
              <a:t>)</a:t>
            </a:r>
            <a:r>
              <a:rPr kumimoji="1" lang="ja-JP" altLang="en-US" sz="1200" b="0" i="0" kern="1200" dirty="0">
                <a:solidFill>
                  <a:schemeClr val="tx1"/>
                </a:solidFill>
                <a:effectLst/>
                <a:latin typeface="Times New Roman" pitchFamily="18" charset="0"/>
                <a:ea typeface="ＭＳ Ｐ明朝" pitchFamily="18" charset="-128"/>
                <a:cs typeface="+mn-cs"/>
              </a:rPr>
              <a:t>。ポイントインタイムリカバリを開始する際、</a:t>
            </a:r>
            <a:r>
              <a:rPr kumimoji="1" lang="en-US" altLang="ja-JP" sz="1200" b="0" i="0" kern="1200" dirty="0">
                <a:solidFill>
                  <a:schemeClr val="tx1"/>
                </a:solidFill>
                <a:effectLst/>
                <a:latin typeface="Times New Roman" pitchFamily="18" charset="0"/>
                <a:ea typeface="ＭＳ Ｐ明朝" pitchFamily="18" charset="-128"/>
                <a:cs typeface="+mn-cs"/>
              </a:rPr>
              <a:t>DB </a:t>
            </a:r>
            <a:r>
              <a:rPr kumimoji="1" lang="ja-JP" altLang="en-US" sz="1200" b="0" i="0" kern="1200" dirty="0">
                <a:solidFill>
                  <a:schemeClr val="tx1"/>
                </a:solidFill>
                <a:effectLst/>
                <a:latin typeface="Times New Roman" pitchFamily="18" charset="0"/>
                <a:ea typeface="ＭＳ Ｐ明朝" pitchFamily="18" charset="-128"/>
                <a:cs typeface="+mn-cs"/>
              </a:rPr>
              <a:t>インスタンスをリクエストされた特定の時刻の状態に復元するために、最も適切なデイリーバックアップにトランザクションログを適用します。</a:t>
            </a:r>
            <a:r>
              <a:rPr kumimoji="1" lang="en-US" altLang="ja-JP" sz="1200" b="0" i="0" kern="1200" dirty="0">
                <a:solidFill>
                  <a:schemeClr val="tx1"/>
                </a:solidFill>
                <a:effectLst/>
                <a:latin typeface="Times New Roman" pitchFamily="18" charset="0"/>
                <a:ea typeface="ＭＳ Ｐ明朝" pitchFamily="18" charset="-128"/>
                <a:cs typeface="+mn-cs"/>
              </a:rPr>
              <a:t>Amazon RDS </a:t>
            </a:r>
            <a:r>
              <a:rPr kumimoji="1" lang="ja-JP" altLang="en-US" sz="1200" b="0" i="0" kern="1200" dirty="0">
                <a:solidFill>
                  <a:schemeClr val="tx1"/>
                </a:solidFill>
                <a:effectLst/>
                <a:latin typeface="Times New Roman" pitchFamily="18" charset="0"/>
                <a:ea typeface="ＭＳ Ｐ明朝" pitchFamily="18" charset="-128"/>
                <a:cs typeface="+mn-cs"/>
              </a:rPr>
              <a:t>は、</a:t>
            </a:r>
            <a:r>
              <a:rPr kumimoji="1" lang="en-US" altLang="ja-JP" sz="1200" b="0" i="0" kern="1200" dirty="0">
                <a:solidFill>
                  <a:schemeClr val="tx1"/>
                </a:solidFill>
                <a:effectLst/>
                <a:latin typeface="Times New Roman" pitchFamily="18" charset="0"/>
                <a:ea typeface="ＭＳ Ｐ明朝" pitchFamily="18" charset="-128"/>
                <a:cs typeface="+mn-cs"/>
              </a:rPr>
              <a:t>DB </a:t>
            </a:r>
            <a:r>
              <a:rPr kumimoji="1" lang="ja-JP" altLang="en-US" sz="1200" b="0" i="0" kern="1200" dirty="0">
                <a:solidFill>
                  <a:schemeClr val="tx1"/>
                </a:solidFill>
                <a:effectLst/>
                <a:latin typeface="Times New Roman" pitchFamily="18" charset="0"/>
                <a:ea typeface="ＭＳ Ｐ明朝" pitchFamily="18" charset="-128"/>
                <a:cs typeface="+mn-cs"/>
              </a:rPr>
              <a:t>インスタンスのバックアップを、ユーザーが指定する限られた期間 </a:t>
            </a:r>
            <a:r>
              <a:rPr kumimoji="1" lang="en-US" altLang="ja-JP" sz="1200" b="0" i="0" kern="1200" dirty="0">
                <a:solidFill>
                  <a:schemeClr val="tx1"/>
                </a:solidFill>
                <a:effectLst/>
                <a:latin typeface="Times New Roman" pitchFamily="18" charset="0"/>
                <a:ea typeface="ＭＳ Ｐ明朝" pitchFamily="18" charset="-128"/>
                <a:cs typeface="+mn-cs"/>
              </a:rPr>
              <a:t>(</a:t>
            </a:r>
            <a:r>
              <a:rPr kumimoji="1" lang="ja-JP" altLang="en-US" sz="1200" b="0" i="0" kern="1200" dirty="0">
                <a:solidFill>
                  <a:schemeClr val="tx1"/>
                </a:solidFill>
                <a:effectLst/>
                <a:latin typeface="Times New Roman" pitchFamily="18" charset="0"/>
                <a:ea typeface="ＭＳ Ｐ明朝" pitchFamily="18" charset="-128"/>
                <a:cs typeface="+mn-cs"/>
              </a:rPr>
              <a:t>保持期間</a:t>
            </a:r>
            <a:r>
              <a:rPr kumimoji="1" lang="en-US" altLang="ja-JP" sz="1200" b="0" i="0" kern="1200" dirty="0">
                <a:solidFill>
                  <a:schemeClr val="tx1"/>
                </a:solidFill>
                <a:effectLst/>
                <a:latin typeface="Times New Roman" pitchFamily="18" charset="0"/>
                <a:ea typeface="ＭＳ Ｐ明朝" pitchFamily="18" charset="-128"/>
                <a:cs typeface="+mn-cs"/>
              </a:rPr>
              <a:t>) </a:t>
            </a:r>
            <a:r>
              <a:rPr kumimoji="1" lang="ja-JP" altLang="en-US" sz="1200" b="0" i="0" kern="1200" dirty="0">
                <a:solidFill>
                  <a:schemeClr val="tx1"/>
                </a:solidFill>
                <a:effectLst/>
                <a:latin typeface="Times New Roman" pitchFamily="18" charset="0"/>
                <a:ea typeface="ＭＳ Ｐ明朝" pitchFamily="18" charset="-128"/>
                <a:cs typeface="+mn-cs"/>
              </a:rPr>
              <a:t>中、保持します。保持期間はデフォルトでは </a:t>
            </a:r>
            <a:r>
              <a:rPr kumimoji="1" lang="en-US" altLang="ja-JP" sz="1200" b="0" i="0" kern="1200" dirty="0">
                <a:solidFill>
                  <a:schemeClr val="tx1"/>
                </a:solidFill>
                <a:effectLst/>
                <a:latin typeface="Times New Roman" pitchFamily="18" charset="0"/>
                <a:ea typeface="ＭＳ Ｐ明朝" pitchFamily="18" charset="-128"/>
                <a:cs typeface="+mn-cs"/>
              </a:rPr>
              <a:t>7 </a:t>
            </a:r>
            <a:r>
              <a:rPr kumimoji="1" lang="ja-JP" altLang="en-US" sz="1200" b="0" i="0" kern="1200" dirty="0">
                <a:solidFill>
                  <a:schemeClr val="tx1"/>
                </a:solidFill>
                <a:effectLst/>
                <a:latin typeface="Times New Roman" pitchFamily="18" charset="0"/>
                <a:ea typeface="ＭＳ Ｐ明朝" pitchFamily="18" charset="-128"/>
                <a:cs typeface="+mn-cs"/>
              </a:rPr>
              <a:t>日間ですが、最大 </a:t>
            </a:r>
            <a:r>
              <a:rPr kumimoji="1" lang="en-US" altLang="ja-JP" sz="1200" b="0" i="0" kern="1200" dirty="0">
                <a:solidFill>
                  <a:schemeClr val="tx1"/>
                </a:solidFill>
                <a:effectLst/>
                <a:latin typeface="Times New Roman" pitchFamily="18" charset="0"/>
                <a:ea typeface="ＭＳ Ｐ明朝" pitchFamily="18" charset="-128"/>
                <a:cs typeface="+mn-cs"/>
              </a:rPr>
              <a:t>35 </a:t>
            </a:r>
            <a:r>
              <a:rPr kumimoji="1" lang="ja-JP" altLang="en-US" sz="1200" b="0" i="0" kern="1200" dirty="0">
                <a:solidFill>
                  <a:schemeClr val="tx1"/>
                </a:solidFill>
                <a:effectLst/>
                <a:latin typeface="Times New Roman" pitchFamily="18" charset="0"/>
                <a:ea typeface="ＭＳ Ｐ明朝" pitchFamily="18" charset="-128"/>
                <a:cs typeface="+mn-cs"/>
              </a:rPr>
              <a:t>日間に設定可能です。保持期間中、特定時点への復旧を開始して、最大で復元可能な最新時刻 </a:t>
            </a:r>
            <a:r>
              <a:rPr kumimoji="1" lang="en-US" altLang="ja-JP" sz="1200" b="0" i="0" kern="1200" dirty="0">
                <a:solidFill>
                  <a:schemeClr val="tx1"/>
                </a:solidFill>
                <a:effectLst/>
                <a:latin typeface="Times New Roman" pitchFamily="18" charset="0"/>
                <a:ea typeface="ＭＳ Ｐ明朝" pitchFamily="18" charset="-128"/>
                <a:cs typeface="+mn-cs"/>
              </a:rPr>
              <a:t>(Latest Restorable Time) </a:t>
            </a:r>
            <a:r>
              <a:rPr kumimoji="1" lang="ja-JP" altLang="en-US" sz="1200" b="0" i="0" kern="1200" dirty="0">
                <a:solidFill>
                  <a:schemeClr val="tx1"/>
                </a:solidFill>
                <a:effectLst/>
                <a:latin typeface="Times New Roman" pitchFamily="18" charset="0"/>
                <a:ea typeface="ＭＳ Ｐ明朝" pitchFamily="18" charset="-128"/>
                <a:cs typeface="+mn-cs"/>
              </a:rPr>
              <a:t>まで、任意の秒数を指定することができます。</a:t>
            </a:r>
            <a:r>
              <a:rPr kumimoji="1" lang="en-US" altLang="ja-JP" sz="1200" b="0" i="0" u="none" strike="noStrike" kern="1200" dirty="0" err="1">
                <a:solidFill>
                  <a:schemeClr val="tx1"/>
                </a:solidFill>
                <a:effectLst/>
                <a:latin typeface="Times New Roman" pitchFamily="18" charset="0"/>
                <a:ea typeface="ＭＳ Ｐ明朝" pitchFamily="18" charset="-128"/>
                <a:cs typeface="+mn-cs"/>
                <a:hlinkClick r:id="rId3"/>
              </a:rPr>
              <a:t>DescribeDBInstances</a:t>
            </a:r>
            <a:r>
              <a:rPr kumimoji="1" lang="ja-JP" altLang="en-US" sz="1200" b="0" i="0" kern="1200" dirty="0">
                <a:solidFill>
                  <a:schemeClr val="tx1"/>
                </a:solidFill>
                <a:effectLst/>
                <a:latin typeface="Times New Roman" pitchFamily="18" charset="0"/>
                <a:ea typeface="ＭＳ Ｐ明朝" pitchFamily="18" charset="-128"/>
                <a:cs typeface="+mn-cs"/>
              </a:rPr>
              <a:t> </a:t>
            </a:r>
            <a:r>
              <a:rPr kumimoji="1" lang="en-US" altLang="ja-JP" sz="1200" b="0" i="0" kern="1200" dirty="0">
                <a:solidFill>
                  <a:schemeClr val="tx1"/>
                </a:solidFill>
                <a:effectLst/>
                <a:latin typeface="Times New Roman" pitchFamily="18" charset="0"/>
                <a:ea typeface="ＭＳ Ｐ明朝" pitchFamily="18" charset="-128"/>
                <a:cs typeface="+mn-cs"/>
              </a:rPr>
              <a:t>API </a:t>
            </a:r>
            <a:r>
              <a:rPr kumimoji="1" lang="ja-JP" altLang="en-US" sz="1200" b="0" i="0" kern="1200" dirty="0">
                <a:solidFill>
                  <a:schemeClr val="tx1"/>
                </a:solidFill>
                <a:effectLst/>
                <a:latin typeface="Times New Roman" pitchFamily="18" charset="0"/>
                <a:ea typeface="ＭＳ Ｐ明朝" pitchFamily="18" charset="-128"/>
                <a:cs typeface="+mn-cs"/>
              </a:rPr>
              <a:t>を使用して、</a:t>
            </a:r>
            <a:r>
              <a:rPr kumimoji="1" lang="en-US" altLang="ja-JP" sz="1200" b="0" i="0" kern="1200" dirty="0">
                <a:solidFill>
                  <a:schemeClr val="tx1"/>
                </a:solidFill>
                <a:effectLst/>
                <a:latin typeface="Times New Roman" pitchFamily="18" charset="0"/>
                <a:ea typeface="ＭＳ Ｐ明朝" pitchFamily="18" charset="-128"/>
                <a:cs typeface="+mn-cs"/>
              </a:rPr>
              <a:t>DB </a:t>
            </a:r>
            <a:r>
              <a:rPr kumimoji="1" lang="ja-JP" altLang="en-US" sz="1200" b="0" i="0" kern="1200" dirty="0">
                <a:solidFill>
                  <a:schemeClr val="tx1"/>
                </a:solidFill>
                <a:effectLst/>
                <a:latin typeface="Times New Roman" pitchFamily="18" charset="0"/>
                <a:ea typeface="ＭＳ Ｐ明朝" pitchFamily="18" charset="-128"/>
                <a:cs typeface="+mn-cs"/>
              </a:rPr>
              <a:t>インスタンスの復元可能な最新時刻まで戻ることができます。これは通常過去 </a:t>
            </a:r>
            <a:r>
              <a:rPr kumimoji="1" lang="en-US" altLang="ja-JP" sz="1200" b="0" i="0" kern="1200" dirty="0">
                <a:solidFill>
                  <a:schemeClr val="tx1"/>
                </a:solidFill>
                <a:effectLst/>
                <a:latin typeface="Times New Roman" pitchFamily="18" charset="0"/>
                <a:ea typeface="ＭＳ Ｐ明朝" pitchFamily="18" charset="-128"/>
                <a:cs typeface="+mn-cs"/>
              </a:rPr>
              <a:t>5 </a:t>
            </a:r>
            <a:r>
              <a:rPr kumimoji="1" lang="ja-JP" altLang="en-US" sz="1200" b="0" i="0" kern="1200" dirty="0">
                <a:solidFill>
                  <a:schemeClr val="tx1"/>
                </a:solidFill>
                <a:effectLst/>
                <a:latin typeface="Times New Roman" pitchFamily="18" charset="0"/>
                <a:ea typeface="ＭＳ Ｐ明朝" pitchFamily="18" charset="-128"/>
                <a:cs typeface="+mn-cs"/>
              </a:rPr>
              <a:t>分以内です。代わりに、</a:t>
            </a:r>
            <a:r>
              <a:rPr kumimoji="1" lang="en-US" altLang="ja-JP" sz="1200" b="0" i="0" u="none" strike="noStrike" kern="1200" dirty="0">
                <a:solidFill>
                  <a:schemeClr val="tx1"/>
                </a:solidFill>
                <a:effectLst/>
                <a:latin typeface="Times New Roman" pitchFamily="18" charset="0"/>
                <a:ea typeface="ＭＳ Ｐ明朝" pitchFamily="18" charset="-128"/>
                <a:cs typeface="+mn-cs"/>
                <a:hlinkClick r:id="rId4"/>
              </a:rPr>
              <a:t>AWS </a:t>
            </a:r>
            <a:r>
              <a:rPr kumimoji="1" lang="ja-JP" altLang="en-US" sz="1200" b="0" i="0" u="none" strike="noStrike" kern="1200" dirty="0">
                <a:solidFill>
                  <a:schemeClr val="tx1"/>
                </a:solidFill>
                <a:effectLst/>
                <a:latin typeface="Times New Roman" pitchFamily="18" charset="0"/>
                <a:ea typeface="ＭＳ Ｐ明朝" pitchFamily="18" charset="-128"/>
                <a:cs typeface="+mn-cs"/>
                <a:hlinkClick r:id="rId4"/>
              </a:rPr>
              <a:t>マネジメントコンソール</a:t>
            </a:r>
            <a:r>
              <a:rPr kumimoji="1" lang="ja-JP" altLang="en-US" sz="1200" b="0" i="0" kern="1200" dirty="0">
                <a:solidFill>
                  <a:schemeClr val="tx1"/>
                </a:solidFill>
                <a:effectLst/>
                <a:latin typeface="Times New Roman" pitchFamily="18" charset="0"/>
                <a:ea typeface="ＭＳ Ｐ明朝" pitchFamily="18" charset="-128"/>
                <a:cs typeface="+mn-cs"/>
              </a:rPr>
              <a:t>で </a:t>
            </a:r>
            <a:r>
              <a:rPr kumimoji="1" lang="en-US" altLang="ja-JP" sz="1200" b="0" i="0" kern="1200" dirty="0">
                <a:solidFill>
                  <a:schemeClr val="tx1"/>
                </a:solidFill>
                <a:effectLst/>
                <a:latin typeface="Times New Roman" pitchFamily="18" charset="0"/>
                <a:ea typeface="ＭＳ Ｐ明朝" pitchFamily="18" charset="-128"/>
                <a:cs typeface="+mn-cs"/>
              </a:rPr>
              <a:t>DB </a:t>
            </a:r>
            <a:r>
              <a:rPr kumimoji="1" lang="ja-JP" altLang="en-US" sz="1200" b="0" i="0" kern="1200" dirty="0">
                <a:solidFill>
                  <a:schemeClr val="tx1"/>
                </a:solidFill>
                <a:effectLst/>
                <a:latin typeface="Times New Roman" pitchFamily="18" charset="0"/>
                <a:ea typeface="ＭＳ Ｐ明朝" pitchFamily="18" charset="-128"/>
                <a:cs typeface="+mn-cs"/>
              </a:rPr>
              <a:t>インスタンスを選択し、コンソールの下部にあるパネルの </a:t>
            </a:r>
            <a:r>
              <a:rPr kumimoji="1" lang="en-US" altLang="ja-JP" sz="1200" b="0" i="0" kern="1200" dirty="0">
                <a:solidFill>
                  <a:schemeClr val="tx1"/>
                </a:solidFill>
                <a:effectLst/>
                <a:latin typeface="Times New Roman" pitchFamily="18" charset="0"/>
                <a:ea typeface="ＭＳ Ｐ明朝" pitchFamily="18" charset="-128"/>
                <a:cs typeface="+mn-cs"/>
              </a:rPr>
              <a:t>[Description] </a:t>
            </a:r>
            <a:r>
              <a:rPr kumimoji="1" lang="ja-JP" altLang="en-US" sz="1200" b="0" i="0" kern="1200" dirty="0">
                <a:solidFill>
                  <a:schemeClr val="tx1"/>
                </a:solidFill>
                <a:effectLst/>
                <a:latin typeface="Times New Roman" pitchFamily="18" charset="0"/>
                <a:ea typeface="ＭＳ Ｐ明朝" pitchFamily="18" charset="-128"/>
                <a:cs typeface="+mn-cs"/>
              </a:rPr>
              <a:t>タブでこれを閲覧することによって、その </a:t>
            </a:r>
            <a:r>
              <a:rPr kumimoji="1" lang="en-US" altLang="ja-JP" sz="1200" b="0" i="0" kern="1200" dirty="0">
                <a:solidFill>
                  <a:schemeClr val="tx1"/>
                </a:solidFill>
                <a:effectLst/>
                <a:latin typeface="Times New Roman" pitchFamily="18" charset="0"/>
                <a:ea typeface="ＭＳ Ｐ明朝" pitchFamily="18" charset="-128"/>
                <a:cs typeface="+mn-cs"/>
              </a:rPr>
              <a:t>DB </a:t>
            </a:r>
            <a:r>
              <a:rPr kumimoji="1" lang="ja-JP" altLang="en-US" sz="1200" b="0" i="0" kern="1200" dirty="0">
                <a:solidFill>
                  <a:schemeClr val="tx1"/>
                </a:solidFill>
                <a:effectLst/>
                <a:latin typeface="Times New Roman" pitchFamily="18" charset="0"/>
                <a:ea typeface="ＭＳ Ｐ明朝" pitchFamily="18" charset="-128"/>
                <a:cs typeface="+mn-cs"/>
              </a:rPr>
              <a:t>インスタンスの復元可能な最新時刻を知ることもできます。</a:t>
            </a:r>
            <a:br>
              <a:rPr kumimoji="1" lang="ja-JP" altLang="en-US" sz="1200" b="0" i="0" kern="1200" dirty="0">
                <a:solidFill>
                  <a:schemeClr val="tx1"/>
                </a:solidFill>
                <a:effectLst/>
                <a:latin typeface="Times New Roman" pitchFamily="18" charset="0"/>
                <a:ea typeface="ＭＳ Ｐ明朝" pitchFamily="18" charset="-128"/>
                <a:cs typeface="+mn-cs"/>
              </a:rPr>
            </a:br>
            <a:endParaRPr kumimoji="1" lang="ja-JP" altLang="en-US" sz="1200" b="0" i="0" kern="1200" dirty="0">
              <a:solidFill>
                <a:schemeClr val="tx1"/>
              </a:solidFill>
              <a:effectLst/>
              <a:latin typeface="Times New Roman" pitchFamily="18" charset="0"/>
              <a:ea typeface="ＭＳ Ｐ明朝" pitchFamily="18" charset="-128"/>
              <a:cs typeface="+mn-cs"/>
            </a:endParaRPr>
          </a:p>
          <a:p>
            <a:r>
              <a:rPr kumimoji="1" lang="en-US" altLang="ja-JP" sz="1200" b="0" i="0" kern="1200" dirty="0">
                <a:solidFill>
                  <a:schemeClr val="tx1"/>
                </a:solidFill>
                <a:effectLst/>
                <a:latin typeface="Times New Roman" pitchFamily="18" charset="0"/>
                <a:ea typeface="ＭＳ Ｐ明朝" pitchFamily="18" charset="-128"/>
                <a:cs typeface="+mn-cs"/>
              </a:rPr>
              <a:t>DB </a:t>
            </a:r>
            <a:r>
              <a:rPr kumimoji="1" lang="ja-JP" altLang="en-US" sz="1200" b="0" i="0" kern="1200" dirty="0">
                <a:solidFill>
                  <a:schemeClr val="tx1"/>
                </a:solidFill>
                <a:effectLst/>
                <a:latin typeface="Times New Roman" pitchFamily="18" charset="0"/>
                <a:ea typeface="ＭＳ Ｐ明朝" pitchFamily="18" charset="-128"/>
                <a:cs typeface="+mn-cs"/>
              </a:rPr>
              <a:t>スナップショットはユーザーにより開始され、指定した頻度で既知の状態で </a:t>
            </a:r>
            <a:r>
              <a:rPr kumimoji="1" lang="en-US" altLang="ja-JP" sz="1200" b="0" i="0" kern="1200" dirty="0">
                <a:solidFill>
                  <a:schemeClr val="tx1"/>
                </a:solidFill>
                <a:effectLst/>
                <a:latin typeface="Times New Roman" pitchFamily="18" charset="0"/>
                <a:ea typeface="ＭＳ Ｐ明朝" pitchFamily="18" charset="-128"/>
                <a:cs typeface="+mn-cs"/>
              </a:rPr>
              <a:t>DB </a:t>
            </a:r>
            <a:r>
              <a:rPr kumimoji="1" lang="ja-JP" altLang="en-US" sz="1200" b="0" i="0" kern="1200" dirty="0">
                <a:solidFill>
                  <a:schemeClr val="tx1"/>
                </a:solidFill>
                <a:effectLst/>
                <a:latin typeface="Times New Roman" pitchFamily="18" charset="0"/>
                <a:ea typeface="ＭＳ Ｐ明朝" pitchFamily="18" charset="-128"/>
                <a:cs typeface="+mn-cs"/>
              </a:rPr>
              <a:t>インスタンスをバックアップすることができ、その後いつでもその特定の状態に復元することができます。</a:t>
            </a:r>
            <a:r>
              <a:rPr kumimoji="1" lang="en-US" altLang="ja-JP" sz="1200" b="0" i="0" kern="1200" dirty="0">
                <a:solidFill>
                  <a:schemeClr val="tx1"/>
                </a:solidFill>
                <a:effectLst/>
                <a:latin typeface="Times New Roman" pitchFamily="18" charset="0"/>
                <a:ea typeface="ＭＳ Ｐ明朝" pitchFamily="18" charset="-128"/>
                <a:cs typeface="+mn-cs"/>
              </a:rPr>
              <a:t>DB </a:t>
            </a:r>
            <a:r>
              <a:rPr kumimoji="1" lang="ja-JP" altLang="en-US" sz="1200" b="0" i="0" kern="1200" dirty="0">
                <a:solidFill>
                  <a:schemeClr val="tx1"/>
                </a:solidFill>
                <a:effectLst/>
                <a:latin typeface="Times New Roman" pitchFamily="18" charset="0"/>
                <a:ea typeface="ＭＳ Ｐ明朝" pitchFamily="18" charset="-128"/>
                <a:cs typeface="+mn-cs"/>
              </a:rPr>
              <a:t>スナップショットは、</a:t>
            </a:r>
            <a:r>
              <a:rPr kumimoji="1" lang="en-US" altLang="ja-JP" sz="1200" b="0" i="0" u="none" strike="noStrike" kern="1200" dirty="0">
                <a:solidFill>
                  <a:schemeClr val="tx1"/>
                </a:solidFill>
                <a:effectLst/>
                <a:latin typeface="Times New Roman" pitchFamily="18" charset="0"/>
                <a:ea typeface="ＭＳ Ｐ明朝" pitchFamily="18" charset="-128"/>
                <a:cs typeface="+mn-cs"/>
                <a:hlinkClick r:id="rId4"/>
              </a:rPr>
              <a:t>AWS </a:t>
            </a:r>
            <a:r>
              <a:rPr kumimoji="1" lang="ja-JP" altLang="en-US" sz="1200" b="0" i="0" u="none" strike="noStrike" kern="1200" dirty="0">
                <a:solidFill>
                  <a:schemeClr val="tx1"/>
                </a:solidFill>
                <a:effectLst/>
                <a:latin typeface="Times New Roman" pitchFamily="18" charset="0"/>
                <a:ea typeface="ＭＳ Ｐ明朝" pitchFamily="18" charset="-128"/>
                <a:cs typeface="+mn-cs"/>
                <a:hlinkClick r:id="rId4"/>
              </a:rPr>
              <a:t>マネジメントコンソール</a:t>
            </a:r>
            <a:r>
              <a:rPr kumimoji="1" lang="ja-JP" altLang="en-US" sz="1200" b="0" i="0" kern="1200" dirty="0">
                <a:solidFill>
                  <a:schemeClr val="tx1"/>
                </a:solidFill>
                <a:effectLst/>
                <a:latin typeface="Times New Roman" pitchFamily="18" charset="0"/>
                <a:ea typeface="ＭＳ Ｐ明朝" pitchFamily="18" charset="-128"/>
                <a:cs typeface="+mn-cs"/>
              </a:rPr>
              <a:t>、</a:t>
            </a:r>
            <a:r>
              <a:rPr kumimoji="1" lang="en-US" altLang="ja-JP" sz="1200" b="0" i="0" u="none" strike="noStrike" kern="1200" dirty="0" err="1">
                <a:solidFill>
                  <a:schemeClr val="tx1"/>
                </a:solidFill>
                <a:effectLst/>
                <a:latin typeface="Times New Roman" pitchFamily="18" charset="0"/>
                <a:ea typeface="ＭＳ Ｐ明朝" pitchFamily="18" charset="-128"/>
                <a:cs typeface="+mn-cs"/>
                <a:hlinkClick r:id="rId5"/>
              </a:rPr>
              <a:t>CreateDBSnapshot</a:t>
            </a:r>
            <a:r>
              <a:rPr kumimoji="1" lang="en-US" altLang="ja-JP" sz="1200" b="0" i="0" u="none" strike="noStrike" kern="1200" dirty="0">
                <a:solidFill>
                  <a:schemeClr val="tx1"/>
                </a:solidFill>
                <a:effectLst/>
                <a:latin typeface="Times New Roman" pitchFamily="18" charset="0"/>
                <a:ea typeface="ＭＳ Ｐ明朝" pitchFamily="18" charset="-128"/>
                <a:cs typeface="+mn-cs"/>
                <a:hlinkClick r:id="rId5"/>
              </a:rPr>
              <a:t> API</a:t>
            </a:r>
            <a:r>
              <a:rPr kumimoji="1" lang="ja-JP" altLang="en-US" sz="1200" b="0" i="0" kern="1200" dirty="0">
                <a:solidFill>
                  <a:schemeClr val="tx1"/>
                </a:solidFill>
                <a:effectLst/>
                <a:latin typeface="Times New Roman" pitchFamily="18" charset="0"/>
                <a:ea typeface="ＭＳ Ｐ明朝" pitchFamily="18" charset="-128"/>
                <a:cs typeface="+mn-cs"/>
              </a:rPr>
              <a:t>、</a:t>
            </a:r>
            <a:r>
              <a:rPr kumimoji="1" lang="en-US" altLang="ja-JP" sz="1200" b="0" i="0" u="none" strike="noStrike" kern="1200" dirty="0">
                <a:solidFill>
                  <a:schemeClr val="tx1"/>
                </a:solidFill>
                <a:effectLst/>
                <a:latin typeface="Times New Roman" pitchFamily="18" charset="0"/>
                <a:ea typeface="ＭＳ Ｐ明朝" pitchFamily="18" charset="-128"/>
                <a:cs typeface="+mn-cs"/>
                <a:hlinkClick r:id="rId6"/>
              </a:rPr>
              <a:t>create-</a:t>
            </a:r>
            <a:r>
              <a:rPr kumimoji="1" lang="en-US" altLang="ja-JP" sz="1200" b="0" i="0" u="none" strike="noStrike" kern="1200" dirty="0" err="1">
                <a:solidFill>
                  <a:schemeClr val="tx1"/>
                </a:solidFill>
                <a:effectLst/>
                <a:latin typeface="Times New Roman" pitchFamily="18" charset="0"/>
                <a:ea typeface="ＭＳ Ｐ明朝" pitchFamily="18" charset="-128"/>
                <a:cs typeface="+mn-cs"/>
                <a:hlinkClick r:id="rId6"/>
              </a:rPr>
              <a:t>db</a:t>
            </a:r>
            <a:r>
              <a:rPr kumimoji="1" lang="en-US" altLang="ja-JP" sz="1200" b="0" i="0" u="none" strike="noStrike" kern="1200" dirty="0">
                <a:solidFill>
                  <a:schemeClr val="tx1"/>
                </a:solidFill>
                <a:effectLst/>
                <a:latin typeface="Times New Roman" pitchFamily="18" charset="0"/>
                <a:ea typeface="ＭＳ Ｐ明朝" pitchFamily="18" charset="-128"/>
                <a:cs typeface="+mn-cs"/>
                <a:hlinkClick r:id="rId6"/>
              </a:rPr>
              <a:t>-snapshot </a:t>
            </a:r>
            <a:r>
              <a:rPr kumimoji="1" lang="ja-JP" altLang="en-US" sz="1200" b="0" i="0" u="none" strike="noStrike" kern="1200" dirty="0">
                <a:solidFill>
                  <a:schemeClr val="tx1"/>
                </a:solidFill>
                <a:effectLst/>
                <a:latin typeface="Times New Roman" pitchFamily="18" charset="0"/>
                <a:ea typeface="ＭＳ Ｐ明朝" pitchFamily="18" charset="-128"/>
                <a:cs typeface="+mn-cs"/>
                <a:hlinkClick r:id="rId6"/>
              </a:rPr>
              <a:t>コマンド</a:t>
            </a:r>
            <a:r>
              <a:rPr kumimoji="1" lang="ja-JP" altLang="en-US" sz="1200" b="0" i="0" kern="1200" dirty="0">
                <a:solidFill>
                  <a:schemeClr val="tx1"/>
                </a:solidFill>
                <a:effectLst/>
                <a:latin typeface="Times New Roman" pitchFamily="18" charset="0"/>
                <a:ea typeface="ＭＳ Ｐ明朝" pitchFamily="18" charset="-128"/>
                <a:cs typeface="+mn-cs"/>
              </a:rPr>
              <a:t>で作成可能であり、ユーザーが明示的に削除するまで保存できます。</a:t>
            </a:r>
            <a:br>
              <a:rPr kumimoji="1" lang="ja-JP" altLang="en-US" sz="1200" b="0" i="0" kern="1200" dirty="0">
                <a:solidFill>
                  <a:schemeClr val="tx1"/>
                </a:solidFill>
                <a:effectLst/>
                <a:latin typeface="Times New Roman" pitchFamily="18" charset="0"/>
                <a:ea typeface="ＭＳ Ｐ明朝" pitchFamily="18" charset="-128"/>
                <a:cs typeface="+mn-cs"/>
              </a:rPr>
            </a:br>
            <a:endParaRPr kumimoji="1" lang="ja-JP" altLang="en-US" sz="1200" b="0" i="0" kern="1200" dirty="0">
              <a:solidFill>
                <a:schemeClr val="tx1"/>
              </a:solidFill>
              <a:effectLst/>
              <a:latin typeface="Times New Roman" pitchFamily="18" charset="0"/>
              <a:ea typeface="ＭＳ Ｐ明朝" pitchFamily="18" charset="-128"/>
              <a:cs typeface="+mn-cs"/>
            </a:endParaRPr>
          </a:p>
          <a:p>
            <a:r>
              <a:rPr kumimoji="1" lang="ja-JP" altLang="en-US" sz="1200" b="0" i="0" kern="1200" dirty="0">
                <a:solidFill>
                  <a:schemeClr val="tx1"/>
                </a:solidFill>
                <a:effectLst/>
                <a:latin typeface="Times New Roman" pitchFamily="18" charset="0"/>
                <a:ea typeface="ＭＳ Ｐ明朝" pitchFamily="18" charset="-128"/>
                <a:cs typeface="+mn-cs"/>
              </a:rPr>
              <a:t>自動バックアップを有効にするため </a:t>
            </a:r>
            <a:r>
              <a:rPr kumimoji="1" lang="en-US" altLang="ja-JP" sz="1200" b="0" i="0" kern="1200" dirty="0">
                <a:solidFill>
                  <a:schemeClr val="tx1"/>
                </a:solidFill>
                <a:effectLst/>
                <a:latin typeface="Times New Roman" pitchFamily="18" charset="0"/>
                <a:ea typeface="ＭＳ Ｐ明朝" pitchFamily="18" charset="-128"/>
                <a:cs typeface="+mn-cs"/>
              </a:rPr>
              <a:t>Amazon RDS </a:t>
            </a:r>
            <a:r>
              <a:rPr kumimoji="1" lang="ja-JP" altLang="en-US" sz="1200" b="0" i="0" kern="1200" dirty="0">
                <a:solidFill>
                  <a:schemeClr val="tx1"/>
                </a:solidFill>
                <a:effectLst/>
                <a:latin typeface="Times New Roman" pitchFamily="18" charset="0"/>
                <a:ea typeface="ＭＳ Ｐ明朝" pitchFamily="18" charset="-128"/>
                <a:cs typeface="+mn-cs"/>
              </a:rPr>
              <a:t>により実行されるスナップショットは、コピー </a:t>
            </a:r>
            <a:r>
              <a:rPr kumimoji="1" lang="en-US" altLang="ja-JP" sz="1200" b="0" i="0" kern="1200" dirty="0">
                <a:solidFill>
                  <a:schemeClr val="tx1"/>
                </a:solidFill>
                <a:effectLst/>
                <a:latin typeface="Times New Roman" pitchFamily="18" charset="0"/>
                <a:ea typeface="ＭＳ Ｐ明朝" pitchFamily="18" charset="-128"/>
                <a:cs typeface="+mn-cs"/>
              </a:rPr>
              <a:t>(AWS </a:t>
            </a:r>
            <a:r>
              <a:rPr kumimoji="1" lang="ja-JP" altLang="en-US" sz="1200" b="0" i="0" kern="1200" dirty="0">
                <a:solidFill>
                  <a:schemeClr val="tx1"/>
                </a:solidFill>
                <a:effectLst/>
                <a:latin typeface="Times New Roman" pitchFamily="18" charset="0"/>
                <a:ea typeface="ＭＳ Ｐ明朝" pitchFamily="18" charset="-128"/>
                <a:cs typeface="+mn-cs"/>
              </a:rPr>
              <a:t>コンソールまたは </a:t>
            </a:r>
            <a:r>
              <a:rPr kumimoji="1" lang="en-US" altLang="ja-JP" sz="1200" b="0" i="0" u="none" strike="noStrike" kern="1200" dirty="0">
                <a:solidFill>
                  <a:schemeClr val="tx1"/>
                </a:solidFill>
                <a:effectLst/>
                <a:latin typeface="Times New Roman" pitchFamily="18" charset="0"/>
                <a:ea typeface="ＭＳ Ｐ明朝" pitchFamily="18" charset="-128"/>
                <a:cs typeface="+mn-cs"/>
                <a:hlinkClick r:id="rId7"/>
              </a:rPr>
              <a:t>copy-</a:t>
            </a:r>
            <a:r>
              <a:rPr kumimoji="1" lang="en-US" altLang="ja-JP" sz="1200" b="0" i="0" u="none" strike="noStrike" kern="1200" dirty="0" err="1">
                <a:solidFill>
                  <a:schemeClr val="tx1"/>
                </a:solidFill>
                <a:effectLst/>
                <a:latin typeface="Times New Roman" pitchFamily="18" charset="0"/>
                <a:ea typeface="ＭＳ Ｐ明朝" pitchFamily="18" charset="-128"/>
                <a:cs typeface="+mn-cs"/>
                <a:hlinkClick r:id="rId7"/>
              </a:rPr>
              <a:t>db</a:t>
            </a:r>
            <a:r>
              <a:rPr kumimoji="1" lang="en-US" altLang="ja-JP" sz="1200" b="0" i="0" u="none" strike="noStrike" kern="1200" dirty="0">
                <a:solidFill>
                  <a:schemeClr val="tx1"/>
                </a:solidFill>
                <a:effectLst/>
                <a:latin typeface="Times New Roman" pitchFamily="18" charset="0"/>
                <a:ea typeface="ＭＳ Ｐ明朝" pitchFamily="18" charset="-128"/>
                <a:cs typeface="+mn-cs"/>
                <a:hlinkClick r:id="rId7"/>
              </a:rPr>
              <a:t>-snapshot </a:t>
            </a:r>
            <a:r>
              <a:rPr kumimoji="1" lang="ja-JP" altLang="en-US" sz="1200" b="0" i="0" u="none" strike="noStrike" kern="1200" dirty="0">
                <a:solidFill>
                  <a:schemeClr val="tx1"/>
                </a:solidFill>
                <a:effectLst/>
                <a:latin typeface="Times New Roman" pitchFamily="18" charset="0"/>
                <a:ea typeface="ＭＳ Ｐ明朝" pitchFamily="18" charset="-128"/>
                <a:cs typeface="+mn-cs"/>
                <a:hlinkClick r:id="rId7"/>
              </a:rPr>
              <a:t>コマンド</a:t>
            </a:r>
            <a:r>
              <a:rPr kumimoji="1" lang="ja-JP" altLang="en-US" sz="1200" b="0" i="0" kern="1200" dirty="0">
                <a:solidFill>
                  <a:schemeClr val="tx1"/>
                </a:solidFill>
                <a:effectLst/>
                <a:latin typeface="Times New Roman" pitchFamily="18" charset="0"/>
                <a:ea typeface="ＭＳ Ｐ明朝" pitchFamily="18" charset="-128"/>
                <a:cs typeface="+mn-cs"/>
              </a:rPr>
              <a:t>を使用</a:t>
            </a:r>
            <a:r>
              <a:rPr kumimoji="1" lang="en-US" altLang="ja-JP" sz="1200" b="0" i="0" kern="1200" dirty="0">
                <a:solidFill>
                  <a:schemeClr val="tx1"/>
                </a:solidFill>
                <a:effectLst/>
                <a:latin typeface="Times New Roman" pitchFamily="18" charset="0"/>
                <a:ea typeface="ＭＳ Ｐ明朝" pitchFamily="18" charset="-128"/>
                <a:cs typeface="+mn-cs"/>
              </a:rPr>
              <a:t>)</a:t>
            </a:r>
            <a:r>
              <a:rPr kumimoji="1" lang="ja-JP" altLang="en-US" sz="1200" b="0" i="0" kern="1200" dirty="0">
                <a:solidFill>
                  <a:schemeClr val="tx1"/>
                </a:solidFill>
                <a:effectLst/>
                <a:latin typeface="Times New Roman" pitchFamily="18" charset="0"/>
                <a:ea typeface="ＭＳ Ｐ明朝" pitchFamily="18" charset="-128"/>
                <a:cs typeface="+mn-cs"/>
              </a:rPr>
              <a:t>、またはスナップショットの復元機能用に使用できます。スナップショットは、「自動」のスナップショットタイプを使用して探すことができます。また、「スナップショットの作成時刻」フィールドを確認すると、スナップショットが取得された時刻を特定できます。また、</a:t>
            </a:r>
            <a:r>
              <a:rPr kumimoji="1" lang="en-US" altLang="ja-JP" sz="1200" b="0" i="0" kern="1200" dirty="0">
                <a:solidFill>
                  <a:schemeClr val="tx1"/>
                </a:solidFill>
                <a:effectLst/>
                <a:latin typeface="Times New Roman" pitchFamily="18" charset="0"/>
                <a:ea typeface="ＭＳ Ｐ明朝" pitchFamily="18" charset="-128"/>
                <a:cs typeface="+mn-cs"/>
              </a:rPr>
              <a:t>"</a:t>
            </a:r>
            <a:r>
              <a:rPr kumimoji="1" lang="ja-JP" altLang="en-US" sz="1200" b="0" i="0" kern="1200" dirty="0">
                <a:solidFill>
                  <a:schemeClr val="tx1"/>
                </a:solidFill>
                <a:effectLst/>
                <a:latin typeface="Times New Roman" pitchFamily="18" charset="0"/>
                <a:ea typeface="ＭＳ Ｐ明朝" pitchFamily="18" charset="-128"/>
                <a:cs typeface="+mn-cs"/>
              </a:rPr>
              <a:t>自動</a:t>
            </a:r>
            <a:r>
              <a:rPr kumimoji="1" lang="en-US" altLang="ja-JP" sz="1200" b="0" i="0" kern="1200" dirty="0">
                <a:solidFill>
                  <a:schemeClr val="tx1"/>
                </a:solidFill>
                <a:effectLst/>
                <a:latin typeface="Times New Roman" pitchFamily="18" charset="0"/>
                <a:ea typeface="ＭＳ Ｐ明朝" pitchFamily="18" charset="-128"/>
                <a:cs typeface="+mn-cs"/>
              </a:rPr>
              <a:t>" </a:t>
            </a:r>
            <a:r>
              <a:rPr kumimoji="1" lang="ja-JP" altLang="en-US" sz="1200" b="0" i="0" kern="1200" dirty="0">
                <a:solidFill>
                  <a:schemeClr val="tx1"/>
                </a:solidFill>
                <a:effectLst/>
                <a:latin typeface="Times New Roman" pitchFamily="18" charset="0"/>
                <a:ea typeface="ＭＳ Ｐ明朝" pitchFamily="18" charset="-128"/>
                <a:cs typeface="+mn-cs"/>
              </a:rPr>
              <a:t>スナップショットの識別子にも、スナップショットが作成された時刻 </a:t>
            </a:r>
            <a:r>
              <a:rPr kumimoji="1" lang="en-US" altLang="ja-JP" sz="1200" b="0" i="0" kern="1200" dirty="0">
                <a:solidFill>
                  <a:schemeClr val="tx1"/>
                </a:solidFill>
                <a:effectLst/>
                <a:latin typeface="Times New Roman" pitchFamily="18" charset="0"/>
                <a:ea typeface="ＭＳ Ｐ明朝" pitchFamily="18" charset="-128"/>
                <a:cs typeface="+mn-cs"/>
              </a:rPr>
              <a:t>(UTC) </a:t>
            </a:r>
            <a:r>
              <a:rPr kumimoji="1" lang="ja-JP" altLang="en-US" sz="1200" b="0" i="0" kern="1200" dirty="0">
                <a:solidFill>
                  <a:schemeClr val="tx1"/>
                </a:solidFill>
                <a:effectLst/>
                <a:latin typeface="Times New Roman" pitchFamily="18" charset="0"/>
                <a:ea typeface="ＭＳ Ｐ明朝" pitchFamily="18" charset="-128"/>
                <a:cs typeface="+mn-cs"/>
              </a:rPr>
              <a:t>が含まれます。</a:t>
            </a:r>
            <a:br>
              <a:rPr kumimoji="1" lang="ja-JP" altLang="en-US" sz="1200" b="0" i="0" kern="1200" dirty="0">
                <a:solidFill>
                  <a:schemeClr val="tx1"/>
                </a:solidFill>
                <a:effectLst/>
                <a:latin typeface="Times New Roman" pitchFamily="18" charset="0"/>
                <a:ea typeface="ＭＳ Ｐ明朝" pitchFamily="18" charset="-128"/>
                <a:cs typeface="+mn-cs"/>
              </a:rPr>
            </a:br>
            <a:endParaRPr kumimoji="1" lang="ja-JP" altLang="en-US" sz="1200" b="0" i="0" kern="1200" dirty="0">
              <a:solidFill>
                <a:schemeClr val="tx1"/>
              </a:solidFill>
              <a:effectLst/>
              <a:latin typeface="Times New Roman" pitchFamily="18" charset="0"/>
              <a:ea typeface="ＭＳ Ｐ明朝" pitchFamily="18" charset="-128"/>
              <a:cs typeface="+mn-cs"/>
            </a:endParaRPr>
          </a:p>
          <a:p>
            <a:r>
              <a:rPr kumimoji="1" lang="ja-JP" altLang="en-US" sz="1200" b="0" i="0" kern="1200" dirty="0">
                <a:solidFill>
                  <a:schemeClr val="tx1"/>
                </a:solidFill>
                <a:effectLst/>
                <a:latin typeface="Times New Roman" pitchFamily="18" charset="0"/>
                <a:ea typeface="ＭＳ Ｐ明朝" pitchFamily="18" charset="-128"/>
                <a:cs typeface="+mn-cs"/>
              </a:rPr>
              <a:t>注意</a:t>
            </a:r>
            <a:r>
              <a:rPr kumimoji="1" lang="en-US" altLang="ja-JP" sz="1200" b="0" i="0" kern="1200" dirty="0">
                <a:solidFill>
                  <a:schemeClr val="tx1"/>
                </a:solidFill>
                <a:effectLst/>
                <a:latin typeface="Times New Roman" pitchFamily="18" charset="0"/>
                <a:ea typeface="ＭＳ Ｐ明朝" pitchFamily="18" charset="-128"/>
                <a:cs typeface="+mn-cs"/>
              </a:rPr>
              <a:t>: </a:t>
            </a:r>
            <a:r>
              <a:rPr kumimoji="1" lang="ja-JP" altLang="en-US" sz="1200" b="0" i="0" kern="1200" dirty="0">
                <a:solidFill>
                  <a:schemeClr val="tx1"/>
                </a:solidFill>
                <a:effectLst/>
                <a:latin typeface="Times New Roman" pitchFamily="18" charset="0"/>
                <a:ea typeface="ＭＳ Ｐ明朝" pitchFamily="18" charset="-128"/>
                <a:cs typeface="+mn-cs"/>
              </a:rPr>
              <a:t>期間内のある時点へ、または </a:t>
            </a:r>
            <a:r>
              <a:rPr kumimoji="1" lang="en-US" altLang="ja-JP" sz="1200" b="0" i="0" kern="1200" dirty="0">
                <a:solidFill>
                  <a:schemeClr val="tx1"/>
                </a:solidFill>
                <a:effectLst/>
                <a:latin typeface="Times New Roman" pitchFamily="18" charset="0"/>
                <a:ea typeface="ＭＳ Ｐ明朝" pitchFamily="18" charset="-128"/>
                <a:cs typeface="+mn-cs"/>
              </a:rPr>
              <a:t>DB </a:t>
            </a:r>
            <a:r>
              <a:rPr kumimoji="1" lang="ja-JP" altLang="en-US" sz="1200" b="0" i="0" kern="1200" dirty="0">
                <a:solidFill>
                  <a:schemeClr val="tx1"/>
                </a:solidFill>
                <a:effectLst/>
                <a:latin typeface="Times New Roman" pitchFamily="18" charset="0"/>
                <a:ea typeface="ＭＳ Ｐ明朝" pitchFamily="18" charset="-128"/>
                <a:cs typeface="+mn-cs"/>
              </a:rPr>
              <a:t>スナップショットから復旧動作を実行すると、新しいエンドポイントを持つ新しい </a:t>
            </a:r>
            <a:r>
              <a:rPr kumimoji="1" lang="en-US" altLang="ja-JP" sz="1200" b="0" i="0" kern="1200" dirty="0">
                <a:solidFill>
                  <a:schemeClr val="tx1"/>
                </a:solidFill>
                <a:effectLst/>
                <a:latin typeface="Times New Roman" pitchFamily="18" charset="0"/>
                <a:ea typeface="ＭＳ Ｐ明朝" pitchFamily="18" charset="-128"/>
                <a:cs typeface="+mn-cs"/>
              </a:rPr>
              <a:t>DB </a:t>
            </a:r>
            <a:r>
              <a:rPr kumimoji="1" lang="ja-JP" altLang="en-US" sz="1200" b="0" i="0" kern="1200" dirty="0">
                <a:solidFill>
                  <a:schemeClr val="tx1"/>
                </a:solidFill>
                <a:effectLst/>
                <a:latin typeface="Times New Roman" pitchFamily="18" charset="0"/>
                <a:ea typeface="ＭＳ Ｐ明朝" pitchFamily="18" charset="-128"/>
                <a:cs typeface="+mn-cs"/>
              </a:rPr>
              <a:t>インスタンスが作成されます </a:t>
            </a:r>
            <a:r>
              <a:rPr kumimoji="1" lang="en-US" altLang="ja-JP" sz="1200" b="0" i="0" kern="1200" dirty="0">
                <a:solidFill>
                  <a:schemeClr val="tx1"/>
                </a:solidFill>
                <a:effectLst/>
                <a:latin typeface="Times New Roman" pitchFamily="18" charset="0"/>
                <a:ea typeface="ＭＳ Ｐ明朝" pitchFamily="18" charset="-128"/>
                <a:cs typeface="+mn-cs"/>
              </a:rPr>
              <a:t>(</a:t>
            </a:r>
            <a:r>
              <a:rPr kumimoji="1" lang="ja-JP" altLang="en-US" sz="1200" b="0" i="0" kern="1200" dirty="0">
                <a:solidFill>
                  <a:schemeClr val="tx1"/>
                </a:solidFill>
                <a:effectLst/>
                <a:latin typeface="Times New Roman" pitchFamily="18" charset="0"/>
                <a:ea typeface="ＭＳ Ｐ明朝" pitchFamily="18" charset="-128"/>
                <a:cs typeface="+mn-cs"/>
              </a:rPr>
              <a:t>必要な場合には、古い </a:t>
            </a:r>
            <a:r>
              <a:rPr kumimoji="1" lang="en-US" altLang="ja-JP" sz="1200" b="0" i="0" kern="1200" dirty="0">
                <a:solidFill>
                  <a:schemeClr val="tx1"/>
                </a:solidFill>
                <a:effectLst/>
                <a:latin typeface="Times New Roman" pitchFamily="18" charset="0"/>
                <a:ea typeface="ＭＳ Ｐ明朝" pitchFamily="18" charset="-128"/>
                <a:cs typeface="+mn-cs"/>
              </a:rPr>
              <a:t>DB </a:t>
            </a:r>
            <a:r>
              <a:rPr kumimoji="1" lang="ja-JP" altLang="en-US" sz="1200" b="0" i="0" kern="1200" dirty="0">
                <a:solidFill>
                  <a:schemeClr val="tx1"/>
                </a:solidFill>
                <a:effectLst/>
                <a:latin typeface="Times New Roman" pitchFamily="18" charset="0"/>
                <a:ea typeface="ＭＳ Ｐ明朝" pitchFamily="18" charset="-128"/>
                <a:cs typeface="+mn-cs"/>
              </a:rPr>
              <a:t>インスタンスは削除できます</a:t>
            </a:r>
            <a:r>
              <a:rPr kumimoji="1" lang="en-US" altLang="ja-JP" sz="1200" b="0" i="0" kern="1200" dirty="0">
                <a:solidFill>
                  <a:schemeClr val="tx1"/>
                </a:solidFill>
                <a:effectLst/>
                <a:latin typeface="Times New Roman" pitchFamily="18" charset="0"/>
                <a:ea typeface="ＭＳ Ｐ明朝" pitchFamily="18" charset="-128"/>
                <a:cs typeface="+mn-cs"/>
              </a:rPr>
              <a:t>)</a:t>
            </a:r>
            <a:r>
              <a:rPr kumimoji="1" lang="ja-JP" altLang="en-US" sz="1200" b="0" i="0" kern="1200" dirty="0">
                <a:solidFill>
                  <a:schemeClr val="tx1"/>
                </a:solidFill>
                <a:effectLst/>
                <a:latin typeface="Times New Roman" pitchFamily="18" charset="0"/>
                <a:ea typeface="ＭＳ Ｐ明朝" pitchFamily="18" charset="-128"/>
                <a:cs typeface="+mn-cs"/>
              </a:rPr>
              <a:t>。これを実行することにより、特定の </a:t>
            </a:r>
            <a:r>
              <a:rPr kumimoji="1" lang="en-US" altLang="ja-JP" sz="1200" b="0" i="0" kern="1200" dirty="0">
                <a:solidFill>
                  <a:schemeClr val="tx1"/>
                </a:solidFill>
                <a:effectLst/>
                <a:latin typeface="Times New Roman" pitchFamily="18" charset="0"/>
                <a:ea typeface="ＭＳ Ｐ明朝" pitchFamily="18" charset="-128"/>
                <a:cs typeface="+mn-cs"/>
              </a:rPr>
              <a:t>DB </a:t>
            </a:r>
            <a:r>
              <a:rPr kumimoji="1" lang="ja-JP" altLang="en-US" sz="1200" b="0" i="0" kern="1200" dirty="0">
                <a:solidFill>
                  <a:schemeClr val="tx1"/>
                </a:solidFill>
                <a:effectLst/>
                <a:latin typeface="Times New Roman" pitchFamily="18" charset="0"/>
                <a:ea typeface="ＭＳ Ｐ明朝" pitchFamily="18" charset="-128"/>
                <a:cs typeface="+mn-cs"/>
              </a:rPr>
              <a:t>スナップショットまたはポイントインタイムから、複数の </a:t>
            </a:r>
            <a:r>
              <a:rPr kumimoji="1" lang="en-US" altLang="ja-JP" sz="1200" b="0" i="0" kern="1200" dirty="0">
                <a:solidFill>
                  <a:schemeClr val="tx1"/>
                </a:solidFill>
                <a:effectLst/>
                <a:latin typeface="Times New Roman" pitchFamily="18" charset="0"/>
                <a:ea typeface="ＭＳ Ｐ明朝" pitchFamily="18" charset="-128"/>
                <a:cs typeface="+mn-cs"/>
              </a:rPr>
              <a:t>DB </a:t>
            </a:r>
            <a:r>
              <a:rPr kumimoji="1" lang="ja-JP" altLang="en-US" sz="1200" b="0" i="0" kern="1200" dirty="0">
                <a:solidFill>
                  <a:schemeClr val="tx1"/>
                </a:solidFill>
                <a:effectLst/>
                <a:latin typeface="Times New Roman" pitchFamily="18" charset="0"/>
                <a:ea typeface="ＭＳ Ｐ明朝" pitchFamily="18" charset="-128"/>
                <a:cs typeface="+mn-cs"/>
              </a:rPr>
              <a:t>インスタンスを作成できるようになります。</a:t>
            </a:r>
          </a:p>
          <a:p>
            <a:endParaRPr kumimoji="1" lang="ja-JP" altLang="en-US" dirty="0"/>
          </a:p>
        </p:txBody>
      </p:sp>
      <p:sp>
        <p:nvSpPr>
          <p:cNvPr id="4" name="スライド番号プレースホルダー 3"/>
          <p:cNvSpPr>
            <a:spLocks noGrp="1"/>
          </p:cNvSpPr>
          <p:nvPr>
            <p:ph type="sldNum" sz="quarter" idx="5"/>
          </p:nvPr>
        </p:nvSpPr>
        <p:spPr/>
        <p:txBody>
          <a:bodyPr/>
          <a:lstStyle/>
          <a:p>
            <a:fld id="{AA59C432-3B8C-4DAF-9FB9-33E1F8887A75}" type="slidenum">
              <a:rPr lang="en-US" altLang="ja-JP" smtClean="0"/>
              <a:pPr/>
              <a:t>108</a:t>
            </a:fld>
            <a:endParaRPr lang="en-US" altLang="ja-JP"/>
          </a:p>
        </p:txBody>
      </p:sp>
    </p:spTree>
    <p:extLst>
      <p:ext uri="{BB962C8B-B14F-4D97-AF65-F5344CB8AC3E}">
        <p14:creationId xmlns:p14="http://schemas.microsoft.com/office/powerpoint/2010/main" val="3125639547"/>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AA59C432-3B8C-4DAF-9FB9-33E1F8887A75}" type="slidenum">
              <a:rPr lang="en-US" altLang="ja-JP" smtClean="0"/>
              <a:pPr/>
              <a:t>109</a:t>
            </a:fld>
            <a:endParaRPr lang="en-US" altLang="ja-JP"/>
          </a:p>
        </p:txBody>
      </p:sp>
    </p:spTree>
    <p:extLst>
      <p:ext uri="{BB962C8B-B14F-4D97-AF65-F5344CB8AC3E}">
        <p14:creationId xmlns:p14="http://schemas.microsoft.com/office/powerpoint/2010/main" val="3842771834"/>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AA59C432-3B8C-4DAF-9FB9-33E1F8887A75}" type="slidenum">
              <a:rPr lang="en-US" altLang="ja-JP" smtClean="0"/>
              <a:pPr/>
              <a:t>111</a:t>
            </a:fld>
            <a:endParaRPr lang="en-US" altLang="ja-JP"/>
          </a:p>
        </p:txBody>
      </p:sp>
    </p:spTree>
    <p:extLst>
      <p:ext uri="{BB962C8B-B14F-4D97-AF65-F5344CB8AC3E}">
        <p14:creationId xmlns:p14="http://schemas.microsoft.com/office/powerpoint/2010/main" val="72987794"/>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AA59C432-3B8C-4DAF-9FB9-33E1F8887A75}" type="slidenum">
              <a:rPr lang="en-US" altLang="ja-JP" smtClean="0"/>
              <a:pPr/>
              <a:t>112</a:t>
            </a:fld>
            <a:endParaRPr lang="en-US" altLang="ja-JP"/>
          </a:p>
        </p:txBody>
      </p:sp>
    </p:spTree>
    <p:extLst>
      <p:ext uri="{BB962C8B-B14F-4D97-AF65-F5344CB8AC3E}">
        <p14:creationId xmlns:p14="http://schemas.microsoft.com/office/powerpoint/2010/main" val="4234416844"/>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AA59C432-3B8C-4DAF-9FB9-33E1F8887A75}" type="slidenum">
              <a:rPr lang="en-US" altLang="ja-JP" smtClean="0"/>
              <a:pPr/>
              <a:t>113</a:t>
            </a:fld>
            <a:endParaRPr lang="en-US" altLang="ja-JP"/>
          </a:p>
        </p:txBody>
      </p:sp>
    </p:spTree>
    <p:extLst>
      <p:ext uri="{BB962C8B-B14F-4D97-AF65-F5344CB8AC3E}">
        <p14:creationId xmlns:p14="http://schemas.microsoft.com/office/powerpoint/2010/main" val="2751893609"/>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kumimoji="1" lang="ja-JP" altLang="en-US" dirty="0"/>
              <a:t>インスタンスタイプを変更すると、</a:t>
            </a:r>
            <a:r>
              <a:rPr kumimoji="1" lang="en-US" altLang="ja-JP" dirty="0"/>
              <a:t>CPU</a:t>
            </a:r>
            <a:r>
              <a:rPr kumimoji="1" lang="ja-JP" altLang="en-US" dirty="0"/>
              <a:t>とメモリだけでなく、ディスク</a:t>
            </a:r>
            <a:r>
              <a:rPr kumimoji="1" lang="en-US" altLang="ja-JP" dirty="0"/>
              <a:t>IO</a:t>
            </a:r>
            <a:r>
              <a:rPr kumimoji="1" lang="ja-JP" altLang="en-US" dirty="0"/>
              <a:t>領域やネットワーク大域も変更されます。</a:t>
            </a:r>
          </a:p>
          <a:p>
            <a:endParaRPr kumimoji="1" lang="ja-JP" altLang="en-US" dirty="0"/>
          </a:p>
        </p:txBody>
      </p:sp>
      <p:sp>
        <p:nvSpPr>
          <p:cNvPr id="4" name="スライド番号プレースホルダー 3"/>
          <p:cNvSpPr>
            <a:spLocks noGrp="1"/>
          </p:cNvSpPr>
          <p:nvPr>
            <p:ph type="sldNum" sz="quarter" idx="5"/>
          </p:nvPr>
        </p:nvSpPr>
        <p:spPr/>
        <p:txBody>
          <a:bodyPr/>
          <a:lstStyle/>
          <a:p>
            <a:fld id="{AA59C432-3B8C-4DAF-9FB9-33E1F8887A75}" type="slidenum">
              <a:rPr lang="en-US" altLang="ja-JP" smtClean="0"/>
              <a:pPr/>
              <a:t>114</a:t>
            </a:fld>
            <a:endParaRPr lang="en-US" altLang="ja-JP"/>
          </a:p>
        </p:txBody>
      </p:sp>
    </p:spTree>
    <p:extLst>
      <p:ext uri="{BB962C8B-B14F-4D97-AF65-F5344CB8AC3E}">
        <p14:creationId xmlns:p14="http://schemas.microsoft.com/office/powerpoint/2010/main" val="1472753259"/>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AA59C432-3B8C-4DAF-9FB9-33E1F8887A75}" type="slidenum">
              <a:rPr lang="en-US" altLang="ja-JP" smtClean="0"/>
              <a:pPr/>
              <a:t>115</a:t>
            </a:fld>
            <a:endParaRPr lang="en-US" altLang="ja-JP"/>
          </a:p>
        </p:txBody>
      </p:sp>
    </p:spTree>
    <p:extLst>
      <p:ext uri="{BB962C8B-B14F-4D97-AF65-F5344CB8AC3E}">
        <p14:creationId xmlns:p14="http://schemas.microsoft.com/office/powerpoint/2010/main" val="1342212066"/>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AA59C432-3B8C-4DAF-9FB9-33E1F8887A75}" type="slidenum">
              <a:rPr lang="en-US" altLang="ja-JP" smtClean="0"/>
              <a:pPr/>
              <a:t>116</a:t>
            </a:fld>
            <a:endParaRPr lang="en-US" altLang="ja-JP"/>
          </a:p>
        </p:txBody>
      </p:sp>
    </p:spTree>
    <p:extLst>
      <p:ext uri="{BB962C8B-B14F-4D97-AF65-F5344CB8AC3E}">
        <p14:creationId xmlns:p14="http://schemas.microsoft.com/office/powerpoint/2010/main" val="3793054348"/>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AA59C432-3B8C-4DAF-9FB9-33E1F8887A75}" type="slidenum">
              <a:rPr lang="en-US" altLang="ja-JP" smtClean="0"/>
              <a:pPr/>
              <a:t>117</a:t>
            </a:fld>
            <a:endParaRPr lang="en-US" altLang="ja-JP"/>
          </a:p>
        </p:txBody>
      </p:sp>
    </p:spTree>
    <p:extLst>
      <p:ext uri="{BB962C8B-B14F-4D97-AF65-F5344CB8AC3E}">
        <p14:creationId xmlns:p14="http://schemas.microsoft.com/office/powerpoint/2010/main" val="2129324774"/>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AA59C432-3B8C-4DAF-9FB9-33E1F8887A75}" type="slidenum">
              <a:rPr lang="en-US" altLang="ja-JP" smtClean="0"/>
              <a:pPr/>
              <a:t>118</a:t>
            </a:fld>
            <a:endParaRPr lang="en-US" altLang="ja-JP"/>
          </a:p>
        </p:txBody>
      </p:sp>
    </p:spTree>
    <p:extLst>
      <p:ext uri="{BB962C8B-B14F-4D97-AF65-F5344CB8AC3E}">
        <p14:creationId xmlns:p14="http://schemas.microsoft.com/office/powerpoint/2010/main" val="67924998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AA59C432-3B8C-4DAF-9FB9-33E1F8887A75}" type="slidenum">
              <a:rPr lang="en-US" altLang="ja-JP" smtClean="0"/>
              <a:pPr/>
              <a:t>119</a:t>
            </a:fld>
            <a:endParaRPr lang="en-US" altLang="ja-JP"/>
          </a:p>
        </p:txBody>
      </p:sp>
    </p:spTree>
    <p:extLst>
      <p:ext uri="{BB962C8B-B14F-4D97-AF65-F5344CB8AC3E}">
        <p14:creationId xmlns:p14="http://schemas.microsoft.com/office/powerpoint/2010/main" val="4247651662"/>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AA59C432-3B8C-4DAF-9FB9-33E1F8887A75}" type="slidenum">
              <a:rPr lang="en-US" altLang="ja-JP" smtClean="0"/>
              <a:pPr/>
              <a:t>120</a:t>
            </a:fld>
            <a:endParaRPr lang="en-US" altLang="ja-JP"/>
          </a:p>
        </p:txBody>
      </p:sp>
    </p:spTree>
    <p:extLst>
      <p:ext uri="{BB962C8B-B14F-4D97-AF65-F5344CB8AC3E}">
        <p14:creationId xmlns:p14="http://schemas.microsoft.com/office/powerpoint/2010/main" val="2387365818"/>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AA59C432-3B8C-4DAF-9FB9-33E1F8887A75}" type="slidenum">
              <a:rPr lang="en-US" altLang="ja-JP" smtClean="0"/>
              <a:pPr/>
              <a:t>121</a:t>
            </a:fld>
            <a:endParaRPr lang="en-US" altLang="ja-JP"/>
          </a:p>
        </p:txBody>
      </p:sp>
    </p:spTree>
    <p:extLst>
      <p:ext uri="{BB962C8B-B14F-4D97-AF65-F5344CB8AC3E}">
        <p14:creationId xmlns:p14="http://schemas.microsoft.com/office/powerpoint/2010/main" val="317598790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AA59C432-3B8C-4DAF-9FB9-33E1F8887A75}" type="slidenum">
              <a:rPr lang="en-US" altLang="ja-JP" smtClean="0"/>
              <a:pPr/>
              <a:t>122</a:t>
            </a:fld>
            <a:endParaRPr lang="en-US" altLang="ja-JP"/>
          </a:p>
        </p:txBody>
      </p:sp>
    </p:spTree>
    <p:extLst>
      <p:ext uri="{BB962C8B-B14F-4D97-AF65-F5344CB8AC3E}">
        <p14:creationId xmlns:p14="http://schemas.microsoft.com/office/powerpoint/2010/main" val="56474416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AA59C432-3B8C-4DAF-9FB9-33E1F8887A75}" type="slidenum">
              <a:rPr lang="en-US" altLang="ja-JP" smtClean="0"/>
              <a:pPr/>
              <a:t>123</a:t>
            </a:fld>
            <a:endParaRPr lang="en-US" altLang="ja-JP"/>
          </a:p>
        </p:txBody>
      </p:sp>
    </p:spTree>
    <p:extLst>
      <p:ext uri="{BB962C8B-B14F-4D97-AF65-F5344CB8AC3E}">
        <p14:creationId xmlns:p14="http://schemas.microsoft.com/office/powerpoint/2010/main" val="3046511460"/>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AA59C432-3B8C-4DAF-9FB9-33E1F8887A75}" type="slidenum">
              <a:rPr lang="en-US" altLang="ja-JP" smtClean="0"/>
              <a:pPr/>
              <a:t>124</a:t>
            </a:fld>
            <a:endParaRPr lang="en-US" altLang="ja-JP"/>
          </a:p>
        </p:txBody>
      </p:sp>
    </p:spTree>
    <p:extLst>
      <p:ext uri="{BB962C8B-B14F-4D97-AF65-F5344CB8AC3E}">
        <p14:creationId xmlns:p14="http://schemas.microsoft.com/office/powerpoint/2010/main" val="3239019855"/>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AA59C432-3B8C-4DAF-9FB9-33E1F8887A75}" type="slidenum">
              <a:rPr lang="en-US" altLang="ja-JP" smtClean="0"/>
              <a:pPr/>
              <a:t>126</a:t>
            </a:fld>
            <a:endParaRPr lang="en-US" altLang="ja-JP"/>
          </a:p>
        </p:txBody>
      </p:sp>
    </p:spTree>
    <p:extLst>
      <p:ext uri="{BB962C8B-B14F-4D97-AF65-F5344CB8AC3E}">
        <p14:creationId xmlns:p14="http://schemas.microsoft.com/office/powerpoint/2010/main" val="279882100"/>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AA59C432-3B8C-4DAF-9FB9-33E1F8887A75}" type="slidenum">
              <a:rPr lang="en-US" altLang="ja-JP" smtClean="0"/>
              <a:pPr/>
              <a:t>127</a:t>
            </a:fld>
            <a:endParaRPr lang="en-US" altLang="ja-JP"/>
          </a:p>
        </p:txBody>
      </p:sp>
    </p:spTree>
    <p:extLst>
      <p:ext uri="{BB962C8B-B14F-4D97-AF65-F5344CB8AC3E}">
        <p14:creationId xmlns:p14="http://schemas.microsoft.com/office/powerpoint/2010/main" val="2175015327"/>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AA59C432-3B8C-4DAF-9FB9-33E1F8887A75}" type="slidenum">
              <a:rPr lang="en-US" altLang="ja-JP" smtClean="0"/>
              <a:pPr/>
              <a:t>128</a:t>
            </a:fld>
            <a:endParaRPr lang="en-US" altLang="ja-JP"/>
          </a:p>
        </p:txBody>
      </p:sp>
    </p:spTree>
    <p:extLst>
      <p:ext uri="{BB962C8B-B14F-4D97-AF65-F5344CB8AC3E}">
        <p14:creationId xmlns:p14="http://schemas.microsoft.com/office/powerpoint/2010/main" val="4190941296"/>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en-US" altLang="ja-JP" sz="1200" b="0" i="0" kern="1200" dirty="0">
              <a:solidFill>
                <a:schemeClr val="tx1"/>
              </a:solidFill>
              <a:effectLst/>
              <a:latin typeface="Times New Roman" pitchFamily="18" charset="0"/>
              <a:ea typeface="ＭＳ Ｐ明朝" pitchFamily="18" charset="-128"/>
              <a:cs typeface="+mn-cs"/>
            </a:endParaRPr>
          </a:p>
        </p:txBody>
      </p:sp>
      <p:sp>
        <p:nvSpPr>
          <p:cNvPr id="4" name="スライド番号プレースホルダー 3"/>
          <p:cNvSpPr>
            <a:spLocks noGrp="1"/>
          </p:cNvSpPr>
          <p:nvPr>
            <p:ph type="sldNum" sz="quarter" idx="5"/>
          </p:nvPr>
        </p:nvSpPr>
        <p:spPr/>
        <p:txBody>
          <a:bodyPr/>
          <a:lstStyle/>
          <a:p>
            <a:fld id="{AA59C432-3B8C-4DAF-9FB9-33E1F8887A75}" type="slidenum">
              <a:rPr lang="en-US" altLang="ja-JP" smtClean="0"/>
              <a:pPr/>
              <a:t>131</a:t>
            </a:fld>
            <a:endParaRPr lang="en-US" altLang="ja-JP"/>
          </a:p>
        </p:txBody>
      </p:sp>
    </p:spTree>
    <p:extLst>
      <p:ext uri="{BB962C8B-B14F-4D97-AF65-F5344CB8AC3E}">
        <p14:creationId xmlns:p14="http://schemas.microsoft.com/office/powerpoint/2010/main" val="194186838"/>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en-US" altLang="ja-JP" sz="1200" b="0" i="0" kern="1200" dirty="0">
              <a:solidFill>
                <a:schemeClr val="tx1"/>
              </a:solidFill>
              <a:effectLst/>
              <a:latin typeface="Times New Roman" pitchFamily="18" charset="0"/>
              <a:ea typeface="ＭＳ Ｐ明朝" pitchFamily="18" charset="-128"/>
              <a:cs typeface="+mn-cs"/>
            </a:endParaRPr>
          </a:p>
        </p:txBody>
      </p:sp>
      <p:sp>
        <p:nvSpPr>
          <p:cNvPr id="4" name="スライド番号プレースホルダー 3"/>
          <p:cNvSpPr>
            <a:spLocks noGrp="1"/>
          </p:cNvSpPr>
          <p:nvPr>
            <p:ph type="sldNum" sz="quarter" idx="5"/>
          </p:nvPr>
        </p:nvSpPr>
        <p:spPr/>
        <p:txBody>
          <a:bodyPr/>
          <a:lstStyle/>
          <a:p>
            <a:fld id="{AA59C432-3B8C-4DAF-9FB9-33E1F8887A75}" type="slidenum">
              <a:rPr lang="en-US" altLang="ja-JP" smtClean="0"/>
              <a:pPr/>
              <a:t>132</a:t>
            </a:fld>
            <a:endParaRPr lang="en-US" altLang="ja-JP"/>
          </a:p>
        </p:txBody>
      </p:sp>
    </p:spTree>
    <p:extLst>
      <p:ext uri="{BB962C8B-B14F-4D97-AF65-F5344CB8AC3E}">
        <p14:creationId xmlns:p14="http://schemas.microsoft.com/office/powerpoint/2010/main" val="211927016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AA59C432-3B8C-4DAF-9FB9-33E1F8887A75}" type="slidenum">
              <a:rPr lang="en-US" altLang="ja-JP" smtClean="0"/>
              <a:pPr/>
              <a:t>133</a:t>
            </a:fld>
            <a:endParaRPr lang="en-US" altLang="ja-JP"/>
          </a:p>
        </p:txBody>
      </p:sp>
    </p:spTree>
    <p:extLst>
      <p:ext uri="{BB962C8B-B14F-4D97-AF65-F5344CB8AC3E}">
        <p14:creationId xmlns:p14="http://schemas.microsoft.com/office/powerpoint/2010/main" val="3125639547"/>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AA59C432-3B8C-4DAF-9FB9-33E1F8887A75}" type="slidenum">
              <a:rPr lang="en-US" altLang="ja-JP" smtClean="0"/>
              <a:pPr/>
              <a:t>134</a:t>
            </a:fld>
            <a:endParaRPr lang="en-US" altLang="ja-JP"/>
          </a:p>
        </p:txBody>
      </p:sp>
    </p:spTree>
    <p:extLst>
      <p:ext uri="{BB962C8B-B14F-4D97-AF65-F5344CB8AC3E}">
        <p14:creationId xmlns:p14="http://schemas.microsoft.com/office/powerpoint/2010/main" val="1354510593"/>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AA59C432-3B8C-4DAF-9FB9-33E1F8887A75}" type="slidenum">
              <a:rPr lang="en-US" altLang="ja-JP" smtClean="0"/>
              <a:pPr/>
              <a:t>135</a:t>
            </a:fld>
            <a:endParaRPr lang="en-US" altLang="ja-JP"/>
          </a:p>
        </p:txBody>
      </p:sp>
    </p:spTree>
    <p:extLst>
      <p:ext uri="{BB962C8B-B14F-4D97-AF65-F5344CB8AC3E}">
        <p14:creationId xmlns:p14="http://schemas.microsoft.com/office/powerpoint/2010/main" val="1661111795"/>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AA59C432-3B8C-4DAF-9FB9-33E1F8887A75}" type="slidenum">
              <a:rPr lang="en-US" altLang="ja-JP" smtClean="0"/>
              <a:pPr/>
              <a:t>136</a:t>
            </a:fld>
            <a:endParaRPr lang="en-US" altLang="ja-JP"/>
          </a:p>
        </p:txBody>
      </p:sp>
    </p:spTree>
    <p:extLst>
      <p:ext uri="{BB962C8B-B14F-4D97-AF65-F5344CB8AC3E}">
        <p14:creationId xmlns:p14="http://schemas.microsoft.com/office/powerpoint/2010/main" val="1566010196"/>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AA59C432-3B8C-4DAF-9FB9-33E1F8887A75}" type="slidenum">
              <a:rPr lang="en-US" altLang="ja-JP" smtClean="0"/>
              <a:pPr/>
              <a:t>137</a:t>
            </a:fld>
            <a:endParaRPr lang="en-US" altLang="ja-JP"/>
          </a:p>
        </p:txBody>
      </p:sp>
    </p:spTree>
    <p:extLst>
      <p:ext uri="{BB962C8B-B14F-4D97-AF65-F5344CB8AC3E}">
        <p14:creationId xmlns:p14="http://schemas.microsoft.com/office/powerpoint/2010/main" val="3503645786"/>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AA59C432-3B8C-4DAF-9FB9-33E1F8887A75}" type="slidenum">
              <a:rPr lang="en-US" altLang="ja-JP" smtClean="0"/>
              <a:pPr/>
              <a:t>139</a:t>
            </a:fld>
            <a:endParaRPr lang="en-US" altLang="ja-JP"/>
          </a:p>
        </p:txBody>
      </p:sp>
    </p:spTree>
    <p:extLst>
      <p:ext uri="{BB962C8B-B14F-4D97-AF65-F5344CB8AC3E}">
        <p14:creationId xmlns:p14="http://schemas.microsoft.com/office/powerpoint/2010/main" val="1705429451"/>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AA59C432-3B8C-4DAF-9FB9-33E1F8887A75}" type="slidenum">
              <a:rPr lang="en-US" altLang="ja-JP" smtClean="0"/>
              <a:pPr/>
              <a:t>140</a:t>
            </a:fld>
            <a:endParaRPr lang="en-US" altLang="ja-JP"/>
          </a:p>
        </p:txBody>
      </p:sp>
    </p:spTree>
    <p:extLst>
      <p:ext uri="{BB962C8B-B14F-4D97-AF65-F5344CB8AC3E}">
        <p14:creationId xmlns:p14="http://schemas.microsoft.com/office/powerpoint/2010/main" val="3050929787"/>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AA59C432-3B8C-4DAF-9FB9-33E1F8887A75}" type="slidenum">
              <a:rPr lang="en-US" altLang="ja-JP" smtClean="0"/>
              <a:pPr/>
              <a:t>141</a:t>
            </a:fld>
            <a:endParaRPr lang="en-US" altLang="ja-JP"/>
          </a:p>
        </p:txBody>
      </p:sp>
    </p:spTree>
    <p:extLst>
      <p:ext uri="{BB962C8B-B14F-4D97-AF65-F5344CB8AC3E}">
        <p14:creationId xmlns:p14="http://schemas.microsoft.com/office/powerpoint/2010/main" val="4094972343"/>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AA59C432-3B8C-4DAF-9FB9-33E1F8887A75}" type="slidenum">
              <a:rPr lang="en-US" altLang="ja-JP" smtClean="0"/>
              <a:pPr/>
              <a:t>142</a:t>
            </a:fld>
            <a:endParaRPr lang="en-US" altLang="ja-JP"/>
          </a:p>
        </p:txBody>
      </p:sp>
    </p:spTree>
    <p:extLst>
      <p:ext uri="{BB962C8B-B14F-4D97-AF65-F5344CB8AC3E}">
        <p14:creationId xmlns:p14="http://schemas.microsoft.com/office/powerpoint/2010/main" val="1170063164"/>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en-US" altLang="ja-JP" sz="1200" b="0" i="0" kern="1200" dirty="0">
              <a:solidFill>
                <a:schemeClr val="tx1"/>
              </a:solidFill>
              <a:effectLst/>
              <a:latin typeface="Times New Roman" pitchFamily="18" charset="0"/>
              <a:ea typeface="ＭＳ Ｐ明朝" pitchFamily="18" charset="-128"/>
              <a:cs typeface="+mn-cs"/>
            </a:endParaRPr>
          </a:p>
        </p:txBody>
      </p:sp>
      <p:sp>
        <p:nvSpPr>
          <p:cNvPr id="4" name="スライド番号プレースホルダー 3"/>
          <p:cNvSpPr>
            <a:spLocks noGrp="1"/>
          </p:cNvSpPr>
          <p:nvPr>
            <p:ph type="sldNum" sz="quarter" idx="5"/>
          </p:nvPr>
        </p:nvSpPr>
        <p:spPr/>
        <p:txBody>
          <a:bodyPr/>
          <a:lstStyle/>
          <a:p>
            <a:fld id="{AA59C432-3B8C-4DAF-9FB9-33E1F8887A75}" type="slidenum">
              <a:rPr lang="en-US" altLang="ja-JP" smtClean="0"/>
              <a:pPr/>
              <a:t>143</a:t>
            </a:fld>
            <a:endParaRPr lang="en-US" altLang="ja-JP"/>
          </a:p>
        </p:txBody>
      </p:sp>
    </p:spTree>
    <p:extLst>
      <p:ext uri="{BB962C8B-B14F-4D97-AF65-F5344CB8AC3E}">
        <p14:creationId xmlns:p14="http://schemas.microsoft.com/office/powerpoint/2010/main" val="4293946286"/>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en-US" altLang="ja-JP" sz="1200" b="0" i="0" kern="1200" dirty="0">
              <a:solidFill>
                <a:schemeClr val="tx1"/>
              </a:solidFill>
              <a:effectLst/>
              <a:latin typeface="Times New Roman" pitchFamily="18" charset="0"/>
              <a:ea typeface="ＭＳ Ｐ明朝" pitchFamily="18" charset="-128"/>
              <a:cs typeface="+mn-cs"/>
            </a:endParaRPr>
          </a:p>
        </p:txBody>
      </p:sp>
      <p:sp>
        <p:nvSpPr>
          <p:cNvPr id="4" name="スライド番号プレースホルダー 3"/>
          <p:cNvSpPr>
            <a:spLocks noGrp="1"/>
          </p:cNvSpPr>
          <p:nvPr>
            <p:ph type="sldNum" sz="quarter" idx="5"/>
          </p:nvPr>
        </p:nvSpPr>
        <p:spPr/>
        <p:txBody>
          <a:bodyPr/>
          <a:lstStyle/>
          <a:p>
            <a:fld id="{AA59C432-3B8C-4DAF-9FB9-33E1F8887A75}" type="slidenum">
              <a:rPr lang="en-US" altLang="ja-JP" smtClean="0"/>
              <a:pPr/>
              <a:t>144</a:t>
            </a:fld>
            <a:endParaRPr lang="en-US" altLang="ja-JP"/>
          </a:p>
        </p:txBody>
      </p:sp>
    </p:spTree>
    <p:extLst>
      <p:ext uri="{BB962C8B-B14F-4D97-AF65-F5344CB8AC3E}">
        <p14:creationId xmlns:p14="http://schemas.microsoft.com/office/powerpoint/2010/main" val="9319477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タイトル スライド">
    <p:spTree>
      <p:nvGrpSpPr>
        <p:cNvPr id="1" name=""/>
        <p:cNvGrpSpPr/>
        <p:nvPr/>
      </p:nvGrpSpPr>
      <p:grpSpPr>
        <a:xfrm>
          <a:off x="0" y="0"/>
          <a:ext cx="0" cy="0"/>
          <a:chOff x="0" y="0"/>
          <a:chExt cx="0" cy="0"/>
        </a:xfrm>
      </p:grpSpPr>
      <p:sp>
        <p:nvSpPr>
          <p:cNvPr id="145410" name="Rectangle 2"/>
          <p:cNvSpPr>
            <a:spLocks noGrp="1" noChangeArrowheads="1"/>
          </p:cNvSpPr>
          <p:nvPr>
            <p:ph type="ctrTitle"/>
          </p:nvPr>
        </p:nvSpPr>
        <p:spPr>
          <a:xfrm>
            <a:off x="742950" y="2130425"/>
            <a:ext cx="8420100" cy="1470025"/>
          </a:xfrm>
        </p:spPr>
        <p:txBody>
          <a:bodyPr/>
          <a:lstStyle>
            <a:lvl1pPr>
              <a:defRPr/>
            </a:lvl1pPr>
          </a:lstStyle>
          <a:p>
            <a:r>
              <a:rPr lang="ja-JP" altLang="en-US"/>
              <a:t>マスタ タイトルの書式設定</a:t>
            </a:r>
          </a:p>
        </p:txBody>
      </p:sp>
      <p:sp>
        <p:nvSpPr>
          <p:cNvPr id="145411" name="Rectangle 3"/>
          <p:cNvSpPr>
            <a:spLocks noGrp="1" noChangeArrowheads="1"/>
          </p:cNvSpPr>
          <p:nvPr>
            <p:ph type="subTitle" idx="1"/>
          </p:nvPr>
        </p:nvSpPr>
        <p:spPr>
          <a:xfrm>
            <a:off x="1485900" y="3886200"/>
            <a:ext cx="6934200" cy="1752600"/>
          </a:xfrm>
        </p:spPr>
        <p:txBody>
          <a:bodyPr/>
          <a:lstStyle>
            <a:lvl1pPr algn="ctr">
              <a:defRPr/>
            </a:lvl1pPr>
          </a:lstStyle>
          <a:p>
            <a:r>
              <a:rPr lang="ja-JP" altLang="en-US"/>
              <a:t>マスタ サブタイトルの書式設定</a:t>
            </a:r>
          </a:p>
        </p:txBody>
      </p:sp>
      <p:sp>
        <p:nvSpPr>
          <p:cNvPr id="145412" name="Rectangle 4"/>
          <p:cNvSpPr>
            <a:spLocks noGrp="1" noChangeArrowheads="1"/>
          </p:cNvSpPr>
          <p:nvPr>
            <p:ph type="sldNum" sz="quarter" idx="4"/>
          </p:nvPr>
        </p:nvSpPr>
        <p:spPr>
          <a:xfrm>
            <a:off x="7099300" y="6245225"/>
            <a:ext cx="2311400" cy="476250"/>
          </a:xfrm>
        </p:spPr>
        <p:txBody>
          <a:bodyPr/>
          <a:lstStyle>
            <a:lvl1pPr>
              <a:defRPr/>
            </a:lvl1pPr>
          </a:lstStyle>
          <a:p>
            <a:r>
              <a:rPr lang="en-US" altLang="ja-JP"/>
              <a:t>- </a:t>
            </a:r>
            <a:fld id="{B38FC88F-4DB7-4BF9-BAE9-EA8C45A84E19}" type="slidenum">
              <a:rPr lang="en-US" altLang="ja-JP"/>
              <a:pPr/>
              <a:t>‹#›</a:t>
            </a:fld>
            <a:r>
              <a:rPr lang="en-US" altLang="ja-JP"/>
              <a:t> -</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latin typeface="游明朝" panose="02020400000000000000" pitchFamily="18" charset="-128"/>
                <a:ea typeface="游明朝" panose="02020400000000000000" pitchFamily="18" charset="-128"/>
              </a:defRPr>
            </a:lvl1pPr>
          </a:lstStyle>
          <a:p>
            <a:r>
              <a:rPr lang="ja-JP" altLang="en-US"/>
              <a:t>マスタ タイトルの書式設定</a:t>
            </a:r>
          </a:p>
        </p:txBody>
      </p:sp>
      <p:sp>
        <p:nvSpPr>
          <p:cNvPr id="3" name="コンテンツ プレースホルダ 2"/>
          <p:cNvSpPr>
            <a:spLocks noGrp="1"/>
          </p:cNvSpPr>
          <p:nvPr>
            <p:ph idx="1"/>
          </p:nvPr>
        </p:nvSpPr>
        <p:spPr/>
        <p:txBody>
          <a:bodyPr/>
          <a:lstStyle>
            <a:lvl1pPr>
              <a:defRPr>
                <a:latin typeface="游明朝" panose="02020400000000000000" pitchFamily="18" charset="-128"/>
                <a:ea typeface="游明朝" panose="02020400000000000000" pitchFamily="18" charset="-128"/>
              </a:defRPr>
            </a:lvl1pPr>
            <a:lvl2pPr>
              <a:defRPr>
                <a:latin typeface="游明朝" panose="02020400000000000000" pitchFamily="18" charset="-128"/>
                <a:ea typeface="游明朝" panose="02020400000000000000" pitchFamily="18" charset="-128"/>
              </a:defRPr>
            </a:lvl2pPr>
            <a:lvl3pPr>
              <a:defRPr>
                <a:latin typeface="游明朝" panose="02020400000000000000" pitchFamily="18" charset="-128"/>
                <a:ea typeface="游明朝" panose="02020400000000000000" pitchFamily="18" charset="-128"/>
              </a:defRPr>
            </a:lvl3pPr>
            <a:lvl4pPr>
              <a:defRPr>
                <a:latin typeface="游明朝" panose="02020400000000000000" pitchFamily="18" charset="-128"/>
                <a:ea typeface="游明朝" panose="02020400000000000000" pitchFamily="18" charset="-128"/>
              </a:defRPr>
            </a:lvl4pPr>
            <a:lvl5pPr>
              <a:defRPr>
                <a:latin typeface="游明朝" panose="02020400000000000000" pitchFamily="18" charset="-128"/>
                <a:ea typeface="游明朝" panose="02020400000000000000" pitchFamily="18" charset="-128"/>
              </a:defRPr>
            </a:lvl5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スライド番号プレースホルダ 3"/>
          <p:cNvSpPr>
            <a:spLocks noGrp="1"/>
          </p:cNvSpPr>
          <p:nvPr>
            <p:ph type="sldNum" sz="quarter" idx="10"/>
          </p:nvPr>
        </p:nvSpPr>
        <p:spPr/>
        <p:txBody>
          <a:bodyPr/>
          <a:lstStyle>
            <a:lvl1pPr>
              <a:defRPr>
                <a:latin typeface="游明朝" panose="02020400000000000000" pitchFamily="18" charset="-128"/>
                <a:ea typeface="游明朝" panose="02020400000000000000" pitchFamily="18" charset="-128"/>
              </a:defRPr>
            </a:lvl1pPr>
          </a:lstStyle>
          <a:p>
            <a:r>
              <a:rPr lang="en-US" altLang="ja-JP"/>
              <a:t>- </a:t>
            </a:r>
            <a:fld id="{CA30A823-9F59-4BEA-83CA-59D0BA70BD3F}" type="slidenum">
              <a:rPr lang="en-US" altLang="ja-JP" smtClean="0"/>
              <a:pPr/>
              <a:t>‹#›</a:t>
            </a:fld>
            <a:r>
              <a:rPr lang="en-US" altLang="ja-JP"/>
              <a:t> -</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782638" y="4406900"/>
            <a:ext cx="8420100" cy="1362075"/>
          </a:xfrm>
        </p:spPr>
        <p:txBody>
          <a:bodyPr/>
          <a:lstStyle>
            <a:lvl1pPr algn="l">
              <a:defRPr sz="4000" b="1" cap="all"/>
            </a:lvl1pPr>
          </a:lstStyle>
          <a:p>
            <a:r>
              <a:rPr lang="ja-JP" altLang="en-US"/>
              <a:t>マスタ タイトルの書式設定</a:t>
            </a:r>
          </a:p>
        </p:txBody>
      </p:sp>
      <p:sp>
        <p:nvSpPr>
          <p:cNvPr id="3" name="テキスト プレースホルダ 2"/>
          <p:cNvSpPr>
            <a:spLocks noGrp="1"/>
          </p:cNvSpPr>
          <p:nvPr>
            <p:ph type="body" idx="1"/>
          </p:nvPr>
        </p:nvSpPr>
        <p:spPr>
          <a:xfrm>
            <a:off x="782638" y="2906713"/>
            <a:ext cx="84201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ja-JP" altLang="en-US"/>
              <a:t>マスタ テキストの書式設定</a:t>
            </a:r>
          </a:p>
        </p:txBody>
      </p:sp>
      <p:sp>
        <p:nvSpPr>
          <p:cNvPr id="4" name="スライド番号プレースホルダ 3"/>
          <p:cNvSpPr>
            <a:spLocks noGrp="1"/>
          </p:cNvSpPr>
          <p:nvPr>
            <p:ph type="sldNum" sz="quarter" idx="10"/>
          </p:nvPr>
        </p:nvSpPr>
        <p:spPr/>
        <p:txBody>
          <a:bodyPr/>
          <a:lstStyle>
            <a:lvl1pPr>
              <a:defRPr/>
            </a:lvl1pPr>
          </a:lstStyle>
          <a:p>
            <a:r>
              <a:rPr lang="en-US" altLang="ja-JP"/>
              <a:t>- </a:t>
            </a:r>
            <a:fld id="{A3853A38-6643-46C6-9B6D-6EAD5623FDC3}" type="slidenum">
              <a:rPr lang="en-US" altLang="ja-JP"/>
              <a:pPr/>
              <a:t>‹#›</a:t>
            </a:fld>
            <a:r>
              <a:rPr lang="en-US" altLang="ja-JP"/>
              <a:t> -</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 タイトルの書式設定</a:t>
            </a:r>
          </a:p>
        </p:txBody>
      </p:sp>
      <p:sp>
        <p:nvSpPr>
          <p:cNvPr id="3" name="コンテンツ プレースホルダ 2"/>
          <p:cNvSpPr>
            <a:spLocks noGrp="1"/>
          </p:cNvSpPr>
          <p:nvPr>
            <p:ph sz="half" idx="1"/>
          </p:nvPr>
        </p:nvSpPr>
        <p:spPr>
          <a:xfrm>
            <a:off x="762000" y="1143000"/>
            <a:ext cx="413385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コンテンツ プレースホルダ 3"/>
          <p:cNvSpPr>
            <a:spLocks noGrp="1"/>
          </p:cNvSpPr>
          <p:nvPr>
            <p:ph sz="half" idx="2"/>
          </p:nvPr>
        </p:nvSpPr>
        <p:spPr>
          <a:xfrm>
            <a:off x="5048250" y="1143000"/>
            <a:ext cx="413385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スライド番号プレースホルダ 4"/>
          <p:cNvSpPr>
            <a:spLocks noGrp="1"/>
          </p:cNvSpPr>
          <p:nvPr>
            <p:ph type="sldNum" sz="quarter" idx="10"/>
          </p:nvPr>
        </p:nvSpPr>
        <p:spPr/>
        <p:txBody>
          <a:bodyPr/>
          <a:lstStyle>
            <a:lvl1pPr>
              <a:defRPr/>
            </a:lvl1pPr>
          </a:lstStyle>
          <a:p>
            <a:r>
              <a:rPr lang="en-US" altLang="ja-JP"/>
              <a:t>- </a:t>
            </a:r>
            <a:fld id="{9725E62F-DA14-45E9-9D0F-2227832B56C3}" type="slidenum">
              <a:rPr lang="en-US" altLang="ja-JP"/>
              <a:pPr/>
              <a:t>‹#›</a:t>
            </a:fld>
            <a:r>
              <a:rPr lang="en-US" altLang="ja-JP"/>
              <a:t> -</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a:xfrm>
            <a:off x="495300" y="274638"/>
            <a:ext cx="8915400" cy="1143000"/>
          </a:xfrm>
        </p:spPr>
        <p:txBody>
          <a:bodyPr/>
          <a:lstStyle>
            <a:lvl1pPr>
              <a:defRPr/>
            </a:lvl1pPr>
          </a:lstStyle>
          <a:p>
            <a:r>
              <a:rPr lang="ja-JP" altLang="en-US"/>
              <a:t>マスタ タイトルの書式設定</a:t>
            </a:r>
          </a:p>
        </p:txBody>
      </p:sp>
      <p:sp>
        <p:nvSpPr>
          <p:cNvPr id="3" name="テキスト プレースホルダ 2"/>
          <p:cNvSpPr>
            <a:spLocks noGrp="1"/>
          </p:cNvSpPr>
          <p:nvPr>
            <p:ph type="body" idx="1"/>
          </p:nvPr>
        </p:nvSpPr>
        <p:spPr>
          <a:xfrm>
            <a:off x="495300" y="1535113"/>
            <a:ext cx="437673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 テキストの書式設定</a:t>
            </a:r>
          </a:p>
        </p:txBody>
      </p:sp>
      <p:sp>
        <p:nvSpPr>
          <p:cNvPr id="4" name="コンテンツ プレースホルダ 3"/>
          <p:cNvSpPr>
            <a:spLocks noGrp="1"/>
          </p:cNvSpPr>
          <p:nvPr>
            <p:ph sz="half" idx="2"/>
          </p:nvPr>
        </p:nvSpPr>
        <p:spPr>
          <a:xfrm>
            <a:off x="495300" y="2174875"/>
            <a:ext cx="437673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テキスト プレースホルダ 4"/>
          <p:cNvSpPr>
            <a:spLocks noGrp="1"/>
          </p:cNvSpPr>
          <p:nvPr>
            <p:ph type="body" sz="quarter" idx="3"/>
          </p:nvPr>
        </p:nvSpPr>
        <p:spPr>
          <a:xfrm>
            <a:off x="5032375" y="1535113"/>
            <a:ext cx="437832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 テキストの書式設定</a:t>
            </a:r>
          </a:p>
        </p:txBody>
      </p:sp>
      <p:sp>
        <p:nvSpPr>
          <p:cNvPr id="6" name="コンテンツ プレースホルダ 5"/>
          <p:cNvSpPr>
            <a:spLocks noGrp="1"/>
          </p:cNvSpPr>
          <p:nvPr>
            <p:ph sz="quarter" idx="4"/>
          </p:nvPr>
        </p:nvSpPr>
        <p:spPr>
          <a:xfrm>
            <a:off x="5032375" y="2174875"/>
            <a:ext cx="437832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7" name="スライド番号プレースホルダ 6"/>
          <p:cNvSpPr>
            <a:spLocks noGrp="1"/>
          </p:cNvSpPr>
          <p:nvPr>
            <p:ph type="sldNum" sz="quarter" idx="10"/>
          </p:nvPr>
        </p:nvSpPr>
        <p:spPr/>
        <p:txBody>
          <a:bodyPr/>
          <a:lstStyle>
            <a:lvl1pPr>
              <a:defRPr/>
            </a:lvl1pPr>
          </a:lstStyle>
          <a:p>
            <a:r>
              <a:rPr lang="en-US" altLang="ja-JP"/>
              <a:t>- </a:t>
            </a:r>
            <a:fld id="{1095D257-8BCF-4C95-948D-2CCE036E7E14}" type="slidenum">
              <a:rPr lang="en-US" altLang="ja-JP"/>
              <a:pPr/>
              <a:t>‹#›</a:t>
            </a:fld>
            <a:r>
              <a:rPr lang="en-US" altLang="ja-JP"/>
              <a:t> -</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 タイトルの書式設定</a:t>
            </a:r>
          </a:p>
        </p:txBody>
      </p:sp>
      <p:sp>
        <p:nvSpPr>
          <p:cNvPr id="3" name="スライド番号プレースホルダ 2"/>
          <p:cNvSpPr>
            <a:spLocks noGrp="1"/>
          </p:cNvSpPr>
          <p:nvPr>
            <p:ph type="sldNum" sz="quarter" idx="10"/>
          </p:nvPr>
        </p:nvSpPr>
        <p:spPr/>
        <p:txBody>
          <a:bodyPr/>
          <a:lstStyle>
            <a:lvl1pPr>
              <a:defRPr/>
            </a:lvl1pPr>
          </a:lstStyle>
          <a:p>
            <a:r>
              <a:rPr lang="en-US" altLang="ja-JP"/>
              <a:t>- </a:t>
            </a:r>
            <a:fld id="{56D47030-1A1B-45D1-8567-F8A0E37E3401}" type="slidenum">
              <a:rPr lang="en-US" altLang="ja-JP"/>
              <a:pPr/>
              <a:t>‹#›</a:t>
            </a:fld>
            <a:r>
              <a:rPr lang="en-US" altLang="ja-JP"/>
              <a:t> -</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スライド番号プレースホルダ 1"/>
          <p:cNvSpPr>
            <a:spLocks noGrp="1"/>
          </p:cNvSpPr>
          <p:nvPr>
            <p:ph type="sldNum" sz="quarter" idx="10"/>
          </p:nvPr>
        </p:nvSpPr>
        <p:spPr/>
        <p:txBody>
          <a:bodyPr/>
          <a:lstStyle>
            <a:lvl1pPr>
              <a:defRPr/>
            </a:lvl1pPr>
          </a:lstStyle>
          <a:p>
            <a:r>
              <a:rPr lang="en-US" altLang="ja-JP"/>
              <a:t>- </a:t>
            </a:r>
            <a:fld id="{9ECE9E63-EAB2-4367-B075-00439537BF4F}" type="slidenum">
              <a:rPr lang="en-US" altLang="ja-JP"/>
              <a:pPr/>
              <a:t>‹#›</a:t>
            </a:fld>
            <a:r>
              <a:rPr lang="en-US" altLang="ja-JP"/>
              <a:t> -</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95300" y="273050"/>
            <a:ext cx="3259138" cy="1162050"/>
          </a:xfrm>
        </p:spPr>
        <p:txBody>
          <a:bodyPr anchor="b"/>
          <a:lstStyle>
            <a:lvl1pPr algn="l">
              <a:defRPr sz="2000" b="1"/>
            </a:lvl1pPr>
          </a:lstStyle>
          <a:p>
            <a:r>
              <a:rPr lang="ja-JP" altLang="en-US"/>
              <a:t>マスタ タイトルの書式設定</a:t>
            </a:r>
          </a:p>
        </p:txBody>
      </p:sp>
      <p:sp>
        <p:nvSpPr>
          <p:cNvPr id="3" name="コンテンツ プレースホルダ 2"/>
          <p:cNvSpPr>
            <a:spLocks noGrp="1"/>
          </p:cNvSpPr>
          <p:nvPr>
            <p:ph idx="1"/>
          </p:nvPr>
        </p:nvSpPr>
        <p:spPr>
          <a:xfrm>
            <a:off x="3873500" y="273050"/>
            <a:ext cx="553720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テキスト プレースホルダ 3"/>
          <p:cNvSpPr>
            <a:spLocks noGrp="1"/>
          </p:cNvSpPr>
          <p:nvPr>
            <p:ph type="body" sz="half" idx="2"/>
          </p:nvPr>
        </p:nvSpPr>
        <p:spPr>
          <a:xfrm>
            <a:off x="495300" y="1435100"/>
            <a:ext cx="3259138"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 テキストの書式設定</a:t>
            </a:r>
          </a:p>
        </p:txBody>
      </p:sp>
      <p:sp>
        <p:nvSpPr>
          <p:cNvPr id="5" name="スライド番号プレースホルダ 4"/>
          <p:cNvSpPr>
            <a:spLocks noGrp="1"/>
          </p:cNvSpPr>
          <p:nvPr>
            <p:ph type="sldNum" sz="quarter" idx="10"/>
          </p:nvPr>
        </p:nvSpPr>
        <p:spPr/>
        <p:txBody>
          <a:bodyPr/>
          <a:lstStyle>
            <a:lvl1pPr>
              <a:defRPr/>
            </a:lvl1pPr>
          </a:lstStyle>
          <a:p>
            <a:r>
              <a:rPr lang="en-US" altLang="ja-JP"/>
              <a:t>- </a:t>
            </a:r>
            <a:fld id="{DE2A1C3A-F321-4F12-8F70-4DA58807FCAC}" type="slidenum">
              <a:rPr lang="en-US" altLang="ja-JP"/>
              <a:pPr/>
              <a:t>‹#›</a:t>
            </a:fld>
            <a:r>
              <a:rPr lang="en-US" altLang="ja-JP"/>
              <a:t> -</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1941513" y="4800600"/>
            <a:ext cx="5943600" cy="566738"/>
          </a:xfrm>
        </p:spPr>
        <p:txBody>
          <a:bodyPr anchor="b"/>
          <a:lstStyle>
            <a:lvl1pPr algn="l">
              <a:defRPr sz="2000" b="1"/>
            </a:lvl1pPr>
          </a:lstStyle>
          <a:p>
            <a:r>
              <a:rPr lang="ja-JP" altLang="en-US"/>
              <a:t>マスタ タイトルの書式設定</a:t>
            </a:r>
          </a:p>
        </p:txBody>
      </p:sp>
      <p:sp>
        <p:nvSpPr>
          <p:cNvPr id="3" name="図プレースホルダ 2"/>
          <p:cNvSpPr>
            <a:spLocks noGrp="1"/>
          </p:cNvSpPr>
          <p:nvPr>
            <p:ph type="pic" idx="1"/>
          </p:nvPr>
        </p:nvSpPr>
        <p:spPr>
          <a:xfrm>
            <a:off x="1941513" y="612775"/>
            <a:ext cx="59436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ja-JP" altLang="en-US"/>
          </a:p>
        </p:txBody>
      </p:sp>
      <p:sp>
        <p:nvSpPr>
          <p:cNvPr id="4" name="テキスト プレースホルダ 3"/>
          <p:cNvSpPr>
            <a:spLocks noGrp="1"/>
          </p:cNvSpPr>
          <p:nvPr>
            <p:ph type="body" sz="half" idx="2"/>
          </p:nvPr>
        </p:nvSpPr>
        <p:spPr>
          <a:xfrm>
            <a:off x="1941513" y="5367338"/>
            <a:ext cx="59436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 テキストの書式設定</a:t>
            </a:r>
          </a:p>
        </p:txBody>
      </p:sp>
      <p:sp>
        <p:nvSpPr>
          <p:cNvPr id="5" name="スライド番号プレースホルダ 4"/>
          <p:cNvSpPr>
            <a:spLocks noGrp="1"/>
          </p:cNvSpPr>
          <p:nvPr>
            <p:ph type="sldNum" sz="quarter" idx="10"/>
          </p:nvPr>
        </p:nvSpPr>
        <p:spPr/>
        <p:txBody>
          <a:bodyPr/>
          <a:lstStyle>
            <a:lvl1pPr>
              <a:defRPr/>
            </a:lvl1pPr>
          </a:lstStyle>
          <a:p>
            <a:r>
              <a:rPr lang="en-US" altLang="ja-JP"/>
              <a:t>- </a:t>
            </a:r>
            <a:fld id="{43E646AD-98B5-430F-85F9-03BA9EE15C19}" type="slidenum">
              <a:rPr lang="en-US" altLang="ja-JP"/>
              <a:pPr/>
              <a:t>‹#›</a:t>
            </a:fld>
            <a:r>
              <a:rPr lang="en-US" altLang="ja-JP"/>
              <a:t> -</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 タイトルの書式設定</a:t>
            </a:r>
          </a:p>
        </p:txBody>
      </p:sp>
      <p:sp>
        <p:nvSpPr>
          <p:cNvPr id="3" name="縦書きテキスト プレースホルダ 2"/>
          <p:cNvSpPr>
            <a:spLocks noGrp="1"/>
          </p:cNvSpPr>
          <p:nvPr>
            <p:ph type="body" orient="vert" idx="1"/>
          </p:nvPr>
        </p:nvSpPr>
        <p:spPr/>
        <p:txBody>
          <a:bodyPr vert="eaVert"/>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スライド番号プレースホルダ 3"/>
          <p:cNvSpPr>
            <a:spLocks noGrp="1"/>
          </p:cNvSpPr>
          <p:nvPr>
            <p:ph type="sldNum" sz="quarter" idx="10"/>
          </p:nvPr>
        </p:nvSpPr>
        <p:spPr/>
        <p:txBody>
          <a:bodyPr/>
          <a:lstStyle>
            <a:lvl1pPr>
              <a:defRPr/>
            </a:lvl1pPr>
          </a:lstStyle>
          <a:p>
            <a:r>
              <a:rPr lang="en-US" altLang="ja-JP"/>
              <a:t>- </a:t>
            </a:r>
            <a:fld id="{917D3436-7176-40CD-99B1-ACC8E5D6CCDC}" type="slidenum">
              <a:rPr lang="en-US" altLang="ja-JP"/>
              <a:pPr/>
              <a:t>‹#›</a:t>
            </a:fld>
            <a:r>
              <a:rPr lang="en-US" altLang="ja-JP"/>
              <a:t> -</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7072313" y="228600"/>
            <a:ext cx="2109787" cy="5029200"/>
          </a:xfrm>
        </p:spPr>
        <p:txBody>
          <a:bodyPr vert="eaVert"/>
          <a:lstStyle/>
          <a:p>
            <a:r>
              <a:rPr lang="ja-JP" altLang="en-US"/>
              <a:t>マスタ タイトルの書式設定</a:t>
            </a:r>
          </a:p>
        </p:txBody>
      </p:sp>
      <p:sp>
        <p:nvSpPr>
          <p:cNvPr id="3" name="縦書きテキスト プレースホルダ 2"/>
          <p:cNvSpPr>
            <a:spLocks noGrp="1"/>
          </p:cNvSpPr>
          <p:nvPr>
            <p:ph type="body" orient="vert" idx="1"/>
          </p:nvPr>
        </p:nvSpPr>
        <p:spPr>
          <a:xfrm>
            <a:off x="742950" y="228600"/>
            <a:ext cx="6176963" cy="5029200"/>
          </a:xfrm>
        </p:spPr>
        <p:txBody>
          <a:bodyPr vert="eaVert"/>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スライド番号プレースホルダ 3"/>
          <p:cNvSpPr>
            <a:spLocks noGrp="1"/>
          </p:cNvSpPr>
          <p:nvPr>
            <p:ph type="sldNum" sz="quarter" idx="10"/>
          </p:nvPr>
        </p:nvSpPr>
        <p:spPr/>
        <p:txBody>
          <a:bodyPr/>
          <a:lstStyle>
            <a:lvl1pPr>
              <a:defRPr/>
            </a:lvl1pPr>
          </a:lstStyle>
          <a:p>
            <a:r>
              <a:rPr lang="en-US" altLang="ja-JP"/>
              <a:t>- </a:t>
            </a:r>
            <a:fld id="{8D868523-4C19-4045-A8A6-358579839152}" type="slidenum">
              <a:rPr lang="en-US" altLang="ja-JP"/>
              <a:pPr/>
              <a:t>‹#›</a:t>
            </a:fld>
            <a:r>
              <a:rPr lang="en-US" altLang="ja-JP"/>
              <a:t> -</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タイトル、テキスト、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742950" y="228600"/>
            <a:ext cx="8420100" cy="762000"/>
          </a:xfrm>
        </p:spPr>
        <p:txBody>
          <a:bodyPr/>
          <a:lstStyle/>
          <a:p>
            <a:r>
              <a:rPr lang="ja-JP" altLang="en-US"/>
              <a:t>マスタ タイトルの書式設定</a:t>
            </a:r>
          </a:p>
        </p:txBody>
      </p:sp>
      <p:sp>
        <p:nvSpPr>
          <p:cNvPr id="3" name="テキスト プレースホルダ 2"/>
          <p:cNvSpPr>
            <a:spLocks noGrp="1"/>
          </p:cNvSpPr>
          <p:nvPr>
            <p:ph type="body" sz="half" idx="1"/>
          </p:nvPr>
        </p:nvSpPr>
        <p:spPr>
          <a:xfrm>
            <a:off x="762000" y="1143000"/>
            <a:ext cx="4133850" cy="4114800"/>
          </a:xfrm>
        </p:spPr>
        <p:txBody>
          <a:body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コンテンツ プレースホルダ 3"/>
          <p:cNvSpPr>
            <a:spLocks noGrp="1"/>
          </p:cNvSpPr>
          <p:nvPr>
            <p:ph sz="half" idx="2"/>
          </p:nvPr>
        </p:nvSpPr>
        <p:spPr>
          <a:xfrm>
            <a:off x="5048250" y="1143000"/>
            <a:ext cx="4133850" cy="4114800"/>
          </a:xfrm>
        </p:spPr>
        <p:txBody>
          <a:body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スライド番号プレースホルダ 4"/>
          <p:cNvSpPr>
            <a:spLocks noGrp="1"/>
          </p:cNvSpPr>
          <p:nvPr>
            <p:ph type="sldNum" sz="quarter" idx="10"/>
          </p:nvPr>
        </p:nvSpPr>
        <p:spPr>
          <a:xfrm>
            <a:off x="7842250" y="6705600"/>
            <a:ext cx="2063750" cy="152400"/>
          </a:xfrm>
        </p:spPr>
        <p:txBody>
          <a:bodyPr/>
          <a:lstStyle>
            <a:lvl1pPr>
              <a:defRPr/>
            </a:lvl1pPr>
          </a:lstStyle>
          <a:p>
            <a:r>
              <a:rPr lang="en-US" altLang="ja-JP"/>
              <a:t>- </a:t>
            </a:r>
            <a:fld id="{B69994D9-43CA-43F7-BDFA-91EFCACFA470}" type="slidenum">
              <a:rPr lang="en-US" altLang="ja-JP"/>
              <a:pPr/>
              <a:t>‹#›</a:t>
            </a:fld>
            <a:r>
              <a:rPr lang="en-US" altLang="ja-JP"/>
              <a:t> -</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ONE COLUMN TEXT">
    <p:spTree>
      <p:nvGrpSpPr>
        <p:cNvPr id="1" name=""/>
        <p:cNvGrpSpPr/>
        <p:nvPr/>
      </p:nvGrpSpPr>
      <p:grpSpPr>
        <a:xfrm>
          <a:off x="0" y="0"/>
          <a:ext cx="0" cy="0"/>
          <a:chOff x="0" y="0"/>
          <a:chExt cx="0" cy="0"/>
        </a:xfrm>
      </p:grpSpPr>
      <p:sp>
        <p:nvSpPr>
          <p:cNvPr id="9" name="Text Placeholder 8"/>
          <p:cNvSpPr>
            <a:spLocks noGrp="1"/>
          </p:cNvSpPr>
          <p:nvPr>
            <p:ph type="body" sz="quarter" idx="10"/>
          </p:nvPr>
        </p:nvSpPr>
        <p:spPr>
          <a:xfrm>
            <a:off x="825600" y="1422400"/>
            <a:ext cx="8254800" cy="4604400"/>
          </a:xfrm>
        </p:spPr>
        <p:txBody>
          <a:bodyPr/>
          <a:lstStyle>
            <a:lvl1pPr>
              <a:defRPr sz="975"/>
            </a:lvl1pPr>
            <a:lvl2pPr>
              <a:defRPr sz="975"/>
            </a:lvl2pPr>
            <a:lvl3pPr>
              <a:defRPr sz="975"/>
            </a:lvl3pPr>
            <a:lvl4pPr>
              <a:defRPr sz="975"/>
            </a:lvl4pPr>
            <a:lvl5pPr>
              <a:defRPr sz="975"/>
            </a:lvl5pPr>
          </a:lstStyle>
          <a:p>
            <a:pPr lvl="0"/>
            <a:r>
              <a:rPr lang="ja-JP" altLang="en-US" dirty="0"/>
              <a:t>マスター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endParaRPr lang="en-GB" dirty="0"/>
          </a:p>
        </p:txBody>
      </p:sp>
      <p:sp>
        <p:nvSpPr>
          <p:cNvPr id="5" name="Text Placeholder 4"/>
          <p:cNvSpPr>
            <a:spLocks noGrp="1"/>
          </p:cNvSpPr>
          <p:nvPr>
            <p:ph type="body" sz="quarter" idx="11" hasCustomPrompt="1"/>
          </p:nvPr>
        </p:nvSpPr>
        <p:spPr>
          <a:xfrm>
            <a:off x="825600" y="203863"/>
            <a:ext cx="8254800" cy="169200"/>
          </a:xfrm>
        </p:spPr>
        <p:txBody>
          <a:bodyPr anchor="b"/>
          <a:lstStyle>
            <a:lvl1pPr>
              <a:spcAft>
                <a:spcPts val="0"/>
              </a:spcAft>
              <a:defRPr sz="975"/>
            </a:lvl1pPr>
          </a:lstStyle>
          <a:p>
            <a:pPr lvl="0"/>
            <a:r>
              <a:rPr lang="en-US" dirty="0"/>
              <a:t>Super title here</a:t>
            </a:r>
          </a:p>
        </p:txBody>
      </p:sp>
      <p:sp>
        <p:nvSpPr>
          <p:cNvPr id="6" name="Title 5"/>
          <p:cNvSpPr>
            <a:spLocks noGrp="1"/>
          </p:cNvSpPr>
          <p:nvPr>
            <p:ph type="title"/>
          </p:nvPr>
        </p:nvSpPr>
        <p:spPr>
          <a:xfrm>
            <a:off x="825600" y="451575"/>
            <a:ext cx="8254800" cy="723600"/>
          </a:xfrm>
        </p:spPr>
        <p:txBody>
          <a:bodyPr/>
          <a:lstStyle>
            <a:lvl1pPr>
              <a:defRPr sz="1950"/>
            </a:lvl1pPr>
          </a:lstStyle>
          <a:p>
            <a:r>
              <a:rPr lang="ja-JP" altLang="en-US" dirty="0"/>
              <a:t>マスター タイトルの書式設定</a:t>
            </a:r>
            <a:endParaRPr lang="en-GB" dirty="0"/>
          </a:p>
        </p:txBody>
      </p:sp>
    </p:spTree>
    <p:extLst>
      <p:ext uri="{BB962C8B-B14F-4D97-AF65-F5344CB8AC3E}">
        <p14:creationId xmlns:p14="http://schemas.microsoft.com/office/powerpoint/2010/main" val="263364782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スライドタイトルとメッセージ">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p:txBody>
          <a:bodyPr/>
          <a:lstStyle>
            <a:lvl1pPr>
              <a:defRPr sz="2200"/>
            </a:lvl1pPr>
          </a:lstStyle>
          <a:p>
            <a:r>
              <a:rPr lang="ja-JP" altLang="en-US" dirty="0"/>
              <a:t>スライドタイトルの入力</a:t>
            </a:r>
          </a:p>
        </p:txBody>
      </p:sp>
      <p:sp>
        <p:nvSpPr>
          <p:cNvPr id="3" name="コンテンツ プレースホルダー 2"/>
          <p:cNvSpPr>
            <a:spLocks noGrp="1"/>
          </p:cNvSpPr>
          <p:nvPr>
            <p:ph idx="1" hasCustomPrompt="1"/>
          </p:nvPr>
        </p:nvSpPr>
        <p:spPr>
          <a:xfrm>
            <a:off x="2" y="604362"/>
            <a:ext cx="8994510" cy="481489"/>
          </a:xfrm>
        </p:spPr>
        <p:txBody>
          <a:bodyPr/>
          <a:lstStyle>
            <a:lvl1pPr marL="0" indent="0">
              <a:lnSpc>
                <a:spcPts val="1900"/>
              </a:lnSpc>
              <a:buNone/>
              <a:defRPr sz="2000" b="1"/>
            </a:lvl1pPr>
            <a:lvl2pPr marL="177800" indent="0">
              <a:buNone/>
              <a:defRPr b="1"/>
            </a:lvl2pPr>
            <a:lvl3pPr marL="355600" indent="0">
              <a:buNone/>
              <a:defRPr b="1"/>
            </a:lvl3pPr>
          </a:lstStyle>
          <a:p>
            <a:pPr lvl="0"/>
            <a:r>
              <a:rPr lang="ja-JP" altLang="en-US" dirty="0"/>
              <a:t>メッセージの入力（</a:t>
            </a:r>
            <a:r>
              <a:rPr lang="en-US" altLang="ja-JP" dirty="0"/>
              <a:t>50</a:t>
            </a:r>
            <a:r>
              <a:rPr lang="ja-JP" altLang="en-US" dirty="0"/>
              <a:t>文字以内）</a:t>
            </a:r>
            <a:endParaRPr lang="en-US" altLang="ja-JP" dirty="0"/>
          </a:p>
        </p:txBody>
      </p:sp>
    </p:spTree>
    <p:extLst>
      <p:ext uri="{BB962C8B-B14F-4D97-AF65-F5344CB8AC3E}">
        <p14:creationId xmlns:p14="http://schemas.microsoft.com/office/powerpoint/2010/main" val="1317561467"/>
      </p:ext>
    </p:extLst>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itle" preserve="1">
  <p:cSld name="タイトル スライド">
    <p:spTree>
      <p:nvGrpSpPr>
        <p:cNvPr id="1" name=""/>
        <p:cNvGrpSpPr/>
        <p:nvPr/>
      </p:nvGrpSpPr>
      <p:grpSpPr>
        <a:xfrm>
          <a:off x="0" y="0"/>
          <a:ext cx="0" cy="0"/>
          <a:chOff x="0" y="0"/>
          <a:chExt cx="0" cy="0"/>
        </a:xfrm>
      </p:grpSpPr>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 タイトルの書式設定</a:t>
            </a:r>
          </a:p>
        </p:txBody>
      </p:sp>
      <p:sp>
        <p:nvSpPr>
          <p:cNvPr id="3" name="コンテンツ プレースホルダ 2"/>
          <p:cNvSpPr>
            <a:spLocks noGrp="1"/>
          </p:cNvSpPr>
          <p:nvPr>
            <p:ph idx="1"/>
          </p:nvPr>
        </p:nvSpPr>
        <p:spPr/>
        <p:txBody>
          <a:body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スライド番号プレースホルダ 3"/>
          <p:cNvSpPr>
            <a:spLocks noGrp="1"/>
          </p:cNvSpPr>
          <p:nvPr>
            <p:ph type="sldNum" sz="quarter" idx="10"/>
          </p:nvPr>
        </p:nvSpPr>
        <p:spPr/>
        <p:txBody>
          <a:bodyPr/>
          <a:lstStyle>
            <a:lvl1pPr>
              <a:defRPr/>
            </a:lvl1pPr>
          </a:lstStyle>
          <a:p>
            <a:r>
              <a:rPr lang="en-US" altLang="ja-JP"/>
              <a:t>- </a:t>
            </a:r>
            <a:fld id="{F096DCCB-D34B-42ED-8936-D7526D01D74B}" type="slidenum">
              <a:rPr lang="en-US" altLang="ja-JP"/>
              <a:pPr/>
              <a:t>‹#›</a:t>
            </a:fld>
            <a:r>
              <a:rPr lang="en-US" altLang="ja-JP"/>
              <a:t> -</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782638" y="4406900"/>
            <a:ext cx="8420100" cy="1362075"/>
          </a:xfrm>
        </p:spPr>
        <p:txBody>
          <a:bodyPr/>
          <a:lstStyle>
            <a:lvl1pPr algn="l">
              <a:defRPr sz="4000" b="1" cap="all"/>
            </a:lvl1pPr>
          </a:lstStyle>
          <a:p>
            <a:r>
              <a:rPr lang="ja-JP" altLang="en-US"/>
              <a:t>マスタ タイトルの書式設定</a:t>
            </a:r>
          </a:p>
        </p:txBody>
      </p:sp>
      <p:sp>
        <p:nvSpPr>
          <p:cNvPr id="3" name="テキスト プレースホルダ 2"/>
          <p:cNvSpPr>
            <a:spLocks noGrp="1"/>
          </p:cNvSpPr>
          <p:nvPr>
            <p:ph type="body" idx="1"/>
          </p:nvPr>
        </p:nvSpPr>
        <p:spPr>
          <a:xfrm>
            <a:off x="782638" y="2906713"/>
            <a:ext cx="84201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ja-JP" altLang="en-US"/>
              <a:t>マスタ テキストの書式設定</a:t>
            </a:r>
          </a:p>
        </p:txBody>
      </p:sp>
      <p:sp>
        <p:nvSpPr>
          <p:cNvPr id="4" name="スライド番号プレースホルダ 3"/>
          <p:cNvSpPr>
            <a:spLocks noGrp="1"/>
          </p:cNvSpPr>
          <p:nvPr>
            <p:ph type="sldNum" sz="quarter" idx="10"/>
          </p:nvPr>
        </p:nvSpPr>
        <p:spPr/>
        <p:txBody>
          <a:bodyPr/>
          <a:lstStyle>
            <a:lvl1pPr>
              <a:defRPr/>
            </a:lvl1pPr>
          </a:lstStyle>
          <a:p>
            <a:r>
              <a:rPr lang="en-US" altLang="ja-JP"/>
              <a:t>- </a:t>
            </a:r>
            <a:fld id="{F3D06492-1C47-4C90-AC37-D1103EFBCFAF}" type="slidenum">
              <a:rPr lang="en-US" altLang="ja-JP"/>
              <a:pPr/>
              <a:t>‹#›</a:t>
            </a:fld>
            <a:r>
              <a:rPr lang="en-US" altLang="ja-JP"/>
              <a:t> -</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 タイトルの書式設定</a:t>
            </a:r>
          </a:p>
        </p:txBody>
      </p:sp>
      <p:sp>
        <p:nvSpPr>
          <p:cNvPr id="3" name="コンテンツ プレースホルダ 2"/>
          <p:cNvSpPr>
            <a:spLocks noGrp="1"/>
          </p:cNvSpPr>
          <p:nvPr>
            <p:ph sz="half" idx="1"/>
          </p:nvPr>
        </p:nvSpPr>
        <p:spPr>
          <a:xfrm>
            <a:off x="762000" y="1600200"/>
            <a:ext cx="413385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コンテンツ プレースホルダ 3"/>
          <p:cNvSpPr>
            <a:spLocks noGrp="1"/>
          </p:cNvSpPr>
          <p:nvPr>
            <p:ph sz="half" idx="2"/>
          </p:nvPr>
        </p:nvSpPr>
        <p:spPr>
          <a:xfrm>
            <a:off x="5048250" y="1600200"/>
            <a:ext cx="413385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スライド番号プレースホルダ 4"/>
          <p:cNvSpPr>
            <a:spLocks noGrp="1"/>
          </p:cNvSpPr>
          <p:nvPr>
            <p:ph type="sldNum" sz="quarter" idx="10"/>
          </p:nvPr>
        </p:nvSpPr>
        <p:spPr/>
        <p:txBody>
          <a:bodyPr/>
          <a:lstStyle>
            <a:lvl1pPr>
              <a:defRPr/>
            </a:lvl1pPr>
          </a:lstStyle>
          <a:p>
            <a:r>
              <a:rPr lang="en-US" altLang="ja-JP"/>
              <a:t>- </a:t>
            </a:r>
            <a:fld id="{BBA0488A-6755-4345-AD60-2C85B1085E21}" type="slidenum">
              <a:rPr lang="en-US" altLang="ja-JP"/>
              <a:pPr/>
              <a:t>‹#›</a:t>
            </a:fld>
            <a:r>
              <a:rPr lang="en-US" altLang="ja-JP"/>
              <a:t> -</a:t>
            </a: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a:xfrm>
            <a:off x="495300" y="274638"/>
            <a:ext cx="8915400" cy="1143000"/>
          </a:xfrm>
        </p:spPr>
        <p:txBody>
          <a:bodyPr/>
          <a:lstStyle>
            <a:lvl1pPr>
              <a:defRPr/>
            </a:lvl1pPr>
          </a:lstStyle>
          <a:p>
            <a:r>
              <a:rPr lang="ja-JP" altLang="en-US"/>
              <a:t>マスタ タイトルの書式設定</a:t>
            </a:r>
          </a:p>
        </p:txBody>
      </p:sp>
      <p:sp>
        <p:nvSpPr>
          <p:cNvPr id="3" name="テキスト プレースホルダ 2"/>
          <p:cNvSpPr>
            <a:spLocks noGrp="1"/>
          </p:cNvSpPr>
          <p:nvPr>
            <p:ph type="body" idx="1"/>
          </p:nvPr>
        </p:nvSpPr>
        <p:spPr>
          <a:xfrm>
            <a:off x="495300" y="1535113"/>
            <a:ext cx="437673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 テキストの書式設定</a:t>
            </a:r>
          </a:p>
        </p:txBody>
      </p:sp>
      <p:sp>
        <p:nvSpPr>
          <p:cNvPr id="4" name="コンテンツ プレースホルダ 3"/>
          <p:cNvSpPr>
            <a:spLocks noGrp="1"/>
          </p:cNvSpPr>
          <p:nvPr>
            <p:ph sz="half" idx="2"/>
          </p:nvPr>
        </p:nvSpPr>
        <p:spPr>
          <a:xfrm>
            <a:off x="495300" y="2174875"/>
            <a:ext cx="437673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テキスト プレースホルダ 4"/>
          <p:cNvSpPr>
            <a:spLocks noGrp="1"/>
          </p:cNvSpPr>
          <p:nvPr>
            <p:ph type="body" sz="quarter" idx="3"/>
          </p:nvPr>
        </p:nvSpPr>
        <p:spPr>
          <a:xfrm>
            <a:off x="5032375" y="1535113"/>
            <a:ext cx="437832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 テキストの書式設定</a:t>
            </a:r>
          </a:p>
        </p:txBody>
      </p:sp>
      <p:sp>
        <p:nvSpPr>
          <p:cNvPr id="6" name="コンテンツ プレースホルダ 5"/>
          <p:cNvSpPr>
            <a:spLocks noGrp="1"/>
          </p:cNvSpPr>
          <p:nvPr>
            <p:ph sz="quarter" idx="4"/>
          </p:nvPr>
        </p:nvSpPr>
        <p:spPr>
          <a:xfrm>
            <a:off x="5032375" y="2174875"/>
            <a:ext cx="437832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7" name="スライド番号プレースホルダ 6"/>
          <p:cNvSpPr>
            <a:spLocks noGrp="1"/>
          </p:cNvSpPr>
          <p:nvPr>
            <p:ph type="sldNum" sz="quarter" idx="10"/>
          </p:nvPr>
        </p:nvSpPr>
        <p:spPr/>
        <p:txBody>
          <a:bodyPr/>
          <a:lstStyle>
            <a:lvl1pPr>
              <a:defRPr/>
            </a:lvl1pPr>
          </a:lstStyle>
          <a:p>
            <a:r>
              <a:rPr lang="en-US" altLang="ja-JP"/>
              <a:t>- </a:t>
            </a:r>
            <a:fld id="{6E4A3276-2EA3-4B9C-B69B-945AF5BEA1B2}" type="slidenum">
              <a:rPr lang="en-US" altLang="ja-JP"/>
              <a:pPr/>
              <a:t>‹#›</a:t>
            </a:fld>
            <a:r>
              <a:rPr lang="en-US" altLang="ja-JP"/>
              <a:t> -</a:t>
            </a: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 タイトルの書式設定</a:t>
            </a:r>
          </a:p>
        </p:txBody>
      </p:sp>
      <p:sp>
        <p:nvSpPr>
          <p:cNvPr id="3" name="スライド番号プレースホルダ 2"/>
          <p:cNvSpPr>
            <a:spLocks noGrp="1"/>
          </p:cNvSpPr>
          <p:nvPr>
            <p:ph type="sldNum" sz="quarter" idx="10"/>
          </p:nvPr>
        </p:nvSpPr>
        <p:spPr/>
        <p:txBody>
          <a:bodyPr/>
          <a:lstStyle>
            <a:lvl1pPr>
              <a:defRPr/>
            </a:lvl1pPr>
          </a:lstStyle>
          <a:p>
            <a:r>
              <a:rPr lang="en-US" altLang="ja-JP"/>
              <a:t>- </a:t>
            </a:r>
            <a:fld id="{D82D7397-2D42-4A10-9D6A-C7AD4F498214}" type="slidenum">
              <a:rPr lang="en-US" altLang="ja-JP"/>
              <a:pPr/>
              <a:t>‹#›</a:t>
            </a:fld>
            <a:r>
              <a:rPr lang="en-US" altLang="ja-JP"/>
              <a:t> -</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スライド番号プレースホルダ 1"/>
          <p:cNvSpPr>
            <a:spLocks noGrp="1"/>
          </p:cNvSpPr>
          <p:nvPr>
            <p:ph type="sldNum" sz="quarter" idx="10"/>
          </p:nvPr>
        </p:nvSpPr>
        <p:spPr/>
        <p:txBody>
          <a:bodyPr/>
          <a:lstStyle>
            <a:lvl1pPr>
              <a:defRPr/>
            </a:lvl1pPr>
          </a:lstStyle>
          <a:p>
            <a:r>
              <a:rPr lang="en-US" altLang="ja-JP"/>
              <a:t>- </a:t>
            </a:r>
            <a:fld id="{480CF548-966D-4085-A29F-CF081613B762}" type="slidenum">
              <a:rPr lang="en-US" altLang="ja-JP"/>
              <a:pPr/>
              <a:t>‹#›</a:t>
            </a:fld>
            <a:r>
              <a:rPr lang="en-US" altLang="ja-JP"/>
              <a:t> -</a:t>
            </a: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95300" y="273050"/>
            <a:ext cx="3259138" cy="1162050"/>
          </a:xfrm>
        </p:spPr>
        <p:txBody>
          <a:bodyPr anchor="b"/>
          <a:lstStyle>
            <a:lvl1pPr algn="l">
              <a:defRPr sz="2000" b="1"/>
            </a:lvl1pPr>
          </a:lstStyle>
          <a:p>
            <a:r>
              <a:rPr lang="ja-JP" altLang="en-US"/>
              <a:t>マスタ タイトルの書式設定</a:t>
            </a:r>
          </a:p>
        </p:txBody>
      </p:sp>
      <p:sp>
        <p:nvSpPr>
          <p:cNvPr id="3" name="コンテンツ プレースホルダ 2"/>
          <p:cNvSpPr>
            <a:spLocks noGrp="1"/>
          </p:cNvSpPr>
          <p:nvPr>
            <p:ph idx="1"/>
          </p:nvPr>
        </p:nvSpPr>
        <p:spPr>
          <a:xfrm>
            <a:off x="3873500" y="273050"/>
            <a:ext cx="553720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テキスト プレースホルダ 3"/>
          <p:cNvSpPr>
            <a:spLocks noGrp="1"/>
          </p:cNvSpPr>
          <p:nvPr>
            <p:ph type="body" sz="half" idx="2"/>
          </p:nvPr>
        </p:nvSpPr>
        <p:spPr>
          <a:xfrm>
            <a:off x="495300" y="1435100"/>
            <a:ext cx="3259138"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 テキストの書式設定</a:t>
            </a:r>
          </a:p>
        </p:txBody>
      </p:sp>
      <p:sp>
        <p:nvSpPr>
          <p:cNvPr id="5" name="スライド番号プレースホルダ 4"/>
          <p:cNvSpPr>
            <a:spLocks noGrp="1"/>
          </p:cNvSpPr>
          <p:nvPr>
            <p:ph type="sldNum" sz="quarter" idx="10"/>
          </p:nvPr>
        </p:nvSpPr>
        <p:spPr/>
        <p:txBody>
          <a:bodyPr/>
          <a:lstStyle>
            <a:lvl1pPr>
              <a:defRPr/>
            </a:lvl1pPr>
          </a:lstStyle>
          <a:p>
            <a:r>
              <a:rPr lang="en-US" altLang="ja-JP"/>
              <a:t>- </a:t>
            </a:r>
            <a:fld id="{B59E1214-F448-4C03-81AE-D966000B8FA4}" type="slidenum">
              <a:rPr lang="en-US" altLang="ja-JP"/>
              <a:pPr/>
              <a:t>‹#›</a:t>
            </a:fld>
            <a:r>
              <a:rPr lang="en-US" altLang="ja-JP"/>
              <a:t> -</a:t>
            </a: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1941513" y="4800600"/>
            <a:ext cx="5943600" cy="566738"/>
          </a:xfrm>
        </p:spPr>
        <p:txBody>
          <a:bodyPr anchor="b"/>
          <a:lstStyle>
            <a:lvl1pPr algn="l">
              <a:defRPr sz="2000" b="1"/>
            </a:lvl1pPr>
          </a:lstStyle>
          <a:p>
            <a:r>
              <a:rPr lang="ja-JP" altLang="en-US"/>
              <a:t>マスタ タイトルの書式設定</a:t>
            </a:r>
          </a:p>
        </p:txBody>
      </p:sp>
      <p:sp>
        <p:nvSpPr>
          <p:cNvPr id="3" name="図プレースホルダ 2"/>
          <p:cNvSpPr>
            <a:spLocks noGrp="1"/>
          </p:cNvSpPr>
          <p:nvPr>
            <p:ph type="pic" idx="1"/>
          </p:nvPr>
        </p:nvSpPr>
        <p:spPr>
          <a:xfrm>
            <a:off x="1941513" y="612775"/>
            <a:ext cx="59436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ja-JP" altLang="en-US"/>
          </a:p>
        </p:txBody>
      </p:sp>
      <p:sp>
        <p:nvSpPr>
          <p:cNvPr id="4" name="テキスト プレースホルダ 3"/>
          <p:cNvSpPr>
            <a:spLocks noGrp="1"/>
          </p:cNvSpPr>
          <p:nvPr>
            <p:ph type="body" sz="half" idx="2"/>
          </p:nvPr>
        </p:nvSpPr>
        <p:spPr>
          <a:xfrm>
            <a:off x="1941513" y="5367338"/>
            <a:ext cx="59436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 テキストの書式設定</a:t>
            </a:r>
          </a:p>
        </p:txBody>
      </p:sp>
      <p:sp>
        <p:nvSpPr>
          <p:cNvPr id="5" name="スライド番号プレースホルダ 4"/>
          <p:cNvSpPr>
            <a:spLocks noGrp="1"/>
          </p:cNvSpPr>
          <p:nvPr>
            <p:ph type="sldNum" sz="quarter" idx="10"/>
          </p:nvPr>
        </p:nvSpPr>
        <p:spPr/>
        <p:txBody>
          <a:bodyPr/>
          <a:lstStyle>
            <a:lvl1pPr>
              <a:defRPr/>
            </a:lvl1pPr>
          </a:lstStyle>
          <a:p>
            <a:r>
              <a:rPr lang="en-US" altLang="ja-JP"/>
              <a:t>- </a:t>
            </a:r>
            <a:fld id="{BA0701BE-CFC3-4282-B203-5E17419EF630}" type="slidenum">
              <a:rPr lang="en-US" altLang="ja-JP"/>
              <a:pPr/>
              <a:t>‹#›</a:t>
            </a:fld>
            <a:r>
              <a:rPr lang="en-US" altLang="ja-JP"/>
              <a:t> -</a:t>
            </a: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 タイトルの書式設定</a:t>
            </a:r>
          </a:p>
        </p:txBody>
      </p:sp>
      <p:sp>
        <p:nvSpPr>
          <p:cNvPr id="3" name="縦書きテキスト プレースホルダ 2"/>
          <p:cNvSpPr>
            <a:spLocks noGrp="1"/>
          </p:cNvSpPr>
          <p:nvPr>
            <p:ph type="body" orient="vert" idx="1"/>
          </p:nvPr>
        </p:nvSpPr>
        <p:spPr/>
        <p:txBody>
          <a:bodyPr vert="eaVert"/>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スライド番号プレースホルダ 3"/>
          <p:cNvSpPr>
            <a:spLocks noGrp="1"/>
          </p:cNvSpPr>
          <p:nvPr>
            <p:ph type="sldNum" sz="quarter" idx="10"/>
          </p:nvPr>
        </p:nvSpPr>
        <p:spPr/>
        <p:txBody>
          <a:bodyPr/>
          <a:lstStyle>
            <a:lvl1pPr>
              <a:defRPr/>
            </a:lvl1pPr>
          </a:lstStyle>
          <a:p>
            <a:r>
              <a:rPr lang="en-US" altLang="ja-JP"/>
              <a:t>- </a:t>
            </a:r>
            <a:fld id="{A8B2787E-120A-4732-A248-49EA7C64CB5D}" type="slidenum">
              <a:rPr lang="en-US" altLang="ja-JP"/>
              <a:pPr/>
              <a:t>‹#›</a:t>
            </a:fld>
            <a:r>
              <a:rPr lang="en-US" altLang="ja-JP"/>
              <a:t> -</a:t>
            </a: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7072313" y="228600"/>
            <a:ext cx="2109787" cy="5486400"/>
          </a:xfrm>
        </p:spPr>
        <p:txBody>
          <a:bodyPr vert="eaVert"/>
          <a:lstStyle/>
          <a:p>
            <a:r>
              <a:rPr lang="ja-JP" altLang="en-US"/>
              <a:t>マスタ タイトルの書式設定</a:t>
            </a:r>
          </a:p>
        </p:txBody>
      </p:sp>
      <p:sp>
        <p:nvSpPr>
          <p:cNvPr id="3" name="縦書きテキスト プレースホルダ 2"/>
          <p:cNvSpPr>
            <a:spLocks noGrp="1"/>
          </p:cNvSpPr>
          <p:nvPr>
            <p:ph type="body" orient="vert" idx="1"/>
          </p:nvPr>
        </p:nvSpPr>
        <p:spPr>
          <a:xfrm>
            <a:off x="742950" y="228600"/>
            <a:ext cx="6176963" cy="5486400"/>
          </a:xfrm>
        </p:spPr>
        <p:txBody>
          <a:bodyPr vert="eaVert"/>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スライド番号プレースホルダ 3"/>
          <p:cNvSpPr>
            <a:spLocks noGrp="1"/>
          </p:cNvSpPr>
          <p:nvPr>
            <p:ph type="sldNum" sz="quarter" idx="10"/>
          </p:nvPr>
        </p:nvSpPr>
        <p:spPr/>
        <p:txBody>
          <a:bodyPr/>
          <a:lstStyle>
            <a:lvl1pPr>
              <a:defRPr/>
            </a:lvl1pPr>
          </a:lstStyle>
          <a:p>
            <a:r>
              <a:rPr lang="en-US" altLang="ja-JP"/>
              <a:t>- </a:t>
            </a:r>
            <a:fld id="{85C6DE3B-E2CA-4F14-8E59-8E0ACF50BB70}" type="slidenum">
              <a:rPr lang="en-US" altLang="ja-JP"/>
              <a:pPr/>
              <a:t>‹#›</a:t>
            </a:fld>
            <a:r>
              <a:rPr lang="en-US" altLang="ja-JP"/>
              <a:t> -</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theme" Target="../theme/theme2.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42950" y="228600"/>
            <a:ext cx="8420100" cy="7620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ja-JP" altLang="en-US"/>
              <a:t>マスター タイトルの書式設定</a:t>
            </a:r>
          </a:p>
        </p:txBody>
      </p:sp>
      <p:sp>
        <p:nvSpPr>
          <p:cNvPr id="1027" name="Rectangle 3"/>
          <p:cNvSpPr>
            <a:spLocks noGrp="1" noChangeArrowheads="1"/>
          </p:cNvSpPr>
          <p:nvPr>
            <p:ph type="body" idx="1"/>
          </p:nvPr>
        </p:nvSpPr>
        <p:spPr bwMode="auto">
          <a:xfrm>
            <a:off x="762000" y="1143000"/>
            <a:ext cx="84201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1030" name="Rectangle 6"/>
          <p:cNvSpPr>
            <a:spLocks noGrp="1" noChangeArrowheads="1"/>
          </p:cNvSpPr>
          <p:nvPr>
            <p:ph type="sldNum" sz="quarter" idx="4"/>
          </p:nvPr>
        </p:nvSpPr>
        <p:spPr bwMode="auto">
          <a:xfrm>
            <a:off x="7842250" y="6705600"/>
            <a:ext cx="2063750" cy="1524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lnSpc>
                <a:spcPct val="90000"/>
              </a:lnSpc>
              <a:defRPr sz="1000" b="1">
                <a:latin typeface="游明朝" panose="02020400000000000000" pitchFamily="18" charset="-128"/>
                <a:ea typeface="游明朝" panose="02020400000000000000" pitchFamily="18" charset="-128"/>
              </a:defRPr>
            </a:lvl1pPr>
          </a:lstStyle>
          <a:p>
            <a:r>
              <a:rPr lang="en-US" altLang="ja-JP"/>
              <a:t>- </a:t>
            </a:r>
            <a:fld id="{AC86B93D-1780-4937-BAC0-F6D0D8C2260B}" type="slidenum">
              <a:rPr lang="en-US" altLang="ja-JP" smtClean="0"/>
              <a:pPr/>
              <a:t>‹#›</a:t>
            </a:fld>
            <a:r>
              <a:rPr lang="en-US" altLang="ja-JP"/>
              <a:t> -</a:t>
            </a:r>
            <a:endParaRPr lang="en-US" altLang="ja-JP" dirty="0"/>
          </a:p>
        </p:txBody>
      </p:sp>
    </p:spTree>
  </p:cSld>
  <p:clrMap bg1="lt1" tx1="dk1" bg2="lt2" tx2="dk2" accent1="accent1" accent2="accent2" accent3="accent3" accent4="accent4" accent5="accent5" accent6="accent6" hlink="hlink" folHlink="folHlink"/>
  <p:sldLayoutIdLst>
    <p:sldLayoutId id="2147483649"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72" r:id="rId12"/>
    <p:sldLayoutId id="2147483673" r:id="rId13"/>
    <p:sldLayoutId id="2147483674" r:id="rId14"/>
  </p:sldLayoutIdLst>
  <p:hf hdr="0" dt="0"/>
  <p:txStyles>
    <p:titleStyle>
      <a:lvl1pPr algn="ctr" rtl="0" fontAlgn="base">
        <a:lnSpc>
          <a:spcPct val="90000"/>
        </a:lnSpc>
        <a:spcBef>
          <a:spcPct val="0"/>
        </a:spcBef>
        <a:spcAft>
          <a:spcPct val="0"/>
        </a:spcAft>
        <a:defRPr kumimoji="1" sz="2000">
          <a:solidFill>
            <a:schemeClr val="tx2"/>
          </a:solidFill>
          <a:latin typeface="游明朝" panose="02020400000000000000" pitchFamily="18" charset="-128"/>
          <a:ea typeface="游明朝" panose="02020400000000000000" pitchFamily="18" charset="-128"/>
          <a:cs typeface="+mj-cs"/>
        </a:defRPr>
      </a:lvl1pPr>
      <a:lvl2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2pPr>
      <a:lvl3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3pPr>
      <a:lvl4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4pPr>
      <a:lvl5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5pPr>
      <a:lvl6pPr marL="4572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6pPr>
      <a:lvl7pPr marL="9144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7pPr>
      <a:lvl8pPr marL="13716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8pPr>
      <a:lvl9pPr marL="18288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9pPr>
    </p:titleStyle>
    <p:body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79202" name="Rectangle 2"/>
          <p:cNvSpPr>
            <a:spLocks noGrp="1" noChangeArrowheads="1"/>
          </p:cNvSpPr>
          <p:nvPr>
            <p:ph type="title"/>
          </p:nvPr>
        </p:nvSpPr>
        <p:spPr bwMode="auto">
          <a:xfrm>
            <a:off x="742950" y="228600"/>
            <a:ext cx="8420100" cy="7620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ja-JP" altLang="en-US"/>
              <a:t>マスター タイトルの書式設定</a:t>
            </a:r>
          </a:p>
        </p:txBody>
      </p:sp>
      <p:sp>
        <p:nvSpPr>
          <p:cNvPr id="179203" name="Rectangle 3"/>
          <p:cNvSpPr>
            <a:spLocks noGrp="1" noChangeArrowheads="1"/>
          </p:cNvSpPr>
          <p:nvPr>
            <p:ph type="body" idx="1"/>
          </p:nvPr>
        </p:nvSpPr>
        <p:spPr bwMode="auto">
          <a:xfrm>
            <a:off x="762000" y="1600200"/>
            <a:ext cx="84201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179204" name="Rectangle 4"/>
          <p:cNvSpPr>
            <a:spLocks noGrp="1" noChangeArrowheads="1"/>
          </p:cNvSpPr>
          <p:nvPr>
            <p:ph type="sldNum" sz="quarter" idx="4"/>
          </p:nvPr>
        </p:nvSpPr>
        <p:spPr bwMode="auto">
          <a:xfrm>
            <a:off x="7842250" y="6705600"/>
            <a:ext cx="2063750" cy="1524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lnSpc>
                <a:spcPct val="90000"/>
              </a:lnSpc>
              <a:defRPr sz="1000" b="1">
                <a:latin typeface="Arial" pitchFamily="34" charset="0"/>
              </a:defRPr>
            </a:lvl1pPr>
          </a:lstStyle>
          <a:p>
            <a:r>
              <a:rPr lang="en-US" altLang="ja-JP"/>
              <a:t>- </a:t>
            </a:r>
            <a:fld id="{3ECD352B-705B-4873-A42F-F7FA7AB7F736}" type="slidenum">
              <a:rPr lang="en-US" altLang="ja-JP"/>
              <a:pPr/>
              <a:t>‹#›</a:t>
            </a:fld>
            <a:r>
              <a:rPr lang="en-US" altLang="ja-JP"/>
              <a:t> -</a:t>
            </a:r>
          </a:p>
        </p:txBody>
      </p:sp>
    </p:spTree>
  </p:cSld>
  <p:clrMap bg1="dk2" tx1="lt1" bg2="dk1" tx2="lt2" accent1="accent1" accent2="accent2" accent3="accent3" accent4="accent4" accent5="accent5" accent6="accent6" hlink="hlink" folHlink="folHlink"/>
  <p:sldLayoutIdLst>
    <p:sldLayoutId id="214748365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dt="0"/>
  <p:txStyles>
    <p:titleStyle>
      <a:lvl1pPr algn="ctr" rtl="0" fontAlgn="base">
        <a:lnSpc>
          <a:spcPct val="90000"/>
        </a:lnSpc>
        <a:spcBef>
          <a:spcPct val="0"/>
        </a:spcBef>
        <a:spcAft>
          <a:spcPct val="0"/>
        </a:spcAft>
        <a:defRPr kumimoji="1" sz="3400" b="1">
          <a:solidFill>
            <a:schemeClr val="tx2"/>
          </a:solidFill>
          <a:effectLst>
            <a:outerShdw blurRad="38100" dist="38100" dir="2700000" algn="tl">
              <a:srgbClr val="000000"/>
            </a:outerShdw>
          </a:effectLst>
          <a:latin typeface="+mj-lt"/>
          <a:ea typeface="+mj-ea"/>
          <a:cs typeface="+mj-cs"/>
        </a:defRPr>
      </a:lvl1pPr>
      <a:lvl2pPr algn="ctr" rtl="0" fontAlgn="base">
        <a:lnSpc>
          <a:spcPct val="90000"/>
        </a:lnSpc>
        <a:spcBef>
          <a:spcPct val="0"/>
        </a:spcBef>
        <a:spcAft>
          <a:spcPct val="0"/>
        </a:spcAft>
        <a:defRPr kumimoji="1" sz="3400" b="1">
          <a:solidFill>
            <a:schemeClr val="tx2"/>
          </a:solidFill>
          <a:effectLst>
            <a:outerShdw blurRad="38100" dist="38100" dir="2700000" algn="tl">
              <a:srgbClr val="000000"/>
            </a:outerShdw>
          </a:effectLst>
          <a:latin typeface="ＭＳ Ｐゴシック" pitchFamily="50" charset="-128"/>
          <a:ea typeface="ＭＳ Ｐゴシック" pitchFamily="50" charset="-128"/>
        </a:defRPr>
      </a:lvl2pPr>
      <a:lvl3pPr algn="ctr" rtl="0" fontAlgn="base">
        <a:lnSpc>
          <a:spcPct val="90000"/>
        </a:lnSpc>
        <a:spcBef>
          <a:spcPct val="0"/>
        </a:spcBef>
        <a:spcAft>
          <a:spcPct val="0"/>
        </a:spcAft>
        <a:defRPr kumimoji="1" sz="3400" b="1">
          <a:solidFill>
            <a:schemeClr val="tx2"/>
          </a:solidFill>
          <a:effectLst>
            <a:outerShdw blurRad="38100" dist="38100" dir="2700000" algn="tl">
              <a:srgbClr val="000000"/>
            </a:outerShdw>
          </a:effectLst>
          <a:latin typeface="ＭＳ Ｐゴシック" pitchFamily="50" charset="-128"/>
          <a:ea typeface="ＭＳ Ｐゴシック" pitchFamily="50" charset="-128"/>
        </a:defRPr>
      </a:lvl3pPr>
      <a:lvl4pPr algn="ctr" rtl="0" fontAlgn="base">
        <a:lnSpc>
          <a:spcPct val="90000"/>
        </a:lnSpc>
        <a:spcBef>
          <a:spcPct val="0"/>
        </a:spcBef>
        <a:spcAft>
          <a:spcPct val="0"/>
        </a:spcAft>
        <a:defRPr kumimoji="1" sz="3400" b="1">
          <a:solidFill>
            <a:schemeClr val="tx2"/>
          </a:solidFill>
          <a:effectLst>
            <a:outerShdw blurRad="38100" dist="38100" dir="2700000" algn="tl">
              <a:srgbClr val="000000"/>
            </a:outerShdw>
          </a:effectLst>
          <a:latin typeface="ＭＳ Ｐゴシック" pitchFamily="50" charset="-128"/>
          <a:ea typeface="ＭＳ Ｐゴシック" pitchFamily="50" charset="-128"/>
        </a:defRPr>
      </a:lvl4pPr>
      <a:lvl5pPr algn="ctr" rtl="0" fontAlgn="base">
        <a:lnSpc>
          <a:spcPct val="90000"/>
        </a:lnSpc>
        <a:spcBef>
          <a:spcPct val="0"/>
        </a:spcBef>
        <a:spcAft>
          <a:spcPct val="0"/>
        </a:spcAft>
        <a:defRPr kumimoji="1" sz="3400" b="1">
          <a:solidFill>
            <a:schemeClr val="tx2"/>
          </a:solidFill>
          <a:effectLst>
            <a:outerShdw blurRad="38100" dist="38100" dir="2700000" algn="tl">
              <a:srgbClr val="000000"/>
            </a:outerShdw>
          </a:effectLst>
          <a:latin typeface="ＭＳ Ｐゴシック" pitchFamily="50" charset="-128"/>
          <a:ea typeface="ＭＳ Ｐゴシック" pitchFamily="50" charset="-128"/>
        </a:defRPr>
      </a:lvl5pPr>
      <a:lvl6pPr marL="457200" algn="ctr" rtl="0" fontAlgn="base">
        <a:lnSpc>
          <a:spcPct val="90000"/>
        </a:lnSpc>
        <a:spcBef>
          <a:spcPct val="0"/>
        </a:spcBef>
        <a:spcAft>
          <a:spcPct val="0"/>
        </a:spcAft>
        <a:defRPr kumimoji="1" sz="3400" b="1">
          <a:solidFill>
            <a:schemeClr val="tx2"/>
          </a:solidFill>
          <a:effectLst>
            <a:outerShdw blurRad="38100" dist="38100" dir="2700000" algn="tl">
              <a:srgbClr val="000000"/>
            </a:outerShdw>
          </a:effectLst>
          <a:latin typeface="ＭＳ Ｐゴシック" pitchFamily="50" charset="-128"/>
          <a:ea typeface="ＭＳ Ｐゴシック" pitchFamily="50" charset="-128"/>
        </a:defRPr>
      </a:lvl6pPr>
      <a:lvl7pPr marL="914400" algn="ctr" rtl="0" fontAlgn="base">
        <a:lnSpc>
          <a:spcPct val="90000"/>
        </a:lnSpc>
        <a:spcBef>
          <a:spcPct val="0"/>
        </a:spcBef>
        <a:spcAft>
          <a:spcPct val="0"/>
        </a:spcAft>
        <a:defRPr kumimoji="1" sz="3400" b="1">
          <a:solidFill>
            <a:schemeClr val="tx2"/>
          </a:solidFill>
          <a:effectLst>
            <a:outerShdw blurRad="38100" dist="38100" dir="2700000" algn="tl">
              <a:srgbClr val="000000"/>
            </a:outerShdw>
          </a:effectLst>
          <a:latin typeface="ＭＳ Ｐゴシック" pitchFamily="50" charset="-128"/>
          <a:ea typeface="ＭＳ Ｐゴシック" pitchFamily="50" charset="-128"/>
        </a:defRPr>
      </a:lvl7pPr>
      <a:lvl8pPr marL="1371600" algn="ctr" rtl="0" fontAlgn="base">
        <a:lnSpc>
          <a:spcPct val="90000"/>
        </a:lnSpc>
        <a:spcBef>
          <a:spcPct val="0"/>
        </a:spcBef>
        <a:spcAft>
          <a:spcPct val="0"/>
        </a:spcAft>
        <a:defRPr kumimoji="1" sz="3400" b="1">
          <a:solidFill>
            <a:schemeClr val="tx2"/>
          </a:solidFill>
          <a:effectLst>
            <a:outerShdw blurRad="38100" dist="38100" dir="2700000" algn="tl">
              <a:srgbClr val="000000"/>
            </a:outerShdw>
          </a:effectLst>
          <a:latin typeface="ＭＳ Ｐゴシック" pitchFamily="50" charset="-128"/>
          <a:ea typeface="ＭＳ Ｐゴシック" pitchFamily="50" charset="-128"/>
        </a:defRPr>
      </a:lvl8pPr>
      <a:lvl9pPr marL="1828800" algn="ctr" rtl="0" fontAlgn="base">
        <a:lnSpc>
          <a:spcPct val="90000"/>
        </a:lnSpc>
        <a:spcBef>
          <a:spcPct val="0"/>
        </a:spcBef>
        <a:spcAft>
          <a:spcPct val="0"/>
        </a:spcAft>
        <a:defRPr kumimoji="1" sz="3400" b="1">
          <a:solidFill>
            <a:schemeClr val="tx2"/>
          </a:solidFill>
          <a:effectLst>
            <a:outerShdw blurRad="38100" dist="38100" dir="2700000" algn="tl">
              <a:srgbClr val="000000"/>
            </a:outerShdw>
          </a:effectLst>
          <a:latin typeface="ＭＳ Ｐゴシック" pitchFamily="50" charset="-128"/>
          <a:ea typeface="ＭＳ Ｐゴシック" pitchFamily="50" charset="-128"/>
        </a:defRPr>
      </a:lvl9pPr>
    </p:titleStyle>
    <p:bodyStyle>
      <a:lvl1pPr algn="l" rtl="0" fontAlgn="base">
        <a:spcBef>
          <a:spcPct val="30000"/>
        </a:spcBef>
        <a:spcAft>
          <a:spcPct val="0"/>
        </a:spcAft>
        <a:defRPr kumimoji="1" sz="2600" b="1">
          <a:solidFill>
            <a:schemeClr val="tx1"/>
          </a:solidFill>
          <a:effectLst>
            <a:outerShdw blurRad="38100" dist="38100" dir="2700000" algn="tl">
              <a:srgbClr val="000000"/>
            </a:outerShdw>
          </a:effectLst>
          <a:latin typeface="+mn-lt"/>
          <a:ea typeface="+mn-ea"/>
          <a:cs typeface="+mn-cs"/>
        </a:defRPr>
      </a:lvl1pPr>
      <a:lvl2pPr marL="750888" indent="-393700" algn="l" rtl="0" fontAlgn="base">
        <a:spcBef>
          <a:spcPct val="30000"/>
        </a:spcBef>
        <a:spcAft>
          <a:spcPct val="0"/>
        </a:spcAft>
        <a:buClr>
          <a:schemeClr val="tx2"/>
        </a:buClr>
        <a:buFont typeface="Wingdings" pitchFamily="2" charset="2"/>
        <a:buChar char="l"/>
        <a:defRPr kumimoji="1" sz="2600" b="1">
          <a:solidFill>
            <a:schemeClr val="tx1"/>
          </a:solidFill>
          <a:effectLst>
            <a:outerShdw blurRad="38100" dist="38100" dir="2700000" algn="tl">
              <a:srgbClr val="000000"/>
            </a:outerShdw>
          </a:effectLst>
          <a:latin typeface="+mn-lt"/>
          <a:ea typeface="+mn-ea"/>
        </a:defRPr>
      </a:lvl2pPr>
      <a:lvl3pPr marL="1441450" indent="-393700" algn="l" rtl="0" fontAlgn="base">
        <a:spcBef>
          <a:spcPct val="30000"/>
        </a:spcBef>
        <a:spcAft>
          <a:spcPct val="0"/>
        </a:spcAft>
        <a:buClr>
          <a:schemeClr val="tx2"/>
        </a:buClr>
        <a:buChar char="–"/>
        <a:defRPr kumimoji="1" sz="2600" b="1">
          <a:solidFill>
            <a:schemeClr val="tx1"/>
          </a:solidFill>
          <a:effectLst>
            <a:outerShdw blurRad="38100" dist="38100" dir="2700000" algn="tl">
              <a:srgbClr val="000000"/>
            </a:outerShdw>
          </a:effectLst>
          <a:latin typeface="+mn-lt"/>
          <a:ea typeface="+mn-ea"/>
        </a:defRPr>
      </a:lvl3pPr>
      <a:lvl4pPr marL="2084388" indent="-357188" algn="l" rtl="0" fontAlgn="base">
        <a:spcBef>
          <a:spcPct val="30000"/>
        </a:spcBef>
        <a:spcAft>
          <a:spcPct val="0"/>
        </a:spcAft>
        <a:buClr>
          <a:schemeClr val="tx2"/>
        </a:buClr>
        <a:buSzPct val="70000"/>
        <a:buFont typeface="Wingdings" pitchFamily="2" charset="2"/>
        <a:buChar char="l"/>
        <a:defRPr kumimoji="1" sz="2600" b="1">
          <a:solidFill>
            <a:schemeClr val="tx1"/>
          </a:solidFill>
          <a:effectLst>
            <a:outerShdw blurRad="38100" dist="38100" dir="2700000" algn="tl">
              <a:srgbClr val="000000"/>
            </a:outerShdw>
          </a:effectLst>
          <a:latin typeface="+mn-lt"/>
          <a:ea typeface="+mn-ea"/>
        </a:defRPr>
      </a:lvl4pPr>
      <a:lvl5pPr marL="2703513" indent="-322263" algn="l" rtl="0" fontAlgn="base">
        <a:spcBef>
          <a:spcPct val="30000"/>
        </a:spcBef>
        <a:spcAft>
          <a:spcPct val="0"/>
        </a:spcAft>
        <a:buClr>
          <a:schemeClr val="tx2"/>
        </a:buClr>
        <a:buSzPct val="70000"/>
        <a:buChar char="–"/>
        <a:defRPr kumimoji="1" sz="2600" b="1">
          <a:solidFill>
            <a:schemeClr val="tx1"/>
          </a:solidFill>
          <a:effectLst>
            <a:outerShdw blurRad="38100" dist="38100" dir="2700000" algn="tl">
              <a:srgbClr val="000000"/>
            </a:outerShdw>
          </a:effectLst>
          <a:latin typeface="+mn-lt"/>
          <a:ea typeface="+mn-ea"/>
        </a:defRPr>
      </a:lvl5pPr>
      <a:lvl6pPr marL="3160713" indent="-322263" algn="l" rtl="0" fontAlgn="base">
        <a:spcBef>
          <a:spcPct val="30000"/>
        </a:spcBef>
        <a:spcAft>
          <a:spcPct val="0"/>
        </a:spcAft>
        <a:buClr>
          <a:schemeClr val="tx2"/>
        </a:buClr>
        <a:buSzPct val="70000"/>
        <a:buChar char="–"/>
        <a:defRPr kumimoji="1" sz="2600" b="1">
          <a:solidFill>
            <a:schemeClr val="tx1"/>
          </a:solidFill>
          <a:effectLst>
            <a:outerShdw blurRad="38100" dist="38100" dir="2700000" algn="tl">
              <a:srgbClr val="000000"/>
            </a:outerShdw>
          </a:effectLst>
          <a:latin typeface="+mn-lt"/>
          <a:ea typeface="+mn-ea"/>
        </a:defRPr>
      </a:lvl6pPr>
      <a:lvl7pPr marL="3617913" indent="-322263" algn="l" rtl="0" fontAlgn="base">
        <a:spcBef>
          <a:spcPct val="30000"/>
        </a:spcBef>
        <a:spcAft>
          <a:spcPct val="0"/>
        </a:spcAft>
        <a:buClr>
          <a:schemeClr val="tx2"/>
        </a:buClr>
        <a:buSzPct val="70000"/>
        <a:buChar char="–"/>
        <a:defRPr kumimoji="1" sz="2600" b="1">
          <a:solidFill>
            <a:schemeClr val="tx1"/>
          </a:solidFill>
          <a:effectLst>
            <a:outerShdw blurRad="38100" dist="38100" dir="2700000" algn="tl">
              <a:srgbClr val="000000"/>
            </a:outerShdw>
          </a:effectLst>
          <a:latin typeface="+mn-lt"/>
          <a:ea typeface="+mn-ea"/>
        </a:defRPr>
      </a:lvl7pPr>
      <a:lvl8pPr marL="4075113" indent="-322263" algn="l" rtl="0" fontAlgn="base">
        <a:spcBef>
          <a:spcPct val="30000"/>
        </a:spcBef>
        <a:spcAft>
          <a:spcPct val="0"/>
        </a:spcAft>
        <a:buClr>
          <a:schemeClr val="tx2"/>
        </a:buClr>
        <a:buSzPct val="70000"/>
        <a:buChar char="–"/>
        <a:defRPr kumimoji="1" sz="2600" b="1">
          <a:solidFill>
            <a:schemeClr val="tx1"/>
          </a:solidFill>
          <a:effectLst>
            <a:outerShdw blurRad="38100" dist="38100" dir="2700000" algn="tl">
              <a:srgbClr val="000000"/>
            </a:outerShdw>
          </a:effectLst>
          <a:latin typeface="+mn-lt"/>
          <a:ea typeface="+mn-ea"/>
        </a:defRPr>
      </a:lvl8pPr>
      <a:lvl9pPr marL="4532313" indent="-322263" algn="l" rtl="0" fontAlgn="base">
        <a:spcBef>
          <a:spcPct val="30000"/>
        </a:spcBef>
        <a:spcAft>
          <a:spcPct val="0"/>
        </a:spcAft>
        <a:buClr>
          <a:schemeClr val="tx2"/>
        </a:buClr>
        <a:buSzPct val="70000"/>
        <a:buChar char="–"/>
        <a:defRPr kumimoji="1" sz="2600" b="1">
          <a:solidFill>
            <a:schemeClr val="tx1"/>
          </a:solidFill>
          <a:effectLst>
            <a:outerShdw blurRad="38100" dist="38100" dir="2700000" algn="tl">
              <a:srgbClr val="000000"/>
            </a:outerShdw>
          </a:effectLst>
          <a:latin typeface="+mn-lt"/>
          <a:ea typeface="+mn-ea"/>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3.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3.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3.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3.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4.png"/><Relationship Id="rId2" Type="http://schemas.openxmlformats.org/officeDocument/2006/relationships/notesSlide" Target="../notesSlides/notesSlide18.xml"/><Relationship Id="rId1" Type="http://schemas.openxmlformats.org/officeDocument/2006/relationships/slideLayout" Target="../slideLayouts/slideLayout13.xml"/><Relationship Id="rId6" Type="http://schemas.openxmlformats.org/officeDocument/2006/relationships/image" Target="../media/image3.png"/><Relationship Id="rId5" Type="http://schemas.openxmlformats.org/officeDocument/2006/relationships/image" Target="../media/image6.png"/><Relationship Id="rId4" Type="http://schemas.openxmlformats.org/officeDocument/2006/relationships/image" Target="../media/image2.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3.xml"/><Relationship Id="rId5" Type="http://schemas.openxmlformats.org/officeDocument/2006/relationships/image" Target="../media/image2.png"/><Relationship Id="rId4" Type="http://schemas.openxmlformats.org/officeDocument/2006/relationships/image" Target="../media/image7.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3.xml"/><Relationship Id="rId5" Type="http://schemas.openxmlformats.org/officeDocument/2006/relationships/image" Target="../media/image2.png"/><Relationship Id="rId4" Type="http://schemas.openxmlformats.org/officeDocument/2006/relationships/image" Target="../media/image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1.png"/><Relationship Id="rId7"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13.xml"/><Relationship Id="rId6" Type="http://schemas.openxmlformats.org/officeDocument/2006/relationships/image" Target="../media/image9.png"/><Relationship Id="rId5" Type="http://schemas.openxmlformats.org/officeDocument/2006/relationships/image" Target="../media/image5.png"/><Relationship Id="rId10" Type="http://schemas.openxmlformats.org/officeDocument/2006/relationships/image" Target="../media/image11.png"/><Relationship Id="rId4" Type="http://schemas.openxmlformats.org/officeDocument/2006/relationships/image" Target="../media/image8.png"/><Relationship Id="rId9" Type="http://schemas.openxmlformats.org/officeDocument/2006/relationships/image" Target="../media/image4.png"/></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13.xml"/><Relationship Id="rId6" Type="http://schemas.openxmlformats.org/officeDocument/2006/relationships/image" Target="../media/image10.png"/><Relationship Id="rId5" Type="http://schemas.openxmlformats.org/officeDocument/2006/relationships/image" Target="../media/image2.png"/><Relationship Id="rId4" Type="http://schemas.openxmlformats.org/officeDocument/2006/relationships/image" Target="../media/image8.png"/></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1.png"/><Relationship Id="rId2" Type="http://schemas.openxmlformats.org/officeDocument/2006/relationships/notesSlide" Target="../notesSlides/notesSlide24.xml"/><Relationship Id="rId1" Type="http://schemas.openxmlformats.org/officeDocument/2006/relationships/slideLayout" Target="../slideLayouts/slideLayout13.xml"/><Relationship Id="rId6" Type="http://schemas.openxmlformats.org/officeDocument/2006/relationships/image" Target="../media/image10.png"/><Relationship Id="rId5" Type="http://schemas.openxmlformats.org/officeDocument/2006/relationships/image" Target="../media/image2.png"/><Relationship Id="rId4" Type="http://schemas.openxmlformats.org/officeDocument/2006/relationships/image" Target="../media/image8.png"/></Relationships>
</file>

<file path=ppt/slides/_rels/slide28.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1.png"/><Relationship Id="rId7" Type="http://schemas.openxmlformats.org/officeDocument/2006/relationships/image" Target="../media/image4.png"/><Relationship Id="rId2" Type="http://schemas.openxmlformats.org/officeDocument/2006/relationships/notesSlide" Target="../notesSlides/notesSlide25.xml"/><Relationship Id="rId1" Type="http://schemas.openxmlformats.org/officeDocument/2006/relationships/slideLayout" Target="../slideLayouts/slideLayout13.xml"/><Relationship Id="rId6" Type="http://schemas.openxmlformats.org/officeDocument/2006/relationships/image" Target="../media/image10.png"/><Relationship Id="rId5" Type="http://schemas.openxmlformats.org/officeDocument/2006/relationships/image" Target="../media/image2.png"/><Relationship Id="rId4" Type="http://schemas.openxmlformats.org/officeDocument/2006/relationships/image" Target="../media/image8.png"/></Relationships>
</file>

<file path=ppt/slides/_rels/slide29.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1.png"/><Relationship Id="rId7" Type="http://schemas.openxmlformats.org/officeDocument/2006/relationships/image" Target="../media/image4.png"/><Relationship Id="rId2" Type="http://schemas.openxmlformats.org/officeDocument/2006/relationships/notesSlide" Target="../notesSlides/notesSlide26.xml"/><Relationship Id="rId1" Type="http://schemas.openxmlformats.org/officeDocument/2006/relationships/slideLayout" Target="../slideLayouts/slideLayout13.xml"/><Relationship Id="rId6" Type="http://schemas.openxmlformats.org/officeDocument/2006/relationships/image" Target="../media/image10.png"/><Relationship Id="rId5" Type="http://schemas.openxmlformats.org/officeDocument/2006/relationships/image" Target="../media/image2.png"/><Relationship Id="rId4" Type="http://schemas.openxmlformats.org/officeDocument/2006/relationships/image" Target="../media/image8.png"/></Relationships>
</file>

<file path=ppt/slides/_rels/slide30.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1.png"/><Relationship Id="rId7" Type="http://schemas.openxmlformats.org/officeDocument/2006/relationships/image" Target="../media/image4.png"/><Relationship Id="rId2" Type="http://schemas.openxmlformats.org/officeDocument/2006/relationships/notesSlide" Target="../notesSlides/notesSlide27.xml"/><Relationship Id="rId1" Type="http://schemas.openxmlformats.org/officeDocument/2006/relationships/slideLayout" Target="../slideLayouts/slideLayout13.xml"/><Relationship Id="rId6" Type="http://schemas.openxmlformats.org/officeDocument/2006/relationships/image" Target="../media/image10.png"/><Relationship Id="rId5" Type="http://schemas.openxmlformats.org/officeDocument/2006/relationships/image" Target="../media/image2.png"/><Relationship Id="rId4" Type="http://schemas.openxmlformats.org/officeDocument/2006/relationships/image" Target="../media/image8.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8.xml"/><Relationship Id="rId1" Type="http://schemas.openxmlformats.org/officeDocument/2006/relationships/slideLayout" Target="../slideLayouts/slideLayout13.xml"/><Relationship Id="rId4" Type="http://schemas.openxmlformats.org/officeDocument/2006/relationships/image" Target="../media/image2.png"/></Relationships>
</file>

<file path=ppt/slides/_rels/slide3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9.xml"/><Relationship Id="rId1" Type="http://schemas.openxmlformats.org/officeDocument/2006/relationships/slideLayout" Target="../slideLayouts/slideLayout13.xml"/><Relationship Id="rId4" Type="http://schemas.openxmlformats.org/officeDocument/2006/relationships/image" Target="../media/image2.png"/></Relationships>
</file>

<file path=ppt/slides/_rels/slide3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0.xml"/><Relationship Id="rId1" Type="http://schemas.openxmlformats.org/officeDocument/2006/relationships/slideLayout" Target="../slideLayouts/slideLayout13.xml"/><Relationship Id="rId4" Type="http://schemas.openxmlformats.org/officeDocument/2006/relationships/image" Target="../media/image2.pn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4.png"/><Relationship Id="rId2" Type="http://schemas.openxmlformats.org/officeDocument/2006/relationships/notesSlide" Target="../notesSlides/notesSlide32.xml"/><Relationship Id="rId1" Type="http://schemas.openxmlformats.org/officeDocument/2006/relationships/slideLayout" Target="../slideLayouts/slideLayout13.xml"/><Relationship Id="rId6" Type="http://schemas.openxmlformats.org/officeDocument/2006/relationships/image" Target="../media/image3.png"/><Relationship Id="rId5" Type="http://schemas.openxmlformats.org/officeDocument/2006/relationships/image" Target="../media/image6.png"/><Relationship Id="rId4" Type="http://schemas.openxmlformats.org/officeDocument/2006/relationships/image" Target="../media/image2.png"/></Relationships>
</file>

<file path=ppt/slides/_rels/slide37.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4.png"/><Relationship Id="rId2" Type="http://schemas.openxmlformats.org/officeDocument/2006/relationships/notesSlide" Target="../notesSlides/notesSlide33.xml"/><Relationship Id="rId1" Type="http://schemas.openxmlformats.org/officeDocument/2006/relationships/slideLayout" Target="../slideLayouts/slideLayout13.xml"/><Relationship Id="rId6" Type="http://schemas.openxmlformats.org/officeDocument/2006/relationships/image" Target="../media/image3.png"/><Relationship Id="rId5" Type="http://schemas.openxmlformats.org/officeDocument/2006/relationships/image" Target="../media/image6.png"/><Relationship Id="rId4" Type="http://schemas.openxmlformats.org/officeDocument/2006/relationships/image" Target="../media/image2.png"/></Relationships>
</file>

<file path=ppt/slides/_rels/slide3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4.xml"/><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6.xml"/><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7.xml"/><Relationship Id="rId1" Type="http://schemas.openxmlformats.org/officeDocument/2006/relationships/slideLayout" Target="../slideLayouts/slideLayout13.xml"/><Relationship Id="rId5" Type="http://schemas.openxmlformats.org/officeDocument/2006/relationships/image" Target="../media/image1.png"/><Relationship Id="rId4" Type="http://schemas.openxmlformats.org/officeDocument/2006/relationships/image" Target="../media/image14.png"/></Relationships>
</file>

<file path=ppt/slides/_rels/slide4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8.xml"/><Relationship Id="rId1" Type="http://schemas.openxmlformats.org/officeDocument/2006/relationships/slideLayout" Target="../slideLayouts/slideLayout13.xml"/><Relationship Id="rId5" Type="http://schemas.openxmlformats.org/officeDocument/2006/relationships/image" Target="../media/image1.png"/><Relationship Id="rId4" Type="http://schemas.openxmlformats.org/officeDocument/2006/relationships/image" Target="../media/image10.png"/></Relationships>
</file>

<file path=ppt/slides/_rels/slide4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9.xml"/><Relationship Id="rId1" Type="http://schemas.openxmlformats.org/officeDocument/2006/relationships/slideLayout" Target="../slideLayouts/slideLayout13.xml"/><Relationship Id="rId6" Type="http://schemas.openxmlformats.org/officeDocument/2006/relationships/image" Target="../media/image10.png"/><Relationship Id="rId5" Type="http://schemas.openxmlformats.org/officeDocument/2006/relationships/image" Target="../media/image15.png"/><Relationship Id="rId4" Type="http://schemas.openxmlformats.org/officeDocument/2006/relationships/image" Target="../media/image14.png"/></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2.xml"/><Relationship Id="rId1" Type="http://schemas.openxmlformats.org/officeDocument/2006/relationships/slideLayout" Target="../slideLayouts/slideLayout13.xml"/><Relationship Id="rId4" Type="http://schemas.openxmlformats.org/officeDocument/2006/relationships/image" Target="../media/image2.png"/></Relationships>
</file>

<file path=ppt/slides/_rels/slide4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3.xml"/><Relationship Id="rId1" Type="http://schemas.openxmlformats.org/officeDocument/2006/relationships/slideLayout" Target="../slideLayouts/slideLayout13.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2.png"/></Relationships>
</file>

<file path=ppt/slides/_rels/slide4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4.xml"/><Relationship Id="rId1" Type="http://schemas.openxmlformats.org/officeDocument/2006/relationships/slideLayout" Target="../slideLayouts/slideLayout13.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2.png"/></Relationships>
</file>

<file path=ppt/slides/_rels/slide4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5.xml"/><Relationship Id="rId1" Type="http://schemas.openxmlformats.org/officeDocument/2006/relationships/slideLayout" Target="../slideLayouts/slideLayout13.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2.png"/></Relationships>
</file>

<file path=ppt/slides/_rels/slide5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6.xml"/><Relationship Id="rId1" Type="http://schemas.openxmlformats.org/officeDocument/2006/relationships/slideLayout" Target="../slideLayouts/slideLayout13.xml"/><Relationship Id="rId5" Type="http://schemas.openxmlformats.org/officeDocument/2006/relationships/image" Target="../media/image10.png"/><Relationship Id="rId4" Type="http://schemas.openxmlformats.org/officeDocument/2006/relationships/image" Target="../media/image2.png"/></Relationships>
</file>

<file path=ppt/slides/_rels/slide5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7.xml"/><Relationship Id="rId1" Type="http://schemas.openxmlformats.org/officeDocument/2006/relationships/slideLayout" Target="../slideLayouts/slideLayout13.xml"/><Relationship Id="rId5" Type="http://schemas.openxmlformats.org/officeDocument/2006/relationships/image" Target="../media/image10.png"/><Relationship Id="rId4" Type="http://schemas.openxmlformats.org/officeDocument/2006/relationships/image" Target="../media/image2.png"/></Relationships>
</file>

<file path=ppt/slides/_rels/slide5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8.xml"/><Relationship Id="rId1" Type="http://schemas.openxmlformats.org/officeDocument/2006/relationships/slideLayout" Target="../slideLayouts/slideLayout13.xml"/><Relationship Id="rId5" Type="http://schemas.openxmlformats.org/officeDocument/2006/relationships/image" Target="../media/image10.png"/><Relationship Id="rId4" Type="http://schemas.openxmlformats.org/officeDocument/2006/relationships/image" Target="../media/image2.png"/></Relationships>
</file>

<file path=ppt/slides/_rels/slide5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9.xml"/><Relationship Id="rId1" Type="http://schemas.openxmlformats.org/officeDocument/2006/relationships/slideLayout" Target="../slideLayouts/slideLayout13.xml"/><Relationship Id="rId5" Type="http://schemas.openxmlformats.org/officeDocument/2006/relationships/image" Target="../media/image10.png"/><Relationship Id="rId4" Type="http://schemas.openxmlformats.org/officeDocument/2006/relationships/image" Target="../media/image2.png"/></Relationships>
</file>

<file path=ppt/slides/_rels/slide5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50.xml"/><Relationship Id="rId1" Type="http://schemas.openxmlformats.org/officeDocument/2006/relationships/slideLayout" Target="../slideLayouts/slideLayout13.xml"/></Relationships>
</file>

<file path=ppt/slides/_rels/slide55.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20.png"/><Relationship Id="rId2" Type="http://schemas.openxmlformats.org/officeDocument/2006/relationships/notesSlide" Target="../notesSlides/notesSlide51.xml"/><Relationship Id="rId1" Type="http://schemas.openxmlformats.org/officeDocument/2006/relationships/slideLayout" Target="../slideLayouts/slideLayout13.xml"/><Relationship Id="rId6" Type="http://schemas.openxmlformats.org/officeDocument/2006/relationships/image" Target="../media/image19.png"/><Relationship Id="rId5" Type="http://schemas.openxmlformats.org/officeDocument/2006/relationships/image" Target="../media/image10.png"/><Relationship Id="rId4" Type="http://schemas.openxmlformats.org/officeDocument/2006/relationships/image" Target="../media/image2.png"/></Relationships>
</file>

<file path=ppt/slides/_rels/slide5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2.xml"/><Relationship Id="rId1" Type="http://schemas.openxmlformats.org/officeDocument/2006/relationships/slideLayout" Target="../slideLayouts/slideLayout13.xml"/><Relationship Id="rId4" Type="http://schemas.openxmlformats.org/officeDocument/2006/relationships/image" Target="../media/image2.png"/></Relationships>
</file>

<file path=ppt/slides/_rels/slide5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3.xml"/><Relationship Id="rId1" Type="http://schemas.openxmlformats.org/officeDocument/2006/relationships/slideLayout" Target="../slideLayouts/slideLayout13.xml"/><Relationship Id="rId4" Type="http://schemas.openxmlformats.org/officeDocument/2006/relationships/image" Target="../media/image2.png"/></Relationships>
</file>

<file path=ppt/slides/_rels/slide5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4.xml"/><Relationship Id="rId1" Type="http://schemas.openxmlformats.org/officeDocument/2006/relationships/slideLayout" Target="../slideLayouts/slideLayout13.xml"/><Relationship Id="rId4" Type="http://schemas.openxmlformats.org/officeDocument/2006/relationships/image" Target="../media/image2.png"/></Relationships>
</file>

<file path=ppt/slides/_rels/slide5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5.xml"/><Relationship Id="rId1" Type="http://schemas.openxmlformats.org/officeDocument/2006/relationships/slideLayout" Target="../slideLayouts/slideLayout13.xml"/><Relationship Id="rId4" Type="http://schemas.openxmlformats.org/officeDocument/2006/relationships/image" Target="../media/image2.png"/></Relationships>
</file>

<file path=ppt/slides/_rels/slide6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6.xml"/><Relationship Id="rId1" Type="http://schemas.openxmlformats.org/officeDocument/2006/relationships/slideLayout" Target="../slideLayouts/slideLayout13.xml"/><Relationship Id="rId4" Type="http://schemas.openxmlformats.org/officeDocument/2006/relationships/image" Target="../media/image2.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7.xml"/><Relationship Id="rId1" Type="http://schemas.openxmlformats.org/officeDocument/2006/relationships/slideLayout" Target="../slideLayouts/slideLayout13.xml"/><Relationship Id="rId4" Type="http://schemas.openxmlformats.org/officeDocument/2006/relationships/image" Target="../media/image2.png"/></Relationships>
</file>

<file path=ppt/slides/_rels/slide6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8.xml"/><Relationship Id="rId1" Type="http://schemas.openxmlformats.org/officeDocument/2006/relationships/slideLayout" Target="../slideLayouts/slideLayout13.xml"/><Relationship Id="rId4" Type="http://schemas.openxmlformats.org/officeDocument/2006/relationships/image" Target="../media/image2.png"/></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3.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3.xml"/></Relationships>
</file>

<file path=ppt/slides/_rels/slide6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61.xml"/><Relationship Id="rId1" Type="http://schemas.openxmlformats.org/officeDocument/2006/relationships/slideLayout" Target="../slideLayouts/slideLayout13.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3.xml"/></Relationships>
</file>

<file path=ppt/slides/_rels/slide6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63.xml"/><Relationship Id="rId1" Type="http://schemas.openxmlformats.org/officeDocument/2006/relationships/slideLayout" Target="../slideLayouts/slideLayout13.xml"/><Relationship Id="rId4" Type="http://schemas.openxmlformats.org/officeDocument/2006/relationships/image" Target="../media/image23.png"/></Relationships>
</file>

<file path=ppt/slides/_rels/slide69.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1.png"/><Relationship Id="rId2" Type="http://schemas.openxmlformats.org/officeDocument/2006/relationships/notesSlide" Target="../notesSlides/notesSlide64.xml"/><Relationship Id="rId1" Type="http://schemas.openxmlformats.org/officeDocument/2006/relationships/slideLayout" Target="../slideLayouts/slideLayout13.xml"/><Relationship Id="rId6" Type="http://schemas.openxmlformats.org/officeDocument/2006/relationships/image" Target="../media/image3.png"/><Relationship Id="rId5" Type="http://schemas.openxmlformats.org/officeDocument/2006/relationships/image" Target="../media/image6.png"/><Relationship Id="rId4" Type="http://schemas.openxmlformats.org/officeDocument/2006/relationships/image" Target="../media/image2.png"/></Relationships>
</file>

<file path=ppt/slides/_rels/slide7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5.xml"/><Relationship Id="rId1" Type="http://schemas.openxmlformats.org/officeDocument/2006/relationships/slideLayout" Target="../slideLayouts/slideLayout13.xml"/><Relationship Id="rId5" Type="http://schemas.openxmlformats.org/officeDocument/2006/relationships/image" Target="../media/image11.png"/><Relationship Id="rId4" Type="http://schemas.openxmlformats.org/officeDocument/2006/relationships/image" Target="../media/image6.png"/></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3.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3.xml"/></Relationships>
</file>

<file path=ppt/slides/_rels/slide7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68.xml"/><Relationship Id="rId1" Type="http://schemas.openxmlformats.org/officeDocument/2006/relationships/slideLayout" Target="../slideLayouts/slideLayout13.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3.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3.xml"/></Relationships>
</file>

<file path=ppt/slides/_rels/slide7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1.xml"/><Relationship Id="rId1" Type="http://schemas.openxmlformats.org/officeDocument/2006/relationships/slideLayout" Target="../slideLayouts/slideLayout13.xml"/><Relationship Id="rId5" Type="http://schemas.openxmlformats.org/officeDocument/2006/relationships/image" Target="../media/image25.png"/><Relationship Id="rId4" Type="http://schemas.openxmlformats.org/officeDocument/2006/relationships/image" Target="../media/image11.png"/></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13.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13.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13.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13.xml"/></Relationships>
</file>

<file path=ppt/slides/_rels/slide8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76.xml"/><Relationship Id="rId1" Type="http://schemas.openxmlformats.org/officeDocument/2006/relationships/slideLayout" Target="../slideLayouts/slideLayout13.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13.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27.png"/><Relationship Id="rId7" Type="http://schemas.openxmlformats.org/officeDocument/2006/relationships/image" Target="../media/image31.svg"/><Relationship Id="rId2" Type="http://schemas.openxmlformats.org/officeDocument/2006/relationships/notesSlide" Target="../notesSlides/notesSlide78.xml"/><Relationship Id="rId1" Type="http://schemas.openxmlformats.org/officeDocument/2006/relationships/slideLayout" Target="../slideLayouts/slideLayout13.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 Id="rId9" Type="http://schemas.openxmlformats.org/officeDocument/2006/relationships/image" Target="../media/image33.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86.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4.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13.xml"/></Relationships>
</file>

<file path=ppt/slides/_rels/slide9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0.xml"/><Relationship Id="rId1" Type="http://schemas.openxmlformats.org/officeDocument/2006/relationships/slideLayout" Target="../slideLayouts/slideLayout13.xml"/><Relationship Id="rId4" Type="http://schemas.openxmlformats.org/officeDocument/2006/relationships/image" Target="../media/image35.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13.xml"/></Relationships>
</file>

<file path=ppt/slides/_rels/slide9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82.xml"/><Relationship Id="rId1" Type="http://schemas.openxmlformats.org/officeDocument/2006/relationships/slideLayout" Target="../slideLayouts/slideLayout13.xml"/></Relationships>
</file>

<file path=ppt/slides/_rels/slide9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14.xml"/><Relationship Id="rId4" Type="http://schemas.openxmlformats.org/officeDocument/2006/relationships/image" Target="../media/image4.png"/></Relationships>
</file>

<file path=ppt/slides/_rels/slide9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14.xml"/><Relationship Id="rId5" Type="http://schemas.openxmlformats.org/officeDocument/2006/relationships/image" Target="../media/image2.png"/><Relationship Id="rId4" Type="http://schemas.openxmlformats.org/officeDocument/2006/relationships/image" Target="../media/image4.png"/></Relationships>
</file>

<file path=ppt/slides/_rels/slide9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14.xml"/><Relationship Id="rId5" Type="http://schemas.openxmlformats.org/officeDocument/2006/relationships/image" Target="../media/image2.png"/><Relationship Id="rId4" Type="http://schemas.openxmlformats.org/officeDocument/2006/relationships/image" Target="../media/image4.png"/></Relationships>
</file>

<file path=ppt/slides/_rels/slide97.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1.png"/><Relationship Id="rId7" Type="http://schemas.openxmlformats.org/officeDocument/2006/relationships/image" Target="../media/image4.png"/><Relationship Id="rId2" Type="http://schemas.openxmlformats.org/officeDocument/2006/relationships/notesSlide" Target="../notesSlides/notesSlide83.xml"/><Relationship Id="rId1" Type="http://schemas.openxmlformats.org/officeDocument/2006/relationships/slideLayout" Target="../slideLayouts/slideLayout13.xml"/><Relationship Id="rId6" Type="http://schemas.openxmlformats.org/officeDocument/2006/relationships/image" Target="../media/image10.png"/><Relationship Id="rId5" Type="http://schemas.openxmlformats.org/officeDocument/2006/relationships/image" Target="../media/image2.png"/><Relationship Id="rId4" Type="http://schemas.openxmlformats.org/officeDocument/2006/relationships/image" Target="../media/image8.png"/></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13.xml"/></Relationships>
</file>

<file path=ppt/slides/_rels/slide99.xml.rels><?xml version="1.0" encoding="UTF-8" standalone="yes"?>
<Relationships xmlns="http://schemas.openxmlformats.org/package/2006/relationships"><Relationship Id="rId3" Type="http://schemas.openxmlformats.org/officeDocument/2006/relationships/slideLayout" Target="../slideLayouts/slideLayout13.xml"/><Relationship Id="rId7" Type="http://schemas.openxmlformats.org/officeDocument/2006/relationships/image" Target="../media/image37.png"/><Relationship Id="rId2" Type="http://schemas.openxmlformats.org/officeDocument/2006/relationships/audio" Target="../media/media1.m4a"/><Relationship Id="rId1" Type="http://schemas.microsoft.com/office/2007/relationships/media" Target="../media/media1.m4a"/><Relationship Id="rId6" Type="http://schemas.openxmlformats.org/officeDocument/2006/relationships/image" Target="../media/image35.png"/><Relationship Id="rId5" Type="http://schemas.openxmlformats.org/officeDocument/2006/relationships/image" Target="../media/image2.png"/><Relationship Id="rId4" Type="http://schemas.openxmlformats.org/officeDocument/2006/relationships/notesSlide" Target="../notesSlides/notesSlide85.xml"/></Relationships>
</file>

<file path=ppt/slides/_rels/slide100.xml.rels><?xml version="1.0" encoding="UTF-8" standalone="yes"?>
<Relationships xmlns="http://schemas.openxmlformats.org/package/2006/relationships"><Relationship Id="rId3" Type="http://schemas.openxmlformats.org/officeDocument/2006/relationships/slideLayout" Target="../slideLayouts/slideLayout13.xml"/><Relationship Id="rId7" Type="http://schemas.openxmlformats.org/officeDocument/2006/relationships/image" Target="../media/image37.png"/><Relationship Id="rId2" Type="http://schemas.openxmlformats.org/officeDocument/2006/relationships/audio" Target="../media/media2.m4a"/><Relationship Id="rId1" Type="http://schemas.microsoft.com/office/2007/relationships/media" Target="../media/media2.m4a"/><Relationship Id="rId6" Type="http://schemas.openxmlformats.org/officeDocument/2006/relationships/image" Target="../media/image35.png"/><Relationship Id="rId5" Type="http://schemas.openxmlformats.org/officeDocument/2006/relationships/image" Target="../media/image2.png"/><Relationship Id="rId4" Type="http://schemas.openxmlformats.org/officeDocument/2006/relationships/notesSlide" Target="../notesSlides/notesSlide86.xml"/></Relationships>
</file>

<file path=ppt/slides/_rels/slide101.xml.rels><?xml version="1.0" encoding="UTF-8" standalone="yes"?>
<Relationships xmlns="http://schemas.openxmlformats.org/package/2006/relationships"><Relationship Id="rId3" Type="http://schemas.openxmlformats.org/officeDocument/2006/relationships/slideLayout" Target="../slideLayouts/slideLayout13.xml"/><Relationship Id="rId7" Type="http://schemas.openxmlformats.org/officeDocument/2006/relationships/image" Target="../media/image37.png"/><Relationship Id="rId2" Type="http://schemas.openxmlformats.org/officeDocument/2006/relationships/audio" Target="../media/media3.m4a"/><Relationship Id="rId1" Type="http://schemas.microsoft.com/office/2007/relationships/media" Target="../media/media3.m4a"/><Relationship Id="rId6" Type="http://schemas.openxmlformats.org/officeDocument/2006/relationships/image" Target="../media/image35.png"/><Relationship Id="rId5" Type="http://schemas.openxmlformats.org/officeDocument/2006/relationships/image" Target="../media/image2.png"/><Relationship Id="rId4" Type="http://schemas.openxmlformats.org/officeDocument/2006/relationships/notesSlide" Target="../notesSlides/notesSlide87.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13.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0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89.xml"/><Relationship Id="rId1" Type="http://schemas.openxmlformats.org/officeDocument/2006/relationships/slideLayout" Target="../slideLayouts/slideLayout13.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13.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13.xml"/></Relationships>
</file>

<file path=ppt/slides/_rels/slide10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92.xml"/><Relationship Id="rId1" Type="http://schemas.openxmlformats.org/officeDocument/2006/relationships/slideLayout" Target="../slideLayouts/slideLayout13.xml"/></Relationships>
</file>

<file path=ppt/slides/_rels/slide10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4.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13.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13.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5.xml"/><Relationship Id="rId1" Type="http://schemas.openxmlformats.org/officeDocument/2006/relationships/slideLayout" Target="../slideLayouts/slideLayout13.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13.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13.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13.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13.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13.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13.xml"/></Relationships>
</file>

<file path=ppt/slides/_rels/slide11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02.xml"/><Relationship Id="rId1" Type="http://schemas.openxmlformats.org/officeDocument/2006/relationships/slideLayout" Target="../slideLayouts/slideLayout13.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13.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13.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13.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13.xml"/></Relationships>
</file>

<file path=ppt/slides/_rels/slide12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7.xml"/><Relationship Id="rId1" Type="http://schemas.openxmlformats.org/officeDocument/2006/relationships/slideLayout" Target="../slideLayouts/slideLayout13.xml"/></Relationships>
</file>

<file path=ppt/slides/_rels/slide12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8.xml"/><Relationship Id="rId1" Type="http://schemas.openxmlformats.org/officeDocument/2006/relationships/slideLayout" Target="../slideLayouts/slideLayout13.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13.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13.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13.xml"/></Relationships>
</file>

<file path=ppt/slides/_rels/slide130.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audio" Target="../media/media4.m4a"/><Relationship Id="rId1" Type="http://schemas.microsoft.com/office/2007/relationships/media" Target="../media/media4.m4a"/><Relationship Id="rId4" Type="http://schemas.openxmlformats.org/officeDocument/2006/relationships/image" Target="../media/image37.png"/></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32.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12.xml"/><Relationship Id="rId1" Type="http://schemas.openxmlformats.org/officeDocument/2006/relationships/slideLayout" Target="../slideLayouts/slideLayout13.xml"/></Relationships>
</file>

<file path=ppt/slides/_rels/slide13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13.xml"/><Relationship Id="rId1" Type="http://schemas.openxmlformats.org/officeDocument/2006/relationships/slideLayout" Target="../slideLayouts/slideLayout13.xml"/></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114.xml"/><Relationship Id="rId1" Type="http://schemas.openxmlformats.org/officeDocument/2006/relationships/slideLayout" Target="../slideLayouts/slideLayout13.xml"/></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115.xml"/><Relationship Id="rId1" Type="http://schemas.openxmlformats.org/officeDocument/2006/relationships/slideLayout" Target="../slideLayouts/slideLayout13.xml"/></Relationships>
</file>

<file path=ppt/slides/_rels/slide136.xml.rels><?xml version="1.0" encoding="UTF-8" standalone="yes"?>
<Relationships xmlns="http://schemas.openxmlformats.org/package/2006/relationships"><Relationship Id="rId2" Type="http://schemas.openxmlformats.org/officeDocument/2006/relationships/notesSlide" Target="../notesSlides/notesSlide116.xml"/><Relationship Id="rId1" Type="http://schemas.openxmlformats.org/officeDocument/2006/relationships/slideLayout" Target="../slideLayouts/slideLayout13.xml"/></Relationships>
</file>

<file path=ppt/slides/_rels/slide13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7.xml"/><Relationship Id="rId1" Type="http://schemas.openxmlformats.org/officeDocument/2006/relationships/slideLayout" Target="../slideLayouts/slideLayout13.xml"/><Relationship Id="rId5" Type="http://schemas.openxmlformats.org/officeDocument/2006/relationships/image" Target="../media/image2.png"/><Relationship Id="rId4" Type="http://schemas.openxmlformats.org/officeDocument/2006/relationships/image" Target="../media/image42.png"/></Relationships>
</file>

<file path=ppt/slides/_rels/slide13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8.xml"/><Relationship Id="rId1" Type="http://schemas.openxmlformats.org/officeDocument/2006/relationships/slideLayout" Target="../slideLayouts/slideLayout13.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9.xml"/><Relationship Id="rId1" Type="http://schemas.openxmlformats.org/officeDocument/2006/relationships/slideLayout" Target="../slideLayouts/slideLayout13.xml"/><Relationship Id="rId5" Type="http://schemas.openxmlformats.org/officeDocument/2006/relationships/image" Target="../media/image35.png"/><Relationship Id="rId4" Type="http://schemas.openxmlformats.org/officeDocument/2006/relationships/image" Target="../media/image43.png"/></Relationships>
</file>

<file path=ppt/slides/_rels/slide14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0.xml"/><Relationship Id="rId1" Type="http://schemas.openxmlformats.org/officeDocument/2006/relationships/slideLayout" Target="../slideLayouts/slideLayout13.xml"/><Relationship Id="rId5" Type="http://schemas.openxmlformats.org/officeDocument/2006/relationships/image" Target="../media/image35.png"/><Relationship Id="rId4" Type="http://schemas.openxmlformats.org/officeDocument/2006/relationships/image" Target="../media/image43.png"/></Relationships>
</file>

<file path=ppt/slides/_rels/slide142.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45.png"/><Relationship Id="rId2" Type="http://schemas.openxmlformats.org/officeDocument/2006/relationships/notesSlide" Target="../notesSlides/notesSlide121.xml"/><Relationship Id="rId1" Type="http://schemas.openxmlformats.org/officeDocument/2006/relationships/slideLayout" Target="../slideLayouts/slideLayout13.xml"/><Relationship Id="rId6" Type="http://schemas.openxmlformats.org/officeDocument/2006/relationships/image" Target="../media/image44.png"/><Relationship Id="rId5" Type="http://schemas.openxmlformats.org/officeDocument/2006/relationships/image" Target="../media/image35.png"/><Relationship Id="rId4" Type="http://schemas.openxmlformats.org/officeDocument/2006/relationships/image" Target="../media/image43.png"/></Relationships>
</file>

<file path=ppt/slides/_rels/slide143.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45.png"/><Relationship Id="rId2" Type="http://schemas.openxmlformats.org/officeDocument/2006/relationships/notesSlide" Target="../notesSlides/notesSlide122.xml"/><Relationship Id="rId1" Type="http://schemas.openxmlformats.org/officeDocument/2006/relationships/slideLayout" Target="../slideLayouts/slideLayout13.xml"/><Relationship Id="rId6" Type="http://schemas.openxmlformats.org/officeDocument/2006/relationships/image" Target="../media/image44.png"/><Relationship Id="rId5" Type="http://schemas.openxmlformats.org/officeDocument/2006/relationships/image" Target="../media/image35.png"/><Relationship Id="rId4" Type="http://schemas.openxmlformats.org/officeDocument/2006/relationships/image" Target="../media/image43.png"/></Relationships>
</file>

<file path=ppt/slides/_rels/slide14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3.xml"/><Relationship Id="rId1" Type="http://schemas.openxmlformats.org/officeDocument/2006/relationships/slideLayout" Target="../slideLayouts/slideLayout13.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8.png"/></Relationships>
</file>

<file path=ppt/slides/_rels/slide145.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35.png"/><Relationship Id="rId2" Type="http://schemas.openxmlformats.org/officeDocument/2006/relationships/notesSlide" Target="../notesSlides/notesSlide124.xml"/><Relationship Id="rId1" Type="http://schemas.openxmlformats.org/officeDocument/2006/relationships/slideLayout" Target="../slideLayouts/slideLayout13.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タイトル 1">
            <a:extLst>
              <a:ext uri="{FF2B5EF4-FFF2-40B4-BE49-F238E27FC236}">
                <a16:creationId xmlns:a16="http://schemas.microsoft.com/office/drawing/2014/main" id="{B14815AE-025C-4474-A800-10C3A385A67A}"/>
              </a:ext>
            </a:extLst>
          </p:cNvPr>
          <p:cNvSpPr txBox="1">
            <a:spLocks/>
          </p:cNvSpPr>
          <p:nvPr/>
        </p:nvSpPr>
        <p:spPr bwMode="auto">
          <a:xfrm>
            <a:off x="631222" y="550650"/>
            <a:ext cx="8642258" cy="50208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rtl="0" fontAlgn="base">
              <a:lnSpc>
                <a:spcPct val="90000"/>
              </a:lnSpc>
              <a:spcBef>
                <a:spcPct val="0"/>
              </a:spcBef>
              <a:spcAft>
                <a:spcPct val="0"/>
              </a:spcAft>
              <a:defRPr kumimoji="1" sz="2000">
                <a:solidFill>
                  <a:schemeClr val="tx2"/>
                </a:solidFill>
                <a:latin typeface="游明朝" panose="02020400000000000000" pitchFamily="18" charset="-128"/>
                <a:ea typeface="游明朝" panose="02020400000000000000" pitchFamily="18" charset="-128"/>
                <a:cs typeface="+mj-cs"/>
              </a:defRPr>
            </a:lvl1pPr>
            <a:lvl2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2pPr>
            <a:lvl3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3pPr>
            <a:lvl4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4pPr>
            <a:lvl5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5pPr>
            <a:lvl6pPr marL="4572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6pPr>
            <a:lvl7pPr marL="9144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7pPr>
            <a:lvl8pPr marL="13716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8pPr>
            <a:lvl9pPr marL="18288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9pPr>
          </a:lstStyle>
          <a:p>
            <a:r>
              <a:rPr lang="ja-JP" altLang="en-US" sz="3200" kern="0" dirty="0">
                <a:latin typeface="メイリオ" panose="020B0604030504040204" pitchFamily="50" charset="-128"/>
                <a:ea typeface="メイリオ" panose="020B0604030504040204" pitchFamily="50" charset="-128"/>
              </a:rPr>
              <a:t>信頼性の設計</a:t>
            </a:r>
            <a:endParaRPr lang="en-US" altLang="ja-JP" sz="3200" kern="0" dirty="0">
              <a:latin typeface="メイリオ" panose="020B0604030504040204" pitchFamily="50" charset="-128"/>
              <a:ea typeface="メイリオ" panose="020B0604030504040204" pitchFamily="50" charset="-128"/>
            </a:endParaRPr>
          </a:p>
        </p:txBody>
      </p:sp>
      <p:sp>
        <p:nvSpPr>
          <p:cNvPr id="5" name="コンテンツ プレースホルダー 2">
            <a:extLst>
              <a:ext uri="{FF2B5EF4-FFF2-40B4-BE49-F238E27FC236}">
                <a16:creationId xmlns:a16="http://schemas.microsoft.com/office/drawing/2014/main" id="{3B628153-1DE2-4CC9-A87B-3528374EB759}"/>
              </a:ext>
            </a:extLst>
          </p:cNvPr>
          <p:cNvSpPr>
            <a:spLocks noGrp="1"/>
          </p:cNvSpPr>
          <p:nvPr>
            <p:ph idx="1"/>
          </p:nvPr>
        </p:nvSpPr>
        <p:spPr>
          <a:xfrm>
            <a:off x="3800872" y="1829752"/>
            <a:ext cx="5040560" cy="859072"/>
          </a:xfrm>
          <a:solidFill>
            <a:schemeClr val="bg1"/>
          </a:solidFill>
          <a:ln>
            <a:solidFill>
              <a:srgbClr val="0070C0"/>
            </a:solidFill>
          </a:ln>
        </p:spPr>
        <p:txBody>
          <a:bodyPr anchor="ctr" anchorCtr="0"/>
          <a:lstStyle/>
          <a:p>
            <a:r>
              <a:rPr lang="en-US" altLang="ja-JP" sz="1600" dirty="0">
                <a:solidFill>
                  <a:schemeClr val="bg2"/>
                </a:solidFill>
                <a:latin typeface="メイリオ" panose="020B0604030504040204" pitchFamily="50" charset="-128"/>
                <a:ea typeface="メイリオ" panose="020B0604030504040204" pitchFamily="50" charset="-128"/>
              </a:rPr>
              <a:t>Well Architected Framework</a:t>
            </a:r>
            <a:r>
              <a:rPr lang="ja-JP" altLang="en-US" sz="1600" dirty="0">
                <a:solidFill>
                  <a:schemeClr val="bg2"/>
                </a:solidFill>
                <a:latin typeface="メイリオ" panose="020B0604030504040204" pitchFamily="50" charset="-128"/>
                <a:ea typeface="メイリオ" panose="020B0604030504040204" pitchFamily="50" charset="-128"/>
              </a:rPr>
              <a:t>の</a:t>
            </a:r>
            <a:r>
              <a:rPr lang="en-US" altLang="ja-JP" sz="1600" dirty="0">
                <a:solidFill>
                  <a:schemeClr val="bg2"/>
                </a:solidFill>
                <a:latin typeface="メイリオ" panose="020B0604030504040204" pitchFamily="50" charset="-128"/>
                <a:ea typeface="メイリオ" panose="020B0604030504040204" pitchFamily="50" charset="-128"/>
              </a:rPr>
              <a:t>1</a:t>
            </a:r>
            <a:r>
              <a:rPr lang="ja-JP" altLang="en-US" sz="1600" dirty="0" err="1">
                <a:solidFill>
                  <a:schemeClr val="bg2"/>
                </a:solidFill>
                <a:latin typeface="メイリオ" panose="020B0604030504040204" pitchFamily="50" charset="-128"/>
                <a:ea typeface="メイリオ" panose="020B0604030504040204" pitchFamily="50" charset="-128"/>
              </a:rPr>
              <a:t>つの</a:t>
            </a:r>
            <a:r>
              <a:rPr lang="ja-JP" altLang="en-US" sz="1600" dirty="0">
                <a:solidFill>
                  <a:schemeClr val="bg2"/>
                </a:solidFill>
                <a:latin typeface="メイリオ" panose="020B0604030504040204" pitchFamily="50" charset="-128"/>
                <a:ea typeface="メイリオ" panose="020B0604030504040204" pitchFamily="50" charset="-128"/>
              </a:rPr>
              <a:t>原則である信頼性を実現するための基本的なアーキテクチャ設計について理解します。</a:t>
            </a:r>
            <a:endParaRPr lang="en-US" altLang="ja-JP" sz="1600" dirty="0">
              <a:solidFill>
                <a:schemeClr val="bg2"/>
              </a:solidFill>
              <a:latin typeface="メイリオ" panose="020B0604030504040204" pitchFamily="50" charset="-128"/>
              <a:ea typeface="メイリオ" panose="020B0604030504040204" pitchFamily="50" charset="-128"/>
            </a:endParaRPr>
          </a:p>
        </p:txBody>
      </p:sp>
      <p:sp>
        <p:nvSpPr>
          <p:cNvPr id="6" name="コンテンツ プレースホルダー 2">
            <a:extLst>
              <a:ext uri="{FF2B5EF4-FFF2-40B4-BE49-F238E27FC236}">
                <a16:creationId xmlns:a16="http://schemas.microsoft.com/office/drawing/2014/main" id="{533C8670-6C3A-4169-BC06-C4E1B6431F2F}"/>
              </a:ext>
            </a:extLst>
          </p:cNvPr>
          <p:cNvSpPr txBox="1">
            <a:spLocks/>
          </p:cNvSpPr>
          <p:nvPr/>
        </p:nvSpPr>
        <p:spPr bwMode="auto">
          <a:xfrm>
            <a:off x="1064568" y="1829752"/>
            <a:ext cx="2664296" cy="859072"/>
          </a:xfrm>
          <a:prstGeom prst="rect">
            <a:avLst/>
          </a:prstGeom>
          <a:solidFill>
            <a:schemeClr val="bg2">
              <a:lumMod val="50000"/>
              <a:lumOff val="50000"/>
            </a:schemeClr>
          </a:solidFill>
          <a:ln w="9525">
            <a:no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pPr algn="ctr"/>
            <a:r>
              <a:rPr lang="ja-JP" altLang="en-US" b="1" kern="0" dirty="0">
                <a:solidFill>
                  <a:schemeClr val="bg1"/>
                </a:solidFill>
                <a:latin typeface="メイリオ" panose="020B0604030504040204" pitchFamily="50" charset="-128"/>
                <a:ea typeface="メイリオ" panose="020B0604030504040204" pitchFamily="50" charset="-128"/>
              </a:rPr>
              <a:t>信頼性の確保</a:t>
            </a:r>
            <a:endParaRPr lang="en-US" altLang="ja-JP" b="1" kern="0" dirty="0">
              <a:solidFill>
                <a:schemeClr val="bg1"/>
              </a:solidFill>
              <a:latin typeface="メイリオ" panose="020B0604030504040204" pitchFamily="50" charset="-128"/>
              <a:ea typeface="メイリオ" panose="020B0604030504040204" pitchFamily="50" charset="-128"/>
            </a:endParaRPr>
          </a:p>
        </p:txBody>
      </p:sp>
      <p:sp>
        <p:nvSpPr>
          <p:cNvPr id="9" name="コンテンツ プレースホルダー 2">
            <a:extLst>
              <a:ext uri="{FF2B5EF4-FFF2-40B4-BE49-F238E27FC236}">
                <a16:creationId xmlns:a16="http://schemas.microsoft.com/office/drawing/2014/main" id="{5B50696C-07D1-4FB7-8254-547593B47B82}"/>
              </a:ext>
            </a:extLst>
          </p:cNvPr>
          <p:cNvSpPr txBox="1">
            <a:spLocks/>
          </p:cNvSpPr>
          <p:nvPr/>
        </p:nvSpPr>
        <p:spPr bwMode="auto">
          <a:xfrm>
            <a:off x="3800872" y="2739064"/>
            <a:ext cx="5040560" cy="859072"/>
          </a:xfrm>
          <a:prstGeom prst="rect">
            <a:avLst/>
          </a:prstGeom>
          <a:solidFill>
            <a:schemeClr val="bg1"/>
          </a:solidFill>
          <a:ln w="9525">
            <a:solidFill>
              <a:srgbClr val="0070C0"/>
            </a:solid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r>
              <a:rPr lang="ja-JP" altLang="en-US" dirty="0">
                <a:solidFill>
                  <a:schemeClr val="bg2"/>
                </a:solidFill>
                <a:latin typeface="メイリオ" panose="020B0604030504040204" pitchFamily="50" charset="-128"/>
                <a:ea typeface="メイリオ" panose="020B0604030504040204" pitchFamily="50" charset="-128"/>
              </a:rPr>
              <a:t>信頼性の重要な要素である高可用性について、その理論と</a:t>
            </a:r>
            <a:r>
              <a:rPr lang="en-US" altLang="ja-JP" dirty="0">
                <a:solidFill>
                  <a:schemeClr val="bg2"/>
                </a:solidFill>
                <a:latin typeface="メイリオ" panose="020B0604030504040204" pitchFamily="50" charset="-128"/>
                <a:ea typeface="メイリオ" panose="020B0604030504040204" pitchFamily="50" charset="-128"/>
              </a:rPr>
              <a:t>AWS</a:t>
            </a:r>
            <a:r>
              <a:rPr lang="ja-JP" altLang="en-US" dirty="0">
                <a:solidFill>
                  <a:schemeClr val="bg2"/>
                </a:solidFill>
                <a:latin typeface="メイリオ" panose="020B0604030504040204" pitchFamily="50" charset="-128"/>
                <a:ea typeface="メイリオ" panose="020B0604030504040204" pitchFamily="50" charset="-128"/>
              </a:rPr>
              <a:t>で実現する基本的なアーキテクチャ設計について理解します。</a:t>
            </a:r>
            <a:endParaRPr lang="en-US" altLang="ja-JP" dirty="0">
              <a:solidFill>
                <a:schemeClr val="bg2"/>
              </a:solidFill>
              <a:latin typeface="メイリオ" panose="020B0604030504040204" pitchFamily="50" charset="-128"/>
              <a:ea typeface="メイリオ" panose="020B0604030504040204" pitchFamily="50" charset="-128"/>
            </a:endParaRPr>
          </a:p>
        </p:txBody>
      </p:sp>
      <p:sp>
        <p:nvSpPr>
          <p:cNvPr id="10" name="コンテンツ プレースホルダー 2">
            <a:extLst>
              <a:ext uri="{FF2B5EF4-FFF2-40B4-BE49-F238E27FC236}">
                <a16:creationId xmlns:a16="http://schemas.microsoft.com/office/drawing/2014/main" id="{E3107F1A-1F86-4795-828B-C08D00807AF3}"/>
              </a:ext>
            </a:extLst>
          </p:cNvPr>
          <p:cNvSpPr txBox="1">
            <a:spLocks/>
          </p:cNvSpPr>
          <p:nvPr/>
        </p:nvSpPr>
        <p:spPr bwMode="auto">
          <a:xfrm>
            <a:off x="1064568" y="2739064"/>
            <a:ext cx="2664296" cy="859072"/>
          </a:xfrm>
          <a:prstGeom prst="rect">
            <a:avLst/>
          </a:prstGeom>
          <a:solidFill>
            <a:schemeClr val="bg2">
              <a:lumMod val="50000"/>
              <a:lumOff val="50000"/>
            </a:schemeClr>
          </a:solidFill>
          <a:ln w="9525">
            <a:no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pPr algn="ctr"/>
            <a:r>
              <a:rPr lang="ja-JP" altLang="en-US" b="1" kern="0" dirty="0">
                <a:solidFill>
                  <a:schemeClr val="bg1"/>
                </a:solidFill>
                <a:latin typeface="メイリオ" panose="020B0604030504040204" pitchFamily="50" charset="-128"/>
                <a:ea typeface="メイリオ" panose="020B0604030504040204" pitchFamily="50" charset="-128"/>
              </a:rPr>
              <a:t>高可用性の確保</a:t>
            </a:r>
            <a:endParaRPr lang="en-US" altLang="ja-JP" b="1" kern="0" dirty="0">
              <a:solidFill>
                <a:schemeClr val="bg1"/>
              </a:solidFill>
              <a:latin typeface="メイリオ" panose="020B0604030504040204" pitchFamily="50" charset="-128"/>
              <a:ea typeface="メイリオ" panose="020B0604030504040204" pitchFamily="50" charset="-128"/>
            </a:endParaRPr>
          </a:p>
        </p:txBody>
      </p:sp>
      <p:sp>
        <p:nvSpPr>
          <p:cNvPr id="11" name="コンテンツ プレースホルダー 2">
            <a:extLst>
              <a:ext uri="{FF2B5EF4-FFF2-40B4-BE49-F238E27FC236}">
                <a16:creationId xmlns:a16="http://schemas.microsoft.com/office/drawing/2014/main" id="{7B88945C-DEB5-42A5-95EF-FEAA274B91D8}"/>
              </a:ext>
            </a:extLst>
          </p:cNvPr>
          <p:cNvSpPr txBox="1">
            <a:spLocks/>
          </p:cNvSpPr>
          <p:nvPr/>
        </p:nvSpPr>
        <p:spPr bwMode="auto">
          <a:xfrm>
            <a:off x="3800872" y="3650048"/>
            <a:ext cx="5040560" cy="859072"/>
          </a:xfrm>
          <a:prstGeom prst="rect">
            <a:avLst/>
          </a:prstGeom>
          <a:solidFill>
            <a:schemeClr val="bg1"/>
          </a:solidFill>
          <a:ln w="9525">
            <a:solidFill>
              <a:srgbClr val="0070C0"/>
            </a:solid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r>
              <a:rPr lang="ja-JP" altLang="en-US" kern="0" dirty="0">
                <a:solidFill>
                  <a:schemeClr val="bg2"/>
                </a:solidFill>
                <a:latin typeface="メイリオ" panose="020B0604030504040204" pitchFamily="50" charset="-128"/>
                <a:ea typeface="メイリオ" panose="020B0604030504040204" pitchFamily="50" charset="-128"/>
              </a:rPr>
              <a:t>今回ハンズオンで実施していただく信頼性の高いアーキテクチャ設計を確認します。</a:t>
            </a:r>
            <a:endParaRPr lang="en-US" altLang="ja-JP" kern="0" dirty="0">
              <a:solidFill>
                <a:schemeClr val="bg2"/>
              </a:solidFill>
              <a:latin typeface="メイリオ" panose="020B0604030504040204" pitchFamily="50" charset="-128"/>
              <a:ea typeface="メイリオ" panose="020B0604030504040204" pitchFamily="50" charset="-128"/>
            </a:endParaRPr>
          </a:p>
        </p:txBody>
      </p:sp>
      <p:sp>
        <p:nvSpPr>
          <p:cNvPr id="12" name="コンテンツ プレースホルダー 2">
            <a:extLst>
              <a:ext uri="{FF2B5EF4-FFF2-40B4-BE49-F238E27FC236}">
                <a16:creationId xmlns:a16="http://schemas.microsoft.com/office/drawing/2014/main" id="{78BBD942-658F-4C75-9580-7CE3EB4D3F1F}"/>
              </a:ext>
            </a:extLst>
          </p:cNvPr>
          <p:cNvSpPr txBox="1">
            <a:spLocks/>
          </p:cNvSpPr>
          <p:nvPr/>
        </p:nvSpPr>
        <p:spPr bwMode="auto">
          <a:xfrm>
            <a:off x="1064568" y="3650048"/>
            <a:ext cx="2664296" cy="859072"/>
          </a:xfrm>
          <a:prstGeom prst="rect">
            <a:avLst/>
          </a:prstGeom>
          <a:solidFill>
            <a:schemeClr val="bg2">
              <a:lumMod val="50000"/>
              <a:lumOff val="50000"/>
            </a:schemeClr>
          </a:solidFill>
          <a:ln w="9525">
            <a:no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pPr algn="ctr"/>
            <a:r>
              <a:rPr lang="ja-JP" altLang="en-US" b="1" kern="0" dirty="0">
                <a:solidFill>
                  <a:schemeClr val="bg1"/>
                </a:solidFill>
                <a:latin typeface="メイリオ" panose="020B0604030504040204" pitchFamily="50" charset="-128"/>
                <a:ea typeface="メイリオ" panose="020B0604030504040204" pitchFamily="50" charset="-128"/>
              </a:rPr>
              <a:t>信頼性の高い</a:t>
            </a:r>
            <a:br>
              <a:rPr lang="en-US" altLang="ja-JP" b="1" kern="0" dirty="0">
                <a:solidFill>
                  <a:schemeClr val="bg1"/>
                </a:solidFill>
                <a:latin typeface="メイリオ" panose="020B0604030504040204" pitchFamily="50" charset="-128"/>
                <a:ea typeface="メイリオ" panose="020B0604030504040204" pitchFamily="50" charset="-128"/>
              </a:rPr>
            </a:br>
            <a:r>
              <a:rPr lang="ja-JP" altLang="en-US" b="1" kern="0">
                <a:solidFill>
                  <a:schemeClr val="bg1"/>
                </a:solidFill>
                <a:latin typeface="メイリオ" panose="020B0604030504040204" pitchFamily="50" charset="-128"/>
                <a:ea typeface="メイリオ" panose="020B0604030504040204" pitchFamily="50" charset="-128"/>
              </a:rPr>
              <a:t>アーキテクチャ構築の実践</a:t>
            </a:r>
            <a:endParaRPr lang="en-US" altLang="ja-JP" b="1" kern="0" dirty="0">
              <a:solidFill>
                <a:schemeClr val="bg1"/>
              </a:solidFill>
              <a:latin typeface="メイリオ" panose="020B0604030504040204" pitchFamily="50" charset="-128"/>
              <a:ea typeface="メイリオ" panose="020B0604030504040204" pitchFamily="50" charset="-128"/>
            </a:endParaRPr>
          </a:p>
        </p:txBody>
      </p:sp>
      <p:sp>
        <p:nvSpPr>
          <p:cNvPr id="2" name="テキスト ボックス 1">
            <a:extLst>
              <a:ext uri="{FF2B5EF4-FFF2-40B4-BE49-F238E27FC236}">
                <a16:creationId xmlns:a16="http://schemas.microsoft.com/office/drawing/2014/main" id="{1606ECEF-EF58-482C-8ED7-E096F6E13277}"/>
              </a:ext>
            </a:extLst>
          </p:cNvPr>
          <p:cNvSpPr txBox="1"/>
          <p:nvPr/>
        </p:nvSpPr>
        <p:spPr>
          <a:xfrm>
            <a:off x="1791422" y="1419190"/>
            <a:ext cx="1210589" cy="338554"/>
          </a:xfrm>
          <a:prstGeom prst="rect">
            <a:avLst/>
          </a:prstGeom>
          <a:noFill/>
        </p:spPr>
        <p:txBody>
          <a:bodyPr wrap="none" rtlCol="0">
            <a:spAutoFit/>
          </a:bodyPr>
          <a:lstStyle/>
          <a:p>
            <a:pPr algn="ctr"/>
            <a:r>
              <a:rPr lang="ja-JP" altLang="en-US" dirty="0">
                <a:latin typeface="メイリオ" panose="020B0604030504040204" pitchFamily="50" charset="-128"/>
                <a:ea typeface="メイリオ" panose="020B0604030504040204" pitchFamily="50" charset="-128"/>
              </a:rPr>
              <a:t>レクチャー</a:t>
            </a:r>
            <a:endParaRPr kumimoji="1" lang="ja-JP" altLang="en-US" dirty="0">
              <a:latin typeface="メイリオ" panose="020B0604030504040204" pitchFamily="50" charset="-128"/>
              <a:ea typeface="メイリオ" panose="020B0604030504040204" pitchFamily="50" charset="-128"/>
            </a:endParaRPr>
          </a:p>
        </p:txBody>
      </p:sp>
      <p:sp>
        <p:nvSpPr>
          <p:cNvPr id="17" name="テキスト ボックス 16">
            <a:extLst>
              <a:ext uri="{FF2B5EF4-FFF2-40B4-BE49-F238E27FC236}">
                <a16:creationId xmlns:a16="http://schemas.microsoft.com/office/drawing/2014/main" id="{57530297-B7B3-451F-B401-9FF62F3EA37C}"/>
              </a:ext>
            </a:extLst>
          </p:cNvPr>
          <p:cNvSpPr txBox="1"/>
          <p:nvPr/>
        </p:nvSpPr>
        <p:spPr>
          <a:xfrm>
            <a:off x="5097020" y="1392302"/>
            <a:ext cx="2236510" cy="338554"/>
          </a:xfrm>
          <a:prstGeom prst="rect">
            <a:avLst/>
          </a:prstGeom>
          <a:noFill/>
        </p:spPr>
        <p:txBody>
          <a:bodyPr wrap="none" rtlCol="0">
            <a:spAutoFit/>
          </a:bodyPr>
          <a:lstStyle/>
          <a:p>
            <a:pPr algn="ctr"/>
            <a:r>
              <a:rPr lang="ja-JP" altLang="en-US" dirty="0">
                <a:latin typeface="メイリオ" panose="020B0604030504040204" pitchFamily="50" charset="-128"/>
                <a:ea typeface="メイリオ" panose="020B0604030504040204" pitchFamily="50" charset="-128"/>
              </a:rPr>
              <a:t>レクチャー</a:t>
            </a:r>
            <a:r>
              <a:rPr kumimoji="1" lang="ja-JP" altLang="en-US" dirty="0">
                <a:latin typeface="メイリオ" panose="020B0604030504040204" pitchFamily="50" charset="-128"/>
                <a:ea typeface="メイリオ" panose="020B0604030504040204" pitchFamily="50" charset="-128"/>
              </a:rPr>
              <a:t>で学ぶ内容</a:t>
            </a:r>
          </a:p>
        </p:txBody>
      </p:sp>
      <p:cxnSp>
        <p:nvCxnSpPr>
          <p:cNvPr id="4" name="直線コネクタ 3">
            <a:extLst>
              <a:ext uri="{FF2B5EF4-FFF2-40B4-BE49-F238E27FC236}">
                <a16:creationId xmlns:a16="http://schemas.microsoft.com/office/drawing/2014/main" id="{A45271E8-A231-4477-9B8C-A9712D011C87}"/>
              </a:ext>
            </a:extLst>
          </p:cNvPr>
          <p:cNvCxnSpPr/>
          <p:nvPr/>
        </p:nvCxnSpPr>
        <p:spPr bwMode="auto">
          <a:xfrm flipV="1">
            <a:off x="1064568" y="1717597"/>
            <a:ext cx="2664295" cy="7537"/>
          </a:xfrm>
          <a:prstGeom prst="line">
            <a:avLst/>
          </a:prstGeom>
          <a:noFill/>
          <a:ln w="25400" cap="flat" cmpd="sng" algn="ctr">
            <a:solidFill>
              <a:schemeClr val="tx1"/>
            </a:solidFill>
            <a:prstDash val="solid"/>
            <a:round/>
            <a:headEnd type="none" w="med" len="med"/>
            <a:tailEnd type="none" w="med" len="med"/>
          </a:ln>
          <a:effectLst/>
        </p:spPr>
      </p:cxnSp>
      <p:cxnSp>
        <p:nvCxnSpPr>
          <p:cNvPr id="18" name="直線コネクタ 17">
            <a:extLst>
              <a:ext uri="{FF2B5EF4-FFF2-40B4-BE49-F238E27FC236}">
                <a16:creationId xmlns:a16="http://schemas.microsoft.com/office/drawing/2014/main" id="{4C35E9B5-E1D7-4EAF-AD16-00E4D826EAD2}"/>
              </a:ext>
            </a:extLst>
          </p:cNvPr>
          <p:cNvCxnSpPr>
            <a:cxnSpLocks/>
          </p:cNvCxnSpPr>
          <p:nvPr/>
        </p:nvCxnSpPr>
        <p:spPr bwMode="auto">
          <a:xfrm>
            <a:off x="3800872" y="1725135"/>
            <a:ext cx="5040560" cy="18097"/>
          </a:xfrm>
          <a:prstGeom prst="line">
            <a:avLst/>
          </a:prstGeom>
          <a:noFill/>
          <a:ln w="25400" cap="flat" cmpd="sng" algn="ctr">
            <a:solidFill>
              <a:schemeClr val="tx1"/>
            </a:solidFill>
            <a:prstDash val="solid"/>
            <a:round/>
            <a:headEnd type="none" w="med" len="med"/>
            <a:tailEnd type="none" w="med" len="med"/>
          </a:ln>
          <a:effectLst/>
        </p:spPr>
      </p:cxnSp>
      <p:sp>
        <p:nvSpPr>
          <p:cNvPr id="13" name="コンテンツ プレースホルダー 2">
            <a:extLst>
              <a:ext uri="{FF2B5EF4-FFF2-40B4-BE49-F238E27FC236}">
                <a16:creationId xmlns:a16="http://schemas.microsoft.com/office/drawing/2014/main" id="{17362913-5E27-4282-A4C0-1CEEFB36C9AA}"/>
              </a:ext>
            </a:extLst>
          </p:cNvPr>
          <p:cNvSpPr txBox="1">
            <a:spLocks/>
          </p:cNvSpPr>
          <p:nvPr/>
        </p:nvSpPr>
        <p:spPr bwMode="auto">
          <a:xfrm>
            <a:off x="3800872" y="4561032"/>
            <a:ext cx="5040560" cy="859072"/>
          </a:xfrm>
          <a:prstGeom prst="rect">
            <a:avLst/>
          </a:prstGeom>
          <a:solidFill>
            <a:schemeClr val="bg1"/>
          </a:solidFill>
          <a:ln w="9525">
            <a:solidFill>
              <a:srgbClr val="0070C0"/>
            </a:solid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r>
              <a:rPr lang="en-US" altLang="ja-JP" kern="0" dirty="0">
                <a:solidFill>
                  <a:schemeClr val="bg2"/>
                </a:solidFill>
                <a:latin typeface="メイリオ" panose="020B0604030504040204" pitchFamily="50" charset="-128"/>
                <a:ea typeface="メイリオ" panose="020B0604030504040204" pitchFamily="50" charset="-128"/>
              </a:rPr>
              <a:t>AWS</a:t>
            </a:r>
            <a:r>
              <a:rPr lang="ja-JP" altLang="en-US" kern="0" dirty="0">
                <a:solidFill>
                  <a:schemeClr val="bg2"/>
                </a:solidFill>
                <a:latin typeface="メイリオ" panose="020B0604030504040204" pitchFamily="50" charset="-128"/>
                <a:ea typeface="メイリオ" panose="020B0604030504040204" pitchFamily="50" charset="-128"/>
              </a:rPr>
              <a:t>のロードバランサ</a:t>
            </a:r>
            <a:r>
              <a:rPr lang="en-US" altLang="ja-JP" kern="0" dirty="0">
                <a:solidFill>
                  <a:schemeClr val="bg2"/>
                </a:solidFill>
                <a:latin typeface="メイリオ" panose="020B0604030504040204" pitchFamily="50" charset="-128"/>
                <a:ea typeface="メイリオ" panose="020B0604030504040204" pitchFamily="50" charset="-128"/>
              </a:rPr>
              <a:t>―</a:t>
            </a:r>
            <a:r>
              <a:rPr lang="ja-JP" altLang="en-US" kern="0" dirty="0">
                <a:solidFill>
                  <a:schemeClr val="bg2"/>
                </a:solidFill>
                <a:latin typeface="メイリオ" panose="020B0604030504040204" pitchFamily="50" charset="-128"/>
                <a:ea typeface="メイリオ" panose="020B0604030504040204" pitchFamily="50" charset="-128"/>
              </a:rPr>
              <a:t>サービスである</a:t>
            </a:r>
            <a:r>
              <a:rPr lang="en-US" altLang="ja-JP" kern="0" dirty="0">
                <a:solidFill>
                  <a:schemeClr val="bg2"/>
                </a:solidFill>
                <a:latin typeface="メイリオ" panose="020B0604030504040204" pitchFamily="50" charset="-128"/>
                <a:ea typeface="メイリオ" panose="020B0604030504040204" pitchFamily="50" charset="-128"/>
              </a:rPr>
              <a:t>ELB</a:t>
            </a:r>
            <a:r>
              <a:rPr lang="ja-JP" altLang="en-US" kern="0" dirty="0">
                <a:solidFill>
                  <a:schemeClr val="bg2"/>
                </a:solidFill>
                <a:latin typeface="メイリオ" panose="020B0604030504040204" pitchFamily="50" charset="-128"/>
                <a:ea typeface="メイリオ" panose="020B0604030504040204" pitchFamily="50" charset="-128"/>
              </a:rPr>
              <a:t>の</a:t>
            </a:r>
            <a:r>
              <a:rPr lang="ja-JP" altLang="en-US" dirty="0">
                <a:solidFill>
                  <a:schemeClr val="bg2"/>
                </a:solidFill>
                <a:latin typeface="メイリオ" panose="020B0604030504040204" pitchFamily="50" charset="-128"/>
                <a:ea typeface="メイリオ" panose="020B0604030504040204" pitchFamily="50" charset="-128"/>
              </a:rPr>
              <a:t>基本的な機能や仕組みについて理解します。</a:t>
            </a:r>
            <a:endParaRPr lang="en-US" altLang="ja-JP" kern="0" dirty="0">
              <a:solidFill>
                <a:schemeClr val="bg2"/>
              </a:solidFill>
              <a:latin typeface="メイリオ" panose="020B0604030504040204" pitchFamily="50" charset="-128"/>
              <a:ea typeface="メイリオ" panose="020B0604030504040204" pitchFamily="50" charset="-128"/>
            </a:endParaRPr>
          </a:p>
        </p:txBody>
      </p:sp>
      <p:sp>
        <p:nvSpPr>
          <p:cNvPr id="14" name="コンテンツ プレースホルダー 2">
            <a:extLst>
              <a:ext uri="{FF2B5EF4-FFF2-40B4-BE49-F238E27FC236}">
                <a16:creationId xmlns:a16="http://schemas.microsoft.com/office/drawing/2014/main" id="{0CD711AE-6F09-4256-88A7-36F723FA16F5}"/>
              </a:ext>
            </a:extLst>
          </p:cNvPr>
          <p:cNvSpPr txBox="1">
            <a:spLocks/>
          </p:cNvSpPr>
          <p:nvPr/>
        </p:nvSpPr>
        <p:spPr bwMode="auto">
          <a:xfrm>
            <a:off x="1064568" y="4561032"/>
            <a:ext cx="2664296" cy="859072"/>
          </a:xfrm>
          <a:prstGeom prst="rect">
            <a:avLst/>
          </a:prstGeom>
          <a:solidFill>
            <a:schemeClr val="bg2">
              <a:lumMod val="50000"/>
              <a:lumOff val="50000"/>
            </a:schemeClr>
          </a:solidFill>
          <a:ln w="9525">
            <a:no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pPr algn="ctr"/>
            <a:r>
              <a:rPr lang="en-US" altLang="ja-JP" b="1" kern="0" dirty="0">
                <a:solidFill>
                  <a:schemeClr val="bg1"/>
                </a:solidFill>
                <a:latin typeface="メイリオ" panose="020B0604030504040204" pitchFamily="50" charset="-128"/>
                <a:ea typeface="メイリオ" panose="020B0604030504040204" pitchFamily="50" charset="-128"/>
              </a:rPr>
              <a:t>ELB</a:t>
            </a:r>
            <a:r>
              <a:rPr lang="ja-JP" altLang="en-US" b="1" kern="0" dirty="0">
                <a:solidFill>
                  <a:schemeClr val="bg1"/>
                </a:solidFill>
                <a:latin typeface="メイリオ" panose="020B0604030504040204" pitchFamily="50" charset="-128"/>
                <a:ea typeface="メイリオ" panose="020B0604030504040204" pitchFamily="50" charset="-128"/>
              </a:rPr>
              <a:t>の概要</a:t>
            </a:r>
            <a:endParaRPr lang="en-US" altLang="ja-JP" b="1" kern="0" dirty="0">
              <a:solidFill>
                <a:schemeClr val="bg1"/>
              </a:solidFill>
              <a:latin typeface="メイリオ" panose="020B0604030504040204" pitchFamily="50" charset="-128"/>
              <a:ea typeface="メイリオ" panose="020B0604030504040204" pitchFamily="50" charset="-128"/>
            </a:endParaRPr>
          </a:p>
        </p:txBody>
      </p:sp>
      <p:sp>
        <p:nvSpPr>
          <p:cNvPr id="16" name="コンテンツ プレースホルダー 2">
            <a:extLst>
              <a:ext uri="{FF2B5EF4-FFF2-40B4-BE49-F238E27FC236}">
                <a16:creationId xmlns:a16="http://schemas.microsoft.com/office/drawing/2014/main" id="{429F99CE-6B55-452D-8062-98C76E30206F}"/>
              </a:ext>
            </a:extLst>
          </p:cNvPr>
          <p:cNvSpPr txBox="1">
            <a:spLocks/>
          </p:cNvSpPr>
          <p:nvPr/>
        </p:nvSpPr>
        <p:spPr bwMode="auto">
          <a:xfrm>
            <a:off x="3800872" y="5485027"/>
            <a:ext cx="5040560" cy="859072"/>
          </a:xfrm>
          <a:prstGeom prst="rect">
            <a:avLst/>
          </a:prstGeom>
          <a:solidFill>
            <a:schemeClr val="bg1"/>
          </a:solidFill>
          <a:ln w="9525">
            <a:solidFill>
              <a:srgbClr val="0070C0"/>
            </a:solid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r>
              <a:rPr lang="en-US" altLang="ja-JP" kern="0" dirty="0">
                <a:solidFill>
                  <a:schemeClr val="bg2"/>
                </a:solidFill>
                <a:latin typeface="メイリオ" panose="020B0604030504040204" pitchFamily="50" charset="-128"/>
                <a:ea typeface="メイリオ" panose="020B0604030504040204" pitchFamily="50" charset="-128"/>
              </a:rPr>
              <a:t>ELB</a:t>
            </a:r>
            <a:r>
              <a:rPr lang="ja-JP" altLang="en-US" kern="0" dirty="0">
                <a:solidFill>
                  <a:schemeClr val="bg2"/>
                </a:solidFill>
                <a:latin typeface="メイリオ" panose="020B0604030504040204" pitchFamily="50" charset="-128"/>
                <a:ea typeface="メイリオ" panose="020B0604030504040204" pitchFamily="50" charset="-128"/>
              </a:rPr>
              <a:t>によるマルチ</a:t>
            </a:r>
            <a:r>
              <a:rPr lang="en-US" altLang="ja-JP" kern="0" dirty="0">
                <a:solidFill>
                  <a:schemeClr val="bg2"/>
                </a:solidFill>
                <a:latin typeface="メイリオ" panose="020B0604030504040204" pitchFamily="50" charset="-128"/>
                <a:ea typeface="メイリオ" panose="020B0604030504040204" pitchFamily="50" charset="-128"/>
              </a:rPr>
              <a:t>AZ</a:t>
            </a:r>
            <a:r>
              <a:rPr lang="ja-JP" altLang="en-US" kern="0" dirty="0">
                <a:solidFill>
                  <a:schemeClr val="bg2"/>
                </a:solidFill>
                <a:latin typeface="メイリオ" panose="020B0604030504040204" pitchFamily="50" charset="-128"/>
                <a:ea typeface="メイリオ" panose="020B0604030504040204" pitchFamily="50" charset="-128"/>
              </a:rPr>
              <a:t>構成でのロードバランシングを</a:t>
            </a:r>
            <a:r>
              <a:rPr lang="en-US" altLang="ja-JP" kern="0" dirty="0">
                <a:solidFill>
                  <a:schemeClr val="bg2"/>
                </a:solidFill>
                <a:latin typeface="メイリオ" panose="020B0604030504040204" pitchFamily="50" charset="-128"/>
                <a:ea typeface="メイリオ" panose="020B0604030504040204" pitchFamily="50" charset="-128"/>
              </a:rPr>
              <a:t>EC2</a:t>
            </a:r>
            <a:r>
              <a:rPr lang="ja-JP" altLang="en-US" kern="0" dirty="0">
                <a:solidFill>
                  <a:schemeClr val="bg2"/>
                </a:solidFill>
                <a:latin typeface="メイリオ" panose="020B0604030504040204" pitchFamily="50" charset="-128"/>
                <a:ea typeface="メイリオ" panose="020B0604030504040204" pitchFamily="50" charset="-128"/>
              </a:rPr>
              <a:t>に実現します。</a:t>
            </a:r>
            <a:endParaRPr lang="en-US" altLang="ja-JP" kern="0" dirty="0">
              <a:solidFill>
                <a:schemeClr val="bg2"/>
              </a:solidFill>
              <a:latin typeface="メイリオ" panose="020B0604030504040204" pitchFamily="50" charset="-128"/>
              <a:ea typeface="メイリオ" panose="020B0604030504040204" pitchFamily="50" charset="-128"/>
            </a:endParaRPr>
          </a:p>
        </p:txBody>
      </p:sp>
      <p:sp>
        <p:nvSpPr>
          <p:cNvPr id="19" name="コンテンツ プレースホルダー 2">
            <a:extLst>
              <a:ext uri="{FF2B5EF4-FFF2-40B4-BE49-F238E27FC236}">
                <a16:creationId xmlns:a16="http://schemas.microsoft.com/office/drawing/2014/main" id="{38A56F21-DFD0-4580-B1AD-445D061214B3}"/>
              </a:ext>
            </a:extLst>
          </p:cNvPr>
          <p:cNvSpPr txBox="1">
            <a:spLocks/>
          </p:cNvSpPr>
          <p:nvPr/>
        </p:nvSpPr>
        <p:spPr bwMode="auto">
          <a:xfrm>
            <a:off x="1064568" y="5485027"/>
            <a:ext cx="2664296" cy="859072"/>
          </a:xfrm>
          <a:prstGeom prst="rect">
            <a:avLst/>
          </a:prstGeom>
          <a:solidFill>
            <a:schemeClr val="bg2">
              <a:lumMod val="50000"/>
              <a:lumOff val="50000"/>
            </a:schemeClr>
          </a:solidFill>
          <a:ln w="9525">
            <a:no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pPr algn="ctr"/>
            <a:r>
              <a:rPr lang="en-US" altLang="ja-JP" b="1" kern="0" dirty="0">
                <a:solidFill>
                  <a:schemeClr val="bg1"/>
                </a:solidFill>
                <a:latin typeface="メイリオ" panose="020B0604030504040204" pitchFamily="50" charset="-128"/>
                <a:ea typeface="メイリオ" panose="020B0604030504040204" pitchFamily="50" charset="-128"/>
              </a:rPr>
              <a:t>ELB</a:t>
            </a:r>
            <a:r>
              <a:rPr lang="ja-JP" altLang="en-US" b="1" kern="0" dirty="0">
                <a:solidFill>
                  <a:schemeClr val="bg1"/>
                </a:solidFill>
                <a:latin typeface="メイリオ" panose="020B0604030504040204" pitchFamily="50" charset="-128"/>
                <a:ea typeface="メイリオ" panose="020B0604030504040204" pitchFamily="50" charset="-128"/>
              </a:rPr>
              <a:t>による冗長構成</a:t>
            </a:r>
            <a:br>
              <a:rPr lang="en-US" altLang="ja-JP" b="1" kern="0" dirty="0">
                <a:solidFill>
                  <a:schemeClr val="bg1"/>
                </a:solidFill>
                <a:latin typeface="メイリオ" panose="020B0604030504040204" pitchFamily="50" charset="-128"/>
                <a:ea typeface="メイリオ" panose="020B0604030504040204" pitchFamily="50" charset="-128"/>
              </a:rPr>
            </a:br>
            <a:r>
              <a:rPr lang="en-US" altLang="ja-JP" b="1" kern="0" dirty="0">
                <a:solidFill>
                  <a:schemeClr val="bg1"/>
                </a:solidFill>
                <a:latin typeface="メイリオ" panose="020B0604030504040204" pitchFamily="50" charset="-128"/>
                <a:ea typeface="メイリオ" panose="020B0604030504040204" pitchFamily="50" charset="-128"/>
              </a:rPr>
              <a:t>(</a:t>
            </a:r>
            <a:r>
              <a:rPr lang="ja-JP" altLang="en-US" b="1" kern="0" dirty="0">
                <a:solidFill>
                  <a:schemeClr val="bg1"/>
                </a:solidFill>
                <a:latin typeface="メイリオ" panose="020B0604030504040204" pitchFamily="50" charset="-128"/>
                <a:ea typeface="メイリオ" panose="020B0604030504040204" pitchFamily="50" charset="-128"/>
              </a:rPr>
              <a:t>ハンズオン</a:t>
            </a:r>
            <a:r>
              <a:rPr lang="en-US" altLang="ja-JP" b="1" kern="0" dirty="0">
                <a:solidFill>
                  <a:schemeClr val="bg1"/>
                </a:solidFill>
                <a:latin typeface="メイリオ" panose="020B0604030504040204" pitchFamily="50" charset="-128"/>
                <a:ea typeface="メイリオ" panose="020B0604030504040204" pitchFamily="50" charset="-128"/>
              </a:rPr>
              <a:t>)</a:t>
            </a:r>
          </a:p>
        </p:txBody>
      </p:sp>
    </p:spTree>
    <p:extLst>
      <p:ext uri="{BB962C8B-B14F-4D97-AF65-F5344CB8AC3E}">
        <p14:creationId xmlns:p14="http://schemas.microsoft.com/office/powerpoint/2010/main" val="1062241040"/>
      </p:ext>
    </p:extLst>
  </p:cSld>
  <p:clrMapOvr>
    <a:masterClrMapping/>
  </p:clrMapOvr>
  <mc:AlternateContent xmlns:mc="http://schemas.openxmlformats.org/markup-compatibility/2006" xmlns:p14="http://schemas.microsoft.com/office/powerpoint/2010/main">
    <mc:Choice Requires="p14">
      <p:transition spd="slow" p14:dur="2000" advTm="84161"/>
    </mc:Choice>
    <mc:Fallback xmlns="">
      <p:transition spd="slow" advTm="84161"/>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タイトル 1">
            <a:extLst>
              <a:ext uri="{FF2B5EF4-FFF2-40B4-BE49-F238E27FC236}">
                <a16:creationId xmlns:a16="http://schemas.microsoft.com/office/drawing/2014/main" id="{B14815AE-025C-4474-A800-10C3A385A67A}"/>
              </a:ext>
            </a:extLst>
          </p:cNvPr>
          <p:cNvSpPr txBox="1">
            <a:spLocks/>
          </p:cNvSpPr>
          <p:nvPr/>
        </p:nvSpPr>
        <p:spPr bwMode="auto">
          <a:xfrm>
            <a:off x="631222" y="550650"/>
            <a:ext cx="8642258" cy="50208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rtl="0" fontAlgn="base">
              <a:lnSpc>
                <a:spcPct val="90000"/>
              </a:lnSpc>
              <a:spcBef>
                <a:spcPct val="0"/>
              </a:spcBef>
              <a:spcAft>
                <a:spcPct val="0"/>
              </a:spcAft>
              <a:defRPr kumimoji="1" sz="2000">
                <a:solidFill>
                  <a:schemeClr val="tx2"/>
                </a:solidFill>
                <a:latin typeface="游明朝" panose="02020400000000000000" pitchFamily="18" charset="-128"/>
                <a:ea typeface="游明朝" panose="02020400000000000000" pitchFamily="18" charset="-128"/>
                <a:cs typeface="+mj-cs"/>
              </a:defRPr>
            </a:lvl1pPr>
            <a:lvl2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2pPr>
            <a:lvl3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3pPr>
            <a:lvl4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4pPr>
            <a:lvl5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5pPr>
            <a:lvl6pPr marL="4572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6pPr>
            <a:lvl7pPr marL="9144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7pPr>
            <a:lvl8pPr marL="13716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8pPr>
            <a:lvl9pPr marL="18288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9pPr>
          </a:lstStyle>
          <a:p>
            <a:r>
              <a:rPr lang="ja-JP" altLang="en-US" sz="3200" kern="0" dirty="0">
                <a:latin typeface="メイリオ" panose="020B0604030504040204" pitchFamily="50" charset="-128"/>
                <a:ea typeface="メイリオ" panose="020B0604030504040204" pitchFamily="50" charset="-128"/>
              </a:rPr>
              <a:t>信頼性の設計</a:t>
            </a:r>
            <a:endParaRPr lang="en-US" altLang="ja-JP" sz="3200" kern="0" dirty="0">
              <a:latin typeface="メイリオ" panose="020B0604030504040204" pitchFamily="50" charset="-128"/>
              <a:ea typeface="メイリオ" panose="020B0604030504040204" pitchFamily="50" charset="-128"/>
            </a:endParaRPr>
          </a:p>
        </p:txBody>
      </p:sp>
      <p:sp>
        <p:nvSpPr>
          <p:cNvPr id="5" name="コンテンツ プレースホルダー 2">
            <a:extLst>
              <a:ext uri="{FF2B5EF4-FFF2-40B4-BE49-F238E27FC236}">
                <a16:creationId xmlns:a16="http://schemas.microsoft.com/office/drawing/2014/main" id="{3B628153-1DE2-4CC9-A87B-3528374EB759}"/>
              </a:ext>
            </a:extLst>
          </p:cNvPr>
          <p:cNvSpPr>
            <a:spLocks noGrp="1"/>
          </p:cNvSpPr>
          <p:nvPr>
            <p:ph idx="1"/>
          </p:nvPr>
        </p:nvSpPr>
        <p:spPr>
          <a:xfrm>
            <a:off x="3800872" y="1829752"/>
            <a:ext cx="5040560" cy="859072"/>
          </a:xfrm>
          <a:solidFill>
            <a:schemeClr val="bg1"/>
          </a:solidFill>
          <a:ln>
            <a:solidFill>
              <a:srgbClr val="0070C0"/>
            </a:solidFill>
          </a:ln>
        </p:spPr>
        <p:txBody>
          <a:bodyPr anchor="ctr" anchorCtr="0"/>
          <a:lstStyle/>
          <a:p>
            <a:r>
              <a:rPr lang="en-US" altLang="ja-JP" sz="1600" dirty="0">
                <a:solidFill>
                  <a:schemeClr val="bg2"/>
                </a:solidFill>
                <a:latin typeface="メイリオ" panose="020B0604030504040204" pitchFamily="50" charset="-128"/>
                <a:ea typeface="メイリオ" panose="020B0604030504040204" pitchFamily="50" charset="-128"/>
              </a:rPr>
              <a:t>EC2</a:t>
            </a:r>
            <a:r>
              <a:rPr lang="ja-JP" altLang="en-US" sz="1600" dirty="0">
                <a:solidFill>
                  <a:schemeClr val="bg2"/>
                </a:solidFill>
                <a:latin typeface="メイリオ" panose="020B0604030504040204" pitchFamily="50" charset="-128"/>
                <a:ea typeface="メイリオ" panose="020B0604030504040204" pitchFamily="50" charset="-128"/>
              </a:rPr>
              <a:t>のスケーラビリティを実現する</a:t>
            </a:r>
            <a:r>
              <a:rPr lang="en-US" altLang="ja-JP" sz="1600" dirty="0">
                <a:solidFill>
                  <a:schemeClr val="bg2"/>
                </a:solidFill>
                <a:latin typeface="メイリオ" panose="020B0604030504040204" pitchFamily="50" charset="-128"/>
                <a:ea typeface="メイリオ" panose="020B0604030504040204" pitchFamily="50" charset="-128"/>
              </a:rPr>
              <a:t>Auto-Scaling</a:t>
            </a:r>
            <a:r>
              <a:rPr lang="ja-JP" altLang="en-US" sz="1600" dirty="0">
                <a:solidFill>
                  <a:schemeClr val="bg2"/>
                </a:solidFill>
                <a:latin typeface="メイリオ" panose="020B0604030504040204" pitchFamily="50" charset="-128"/>
                <a:ea typeface="メイリオ" panose="020B0604030504040204" pitchFamily="50" charset="-128"/>
              </a:rPr>
              <a:t>の基本的な機能や仕組みについて理解します。</a:t>
            </a:r>
            <a:endParaRPr lang="en-US" altLang="ja-JP" sz="1600" dirty="0">
              <a:solidFill>
                <a:schemeClr val="bg2"/>
              </a:solidFill>
              <a:latin typeface="メイリオ" panose="020B0604030504040204" pitchFamily="50" charset="-128"/>
              <a:ea typeface="メイリオ" panose="020B0604030504040204" pitchFamily="50" charset="-128"/>
            </a:endParaRPr>
          </a:p>
        </p:txBody>
      </p:sp>
      <p:sp>
        <p:nvSpPr>
          <p:cNvPr id="6" name="コンテンツ プレースホルダー 2">
            <a:extLst>
              <a:ext uri="{FF2B5EF4-FFF2-40B4-BE49-F238E27FC236}">
                <a16:creationId xmlns:a16="http://schemas.microsoft.com/office/drawing/2014/main" id="{533C8670-6C3A-4169-BC06-C4E1B6431F2F}"/>
              </a:ext>
            </a:extLst>
          </p:cNvPr>
          <p:cNvSpPr txBox="1">
            <a:spLocks/>
          </p:cNvSpPr>
          <p:nvPr/>
        </p:nvSpPr>
        <p:spPr bwMode="auto">
          <a:xfrm>
            <a:off x="1064568" y="1829752"/>
            <a:ext cx="2664296" cy="859072"/>
          </a:xfrm>
          <a:prstGeom prst="rect">
            <a:avLst/>
          </a:prstGeom>
          <a:solidFill>
            <a:schemeClr val="bg2">
              <a:lumMod val="50000"/>
              <a:lumOff val="50000"/>
            </a:schemeClr>
          </a:solidFill>
          <a:ln w="9525">
            <a:no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pPr algn="ctr"/>
            <a:r>
              <a:rPr lang="en-US" altLang="ja-JP" b="1" kern="0" dirty="0">
                <a:solidFill>
                  <a:schemeClr val="bg1"/>
                </a:solidFill>
                <a:latin typeface="メイリオ" panose="020B0604030504040204" pitchFamily="50" charset="-128"/>
                <a:ea typeface="メイリオ" panose="020B0604030504040204" pitchFamily="50" charset="-128"/>
              </a:rPr>
              <a:t>Auto-Scaling</a:t>
            </a:r>
            <a:r>
              <a:rPr lang="ja-JP" altLang="en-US" b="1" kern="0" dirty="0">
                <a:solidFill>
                  <a:schemeClr val="bg1"/>
                </a:solidFill>
                <a:latin typeface="メイリオ" panose="020B0604030504040204" pitchFamily="50" charset="-128"/>
                <a:ea typeface="メイリオ" panose="020B0604030504040204" pitchFamily="50" charset="-128"/>
              </a:rPr>
              <a:t>の概要</a:t>
            </a:r>
            <a:endParaRPr lang="en-US" altLang="ja-JP" b="1" kern="0" dirty="0">
              <a:solidFill>
                <a:schemeClr val="bg1"/>
              </a:solidFill>
              <a:latin typeface="メイリオ" panose="020B0604030504040204" pitchFamily="50" charset="-128"/>
              <a:ea typeface="メイリオ" panose="020B0604030504040204" pitchFamily="50" charset="-128"/>
            </a:endParaRPr>
          </a:p>
        </p:txBody>
      </p:sp>
      <p:sp>
        <p:nvSpPr>
          <p:cNvPr id="9" name="コンテンツ プレースホルダー 2">
            <a:extLst>
              <a:ext uri="{FF2B5EF4-FFF2-40B4-BE49-F238E27FC236}">
                <a16:creationId xmlns:a16="http://schemas.microsoft.com/office/drawing/2014/main" id="{5B50696C-07D1-4FB7-8254-547593B47B82}"/>
              </a:ext>
            </a:extLst>
          </p:cNvPr>
          <p:cNvSpPr txBox="1">
            <a:spLocks/>
          </p:cNvSpPr>
          <p:nvPr/>
        </p:nvSpPr>
        <p:spPr bwMode="auto">
          <a:xfrm>
            <a:off x="3800872" y="2739064"/>
            <a:ext cx="5040560" cy="859072"/>
          </a:xfrm>
          <a:prstGeom prst="rect">
            <a:avLst/>
          </a:prstGeom>
          <a:solidFill>
            <a:schemeClr val="bg1"/>
          </a:solidFill>
          <a:ln w="9525">
            <a:solidFill>
              <a:srgbClr val="0070C0"/>
            </a:solid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r>
              <a:rPr lang="en-US" altLang="ja-JP" dirty="0">
                <a:solidFill>
                  <a:schemeClr val="bg2"/>
                </a:solidFill>
                <a:latin typeface="メイリオ" panose="020B0604030504040204" pitchFamily="50" charset="-128"/>
                <a:ea typeface="メイリオ" panose="020B0604030504040204" pitchFamily="50" charset="-128"/>
              </a:rPr>
              <a:t>ELB</a:t>
            </a:r>
            <a:r>
              <a:rPr lang="ja-JP" altLang="en-US" dirty="0">
                <a:solidFill>
                  <a:schemeClr val="bg2"/>
                </a:solidFill>
                <a:latin typeface="メイリオ" panose="020B0604030504040204" pitchFamily="50" charset="-128"/>
                <a:ea typeface="メイリオ" panose="020B0604030504040204" pitchFamily="50" charset="-128"/>
              </a:rPr>
              <a:t>による</a:t>
            </a:r>
            <a:r>
              <a:rPr lang="en-US" altLang="ja-JP" dirty="0">
                <a:solidFill>
                  <a:schemeClr val="bg2"/>
                </a:solidFill>
                <a:latin typeface="メイリオ" panose="020B0604030504040204" pitchFamily="50" charset="-128"/>
                <a:ea typeface="メイリオ" panose="020B0604030504040204" pitchFamily="50" charset="-128"/>
              </a:rPr>
              <a:t>EC2</a:t>
            </a:r>
            <a:r>
              <a:rPr lang="ja-JP" altLang="en-US" dirty="0">
                <a:solidFill>
                  <a:schemeClr val="bg2"/>
                </a:solidFill>
                <a:latin typeface="メイリオ" panose="020B0604030504040204" pitchFamily="50" charset="-128"/>
                <a:ea typeface="メイリオ" panose="020B0604030504040204" pitchFamily="50" charset="-128"/>
              </a:rPr>
              <a:t>構成に対して</a:t>
            </a:r>
            <a:r>
              <a:rPr lang="en-US" altLang="ja-JP" dirty="0">
                <a:solidFill>
                  <a:schemeClr val="bg2"/>
                </a:solidFill>
                <a:latin typeface="メイリオ" panose="020B0604030504040204" pitchFamily="50" charset="-128"/>
                <a:ea typeface="メイリオ" panose="020B0604030504040204" pitchFamily="50" charset="-128"/>
              </a:rPr>
              <a:t>Auto-Scaling</a:t>
            </a:r>
            <a:r>
              <a:rPr lang="ja-JP" altLang="en-US" dirty="0">
                <a:solidFill>
                  <a:schemeClr val="bg2"/>
                </a:solidFill>
                <a:latin typeface="メイリオ" panose="020B0604030504040204" pitchFamily="50" charset="-128"/>
                <a:ea typeface="メイリオ" panose="020B0604030504040204" pitchFamily="50" charset="-128"/>
              </a:rPr>
              <a:t>を適用する設定を行います。</a:t>
            </a:r>
            <a:endParaRPr lang="en-US" altLang="ja-JP" dirty="0">
              <a:solidFill>
                <a:schemeClr val="bg2"/>
              </a:solidFill>
              <a:latin typeface="メイリオ" panose="020B0604030504040204" pitchFamily="50" charset="-128"/>
              <a:ea typeface="メイリオ" panose="020B0604030504040204" pitchFamily="50" charset="-128"/>
            </a:endParaRPr>
          </a:p>
        </p:txBody>
      </p:sp>
      <p:sp>
        <p:nvSpPr>
          <p:cNvPr id="10" name="コンテンツ プレースホルダー 2">
            <a:extLst>
              <a:ext uri="{FF2B5EF4-FFF2-40B4-BE49-F238E27FC236}">
                <a16:creationId xmlns:a16="http://schemas.microsoft.com/office/drawing/2014/main" id="{E3107F1A-1F86-4795-828B-C08D00807AF3}"/>
              </a:ext>
            </a:extLst>
          </p:cNvPr>
          <p:cNvSpPr txBox="1">
            <a:spLocks/>
          </p:cNvSpPr>
          <p:nvPr/>
        </p:nvSpPr>
        <p:spPr bwMode="auto">
          <a:xfrm>
            <a:off x="1064568" y="2739064"/>
            <a:ext cx="2664296" cy="859072"/>
          </a:xfrm>
          <a:prstGeom prst="rect">
            <a:avLst/>
          </a:prstGeom>
          <a:solidFill>
            <a:schemeClr val="bg2">
              <a:lumMod val="50000"/>
              <a:lumOff val="50000"/>
            </a:schemeClr>
          </a:solidFill>
          <a:ln w="9525">
            <a:no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pPr algn="ctr"/>
            <a:r>
              <a:rPr lang="en-US" altLang="ja-JP" b="1" kern="0" dirty="0">
                <a:solidFill>
                  <a:schemeClr val="bg1"/>
                </a:solidFill>
                <a:latin typeface="メイリオ" panose="020B0604030504040204" pitchFamily="50" charset="-128"/>
                <a:ea typeface="メイリオ" panose="020B0604030504040204" pitchFamily="50" charset="-128"/>
              </a:rPr>
              <a:t>Auto-Scaling</a:t>
            </a:r>
            <a:r>
              <a:rPr lang="ja-JP" altLang="en-US" b="1" kern="0" dirty="0">
                <a:solidFill>
                  <a:schemeClr val="bg1"/>
                </a:solidFill>
                <a:latin typeface="メイリオ" panose="020B0604030504040204" pitchFamily="50" charset="-128"/>
                <a:ea typeface="メイリオ" panose="020B0604030504040204" pitchFamily="50" charset="-128"/>
              </a:rPr>
              <a:t>の設定</a:t>
            </a:r>
            <a:br>
              <a:rPr lang="en-US" altLang="ja-JP" b="1" kern="0" dirty="0">
                <a:solidFill>
                  <a:schemeClr val="bg1"/>
                </a:solidFill>
                <a:latin typeface="メイリオ" panose="020B0604030504040204" pitchFamily="50" charset="-128"/>
                <a:ea typeface="メイリオ" panose="020B0604030504040204" pitchFamily="50" charset="-128"/>
              </a:rPr>
            </a:br>
            <a:r>
              <a:rPr lang="ja-JP" altLang="en-US" b="1" kern="0" dirty="0">
                <a:solidFill>
                  <a:schemeClr val="bg1"/>
                </a:solidFill>
                <a:latin typeface="メイリオ" panose="020B0604030504040204" pitchFamily="50" charset="-128"/>
                <a:ea typeface="メイリオ" panose="020B0604030504040204" pitchFamily="50" charset="-128"/>
              </a:rPr>
              <a:t>（ハンズオン）</a:t>
            </a:r>
            <a:endParaRPr lang="en-US" altLang="ja-JP" b="1" kern="0" dirty="0">
              <a:solidFill>
                <a:schemeClr val="bg1"/>
              </a:solidFill>
              <a:latin typeface="メイリオ" panose="020B0604030504040204" pitchFamily="50" charset="-128"/>
              <a:ea typeface="メイリオ" panose="020B0604030504040204" pitchFamily="50" charset="-128"/>
            </a:endParaRPr>
          </a:p>
        </p:txBody>
      </p:sp>
      <p:sp>
        <p:nvSpPr>
          <p:cNvPr id="11" name="コンテンツ プレースホルダー 2">
            <a:extLst>
              <a:ext uri="{FF2B5EF4-FFF2-40B4-BE49-F238E27FC236}">
                <a16:creationId xmlns:a16="http://schemas.microsoft.com/office/drawing/2014/main" id="{7B88945C-DEB5-42A5-95EF-FEAA274B91D8}"/>
              </a:ext>
            </a:extLst>
          </p:cNvPr>
          <p:cNvSpPr txBox="1">
            <a:spLocks/>
          </p:cNvSpPr>
          <p:nvPr/>
        </p:nvSpPr>
        <p:spPr bwMode="auto">
          <a:xfrm>
            <a:off x="3800872" y="3650048"/>
            <a:ext cx="5040560" cy="859072"/>
          </a:xfrm>
          <a:prstGeom prst="rect">
            <a:avLst/>
          </a:prstGeom>
          <a:solidFill>
            <a:schemeClr val="bg1"/>
          </a:solidFill>
          <a:ln w="9525">
            <a:solidFill>
              <a:srgbClr val="0070C0"/>
            </a:solid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r>
              <a:rPr lang="en-US" altLang="ja-JP" kern="0" dirty="0">
                <a:solidFill>
                  <a:schemeClr val="bg2"/>
                </a:solidFill>
                <a:latin typeface="メイリオ" panose="020B0604030504040204" pitchFamily="50" charset="-128"/>
                <a:ea typeface="メイリオ" panose="020B0604030504040204" pitchFamily="50" charset="-128"/>
              </a:rPr>
              <a:t>RDS</a:t>
            </a:r>
            <a:r>
              <a:rPr lang="ja-JP" altLang="en-US" kern="0" dirty="0">
                <a:solidFill>
                  <a:schemeClr val="bg2"/>
                </a:solidFill>
                <a:latin typeface="メイリオ" panose="020B0604030504040204" pitchFamily="50" charset="-128"/>
                <a:ea typeface="メイリオ" panose="020B0604030504040204" pitchFamily="50" charset="-128"/>
              </a:rPr>
              <a:t>の</a:t>
            </a:r>
            <a:r>
              <a:rPr lang="ja-JP" altLang="en-US" dirty="0">
                <a:solidFill>
                  <a:schemeClr val="bg2"/>
                </a:solidFill>
                <a:latin typeface="メイリオ" panose="020B0604030504040204" pitchFamily="50" charset="-128"/>
                <a:ea typeface="メイリオ" panose="020B0604030504040204" pitchFamily="50" charset="-128"/>
              </a:rPr>
              <a:t>基本的な機能や仕組みについて理解します。</a:t>
            </a:r>
            <a:endParaRPr lang="en-US" altLang="ja-JP" kern="0" dirty="0">
              <a:solidFill>
                <a:schemeClr val="bg2"/>
              </a:solidFill>
              <a:latin typeface="メイリオ" panose="020B0604030504040204" pitchFamily="50" charset="-128"/>
              <a:ea typeface="メイリオ" panose="020B0604030504040204" pitchFamily="50" charset="-128"/>
            </a:endParaRPr>
          </a:p>
        </p:txBody>
      </p:sp>
      <p:sp>
        <p:nvSpPr>
          <p:cNvPr id="12" name="コンテンツ プレースホルダー 2">
            <a:extLst>
              <a:ext uri="{FF2B5EF4-FFF2-40B4-BE49-F238E27FC236}">
                <a16:creationId xmlns:a16="http://schemas.microsoft.com/office/drawing/2014/main" id="{78BBD942-658F-4C75-9580-7CE3EB4D3F1F}"/>
              </a:ext>
            </a:extLst>
          </p:cNvPr>
          <p:cNvSpPr txBox="1">
            <a:spLocks/>
          </p:cNvSpPr>
          <p:nvPr/>
        </p:nvSpPr>
        <p:spPr bwMode="auto">
          <a:xfrm>
            <a:off x="1064568" y="3650048"/>
            <a:ext cx="2664296" cy="859072"/>
          </a:xfrm>
          <a:prstGeom prst="rect">
            <a:avLst/>
          </a:prstGeom>
          <a:solidFill>
            <a:schemeClr val="bg2">
              <a:lumMod val="50000"/>
              <a:lumOff val="50000"/>
            </a:schemeClr>
          </a:solidFill>
          <a:ln w="9525">
            <a:no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pPr algn="ctr"/>
            <a:r>
              <a:rPr lang="en-US" altLang="ja-JP" b="1" kern="0" dirty="0">
                <a:solidFill>
                  <a:schemeClr val="bg1"/>
                </a:solidFill>
                <a:latin typeface="メイリオ" panose="020B0604030504040204" pitchFamily="50" charset="-128"/>
                <a:ea typeface="メイリオ" panose="020B0604030504040204" pitchFamily="50" charset="-128"/>
              </a:rPr>
              <a:t>RDS</a:t>
            </a:r>
            <a:r>
              <a:rPr lang="ja-JP" altLang="en-US" b="1" kern="0" dirty="0">
                <a:solidFill>
                  <a:schemeClr val="bg1"/>
                </a:solidFill>
                <a:latin typeface="メイリオ" panose="020B0604030504040204" pitchFamily="50" charset="-128"/>
                <a:ea typeface="メイリオ" panose="020B0604030504040204" pitchFamily="50" charset="-128"/>
              </a:rPr>
              <a:t>の概要</a:t>
            </a:r>
            <a:endParaRPr lang="en-US" altLang="ja-JP" b="1" kern="0" dirty="0">
              <a:solidFill>
                <a:schemeClr val="bg1"/>
              </a:solidFill>
              <a:latin typeface="メイリオ" panose="020B0604030504040204" pitchFamily="50" charset="-128"/>
              <a:ea typeface="メイリオ" panose="020B0604030504040204" pitchFamily="50" charset="-128"/>
            </a:endParaRPr>
          </a:p>
        </p:txBody>
      </p:sp>
      <p:sp>
        <p:nvSpPr>
          <p:cNvPr id="2" name="テキスト ボックス 1">
            <a:extLst>
              <a:ext uri="{FF2B5EF4-FFF2-40B4-BE49-F238E27FC236}">
                <a16:creationId xmlns:a16="http://schemas.microsoft.com/office/drawing/2014/main" id="{1606ECEF-EF58-482C-8ED7-E096F6E13277}"/>
              </a:ext>
            </a:extLst>
          </p:cNvPr>
          <p:cNvSpPr txBox="1"/>
          <p:nvPr/>
        </p:nvSpPr>
        <p:spPr>
          <a:xfrm>
            <a:off x="1791422" y="1419190"/>
            <a:ext cx="1210589" cy="338554"/>
          </a:xfrm>
          <a:prstGeom prst="rect">
            <a:avLst/>
          </a:prstGeom>
          <a:noFill/>
        </p:spPr>
        <p:txBody>
          <a:bodyPr wrap="none" rtlCol="0">
            <a:spAutoFit/>
          </a:bodyPr>
          <a:lstStyle/>
          <a:p>
            <a:pPr algn="ctr"/>
            <a:r>
              <a:rPr lang="ja-JP" altLang="en-US" dirty="0">
                <a:latin typeface="メイリオ" panose="020B0604030504040204" pitchFamily="50" charset="-128"/>
                <a:ea typeface="メイリオ" panose="020B0604030504040204" pitchFamily="50" charset="-128"/>
              </a:rPr>
              <a:t>レクチャー</a:t>
            </a:r>
            <a:endParaRPr kumimoji="1" lang="ja-JP" altLang="en-US" dirty="0">
              <a:latin typeface="メイリオ" panose="020B0604030504040204" pitchFamily="50" charset="-128"/>
              <a:ea typeface="メイリオ" panose="020B0604030504040204" pitchFamily="50" charset="-128"/>
            </a:endParaRPr>
          </a:p>
        </p:txBody>
      </p:sp>
      <p:sp>
        <p:nvSpPr>
          <p:cNvPr id="17" name="テキスト ボックス 16">
            <a:extLst>
              <a:ext uri="{FF2B5EF4-FFF2-40B4-BE49-F238E27FC236}">
                <a16:creationId xmlns:a16="http://schemas.microsoft.com/office/drawing/2014/main" id="{57530297-B7B3-451F-B401-9FF62F3EA37C}"/>
              </a:ext>
            </a:extLst>
          </p:cNvPr>
          <p:cNvSpPr txBox="1"/>
          <p:nvPr/>
        </p:nvSpPr>
        <p:spPr>
          <a:xfrm>
            <a:off x="5097020" y="1392302"/>
            <a:ext cx="2236510" cy="338554"/>
          </a:xfrm>
          <a:prstGeom prst="rect">
            <a:avLst/>
          </a:prstGeom>
          <a:noFill/>
        </p:spPr>
        <p:txBody>
          <a:bodyPr wrap="none" rtlCol="0">
            <a:spAutoFit/>
          </a:bodyPr>
          <a:lstStyle/>
          <a:p>
            <a:pPr algn="ctr"/>
            <a:r>
              <a:rPr lang="ja-JP" altLang="en-US" dirty="0">
                <a:latin typeface="メイリオ" panose="020B0604030504040204" pitchFamily="50" charset="-128"/>
                <a:ea typeface="メイリオ" panose="020B0604030504040204" pitchFamily="50" charset="-128"/>
              </a:rPr>
              <a:t>レクチャー</a:t>
            </a:r>
            <a:r>
              <a:rPr kumimoji="1" lang="ja-JP" altLang="en-US" dirty="0">
                <a:latin typeface="メイリオ" panose="020B0604030504040204" pitchFamily="50" charset="-128"/>
                <a:ea typeface="メイリオ" panose="020B0604030504040204" pitchFamily="50" charset="-128"/>
              </a:rPr>
              <a:t>で学ぶ内容</a:t>
            </a:r>
          </a:p>
        </p:txBody>
      </p:sp>
      <p:cxnSp>
        <p:nvCxnSpPr>
          <p:cNvPr id="4" name="直線コネクタ 3">
            <a:extLst>
              <a:ext uri="{FF2B5EF4-FFF2-40B4-BE49-F238E27FC236}">
                <a16:creationId xmlns:a16="http://schemas.microsoft.com/office/drawing/2014/main" id="{A45271E8-A231-4477-9B8C-A9712D011C87}"/>
              </a:ext>
            </a:extLst>
          </p:cNvPr>
          <p:cNvCxnSpPr/>
          <p:nvPr/>
        </p:nvCxnSpPr>
        <p:spPr bwMode="auto">
          <a:xfrm flipV="1">
            <a:off x="1064568" y="1717597"/>
            <a:ext cx="2664295" cy="7537"/>
          </a:xfrm>
          <a:prstGeom prst="line">
            <a:avLst/>
          </a:prstGeom>
          <a:noFill/>
          <a:ln w="25400" cap="flat" cmpd="sng" algn="ctr">
            <a:solidFill>
              <a:schemeClr val="tx1"/>
            </a:solidFill>
            <a:prstDash val="solid"/>
            <a:round/>
            <a:headEnd type="none" w="med" len="med"/>
            <a:tailEnd type="none" w="med" len="med"/>
          </a:ln>
          <a:effectLst/>
        </p:spPr>
      </p:cxnSp>
      <p:cxnSp>
        <p:nvCxnSpPr>
          <p:cNvPr id="18" name="直線コネクタ 17">
            <a:extLst>
              <a:ext uri="{FF2B5EF4-FFF2-40B4-BE49-F238E27FC236}">
                <a16:creationId xmlns:a16="http://schemas.microsoft.com/office/drawing/2014/main" id="{4C35E9B5-E1D7-4EAF-AD16-00E4D826EAD2}"/>
              </a:ext>
            </a:extLst>
          </p:cNvPr>
          <p:cNvCxnSpPr>
            <a:cxnSpLocks/>
          </p:cNvCxnSpPr>
          <p:nvPr/>
        </p:nvCxnSpPr>
        <p:spPr bwMode="auto">
          <a:xfrm>
            <a:off x="3800872" y="1725135"/>
            <a:ext cx="5040560" cy="18097"/>
          </a:xfrm>
          <a:prstGeom prst="line">
            <a:avLst/>
          </a:prstGeom>
          <a:noFill/>
          <a:ln w="25400" cap="flat" cmpd="sng" algn="ctr">
            <a:solidFill>
              <a:schemeClr val="tx1"/>
            </a:solidFill>
            <a:prstDash val="solid"/>
            <a:round/>
            <a:headEnd type="none" w="med" len="med"/>
            <a:tailEnd type="none" w="med" len="med"/>
          </a:ln>
          <a:effectLst/>
        </p:spPr>
      </p:cxnSp>
      <p:sp>
        <p:nvSpPr>
          <p:cNvPr id="13" name="コンテンツ プレースホルダー 2">
            <a:extLst>
              <a:ext uri="{FF2B5EF4-FFF2-40B4-BE49-F238E27FC236}">
                <a16:creationId xmlns:a16="http://schemas.microsoft.com/office/drawing/2014/main" id="{17362913-5E27-4282-A4C0-1CEEFB36C9AA}"/>
              </a:ext>
            </a:extLst>
          </p:cNvPr>
          <p:cNvSpPr txBox="1">
            <a:spLocks/>
          </p:cNvSpPr>
          <p:nvPr/>
        </p:nvSpPr>
        <p:spPr bwMode="auto">
          <a:xfrm>
            <a:off x="3800872" y="4561032"/>
            <a:ext cx="5040560" cy="859072"/>
          </a:xfrm>
          <a:prstGeom prst="rect">
            <a:avLst/>
          </a:prstGeom>
          <a:solidFill>
            <a:schemeClr val="bg1"/>
          </a:solidFill>
          <a:ln w="9525">
            <a:solidFill>
              <a:srgbClr val="0070C0"/>
            </a:solid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r>
              <a:rPr lang="en-US" altLang="ja-JP" kern="0" dirty="0">
                <a:solidFill>
                  <a:schemeClr val="bg2"/>
                </a:solidFill>
                <a:latin typeface="メイリオ" panose="020B0604030504040204" pitchFamily="50" charset="-128"/>
                <a:ea typeface="メイリオ" panose="020B0604030504040204" pitchFamily="50" charset="-128"/>
              </a:rPr>
              <a:t>RDS</a:t>
            </a:r>
            <a:r>
              <a:rPr lang="ja-JP" altLang="en-US" kern="0" dirty="0">
                <a:solidFill>
                  <a:schemeClr val="bg2"/>
                </a:solidFill>
                <a:latin typeface="メイリオ" panose="020B0604030504040204" pitchFamily="50" charset="-128"/>
                <a:ea typeface="メイリオ" panose="020B0604030504040204" pitchFamily="50" charset="-128"/>
              </a:rPr>
              <a:t>を使ってマルチ</a:t>
            </a:r>
            <a:r>
              <a:rPr lang="en-US" altLang="ja-JP" kern="0" dirty="0">
                <a:solidFill>
                  <a:schemeClr val="bg2"/>
                </a:solidFill>
                <a:latin typeface="メイリオ" panose="020B0604030504040204" pitchFamily="50" charset="-128"/>
                <a:ea typeface="メイリオ" panose="020B0604030504040204" pitchFamily="50" charset="-128"/>
              </a:rPr>
              <a:t>AZ</a:t>
            </a:r>
            <a:r>
              <a:rPr lang="ja-JP" altLang="en-US" kern="0" dirty="0" err="1">
                <a:solidFill>
                  <a:schemeClr val="bg2"/>
                </a:solidFill>
                <a:latin typeface="メイリオ" panose="020B0604030504040204" pitchFamily="50" charset="-128"/>
                <a:ea typeface="メイリオ" panose="020B0604030504040204" pitchFamily="50" charset="-128"/>
              </a:rPr>
              <a:t>での</a:t>
            </a:r>
            <a:r>
              <a:rPr lang="ja-JP" altLang="en-US" kern="0" dirty="0">
                <a:solidFill>
                  <a:schemeClr val="bg2"/>
                </a:solidFill>
                <a:latin typeface="メイリオ" panose="020B0604030504040204" pitchFamily="50" charset="-128"/>
                <a:ea typeface="メイリオ" panose="020B0604030504040204" pitchFamily="50" charset="-128"/>
              </a:rPr>
              <a:t>マスタスレーブ構成を実現します。また、スナップショットやバックアップからの復元も実施します。</a:t>
            </a:r>
            <a:endParaRPr lang="en-US" altLang="ja-JP" kern="0" dirty="0">
              <a:solidFill>
                <a:schemeClr val="bg2"/>
              </a:solidFill>
              <a:latin typeface="メイリオ" panose="020B0604030504040204" pitchFamily="50" charset="-128"/>
              <a:ea typeface="メイリオ" panose="020B0604030504040204" pitchFamily="50" charset="-128"/>
            </a:endParaRPr>
          </a:p>
        </p:txBody>
      </p:sp>
      <p:sp>
        <p:nvSpPr>
          <p:cNvPr id="14" name="コンテンツ プレースホルダー 2">
            <a:extLst>
              <a:ext uri="{FF2B5EF4-FFF2-40B4-BE49-F238E27FC236}">
                <a16:creationId xmlns:a16="http://schemas.microsoft.com/office/drawing/2014/main" id="{0CD711AE-6F09-4256-88A7-36F723FA16F5}"/>
              </a:ext>
            </a:extLst>
          </p:cNvPr>
          <p:cNvSpPr txBox="1">
            <a:spLocks/>
          </p:cNvSpPr>
          <p:nvPr/>
        </p:nvSpPr>
        <p:spPr bwMode="auto">
          <a:xfrm>
            <a:off x="1064568" y="4561032"/>
            <a:ext cx="2664296" cy="859072"/>
          </a:xfrm>
          <a:prstGeom prst="rect">
            <a:avLst/>
          </a:prstGeom>
          <a:solidFill>
            <a:schemeClr val="bg2">
              <a:lumMod val="50000"/>
              <a:lumOff val="50000"/>
            </a:schemeClr>
          </a:solidFill>
          <a:ln w="9525">
            <a:no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pPr algn="ctr"/>
            <a:r>
              <a:rPr lang="en-US" altLang="ja-JP" b="1" kern="0" dirty="0">
                <a:solidFill>
                  <a:schemeClr val="bg1"/>
                </a:solidFill>
                <a:latin typeface="メイリオ" panose="020B0604030504040204" pitchFamily="50" charset="-128"/>
                <a:ea typeface="メイリオ" panose="020B0604030504040204" pitchFamily="50" charset="-128"/>
              </a:rPr>
              <a:t>RDS</a:t>
            </a:r>
            <a:r>
              <a:rPr lang="ja-JP" altLang="en-US" b="1" kern="0" dirty="0">
                <a:solidFill>
                  <a:schemeClr val="bg1"/>
                </a:solidFill>
                <a:latin typeface="メイリオ" panose="020B0604030504040204" pitchFamily="50" charset="-128"/>
                <a:ea typeface="メイリオ" panose="020B0604030504040204" pitchFamily="50" charset="-128"/>
              </a:rPr>
              <a:t>によるマスタスレーブ構成の構築</a:t>
            </a:r>
            <a:br>
              <a:rPr lang="en-US" altLang="ja-JP" b="1" kern="0" dirty="0">
                <a:solidFill>
                  <a:schemeClr val="bg1"/>
                </a:solidFill>
                <a:latin typeface="メイリオ" panose="020B0604030504040204" pitchFamily="50" charset="-128"/>
                <a:ea typeface="メイリオ" panose="020B0604030504040204" pitchFamily="50" charset="-128"/>
              </a:rPr>
            </a:br>
            <a:r>
              <a:rPr lang="ja-JP" altLang="en-US" b="1" kern="0" dirty="0">
                <a:solidFill>
                  <a:schemeClr val="bg1"/>
                </a:solidFill>
                <a:latin typeface="メイリオ" panose="020B0604030504040204" pitchFamily="50" charset="-128"/>
                <a:ea typeface="メイリオ" panose="020B0604030504040204" pitchFamily="50" charset="-128"/>
              </a:rPr>
              <a:t>（ハンズオン）</a:t>
            </a:r>
            <a:endParaRPr lang="en-US" altLang="ja-JP" b="1" kern="0" dirty="0">
              <a:solidFill>
                <a:schemeClr val="bg1"/>
              </a:solidFill>
              <a:latin typeface="メイリオ" panose="020B0604030504040204" pitchFamily="50" charset="-128"/>
              <a:ea typeface="メイリオ" panose="020B0604030504040204" pitchFamily="50" charset="-128"/>
            </a:endParaRPr>
          </a:p>
        </p:txBody>
      </p:sp>
      <p:sp>
        <p:nvSpPr>
          <p:cNvPr id="16" name="コンテンツ プレースホルダー 2">
            <a:extLst>
              <a:ext uri="{FF2B5EF4-FFF2-40B4-BE49-F238E27FC236}">
                <a16:creationId xmlns:a16="http://schemas.microsoft.com/office/drawing/2014/main" id="{429F99CE-6B55-452D-8062-98C76E30206F}"/>
              </a:ext>
            </a:extLst>
          </p:cNvPr>
          <p:cNvSpPr txBox="1">
            <a:spLocks/>
          </p:cNvSpPr>
          <p:nvPr/>
        </p:nvSpPr>
        <p:spPr bwMode="auto">
          <a:xfrm>
            <a:off x="3800872" y="5485027"/>
            <a:ext cx="5040560" cy="859072"/>
          </a:xfrm>
          <a:prstGeom prst="rect">
            <a:avLst/>
          </a:prstGeom>
          <a:solidFill>
            <a:schemeClr val="bg1"/>
          </a:solidFill>
          <a:ln w="9525">
            <a:solidFill>
              <a:srgbClr val="0070C0"/>
            </a:solid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r>
              <a:rPr lang="en-US" altLang="ja-JP" kern="0" dirty="0">
                <a:solidFill>
                  <a:schemeClr val="bg2"/>
                </a:solidFill>
                <a:latin typeface="メイリオ" panose="020B0604030504040204" pitchFamily="50" charset="-128"/>
                <a:ea typeface="メイリオ" panose="020B0604030504040204" pitchFamily="50" charset="-128"/>
              </a:rPr>
              <a:t>RDS</a:t>
            </a:r>
            <a:r>
              <a:rPr lang="ja-JP" altLang="en-US" kern="0" dirty="0">
                <a:solidFill>
                  <a:schemeClr val="bg2"/>
                </a:solidFill>
                <a:latin typeface="メイリオ" panose="020B0604030504040204" pitchFamily="50" charset="-128"/>
                <a:ea typeface="メイリオ" panose="020B0604030504040204" pitchFamily="50" charset="-128"/>
              </a:rPr>
              <a:t>を利用してリードレプリカにスケーラビリティを実現させた上で、フェイルオーバーを実行して試してみます。</a:t>
            </a:r>
            <a:endParaRPr lang="en-US" altLang="ja-JP" kern="0" dirty="0">
              <a:solidFill>
                <a:schemeClr val="bg2"/>
              </a:solidFill>
              <a:latin typeface="メイリオ" panose="020B0604030504040204" pitchFamily="50" charset="-128"/>
              <a:ea typeface="メイリオ" panose="020B0604030504040204" pitchFamily="50" charset="-128"/>
            </a:endParaRPr>
          </a:p>
        </p:txBody>
      </p:sp>
      <p:sp>
        <p:nvSpPr>
          <p:cNvPr id="19" name="コンテンツ プレースホルダー 2">
            <a:extLst>
              <a:ext uri="{FF2B5EF4-FFF2-40B4-BE49-F238E27FC236}">
                <a16:creationId xmlns:a16="http://schemas.microsoft.com/office/drawing/2014/main" id="{38A56F21-DFD0-4580-B1AD-445D061214B3}"/>
              </a:ext>
            </a:extLst>
          </p:cNvPr>
          <p:cNvSpPr txBox="1">
            <a:spLocks/>
          </p:cNvSpPr>
          <p:nvPr/>
        </p:nvSpPr>
        <p:spPr bwMode="auto">
          <a:xfrm>
            <a:off x="1064568" y="5485027"/>
            <a:ext cx="2664296" cy="859072"/>
          </a:xfrm>
          <a:prstGeom prst="rect">
            <a:avLst/>
          </a:prstGeom>
          <a:solidFill>
            <a:schemeClr val="bg2">
              <a:lumMod val="50000"/>
              <a:lumOff val="50000"/>
            </a:schemeClr>
          </a:solidFill>
          <a:ln w="9525">
            <a:no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pPr algn="ctr"/>
            <a:r>
              <a:rPr lang="en-US" altLang="ja-JP" b="1" kern="0" dirty="0">
                <a:solidFill>
                  <a:schemeClr val="bg1"/>
                </a:solidFill>
                <a:latin typeface="メイリオ" panose="020B0604030504040204" pitchFamily="50" charset="-128"/>
                <a:ea typeface="メイリオ" panose="020B0604030504040204" pitchFamily="50" charset="-128"/>
              </a:rPr>
              <a:t>RDS</a:t>
            </a:r>
            <a:r>
              <a:rPr lang="ja-JP" altLang="en-US" b="1" kern="0" dirty="0">
                <a:solidFill>
                  <a:schemeClr val="bg1"/>
                </a:solidFill>
                <a:latin typeface="メイリオ" panose="020B0604030504040204" pitchFamily="50" charset="-128"/>
                <a:ea typeface="メイリオ" panose="020B0604030504040204" pitchFamily="50" charset="-128"/>
              </a:rPr>
              <a:t>のリードレプリカとフェイルオーバー</a:t>
            </a:r>
            <a:br>
              <a:rPr lang="en-US" altLang="ja-JP" b="1" kern="0" dirty="0">
                <a:solidFill>
                  <a:schemeClr val="bg1"/>
                </a:solidFill>
                <a:latin typeface="メイリオ" panose="020B0604030504040204" pitchFamily="50" charset="-128"/>
                <a:ea typeface="メイリオ" panose="020B0604030504040204" pitchFamily="50" charset="-128"/>
              </a:rPr>
            </a:br>
            <a:r>
              <a:rPr lang="ja-JP" altLang="en-US" b="1" kern="0" dirty="0">
                <a:solidFill>
                  <a:schemeClr val="bg1"/>
                </a:solidFill>
                <a:latin typeface="メイリオ" panose="020B0604030504040204" pitchFamily="50" charset="-128"/>
                <a:ea typeface="メイリオ" panose="020B0604030504040204" pitchFamily="50" charset="-128"/>
              </a:rPr>
              <a:t>（ハンズオン）</a:t>
            </a:r>
            <a:endParaRPr lang="en-US" altLang="ja-JP" b="1" kern="0" dirty="0">
              <a:solidFill>
                <a:schemeClr val="bg1"/>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461548117"/>
      </p:ext>
    </p:extLst>
  </p:cSld>
  <p:clrMapOvr>
    <a:masterClrMapping/>
  </p:clrMapOvr>
  <mc:AlternateContent xmlns:mc="http://schemas.openxmlformats.org/markup-compatibility/2006" xmlns:p14="http://schemas.microsoft.com/office/powerpoint/2010/main">
    <mc:Choice Requires="p14">
      <p:transition spd="slow" p14:dur="2000" advTm="59268"/>
    </mc:Choice>
    <mc:Fallback xmlns="">
      <p:transition spd="slow" advTm="59268"/>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正方形/長方形 3"/>
          <p:cNvSpPr/>
          <p:nvPr/>
        </p:nvSpPr>
        <p:spPr bwMode="auto">
          <a:xfrm>
            <a:off x="2793240" y="2817072"/>
            <a:ext cx="4320000" cy="1260000"/>
          </a:xfrm>
          <a:prstGeom prst="rect">
            <a:avLst/>
          </a:prstGeom>
          <a:no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vert="horz" wrap="square" lIns="0" tIns="0" rIns="0" bIns="0" numCol="1" rtlCol="0" anchor="ctr" anchorCtr="0" compatLnSpc="1">
            <a:prstTxWarp prst="textNoShape">
              <a:avLst/>
            </a:prstTxWarp>
          </a:bodyPr>
          <a:lstStyle/>
          <a:p>
            <a:pPr algn="ctr"/>
            <a:r>
              <a:rPr lang="ja-JP" altLang="en-US" sz="2800" kern="0" dirty="0">
                <a:latin typeface="メイリオ" panose="020B0604030504040204" pitchFamily="50" charset="-128"/>
                <a:ea typeface="メイリオ" panose="020B0604030504040204" pitchFamily="50" charset="-128"/>
              </a:rPr>
              <a:t>信頼性の確保</a:t>
            </a:r>
            <a:endParaRPr lang="en-US" altLang="ja-JP" sz="2800" kern="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205170063"/>
      </p:ext>
    </p:extLst>
  </p:cSld>
  <p:clrMapOvr>
    <a:masterClrMapping/>
  </p:clrMapOvr>
  <mc:AlternateContent xmlns:mc="http://schemas.openxmlformats.org/markup-compatibility/2006" xmlns:p14="http://schemas.microsoft.com/office/powerpoint/2010/main">
    <mc:Choice Requires="p14">
      <p:transition spd="slow" p14:dur="2000" advTm="11635"/>
    </mc:Choice>
    <mc:Fallback xmlns="">
      <p:transition spd="slow" advTm="11635"/>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タイトル 1">
            <a:extLst>
              <a:ext uri="{FF2B5EF4-FFF2-40B4-BE49-F238E27FC236}">
                <a16:creationId xmlns:a16="http://schemas.microsoft.com/office/drawing/2014/main" id="{48F80BE1-D063-4240-BFC7-C8D243720250}"/>
              </a:ext>
            </a:extLst>
          </p:cNvPr>
          <p:cNvSpPr txBox="1">
            <a:spLocks/>
          </p:cNvSpPr>
          <p:nvPr/>
        </p:nvSpPr>
        <p:spPr bwMode="auto">
          <a:xfrm>
            <a:off x="631222" y="201863"/>
            <a:ext cx="8642258" cy="50208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rtl="0" fontAlgn="base">
              <a:lnSpc>
                <a:spcPct val="90000"/>
              </a:lnSpc>
              <a:spcBef>
                <a:spcPct val="0"/>
              </a:spcBef>
              <a:spcAft>
                <a:spcPct val="0"/>
              </a:spcAft>
              <a:defRPr kumimoji="1" sz="2000">
                <a:solidFill>
                  <a:schemeClr val="tx2"/>
                </a:solidFill>
                <a:latin typeface="游明朝" panose="02020400000000000000" pitchFamily="18" charset="-128"/>
                <a:ea typeface="游明朝" panose="02020400000000000000" pitchFamily="18" charset="-128"/>
                <a:cs typeface="+mj-cs"/>
              </a:defRPr>
            </a:lvl1pPr>
            <a:lvl2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2pPr>
            <a:lvl3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3pPr>
            <a:lvl4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4pPr>
            <a:lvl5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5pPr>
            <a:lvl6pPr marL="4572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6pPr>
            <a:lvl7pPr marL="9144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7pPr>
            <a:lvl8pPr marL="13716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8pPr>
            <a:lvl9pPr marL="18288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9pPr>
          </a:lstStyle>
          <a:p>
            <a:pPr marL="0" indent="0" algn="l">
              <a:buNone/>
            </a:pPr>
            <a:r>
              <a:rPr lang="en-US" altLang="ja-JP" sz="3000" dirty="0">
                <a:solidFill>
                  <a:srgbClr val="002060"/>
                </a:solidFill>
                <a:latin typeface="メイリオ" panose="020B0604030504040204" pitchFamily="50" charset="-128"/>
                <a:ea typeface="メイリオ" panose="020B0604030504040204" pitchFamily="50" charset="-128"/>
              </a:rPr>
              <a:t>Reliability</a:t>
            </a:r>
            <a:r>
              <a:rPr lang="ja-JP" altLang="en-US" sz="3000" dirty="0">
                <a:solidFill>
                  <a:srgbClr val="002060"/>
                </a:solidFill>
                <a:latin typeface="メイリオ" panose="020B0604030504040204" pitchFamily="50" charset="-128"/>
                <a:ea typeface="メイリオ" panose="020B0604030504040204" pitchFamily="50" charset="-128"/>
              </a:rPr>
              <a:t>：信頼性</a:t>
            </a:r>
            <a:endParaRPr lang="en-US" altLang="ja-JP" sz="3000" dirty="0">
              <a:solidFill>
                <a:srgbClr val="002060"/>
              </a:solidFill>
              <a:latin typeface="メイリオ" panose="020B0604030504040204" pitchFamily="50" charset="-128"/>
              <a:ea typeface="メイリオ" panose="020B0604030504040204" pitchFamily="50" charset="-128"/>
            </a:endParaRPr>
          </a:p>
        </p:txBody>
      </p:sp>
      <p:sp>
        <p:nvSpPr>
          <p:cNvPr id="10" name="コンテンツ プレースホルダー 2">
            <a:extLst>
              <a:ext uri="{FF2B5EF4-FFF2-40B4-BE49-F238E27FC236}">
                <a16:creationId xmlns:a16="http://schemas.microsoft.com/office/drawing/2014/main" id="{DEB4245B-0040-41DB-A785-0761ECA5DBF5}"/>
              </a:ext>
            </a:extLst>
          </p:cNvPr>
          <p:cNvSpPr txBox="1">
            <a:spLocks/>
          </p:cNvSpPr>
          <p:nvPr/>
        </p:nvSpPr>
        <p:spPr>
          <a:xfrm>
            <a:off x="631222" y="799401"/>
            <a:ext cx="8858282" cy="325343"/>
          </a:xfrm>
          <a:prstGeom prst="rect">
            <a:avLst/>
          </a:prstGeom>
        </p:spPr>
        <p:txBody>
          <a:bodyPr vert="horz" lIns="74295" tIns="37148" rIns="74295" bIns="37148" rtlCol="0">
            <a:noAutofit/>
          </a:bodyPr>
          <a:lstStyle>
            <a:lvl1pPr marL="228600" indent="-228600" algn="l" defTabSz="914400" rtl="0" eaLnBrk="1" latinLnBrk="0" hangingPunct="1">
              <a:lnSpc>
                <a:spcPct val="90000"/>
              </a:lnSpc>
              <a:spcBef>
                <a:spcPts val="1000"/>
              </a:spcBef>
              <a:buFont typeface="Wingdings 2" pitchFamily="18" charset="2"/>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2" pitchFamily="18" charset="2"/>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2" pitchFamily="18" charset="2"/>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5pPr>
            <a:lvl6pPr marL="25146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6pPr>
            <a:lvl7pPr marL="29718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7pPr>
            <a:lvl8pPr marL="34290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8pPr>
            <a:lvl9pPr marL="38862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9pPr>
          </a:lstStyle>
          <a:p>
            <a:pPr marL="0" indent="0">
              <a:buNone/>
            </a:pPr>
            <a:r>
              <a:rPr lang="ja-JP" altLang="en-US" sz="2400" dirty="0">
                <a:solidFill>
                  <a:srgbClr val="002060"/>
                </a:solidFill>
                <a:latin typeface="メイリオ" panose="020B0604030504040204" pitchFamily="50" charset="-128"/>
                <a:ea typeface="メイリオ" panose="020B0604030504040204" pitchFamily="50" charset="-128"/>
              </a:rPr>
              <a:t>障害による中断・停止と障害復旧による影響を軽減するインフラストラクチャ－を構成する</a:t>
            </a:r>
            <a:endParaRPr lang="en-US" altLang="ja-JP" sz="2400" dirty="0">
              <a:solidFill>
                <a:srgbClr val="002060"/>
              </a:solidFill>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E4D895D7-B4E1-4D63-AE8B-005B18BD40B4}"/>
              </a:ext>
            </a:extLst>
          </p:cNvPr>
          <p:cNvSpPr/>
          <p:nvPr/>
        </p:nvSpPr>
        <p:spPr bwMode="auto">
          <a:xfrm>
            <a:off x="2072351" y="1910278"/>
            <a:ext cx="5760000" cy="3750970"/>
          </a:xfrm>
          <a:prstGeom prst="rect">
            <a:avLst/>
          </a:prstGeom>
          <a:no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vert="horz" wrap="square" lIns="0" tIns="0" rIns="0" bIns="0" numCol="1" rtlCol="0" anchor="ctr" anchorCtr="0" compatLnSpc="1">
            <a:prstTxWarp prst="textNoShape">
              <a:avLst/>
            </a:prstTxWarp>
          </a:bodyPr>
          <a:lstStyle/>
          <a:p>
            <a:pPr algn="ctr">
              <a:lnSpc>
                <a:spcPct val="150000"/>
              </a:lnSpc>
            </a:pPr>
            <a:r>
              <a:rPr lang="en-US" altLang="ja-JP" sz="2000" kern="0" dirty="0">
                <a:latin typeface="メイリオ" panose="020B0604030504040204" pitchFamily="50" charset="-128"/>
                <a:ea typeface="メイリオ" panose="020B0604030504040204" pitchFamily="50" charset="-128"/>
              </a:rPr>
              <a:t>【</a:t>
            </a:r>
            <a:r>
              <a:rPr lang="ja-JP" altLang="en-US" sz="2000" kern="0" dirty="0">
                <a:latin typeface="メイリオ" panose="020B0604030504040204" pitchFamily="50" charset="-128"/>
                <a:ea typeface="メイリオ" panose="020B0604030504040204" pitchFamily="50" charset="-128"/>
              </a:rPr>
              <a:t>設計事項</a:t>
            </a:r>
            <a:r>
              <a:rPr lang="en-US" altLang="ja-JP" sz="2000" kern="0" dirty="0">
                <a:latin typeface="メイリオ" panose="020B0604030504040204" pitchFamily="50" charset="-128"/>
                <a:ea typeface="メイリオ" panose="020B0604030504040204" pitchFamily="50" charset="-128"/>
              </a:rPr>
              <a:t>】</a:t>
            </a:r>
          </a:p>
          <a:p>
            <a:pPr marL="342900" indent="-342900">
              <a:lnSpc>
                <a:spcPct val="150000"/>
              </a:lnSpc>
              <a:buFont typeface="Wingdings" panose="05000000000000000000" pitchFamily="2" charset="2"/>
              <a:buChar char="ü"/>
            </a:pPr>
            <a:r>
              <a:rPr lang="ja-JP" altLang="en-US" sz="2000" kern="0" dirty="0">
                <a:latin typeface="メイリオ" panose="020B0604030504040204" pitchFamily="50" charset="-128"/>
                <a:ea typeface="メイリオ" panose="020B0604030504040204" pitchFamily="50" charset="-128"/>
              </a:rPr>
              <a:t>インフラサービスの障害復旧の自動化</a:t>
            </a:r>
            <a:endParaRPr lang="en-US" altLang="ja-JP" sz="2000" kern="0" dirty="0">
              <a:latin typeface="メイリオ" panose="020B0604030504040204" pitchFamily="50" charset="-128"/>
              <a:ea typeface="メイリオ" panose="020B0604030504040204" pitchFamily="50" charset="-128"/>
            </a:endParaRPr>
          </a:p>
          <a:p>
            <a:pPr marL="342900" indent="-342900">
              <a:lnSpc>
                <a:spcPct val="150000"/>
              </a:lnSpc>
              <a:buFont typeface="Wingdings" panose="05000000000000000000" pitchFamily="2" charset="2"/>
              <a:buChar char="ü"/>
            </a:pPr>
            <a:r>
              <a:rPr lang="ja-JP" altLang="en-US" sz="2000" kern="0" dirty="0">
                <a:latin typeface="メイリオ" panose="020B0604030504040204" pitchFamily="50" charset="-128"/>
                <a:ea typeface="メイリオ" panose="020B0604030504040204" pitchFamily="50" charset="-128"/>
              </a:rPr>
              <a:t>復旧手順の検証</a:t>
            </a:r>
            <a:endParaRPr lang="en-US" altLang="ja-JP" sz="2000" kern="0" dirty="0">
              <a:latin typeface="メイリオ" panose="020B0604030504040204" pitchFamily="50" charset="-128"/>
              <a:ea typeface="メイリオ" panose="020B0604030504040204" pitchFamily="50" charset="-128"/>
            </a:endParaRPr>
          </a:p>
          <a:p>
            <a:pPr marL="342900" indent="-342900">
              <a:lnSpc>
                <a:spcPct val="150000"/>
              </a:lnSpc>
              <a:buFont typeface="Wingdings" panose="05000000000000000000" pitchFamily="2" charset="2"/>
              <a:buChar char="ü"/>
            </a:pPr>
            <a:r>
              <a:rPr lang="ja-JP" altLang="en-US" sz="2000" kern="0" dirty="0">
                <a:latin typeface="メイリオ" panose="020B0604030504040204" pitchFamily="50" charset="-128"/>
                <a:ea typeface="メイリオ" panose="020B0604030504040204" pitchFamily="50" charset="-128"/>
              </a:rPr>
              <a:t>需要変化に応じた水平スケーラビリティ</a:t>
            </a:r>
            <a:endParaRPr lang="en-US" altLang="ja-JP" sz="2000" kern="0" dirty="0">
              <a:latin typeface="メイリオ" panose="020B0604030504040204" pitchFamily="50" charset="-128"/>
              <a:ea typeface="メイリオ" panose="020B0604030504040204" pitchFamily="50" charset="-128"/>
            </a:endParaRPr>
          </a:p>
          <a:p>
            <a:pPr marL="342900" indent="-342900">
              <a:lnSpc>
                <a:spcPct val="150000"/>
              </a:lnSpc>
              <a:buFont typeface="Wingdings" panose="05000000000000000000" pitchFamily="2" charset="2"/>
              <a:buChar char="ü"/>
            </a:pPr>
            <a:r>
              <a:rPr lang="ja-JP" altLang="en-US" sz="2000" kern="0" dirty="0">
                <a:latin typeface="メイリオ" panose="020B0604030504040204" pitchFamily="50" charset="-128"/>
                <a:ea typeface="メイリオ" panose="020B0604030504040204" pitchFamily="50" charset="-128"/>
              </a:rPr>
              <a:t>キャパシティの推測をやめる</a:t>
            </a:r>
            <a:endParaRPr lang="en-US" altLang="ja-JP" sz="2000" kern="0" dirty="0">
              <a:latin typeface="メイリオ" panose="020B0604030504040204" pitchFamily="50" charset="-128"/>
              <a:ea typeface="メイリオ" panose="020B0604030504040204" pitchFamily="50" charset="-128"/>
            </a:endParaRPr>
          </a:p>
          <a:p>
            <a:pPr marL="342900" indent="-342900">
              <a:lnSpc>
                <a:spcPct val="150000"/>
              </a:lnSpc>
              <a:buFont typeface="Wingdings" panose="05000000000000000000" pitchFamily="2" charset="2"/>
              <a:buChar char="ü"/>
            </a:pPr>
            <a:r>
              <a:rPr lang="ja-JP" altLang="en-US" sz="2000" kern="0" dirty="0">
                <a:latin typeface="メイリオ" panose="020B0604030504040204" pitchFamily="50" charset="-128"/>
                <a:ea typeface="メイリオ" panose="020B0604030504040204" pitchFamily="50" charset="-128"/>
              </a:rPr>
              <a:t>モニタリングと自動化を進める</a:t>
            </a:r>
            <a:endParaRPr lang="en-US" altLang="ja-JP" sz="2000" kern="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80527179"/>
      </p:ext>
    </p:extLst>
  </p:cSld>
  <p:clrMapOvr>
    <a:masterClrMapping/>
  </p:clrMapOvr>
  <mc:AlternateContent xmlns:mc="http://schemas.openxmlformats.org/markup-compatibility/2006" xmlns:p14="http://schemas.microsoft.com/office/powerpoint/2010/main">
    <mc:Choice Requires="p14">
      <p:transition spd="slow" p14:dur="2000" advTm="25724"/>
    </mc:Choice>
    <mc:Fallback xmlns="">
      <p:transition spd="slow" advTm="25724"/>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タイトル 1">
            <a:extLst>
              <a:ext uri="{FF2B5EF4-FFF2-40B4-BE49-F238E27FC236}">
                <a16:creationId xmlns:a16="http://schemas.microsoft.com/office/drawing/2014/main" id="{48F80BE1-D063-4240-BFC7-C8D243720250}"/>
              </a:ext>
            </a:extLst>
          </p:cNvPr>
          <p:cNvSpPr txBox="1">
            <a:spLocks/>
          </p:cNvSpPr>
          <p:nvPr/>
        </p:nvSpPr>
        <p:spPr bwMode="auto">
          <a:xfrm>
            <a:off x="631222" y="201863"/>
            <a:ext cx="8642258" cy="50208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rtl="0" fontAlgn="base">
              <a:lnSpc>
                <a:spcPct val="90000"/>
              </a:lnSpc>
              <a:spcBef>
                <a:spcPct val="0"/>
              </a:spcBef>
              <a:spcAft>
                <a:spcPct val="0"/>
              </a:spcAft>
              <a:defRPr kumimoji="1" sz="2000">
                <a:solidFill>
                  <a:schemeClr val="tx2"/>
                </a:solidFill>
                <a:latin typeface="游明朝" panose="02020400000000000000" pitchFamily="18" charset="-128"/>
                <a:ea typeface="游明朝" panose="02020400000000000000" pitchFamily="18" charset="-128"/>
                <a:cs typeface="+mj-cs"/>
              </a:defRPr>
            </a:lvl1pPr>
            <a:lvl2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2pPr>
            <a:lvl3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3pPr>
            <a:lvl4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4pPr>
            <a:lvl5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5pPr>
            <a:lvl6pPr marL="4572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6pPr>
            <a:lvl7pPr marL="9144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7pPr>
            <a:lvl8pPr marL="13716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8pPr>
            <a:lvl9pPr marL="18288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9pPr>
          </a:lstStyle>
          <a:p>
            <a:pPr algn="l"/>
            <a:r>
              <a:rPr lang="ja-JP" altLang="en-US" sz="3000" dirty="0">
                <a:solidFill>
                  <a:schemeClr val="tx1"/>
                </a:solidFill>
                <a:latin typeface="メイリオ" panose="020B0604030504040204" pitchFamily="50" charset="-128"/>
                <a:ea typeface="メイリオ" panose="020B0604030504040204" pitchFamily="50" charset="-128"/>
              </a:rPr>
              <a:t>信頼性の主要サービス</a:t>
            </a:r>
            <a:endParaRPr lang="en-US" altLang="ja-JP" sz="3000" dirty="0">
              <a:solidFill>
                <a:schemeClr val="tx1"/>
              </a:solidFill>
              <a:latin typeface="メイリオ" panose="020B0604030504040204" pitchFamily="50" charset="-128"/>
              <a:ea typeface="メイリオ" panose="020B0604030504040204" pitchFamily="50" charset="-128"/>
            </a:endParaRPr>
          </a:p>
        </p:txBody>
      </p:sp>
      <p:sp>
        <p:nvSpPr>
          <p:cNvPr id="6" name="正方形/長方形 5">
            <a:extLst>
              <a:ext uri="{FF2B5EF4-FFF2-40B4-BE49-F238E27FC236}">
                <a16:creationId xmlns:a16="http://schemas.microsoft.com/office/drawing/2014/main" id="{A61CF738-4630-4374-8E66-973C95E45A79}"/>
              </a:ext>
            </a:extLst>
          </p:cNvPr>
          <p:cNvSpPr/>
          <p:nvPr/>
        </p:nvSpPr>
        <p:spPr bwMode="auto">
          <a:xfrm>
            <a:off x="776536" y="2138280"/>
            <a:ext cx="1944216" cy="1074708"/>
          </a:xfrm>
          <a:prstGeom prst="rect">
            <a:avLst/>
          </a:prstGeom>
          <a:solidFill>
            <a:srgbClr val="FFC000"/>
          </a:solidFill>
          <a:ln w="12700" cap="flat" cmpd="sng" algn="ctr">
            <a:noFill/>
            <a:prstDash val="solid"/>
            <a:round/>
            <a:headEnd type="none" w="med" len="med"/>
            <a:tailEnd type="none" w="med" len="med"/>
          </a:ln>
          <a:effectLst/>
        </p:spPr>
        <p:txBody>
          <a:bodyPr vert="horz" wrap="square" lIns="36000" tIns="36000" rIns="36000" bIns="36000" numCol="1" rtlCol="0" anchor="ctr" anchorCtr="0" compatLnSpc="1">
            <a:prstTxWarp prst="textNoShape">
              <a:avLst/>
            </a:prstTxWarp>
          </a:bodyPr>
          <a:lstStyle/>
          <a:p>
            <a:pPr algn="ctr"/>
            <a:r>
              <a:rPr lang="ja-JP" altLang="en-US" sz="2000" dirty="0">
                <a:solidFill>
                  <a:srgbClr val="002060"/>
                </a:solidFill>
                <a:latin typeface="メイリオ" panose="020B0604030504040204" pitchFamily="50" charset="-128"/>
                <a:ea typeface="メイリオ" panose="020B0604030504040204" pitchFamily="50" charset="-128"/>
              </a:rPr>
              <a:t>基盤</a:t>
            </a:r>
          </a:p>
        </p:txBody>
      </p:sp>
      <p:sp>
        <p:nvSpPr>
          <p:cNvPr id="7" name="正方形/長方形 6">
            <a:extLst>
              <a:ext uri="{FF2B5EF4-FFF2-40B4-BE49-F238E27FC236}">
                <a16:creationId xmlns:a16="http://schemas.microsoft.com/office/drawing/2014/main" id="{88BD98F9-015D-427B-BF81-81A72D39436F}"/>
              </a:ext>
            </a:extLst>
          </p:cNvPr>
          <p:cNvSpPr/>
          <p:nvPr/>
        </p:nvSpPr>
        <p:spPr bwMode="auto">
          <a:xfrm>
            <a:off x="2715108" y="2138280"/>
            <a:ext cx="6264696" cy="1074708"/>
          </a:xfrm>
          <a:prstGeom prst="rect">
            <a:avLst/>
          </a:prstGeom>
          <a:solidFill>
            <a:schemeClr val="bg1"/>
          </a:solidFill>
          <a:ln w="12700" cap="flat" cmpd="sng" algn="ctr">
            <a:solidFill>
              <a:srgbClr val="F0861E"/>
            </a:solidFill>
            <a:prstDash val="solid"/>
            <a:round/>
            <a:headEnd type="none" w="med" len="med"/>
            <a:tailEnd type="none" w="med" len="med"/>
          </a:ln>
          <a:effectLst/>
        </p:spPr>
        <p:txBody>
          <a:bodyPr vert="horz" wrap="square" lIns="36000" tIns="36000" rIns="36000" bIns="36000" numCol="1" rtlCol="0" anchor="ctr" anchorCtr="0" compatLnSpc="1">
            <a:prstTxWarp prst="textNoShape">
              <a:avLst/>
            </a:prstTxWarp>
          </a:bodyPr>
          <a:lstStyle/>
          <a:p>
            <a:endParaRPr lang="ja-JP" altLang="en-US" sz="2000" dirty="0">
              <a:latin typeface="メイリオ" panose="020B0604030504040204" pitchFamily="50" charset="-128"/>
              <a:ea typeface="メイリオ" panose="020B0604030504040204" pitchFamily="50" charset="-128"/>
            </a:endParaRPr>
          </a:p>
        </p:txBody>
      </p:sp>
      <p:sp>
        <p:nvSpPr>
          <p:cNvPr id="8" name="正方形/長方形 7">
            <a:extLst>
              <a:ext uri="{FF2B5EF4-FFF2-40B4-BE49-F238E27FC236}">
                <a16:creationId xmlns:a16="http://schemas.microsoft.com/office/drawing/2014/main" id="{B3CDF740-AC39-488E-8829-2719C836D0DC}"/>
              </a:ext>
            </a:extLst>
          </p:cNvPr>
          <p:cNvSpPr/>
          <p:nvPr/>
        </p:nvSpPr>
        <p:spPr bwMode="auto">
          <a:xfrm>
            <a:off x="776536" y="3295486"/>
            <a:ext cx="1944216" cy="1074708"/>
          </a:xfrm>
          <a:prstGeom prst="rect">
            <a:avLst/>
          </a:prstGeom>
          <a:solidFill>
            <a:srgbClr val="FFC000"/>
          </a:solidFill>
          <a:ln w="12700" cap="flat" cmpd="sng" algn="ctr">
            <a:noFill/>
            <a:prstDash val="solid"/>
            <a:round/>
            <a:headEnd type="none" w="med" len="med"/>
            <a:tailEnd type="none" w="med" len="med"/>
          </a:ln>
          <a:effectLst/>
        </p:spPr>
        <p:txBody>
          <a:bodyPr vert="horz" wrap="square" lIns="36000" tIns="36000" rIns="36000" bIns="36000" numCol="1" rtlCol="0" anchor="ctr" anchorCtr="0" compatLnSpc="1">
            <a:prstTxWarp prst="textNoShape">
              <a:avLst/>
            </a:prstTxWarp>
          </a:bodyPr>
          <a:lstStyle/>
          <a:p>
            <a:pPr algn="ctr"/>
            <a:r>
              <a:rPr lang="ja-JP" altLang="en-US" sz="2000" dirty="0">
                <a:solidFill>
                  <a:srgbClr val="002060"/>
                </a:solidFill>
                <a:latin typeface="メイリオ" panose="020B0604030504040204" pitchFamily="50" charset="-128"/>
                <a:ea typeface="メイリオ" panose="020B0604030504040204" pitchFamily="50" charset="-128"/>
              </a:rPr>
              <a:t>変更管理</a:t>
            </a:r>
          </a:p>
        </p:txBody>
      </p:sp>
      <p:sp>
        <p:nvSpPr>
          <p:cNvPr id="9" name="正方形/長方形 8">
            <a:extLst>
              <a:ext uri="{FF2B5EF4-FFF2-40B4-BE49-F238E27FC236}">
                <a16:creationId xmlns:a16="http://schemas.microsoft.com/office/drawing/2014/main" id="{E788F8D3-612D-432F-B763-E9B3E125DD38}"/>
              </a:ext>
            </a:extLst>
          </p:cNvPr>
          <p:cNvSpPr/>
          <p:nvPr/>
        </p:nvSpPr>
        <p:spPr bwMode="auto">
          <a:xfrm>
            <a:off x="2715108" y="3295486"/>
            <a:ext cx="6264696" cy="1074708"/>
          </a:xfrm>
          <a:prstGeom prst="rect">
            <a:avLst/>
          </a:prstGeom>
          <a:solidFill>
            <a:schemeClr val="bg1"/>
          </a:solidFill>
          <a:ln w="12700" cap="flat" cmpd="sng" algn="ctr">
            <a:solidFill>
              <a:srgbClr val="F0861E"/>
            </a:solidFill>
            <a:prstDash val="solid"/>
            <a:round/>
            <a:headEnd type="none" w="med" len="med"/>
            <a:tailEnd type="none" w="med" len="med"/>
          </a:ln>
          <a:effectLst/>
        </p:spPr>
        <p:txBody>
          <a:bodyPr vert="horz" wrap="square" lIns="36000" tIns="36000" rIns="36000" bIns="36000" numCol="1" rtlCol="0" anchor="ctr" anchorCtr="0" compatLnSpc="1">
            <a:prstTxWarp prst="textNoShape">
              <a:avLst/>
            </a:prstTxWarp>
          </a:bodyPr>
          <a:lstStyle/>
          <a:p>
            <a:endParaRPr lang="ja-JP" altLang="en-US" sz="2000" dirty="0">
              <a:latin typeface="メイリオ" panose="020B0604030504040204" pitchFamily="50" charset="-128"/>
              <a:ea typeface="メイリオ" panose="020B0604030504040204" pitchFamily="50" charset="-128"/>
            </a:endParaRPr>
          </a:p>
        </p:txBody>
      </p:sp>
      <p:sp>
        <p:nvSpPr>
          <p:cNvPr id="11" name="正方形/長方形 10">
            <a:extLst>
              <a:ext uri="{FF2B5EF4-FFF2-40B4-BE49-F238E27FC236}">
                <a16:creationId xmlns:a16="http://schemas.microsoft.com/office/drawing/2014/main" id="{5878CB4D-88A6-41A3-81E9-2EABB3DBFEA1}"/>
              </a:ext>
            </a:extLst>
          </p:cNvPr>
          <p:cNvSpPr/>
          <p:nvPr/>
        </p:nvSpPr>
        <p:spPr bwMode="auto">
          <a:xfrm>
            <a:off x="776536" y="4442524"/>
            <a:ext cx="1944216" cy="1074708"/>
          </a:xfrm>
          <a:prstGeom prst="rect">
            <a:avLst/>
          </a:prstGeom>
          <a:solidFill>
            <a:srgbClr val="FFC000"/>
          </a:solidFill>
          <a:ln w="12700" cap="flat" cmpd="sng" algn="ctr">
            <a:noFill/>
            <a:prstDash val="solid"/>
            <a:round/>
            <a:headEnd type="none" w="med" len="med"/>
            <a:tailEnd type="none" w="med" len="med"/>
          </a:ln>
          <a:effectLst/>
        </p:spPr>
        <p:txBody>
          <a:bodyPr vert="horz" wrap="square" lIns="36000" tIns="36000" rIns="36000" bIns="36000" numCol="1" rtlCol="0" anchor="ctr" anchorCtr="0" compatLnSpc="1">
            <a:prstTxWarp prst="textNoShape">
              <a:avLst/>
            </a:prstTxWarp>
          </a:bodyPr>
          <a:lstStyle/>
          <a:p>
            <a:pPr algn="ctr"/>
            <a:r>
              <a:rPr lang="ja-JP" altLang="en-US" sz="2000" dirty="0">
                <a:solidFill>
                  <a:srgbClr val="002060"/>
                </a:solidFill>
                <a:latin typeface="メイリオ" panose="020B0604030504040204" pitchFamily="50" charset="-128"/>
                <a:ea typeface="メイリオ" panose="020B0604030504040204" pitchFamily="50" charset="-128"/>
              </a:rPr>
              <a:t>障害管理</a:t>
            </a:r>
          </a:p>
        </p:txBody>
      </p:sp>
      <p:sp>
        <p:nvSpPr>
          <p:cNvPr id="12" name="正方形/長方形 11">
            <a:extLst>
              <a:ext uri="{FF2B5EF4-FFF2-40B4-BE49-F238E27FC236}">
                <a16:creationId xmlns:a16="http://schemas.microsoft.com/office/drawing/2014/main" id="{6C006C81-CF78-4EB8-8607-61782C043325}"/>
              </a:ext>
            </a:extLst>
          </p:cNvPr>
          <p:cNvSpPr/>
          <p:nvPr/>
        </p:nvSpPr>
        <p:spPr bwMode="auto">
          <a:xfrm>
            <a:off x="2715108" y="4442524"/>
            <a:ext cx="6264696" cy="1074708"/>
          </a:xfrm>
          <a:prstGeom prst="rect">
            <a:avLst/>
          </a:prstGeom>
          <a:solidFill>
            <a:schemeClr val="bg1"/>
          </a:solidFill>
          <a:ln w="12700" cap="flat" cmpd="sng" algn="ctr">
            <a:solidFill>
              <a:srgbClr val="F0861E"/>
            </a:solidFill>
            <a:prstDash val="solid"/>
            <a:round/>
            <a:headEnd type="none" w="med" len="med"/>
            <a:tailEnd type="none" w="med" len="med"/>
          </a:ln>
          <a:effectLst/>
        </p:spPr>
        <p:txBody>
          <a:bodyPr vert="horz" wrap="square" lIns="36000" tIns="36000" rIns="36000" bIns="36000" numCol="1" rtlCol="0" anchor="ctr" anchorCtr="0" compatLnSpc="1">
            <a:prstTxWarp prst="textNoShape">
              <a:avLst/>
            </a:prstTxWarp>
          </a:bodyPr>
          <a:lstStyle/>
          <a:p>
            <a:endParaRPr lang="ja-JP" altLang="en-US" sz="2000" dirty="0">
              <a:latin typeface="メイリオ" panose="020B0604030504040204" pitchFamily="50" charset="-128"/>
              <a:ea typeface="メイリオ" panose="020B0604030504040204" pitchFamily="50" charset="-128"/>
            </a:endParaRPr>
          </a:p>
        </p:txBody>
      </p:sp>
      <p:sp>
        <p:nvSpPr>
          <p:cNvPr id="4" name="四角形: 角を丸くする 3">
            <a:extLst>
              <a:ext uri="{FF2B5EF4-FFF2-40B4-BE49-F238E27FC236}">
                <a16:creationId xmlns:a16="http://schemas.microsoft.com/office/drawing/2014/main" id="{71F0547B-9871-4618-B7A3-A5EFB93C2A81}"/>
              </a:ext>
            </a:extLst>
          </p:cNvPr>
          <p:cNvSpPr/>
          <p:nvPr/>
        </p:nvSpPr>
        <p:spPr bwMode="auto">
          <a:xfrm>
            <a:off x="7658179" y="2387746"/>
            <a:ext cx="1080120" cy="636819"/>
          </a:xfrm>
          <a:prstGeom prst="roundRect">
            <a:avLst/>
          </a:prstGeom>
          <a:solidFill>
            <a:srgbClr val="F0861E"/>
          </a:solidFill>
          <a:ln w="12700" cap="flat" cmpd="sng" algn="ctr">
            <a:noFill/>
            <a:prstDash val="solid"/>
            <a:round/>
            <a:headEnd type="none" w="med" len="med"/>
            <a:tailEnd type="none" w="med" len="med"/>
          </a:ln>
          <a:effectLst/>
        </p:spPr>
        <p:txBody>
          <a:bodyPr vert="horz" wrap="none" lIns="36000" tIns="36000" rIns="36000" bIns="360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ja-JP" sz="1400" b="1" i="0" u="none" strike="noStrike" cap="none" normalizeH="0" baseline="0" dirty="0">
                <a:ln>
                  <a:noFill/>
                </a:ln>
                <a:solidFill>
                  <a:schemeClr val="bg1"/>
                </a:solidFill>
                <a:effectLst/>
                <a:latin typeface="メイリオ" panose="020B0604030504040204" pitchFamily="50" charset="-128"/>
                <a:ea typeface="メイリオ" panose="020B0604030504040204" pitchFamily="50" charset="-128"/>
              </a:rPr>
              <a:t>Cloud</a:t>
            </a:r>
            <a:br>
              <a:rPr kumimoji="1" lang="en-US" altLang="ja-JP" sz="1400" b="1" i="0" u="none" strike="noStrike" cap="none" normalizeH="0" baseline="0" dirty="0">
                <a:ln>
                  <a:noFill/>
                </a:ln>
                <a:solidFill>
                  <a:schemeClr val="bg1"/>
                </a:solidFill>
                <a:effectLst/>
                <a:latin typeface="メイリオ" panose="020B0604030504040204" pitchFamily="50" charset="-128"/>
                <a:ea typeface="メイリオ" panose="020B0604030504040204" pitchFamily="50" charset="-128"/>
              </a:rPr>
            </a:br>
            <a:r>
              <a:rPr kumimoji="1" lang="en-US" altLang="ja-JP" sz="1400" b="1" i="0" u="none" strike="noStrike" cap="none" normalizeH="0" baseline="0" dirty="0">
                <a:ln>
                  <a:noFill/>
                </a:ln>
                <a:solidFill>
                  <a:schemeClr val="bg1"/>
                </a:solidFill>
                <a:effectLst/>
                <a:latin typeface="メイリオ" panose="020B0604030504040204" pitchFamily="50" charset="-128"/>
                <a:ea typeface="メイリオ" panose="020B0604030504040204" pitchFamily="50" charset="-128"/>
              </a:rPr>
              <a:t>Formation</a:t>
            </a:r>
            <a:endParaRPr kumimoji="1" lang="ja-JP" altLang="en-US" sz="1400" b="1" i="0" u="none" strike="noStrike" cap="none" normalizeH="0" baseline="0" dirty="0">
              <a:ln>
                <a:noFill/>
              </a:ln>
              <a:solidFill>
                <a:schemeClr val="bg1"/>
              </a:solidFill>
              <a:effectLst/>
              <a:latin typeface="メイリオ" panose="020B0604030504040204" pitchFamily="50" charset="-128"/>
              <a:ea typeface="メイリオ" panose="020B0604030504040204" pitchFamily="50" charset="-128"/>
            </a:endParaRPr>
          </a:p>
        </p:txBody>
      </p:sp>
      <p:sp>
        <p:nvSpPr>
          <p:cNvPr id="19" name="四角形: 角を丸くする 18">
            <a:extLst>
              <a:ext uri="{FF2B5EF4-FFF2-40B4-BE49-F238E27FC236}">
                <a16:creationId xmlns:a16="http://schemas.microsoft.com/office/drawing/2014/main" id="{A661E31A-E9FC-4C24-9C0C-CF16F7DF4F62}"/>
              </a:ext>
            </a:extLst>
          </p:cNvPr>
          <p:cNvSpPr/>
          <p:nvPr/>
        </p:nvSpPr>
        <p:spPr bwMode="auto">
          <a:xfrm>
            <a:off x="2936776" y="3507171"/>
            <a:ext cx="1080120" cy="636819"/>
          </a:xfrm>
          <a:prstGeom prst="roundRect">
            <a:avLst/>
          </a:prstGeom>
          <a:solidFill>
            <a:srgbClr val="F0861E"/>
          </a:solidFill>
          <a:ln w="12700" cap="flat" cmpd="sng" algn="ctr">
            <a:noFill/>
            <a:prstDash val="solid"/>
            <a:round/>
            <a:headEnd type="none" w="med" len="med"/>
            <a:tailEnd type="none" w="med" len="med"/>
          </a:ln>
          <a:effectLst/>
        </p:spPr>
        <p:txBody>
          <a:bodyPr vert="horz" wrap="square" lIns="36000" tIns="36000" rIns="36000" bIns="360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ja-JP" sz="1400" b="1" i="0" u="none" strike="noStrike" cap="none" normalizeH="0" baseline="0" dirty="0">
                <a:ln>
                  <a:noFill/>
                </a:ln>
                <a:solidFill>
                  <a:schemeClr val="bg1"/>
                </a:solidFill>
                <a:effectLst/>
                <a:latin typeface="メイリオ" panose="020B0604030504040204" pitchFamily="50" charset="-128"/>
                <a:ea typeface="メイリオ" panose="020B0604030504040204" pitchFamily="50" charset="-128"/>
              </a:rPr>
              <a:t>CloudTrail</a:t>
            </a:r>
            <a:endParaRPr kumimoji="1" lang="ja-JP" altLang="en-US" sz="1400" b="1" i="0" u="none" strike="noStrike" cap="none" normalizeH="0" baseline="0" dirty="0">
              <a:ln>
                <a:noFill/>
              </a:ln>
              <a:solidFill>
                <a:schemeClr val="bg1"/>
              </a:solidFill>
              <a:effectLst/>
              <a:latin typeface="メイリオ" panose="020B0604030504040204" pitchFamily="50" charset="-128"/>
              <a:ea typeface="メイリオ" panose="020B0604030504040204" pitchFamily="50" charset="-128"/>
            </a:endParaRPr>
          </a:p>
        </p:txBody>
      </p:sp>
      <p:sp>
        <p:nvSpPr>
          <p:cNvPr id="20" name="四角形: 角を丸くする 19">
            <a:extLst>
              <a:ext uri="{FF2B5EF4-FFF2-40B4-BE49-F238E27FC236}">
                <a16:creationId xmlns:a16="http://schemas.microsoft.com/office/drawing/2014/main" id="{CF99EEEF-B718-4A4E-B600-76B4CB2A4FA6}"/>
              </a:ext>
            </a:extLst>
          </p:cNvPr>
          <p:cNvSpPr/>
          <p:nvPr/>
        </p:nvSpPr>
        <p:spPr bwMode="auto">
          <a:xfrm>
            <a:off x="4134306" y="3507171"/>
            <a:ext cx="1080120" cy="636819"/>
          </a:xfrm>
          <a:prstGeom prst="roundRect">
            <a:avLst/>
          </a:prstGeom>
          <a:solidFill>
            <a:srgbClr val="F0861E"/>
          </a:solidFill>
          <a:ln w="12700" cap="flat" cmpd="sng" algn="ctr">
            <a:noFill/>
            <a:prstDash val="solid"/>
            <a:round/>
            <a:headEnd type="none" w="med" len="med"/>
            <a:tailEnd type="none" w="med" len="med"/>
          </a:ln>
          <a:effectLst/>
        </p:spPr>
        <p:txBody>
          <a:bodyPr vert="horz" wrap="square" lIns="36000" tIns="36000" rIns="36000" bIns="360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ja-JP" sz="1400" b="1" i="0" u="none" strike="noStrike" cap="none" normalizeH="0" baseline="0" dirty="0">
                <a:ln>
                  <a:noFill/>
                </a:ln>
                <a:solidFill>
                  <a:schemeClr val="bg1"/>
                </a:solidFill>
                <a:effectLst/>
                <a:latin typeface="メイリオ" panose="020B0604030504040204" pitchFamily="50" charset="-128"/>
                <a:ea typeface="メイリオ" panose="020B0604030504040204" pitchFamily="50" charset="-128"/>
              </a:rPr>
              <a:t>AWS</a:t>
            </a:r>
            <a:br>
              <a:rPr kumimoji="1" lang="en-US" altLang="ja-JP" sz="1400" b="1" i="0" u="none" strike="noStrike" cap="none" normalizeH="0" baseline="0" dirty="0">
                <a:ln>
                  <a:noFill/>
                </a:ln>
                <a:solidFill>
                  <a:schemeClr val="bg1"/>
                </a:solidFill>
                <a:effectLst/>
                <a:latin typeface="メイリオ" panose="020B0604030504040204" pitchFamily="50" charset="-128"/>
                <a:ea typeface="メイリオ" panose="020B0604030504040204" pitchFamily="50" charset="-128"/>
              </a:rPr>
            </a:br>
            <a:r>
              <a:rPr kumimoji="1" lang="en-US" altLang="ja-JP" sz="1400" b="1" i="0" u="none" strike="noStrike" cap="none" normalizeH="0" baseline="0" dirty="0">
                <a:ln>
                  <a:noFill/>
                </a:ln>
                <a:solidFill>
                  <a:schemeClr val="bg1"/>
                </a:solidFill>
                <a:effectLst/>
                <a:latin typeface="メイリオ" panose="020B0604030504040204" pitchFamily="50" charset="-128"/>
                <a:ea typeface="メイリオ" panose="020B0604030504040204" pitchFamily="50" charset="-128"/>
              </a:rPr>
              <a:t>Config</a:t>
            </a:r>
            <a:endParaRPr kumimoji="1" lang="ja-JP" altLang="en-US" sz="1400" b="1" i="0" u="none" strike="noStrike" cap="none" normalizeH="0" baseline="0" dirty="0">
              <a:ln>
                <a:noFill/>
              </a:ln>
              <a:solidFill>
                <a:schemeClr val="bg1"/>
              </a:solidFill>
              <a:effectLst/>
              <a:latin typeface="メイリオ" panose="020B0604030504040204" pitchFamily="50" charset="-128"/>
              <a:ea typeface="メイリオ" panose="020B0604030504040204" pitchFamily="50" charset="-128"/>
            </a:endParaRPr>
          </a:p>
        </p:txBody>
      </p:sp>
      <p:sp>
        <p:nvSpPr>
          <p:cNvPr id="21" name="四角形: 角を丸くする 20">
            <a:extLst>
              <a:ext uri="{FF2B5EF4-FFF2-40B4-BE49-F238E27FC236}">
                <a16:creationId xmlns:a16="http://schemas.microsoft.com/office/drawing/2014/main" id="{3D2A0A1A-C5A3-47D7-86B5-6834AA594807}"/>
              </a:ext>
            </a:extLst>
          </p:cNvPr>
          <p:cNvSpPr/>
          <p:nvPr/>
        </p:nvSpPr>
        <p:spPr bwMode="auto">
          <a:xfrm>
            <a:off x="2936776" y="2381111"/>
            <a:ext cx="1080120" cy="636819"/>
          </a:xfrm>
          <a:prstGeom prst="roundRect">
            <a:avLst/>
          </a:prstGeom>
          <a:solidFill>
            <a:srgbClr val="F0861E"/>
          </a:solidFill>
          <a:ln w="12700" cap="flat" cmpd="sng" algn="ctr">
            <a:noFill/>
            <a:prstDash val="solid"/>
            <a:round/>
            <a:headEnd type="none" w="med" len="med"/>
            <a:tailEnd type="none" w="med" len="med"/>
          </a:ln>
          <a:effectLst/>
        </p:spPr>
        <p:txBody>
          <a:bodyPr vert="horz" wrap="square" lIns="36000" tIns="36000" rIns="36000" bIns="360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altLang="ja-JP" sz="1400" b="1" dirty="0">
                <a:solidFill>
                  <a:schemeClr val="bg1"/>
                </a:solidFill>
                <a:latin typeface="メイリオ" panose="020B0604030504040204" pitchFamily="50" charset="-128"/>
                <a:ea typeface="メイリオ" panose="020B0604030504040204" pitchFamily="50" charset="-128"/>
              </a:rPr>
              <a:t>IAM</a:t>
            </a:r>
            <a:endParaRPr kumimoji="1" lang="ja-JP" altLang="en-US" sz="1400" b="1" i="0" u="none" strike="noStrike" cap="none" normalizeH="0" baseline="0" dirty="0">
              <a:ln>
                <a:noFill/>
              </a:ln>
              <a:solidFill>
                <a:schemeClr val="bg1"/>
              </a:solidFill>
              <a:effectLst/>
              <a:latin typeface="メイリオ" panose="020B0604030504040204" pitchFamily="50" charset="-128"/>
              <a:ea typeface="メイリオ" panose="020B0604030504040204" pitchFamily="50" charset="-128"/>
            </a:endParaRPr>
          </a:p>
        </p:txBody>
      </p:sp>
      <p:sp>
        <p:nvSpPr>
          <p:cNvPr id="22" name="四角形: 角を丸くする 21">
            <a:extLst>
              <a:ext uri="{FF2B5EF4-FFF2-40B4-BE49-F238E27FC236}">
                <a16:creationId xmlns:a16="http://schemas.microsoft.com/office/drawing/2014/main" id="{D81962A8-D078-460B-B3E2-670F12C144DC}"/>
              </a:ext>
            </a:extLst>
          </p:cNvPr>
          <p:cNvSpPr/>
          <p:nvPr/>
        </p:nvSpPr>
        <p:spPr bwMode="auto">
          <a:xfrm>
            <a:off x="4134306" y="2387746"/>
            <a:ext cx="1080120" cy="636819"/>
          </a:xfrm>
          <a:prstGeom prst="roundRect">
            <a:avLst/>
          </a:prstGeom>
          <a:solidFill>
            <a:srgbClr val="F0861E"/>
          </a:solidFill>
          <a:ln w="12700" cap="flat" cmpd="sng" algn="ctr">
            <a:noFill/>
            <a:prstDash val="solid"/>
            <a:round/>
            <a:headEnd type="none" w="med" len="med"/>
            <a:tailEnd type="none" w="med" len="med"/>
          </a:ln>
          <a:effectLst/>
        </p:spPr>
        <p:txBody>
          <a:bodyPr vert="horz" wrap="square" lIns="36000" tIns="36000" rIns="36000" bIns="360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ja-JP" sz="1400" b="1" i="0" u="none" strike="noStrike" cap="none" normalizeH="0" baseline="0" dirty="0">
                <a:ln>
                  <a:noFill/>
                </a:ln>
                <a:solidFill>
                  <a:schemeClr val="bg1"/>
                </a:solidFill>
                <a:effectLst/>
                <a:latin typeface="メイリオ" panose="020B0604030504040204" pitchFamily="50" charset="-128"/>
                <a:ea typeface="メイリオ" panose="020B0604030504040204" pitchFamily="50" charset="-128"/>
              </a:rPr>
              <a:t>VPC</a:t>
            </a:r>
            <a:endParaRPr kumimoji="1" lang="ja-JP" altLang="en-US" sz="1400" b="1" i="0" u="none" strike="noStrike" cap="none" normalizeH="0" baseline="0" dirty="0">
              <a:ln>
                <a:noFill/>
              </a:ln>
              <a:solidFill>
                <a:schemeClr val="bg1"/>
              </a:solidFill>
              <a:effectLst/>
              <a:latin typeface="メイリオ" panose="020B0604030504040204" pitchFamily="50" charset="-128"/>
              <a:ea typeface="メイリオ" panose="020B0604030504040204" pitchFamily="50" charset="-128"/>
            </a:endParaRPr>
          </a:p>
        </p:txBody>
      </p:sp>
      <p:sp>
        <p:nvSpPr>
          <p:cNvPr id="23" name="四角形: 角を丸くする 22">
            <a:extLst>
              <a:ext uri="{FF2B5EF4-FFF2-40B4-BE49-F238E27FC236}">
                <a16:creationId xmlns:a16="http://schemas.microsoft.com/office/drawing/2014/main" id="{1EAB1F0C-4621-450A-B6D6-9F75F6102E68}"/>
              </a:ext>
            </a:extLst>
          </p:cNvPr>
          <p:cNvSpPr/>
          <p:nvPr/>
        </p:nvSpPr>
        <p:spPr bwMode="auto">
          <a:xfrm>
            <a:off x="5307396" y="2387746"/>
            <a:ext cx="1080120" cy="636819"/>
          </a:xfrm>
          <a:prstGeom prst="roundRect">
            <a:avLst/>
          </a:prstGeom>
          <a:solidFill>
            <a:srgbClr val="F0861E"/>
          </a:solidFill>
          <a:ln w="12700" cap="flat" cmpd="sng" algn="ctr">
            <a:noFill/>
            <a:prstDash val="solid"/>
            <a:round/>
            <a:headEnd type="none" w="med" len="med"/>
            <a:tailEnd type="none" w="med" len="med"/>
          </a:ln>
          <a:effectLst/>
        </p:spPr>
        <p:txBody>
          <a:bodyPr vert="horz" wrap="square" lIns="36000" tIns="36000" rIns="36000" bIns="360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ja-JP" sz="1400" b="1" i="0" u="none" strike="noStrike" cap="none" normalizeH="0" baseline="0" dirty="0">
                <a:ln>
                  <a:noFill/>
                </a:ln>
                <a:solidFill>
                  <a:schemeClr val="bg1"/>
                </a:solidFill>
                <a:effectLst/>
                <a:latin typeface="メイリオ" panose="020B0604030504040204" pitchFamily="50" charset="-128"/>
                <a:ea typeface="メイリオ" panose="020B0604030504040204" pitchFamily="50" charset="-128"/>
              </a:rPr>
              <a:t>Auto</a:t>
            </a:r>
            <a:br>
              <a:rPr kumimoji="1" lang="en-US" altLang="ja-JP" sz="1400" b="1" i="0" u="none" strike="noStrike" cap="none" normalizeH="0" baseline="0" dirty="0">
                <a:ln>
                  <a:noFill/>
                </a:ln>
                <a:solidFill>
                  <a:schemeClr val="bg1"/>
                </a:solidFill>
                <a:effectLst/>
                <a:latin typeface="メイリオ" panose="020B0604030504040204" pitchFamily="50" charset="-128"/>
                <a:ea typeface="メイリオ" panose="020B0604030504040204" pitchFamily="50" charset="-128"/>
              </a:rPr>
            </a:br>
            <a:r>
              <a:rPr kumimoji="1" lang="en-US" altLang="ja-JP" sz="1400" b="1" i="0" u="none" strike="noStrike" cap="none" normalizeH="0" baseline="0" dirty="0">
                <a:ln>
                  <a:noFill/>
                </a:ln>
                <a:solidFill>
                  <a:schemeClr val="bg1"/>
                </a:solidFill>
                <a:effectLst/>
                <a:latin typeface="メイリオ" panose="020B0604030504040204" pitchFamily="50" charset="-128"/>
                <a:ea typeface="メイリオ" panose="020B0604030504040204" pitchFamily="50" charset="-128"/>
              </a:rPr>
              <a:t>Scalin</a:t>
            </a:r>
            <a:r>
              <a:rPr lang="en-US" altLang="ja-JP" sz="1400" b="1" dirty="0">
                <a:solidFill>
                  <a:schemeClr val="bg1"/>
                </a:solidFill>
                <a:latin typeface="メイリオ" panose="020B0604030504040204" pitchFamily="50" charset="-128"/>
                <a:ea typeface="メイリオ" panose="020B0604030504040204" pitchFamily="50" charset="-128"/>
              </a:rPr>
              <a:t>g</a:t>
            </a:r>
            <a:endParaRPr kumimoji="1" lang="ja-JP" altLang="en-US" sz="1400" b="1" i="0" u="none" strike="noStrike" cap="none" normalizeH="0" baseline="0" dirty="0">
              <a:ln>
                <a:noFill/>
              </a:ln>
              <a:solidFill>
                <a:schemeClr val="bg1"/>
              </a:solidFill>
              <a:effectLst/>
              <a:latin typeface="メイリオ" panose="020B0604030504040204" pitchFamily="50" charset="-128"/>
              <a:ea typeface="メイリオ" panose="020B0604030504040204" pitchFamily="50" charset="-128"/>
            </a:endParaRPr>
          </a:p>
        </p:txBody>
      </p:sp>
      <p:sp>
        <p:nvSpPr>
          <p:cNvPr id="28" name="四角形: 角を丸くする 27">
            <a:extLst>
              <a:ext uri="{FF2B5EF4-FFF2-40B4-BE49-F238E27FC236}">
                <a16:creationId xmlns:a16="http://schemas.microsoft.com/office/drawing/2014/main" id="{6955F3BB-5906-4DFF-B04A-DB4FEAE3B76A}"/>
              </a:ext>
            </a:extLst>
          </p:cNvPr>
          <p:cNvSpPr/>
          <p:nvPr/>
        </p:nvSpPr>
        <p:spPr bwMode="auto">
          <a:xfrm>
            <a:off x="6480486" y="2387746"/>
            <a:ext cx="1080120" cy="636819"/>
          </a:xfrm>
          <a:prstGeom prst="roundRect">
            <a:avLst/>
          </a:prstGeom>
          <a:solidFill>
            <a:srgbClr val="F0861E"/>
          </a:solidFill>
          <a:ln w="12700" cap="flat" cmpd="sng" algn="ctr">
            <a:noFill/>
            <a:prstDash val="solid"/>
            <a:round/>
            <a:headEnd type="none" w="med" len="med"/>
            <a:tailEnd type="none" w="med" len="med"/>
          </a:ln>
          <a:effectLst/>
        </p:spPr>
        <p:txBody>
          <a:bodyPr vert="horz" wrap="square" lIns="36000" tIns="36000" rIns="36000" bIns="360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ja-JP" sz="1400" b="1" i="0" u="none" strike="noStrike" cap="none" normalizeH="0" baseline="0" dirty="0">
                <a:ln>
                  <a:noFill/>
                </a:ln>
                <a:solidFill>
                  <a:schemeClr val="bg1"/>
                </a:solidFill>
                <a:effectLst/>
                <a:latin typeface="メイリオ" panose="020B0604030504040204" pitchFamily="50" charset="-128"/>
                <a:ea typeface="メイリオ" panose="020B0604030504040204" pitchFamily="50" charset="-128"/>
              </a:rPr>
              <a:t>ELB</a:t>
            </a:r>
            <a:endParaRPr kumimoji="1" lang="ja-JP" altLang="en-US" sz="1400" b="1" i="0" u="none" strike="noStrike" cap="none" normalizeH="0" baseline="0" dirty="0">
              <a:ln>
                <a:noFill/>
              </a:ln>
              <a:solidFill>
                <a:schemeClr val="bg1"/>
              </a:solidFill>
              <a:effectLst/>
              <a:latin typeface="メイリオ" panose="020B0604030504040204" pitchFamily="50" charset="-128"/>
              <a:ea typeface="メイリオ" panose="020B0604030504040204" pitchFamily="50" charset="-128"/>
            </a:endParaRPr>
          </a:p>
        </p:txBody>
      </p:sp>
      <p:sp>
        <p:nvSpPr>
          <p:cNvPr id="29" name="四角形: 角を丸くする 28">
            <a:extLst>
              <a:ext uri="{FF2B5EF4-FFF2-40B4-BE49-F238E27FC236}">
                <a16:creationId xmlns:a16="http://schemas.microsoft.com/office/drawing/2014/main" id="{4387747B-6D60-4148-AF6D-F879B7B89F8F}"/>
              </a:ext>
            </a:extLst>
          </p:cNvPr>
          <p:cNvSpPr/>
          <p:nvPr/>
        </p:nvSpPr>
        <p:spPr bwMode="auto">
          <a:xfrm>
            <a:off x="2936776" y="4661468"/>
            <a:ext cx="1080120" cy="636819"/>
          </a:xfrm>
          <a:prstGeom prst="roundRect">
            <a:avLst/>
          </a:prstGeom>
          <a:solidFill>
            <a:srgbClr val="F0861E"/>
          </a:solidFill>
          <a:ln w="12700" cap="flat" cmpd="sng" algn="ctr">
            <a:noFill/>
            <a:prstDash val="solid"/>
            <a:round/>
            <a:headEnd type="none" w="med" len="med"/>
            <a:tailEnd type="none" w="med" len="med"/>
          </a:ln>
          <a:effectLst/>
        </p:spPr>
        <p:txBody>
          <a:bodyPr vert="horz" wrap="square" lIns="36000" tIns="36000" rIns="36000" bIns="360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ja-JP" sz="1400" b="1" i="0" u="none" strike="noStrike" cap="none" normalizeH="0" baseline="0" dirty="0">
                <a:ln>
                  <a:noFill/>
                </a:ln>
                <a:solidFill>
                  <a:schemeClr val="bg1"/>
                </a:solidFill>
                <a:effectLst/>
                <a:latin typeface="メイリオ" panose="020B0604030504040204" pitchFamily="50" charset="-128"/>
                <a:ea typeface="メイリオ" panose="020B0604030504040204" pitchFamily="50" charset="-128"/>
              </a:rPr>
              <a:t>Cloud</a:t>
            </a:r>
            <a:br>
              <a:rPr kumimoji="1" lang="en-US" altLang="ja-JP" sz="1400" b="1" i="0" u="none" strike="noStrike" cap="none" normalizeH="0" baseline="0" dirty="0">
                <a:ln>
                  <a:noFill/>
                </a:ln>
                <a:solidFill>
                  <a:schemeClr val="bg1"/>
                </a:solidFill>
                <a:effectLst/>
                <a:latin typeface="メイリオ" panose="020B0604030504040204" pitchFamily="50" charset="-128"/>
                <a:ea typeface="メイリオ" panose="020B0604030504040204" pitchFamily="50" charset="-128"/>
              </a:rPr>
            </a:br>
            <a:r>
              <a:rPr kumimoji="1" lang="en-US" altLang="ja-JP" sz="1400" b="1" i="0" u="none" strike="noStrike" cap="none" normalizeH="0" baseline="0" dirty="0">
                <a:ln>
                  <a:noFill/>
                </a:ln>
                <a:solidFill>
                  <a:schemeClr val="bg1"/>
                </a:solidFill>
                <a:effectLst/>
                <a:latin typeface="メイリオ" panose="020B0604030504040204" pitchFamily="50" charset="-128"/>
                <a:ea typeface="メイリオ" panose="020B0604030504040204" pitchFamily="50" charset="-128"/>
              </a:rPr>
              <a:t>Watch</a:t>
            </a:r>
            <a:endParaRPr kumimoji="1" lang="ja-JP" altLang="en-US" sz="1400" b="1" i="0" u="none" strike="noStrike" cap="none" normalizeH="0" baseline="0" dirty="0">
              <a:ln>
                <a:noFill/>
              </a:ln>
              <a:solidFill>
                <a:schemeClr val="bg1"/>
              </a:solidFill>
              <a:effectLst/>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120222306"/>
      </p:ext>
    </p:extLst>
  </p:cSld>
  <p:clrMapOvr>
    <a:masterClrMapping/>
  </p:clrMapOvr>
  <mc:AlternateContent xmlns:mc="http://schemas.openxmlformats.org/markup-compatibility/2006" xmlns:p14="http://schemas.microsoft.com/office/powerpoint/2010/main">
    <mc:Choice Requires="p14">
      <p:transition spd="slow" p14:dur="2000" advTm="11575"/>
    </mc:Choice>
    <mc:Fallback xmlns="">
      <p:transition spd="slow" advTm="11575"/>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タイトル 1">
            <a:extLst>
              <a:ext uri="{FF2B5EF4-FFF2-40B4-BE49-F238E27FC236}">
                <a16:creationId xmlns:a16="http://schemas.microsoft.com/office/drawing/2014/main" id="{48F80BE1-D063-4240-BFC7-C8D243720250}"/>
              </a:ext>
            </a:extLst>
          </p:cNvPr>
          <p:cNvSpPr txBox="1">
            <a:spLocks/>
          </p:cNvSpPr>
          <p:nvPr/>
        </p:nvSpPr>
        <p:spPr bwMode="auto">
          <a:xfrm>
            <a:off x="631222" y="201863"/>
            <a:ext cx="8642258" cy="50208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rtl="0" fontAlgn="base">
              <a:lnSpc>
                <a:spcPct val="90000"/>
              </a:lnSpc>
              <a:spcBef>
                <a:spcPct val="0"/>
              </a:spcBef>
              <a:spcAft>
                <a:spcPct val="0"/>
              </a:spcAft>
              <a:defRPr kumimoji="1" sz="2000">
                <a:solidFill>
                  <a:schemeClr val="tx2"/>
                </a:solidFill>
                <a:latin typeface="游明朝" panose="02020400000000000000" pitchFamily="18" charset="-128"/>
                <a:ea typeface="游明朝" panose="02020400000000000000" pitchFamily="18" charset="-128"/>
                <a:cs typeface="+mj-cs"/>
              </a:defRPr>
            </a:lvl1pPr>
            <a:lvl2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2pPr>
            <a:lvl3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3pPr>
            <a:lvl4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4pPr>
            <a:lvl5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5pPr>
            <a:lvl6pPr marL="4572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6pPr>
            <a:lvl7pPr marL="9144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7pPr>
            <a:lvl8pPr marL="13716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8pPr>
            <a:lvl9pPr marL="18288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9pPr>
          </a:lstStyle>
          <a:p>
            <a:pPr marL="0" indent="0" algn="l">
              <a:buNone/>
            </a:pPr>
            <a:r>
              <a:rPr lang="ja-JP" altLang="en-US" sz="3000" dirty="0">
                <a:solidFill>
                  <a:srgbClr val="002060"/>
                </a:solidFill>
                <a:latin typeface="メイリオ" panose="020B0604030504040204" pitchFamily="50" charset="-128"/>
                <a:ea typeface="メイリオ" panose="020B0604030504040204" pitchFamily="50" charset="-128"/>
              </a:rPr>
              <a:t>耐障害性の向上</a:t>
            </a:r>
            <a:endParaRPr lang="en-US" altLang="ja-JP" sz="3000" dirty="0">
              <a:solidFill>
                <a:srgbClr val="002060"/>
              </a:solidFill>
              <a:latin typeface="メイリオ" panose="020B0604030504040204" pitchFamily="50" charset="-128"/>
              <a:ea typeface="メイリオ" panose="020B0604030504040204" pitchFamily="50" charset="-128"/>
            </a:endParaRPr>
          </a:p>
        </p:txBody>
      </p:sp>
      <p:sp>
        <p:nvSpPr>
          <p:cNvPr id="10" name="コンテンツ プレースホルダー 2">
            <a:extLst>
              <a:ext uri="{FF2B5EF4-FFF2-40B4-BE49-F238E27FC236}">
                <a16:creationId xmlns:a16="http://schemas.microsoft.com/office/drawing/2014/main" id="{DEB4245B-0040-41DB-A785-0761ECA5DBF5}"/>
              </a:ext>
            </a:extLst>
          </p:cNvPr>
          <p:cNvSpPr txBox="1">
            <a:spLocks/>
          </p:cNvSpPr>
          <p:nvPr/>
        </p:nvSpPr>
        <p:spPr>
          <a:xfrm>
            <a:off x="631222" y="799401"/>
            <a:ext cx="8858282" cy="325343"/>
          </a:xfrm>
          <a:prstGeom prst="rect">
            <a:avLst/>
          </a:prstGeom>
        </p:spPr>
        <p:txBody>
          <a:bodyPr vert="horz" lIns="74295" tIns="37148" rIns="74295" bIns="37148" rtlCol="0">
            <a:noAutofit/>
          </a:bodyPr>
          <a:lstStyle>
            <a:lvl1pPr marL="228600" indent="-228600" algn="l" defTabSz="914400" rtl="0" eaLnBrk="1" latinLnBrk="0" hangingPunct="1">
              <a:lnSpc>
                <a:spcPct val="90000"/>
              </a:lnSpc>
              <a:spcBef>
                <a:spcPts val="1000"/>
              </a:spcBef>
              <a:buFont typeface="Wingdings 2" pitchFamily="18" charset="2"/>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2" pitchFamily="18" charset="2"/>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2" pitchFamily="18" charset="2"/>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5pPr>
            <a:lvl6pPr marL="25146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6pPr>
            <a:lvl7pPr marL="29718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7pPr>
            <a:lvl8pPr marL="34290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8pPr>
            <a:lvl9pPr marL="38862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9pPr>
          </a:lstStyle>
          <a:p>
            <a:pPr marL="0" indent="0">
              <a:buNone/>
            </a:pPr>
            <a:r>
              <a:rPr lang="ja-JP" altLang="en-US" sz="2400" dirty="0">
                <a:solidFill>
                  <a:srgbClr val="002060"/>
                </a:solidFill>
                <a:latin typeface="メイリオ" panose="020B0604030504040204" pitchFamily="50" charset="-128"/>
                <a:ea typeface="メイリオ" panose="020B0604030504040204" pitchFamily="50" charset="-128"/>
              </a:rPr>
              <a:t>別リージョンや別</a:t>
            </a:r>
            <a:r>
              <a:rPr lang="en-US" altLang="ja-JP" sz="2400" dirty="0">
                <a:solidFill>
                  <a:srgbClr val="002060"/>
                </a:solidFill>
                <a:latin typeface="メイリオ" panose="020B0604030504040204" pitchFamily="50" charset="-128"/>
                <a:ea typeface="メイリオ" panose="020B0604030504040204" pitchFamily="50" charset="-128"/>
              </a:rPr>
              <a:t>AZ</a:t>
            </a:r>
            <a:r>
              <a:rPr lang="ja-JP" altLang="en-US" sz="2400" dirty="0">
                <a:solidFill>
                  <a:srgbClr val="002060"/>
                </a:solidFill>
                <a:latin typeface="メイリオ" panose="020B0604030504040204" pitchFamily="50" charset="-128"/>
                <a:ea typeface="メイリオ" panose="020B0604030504040204" pitchFamily="50" charset="-128"/>
              </a:rPr>
              <a:t>にバックアップを取得保管することで耐障害性を高める</a:t>
            </a:r>
            <a:endParaRPr lang="en-US" altLang="ja-JP" sz="2400" dirty="0">
              <a:solidFill>
                <a:srgbClr val="002060"/>
              </a:solidFill>
              <a:latin typeface="メイリオ" panose="020B0604030504040204" pitchFamily="50" charset="-128"/>
              <a:ea typeface="メイリオ" panose="020B0604030504040204" pitchFamily="50" charset="-128"/>
            </a:endParaRPr>
          </a:p>
        </p:txBody>
      </p:sp>
      <p:sp>
        <p:nvSpPr>
          <p:cNvPr id="5" name="正方形/長方形 4">
            <a:extLst>
              <a:ext uri="{FF2B5EF4-FFF2-40B4-BE49-F238E27FC236}">
                <a16:creationId xmlns:a16="http://schemas.microsoft.com/office/drawing/2014/main" id="{7F2A8CAC-E641-4826-9B3D-D6CB272E4CDE}"/>
              </a:ext>
            </a:extLst>
          </p:cNvPr>
          <p:cNvSpPr/>
          <p:nvPr/>
        </p:nvSpPr>
        <p:spPr bwMode="auto">
          <a:xfrm>
            <a:off x="920552" y="1556792"/>
            <a:ext cx="3888432" cy="4739305"/>
          </a:xfrm>
          <a:prstGeom prst="rect">
            <a:avLst/>
          </a:prstGeom>
          <a:solidFill>
            <a:srgbClr val="E5851B"/>
          </a:solidFill>
          <a:ln w="12700" cap="flat" cmpd="sng" algn="ctr">
            <a:no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algn="ctr"/>
            <a:r>
              <a:rPr lang="en-US" altLang="ja-JP" sz="2000" b="1" dirty="0">
                <a:solidFill>
                  <a:schemeClr val="bg1"/>
                </a:solidFill>
                <a:latin typeface="メイリオ" panose="020B0604030504040204" pitchFamily="50" charset="-128"/>
                <a:ea typeface="メイリオ" panose="020B0604030504040204" pitchFamily="50" charset="-128"/>
              </a:rPr>
              <a:t>1</a:t>
            </a:r>
            <a:r>
              <a:rPr lang="ja-JP" altLang="en-US" sz="2000" b="1" dirty="0" err="1">
                <a:solidFill>
                  <a:schemeClr val="bg1"/>
                </a:solidFill>
                <a:latin typeface="メイリオ" panose="020B0604030504040204" pitchFamily="50" charset="-128"/>
                <a:ea typeface="メイリオ" panose="020B0604030504040204" pitchFamily="50" charset="-128"/>
              </a:rPr>
              <a:t>つの</a:t>
            </a:r>
            <a:r>
              <a:rPr lang="ja-JP" altLang="en-US" sz="2000" b="1" dirty="0">
                <a:solidFill>
                  <a:schemeClr val="bg1"/>
                </a:solidFill>
                <a:latin typeface="メイリオ" panose="020B0604030504040204" pitchFamily="50" charset="-128"/>
                <a:ea typeface="メイリオ" panose="020B0604030504040204" pitchFamily="50" charset="-128"/>
              </a:rPr>
              <a:t>リージョン</a:t>
            </a:r>
            <a:endParaRPr lang="en-US" altLang="ja-JP" sz="2000" b="1" dirty="0">
              <a:solidFill>
                <a:schemeClr val="bg1"/>
              </a:solidFill>
              <a:latin typeface="メイリオ" panose="020B0604030504040204" pitchFamily="50" charset="-128"/>
              <a:ea typeface="メイリオ" panose="020B0604030504040204" pitchFamily="50" charset="-128"/>
            </a:endParaRPr>
          </a:p>
        </p:txBody>
      </p:sp>
      <p:sp>
        <p:nvSpPr>
          <p:cNvPr id="6" name="四角形: 角を丸くする 5">
            <a:extLst>
              <a:ext uri="{FF2B5EF4-FFF2-40B4-BE49-F238E27FC236}">
                <a16:creationId xmlns:a16="http://schemas.microsoft.com/office/drawing/2014/main" id="{18A8DA53-6687-4D2B-B4A9-8F0ED69E305D}"/>
              </a:ext>
            </a:extLst>
          </p:cNvPr>
          <p:cNvSpPr/>
          <p:nvPr/>
        </p:nvSpPr>
        <p:spPr bwMode="auto">
          <a:xfrm>
            <a:off x="1208584" y="2132856"/>
            <a:ext cx="3528392" cy="3685294"/>
          </a:xfrm>
          <a:prstGeom prst="roundRect">
            <a:avLst/>
          </a:prstGeom>
          <a:solidFill>
            <a:schemeClr val="bg1"/>
          </a:solidFill>
          <a:ln w="12700" cap="flat" cmpd="sng" algn="ctr">
            <a:solidFill>
              <a:srgbClr val="F0861E"/>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ja-JP" altLang="en-US" sz="1600" b="0" i="0" u="none" strike="noStrike" cap="none" normalizeH="0" baseline="0">
              <a:ln>
                <a:noFill/>
              </a:ln>
              <a:solidFill>
                <a:schemeClr val="tx1"/>
              </a:solidFill>
              <a:effectLst/>
              <a:latin typeface="ＭＳ Ｐゴシック" pitchFamily="50" charset="-128"/>
              <a:ea typeface="ＭＳ Ｐゴシック" pitchFamily="50" charset="-128"/>
            </a:endParaRPr>
          </a:p>
        </p:txBody>
      </p:sp>
      <p:pic>
        <p:nvPicPr>
          <p:cNvPr id="7" name="Picture 2" descr="ãVPC ã¢ã¤ã³ã³ãã®ç»åæ¤ç´¢çµæ">
            <a:extLst>
              <a:ext uri="{FF2B5EF4-FFF2-40B4-BE49-F238E27FC236}">
                <a16:creationId xmlns:a16="http://schemas.microsoft.com/office/drawing/2014/main" id="{2F66C69D-593A-4B58-9092-CD4A0E25A9C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05154" y="1484784"/>
            <a:ext cx="936104" cy="936104"/>
          </a:xfrm>
          <a:prstGeom prst="rect">
            <a:avLst/>
          </a:prstGeom>
          <a:noFill/>
          <a:extLst>
            <a:ext uri="{909E8E84-426E-40DD-AFC4-6F175D3DCCD1}">
              <a14:hiddenFill xmlns:a14="http://schemas.microsoft.com/office/drawing/2010/main">
                <a:solidFill>
                  <a:srgbClr val="FFFFFF"/>
                </a:solidFill>
              </a14:hiddenFill>
            </a:ext>
          </a:extLst>
        </p:spPr>
      </p:pic>
      <p:sp>
        <p:nvSpPr>
          <p:cNvPr id="8" name="正方形/長方形 7">
            <a:extLst>
              <a:ext uri="{FF2B5EF4-FFF2-40B4-BE49-F238E27FC236}">
                <a16:creationId xmlns:a16="http://schemas.microsoft.com/office/drawing/2014/main" id="{AE68FCA3-E887-4750-B448-CFA0B0C16C31}"/>
              </a:ext>
            </a:extLst>
          </p:cNvPr>
          <p:cNvSpPr/>
          <p:nvPr/>
        </p:nvSpPr>
        <p:spPr bwMode="auto">
          <a:xfrm>
            <a:off x="1640632" y="2420888"/>
            <a:ext cx="2761629" cy="3277671"/>
          </a:xfrm>
          <a:prstGeom prst="rect">
            <a:avLst/>
          </a:prstGeom>
          <a:solidFill>
            <a:srgbClr val="FFC000"/>
          </a:solidFill>
          <a:ln w="12700" cap="flat" cmpd="sng" algn="ctr">
            <a:no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altLang="ja-JP" sz="2000" b="1" dirty="0">
                <a:solidFill>
                  <a:schemeClr val="bg1"/>
                </a:solidFill>
                <a:latin typeface="メイリオ" panose="020B0604030504040204" pitchFamily="50" charset="-128"/>
                <a:ea typeface="メイリオ" panose="020B0604030504040204" pitchFamily="50" charset="-128"/>
              </a:rPr>
              <a:t>AZ</a:t>
            </a:r>
            <a:endParaRPr kumimoji="1" lang="ja-JP" altLang="en-US" sz="2000" b="1"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endParaRPr>
          </a:p>
        </p:txBody>
      </p:sp>
      <p:sp>
        <p:nvSpPr>
          <p:cNvPr id="9" name="四角形: 角を丸くする 8">
            <a:extLst>
              <a:ext uri="{FF2B5EF4-FFF2-40B4-BE49-F238E27FC236}">
                <a16:creationId xmlns:a16="http://schemas.microsoft.com/office/drawing/2014/main" id="{2F4A6BA4-9BFF-46AD-8573-6304BE03EC5C}"/>
              </a:ext>
            </a:extLst>
          </p:cNvPr>
          <p:cNvSpPr/>
          <p:nvPr/>
        </p:nvSpPr>
        <p:spPr bwMode="auto">
          <a:xfrm>
            <a:off x="1892419" y="2708920"/>
            <a:ext cx="2304256" cy="2808108"/>
          </a:xfrm>
          <a:prstGeom prst="roundRect">
            <a:avLst/>
          </a:prstGeom>
          <a:noFill/>
          <a:ln w="12700" cap="flat" cmpd="sng" algn="ctr">
            <a:solidFill>
              <a:srgbClr val="F0861E"/>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kumimoji="1" lang="ja-JP" altLang="en-US" sz="1600" b="1"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rPr>
              <a:t>サブネット</a:t>
            </a:r>
            <a:r>
              <a:rPr kumimoji="1" lang="en-US" altLang="ja-JP" sz="1600" b="0"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rPr>
              <a:t>10.0</a:t>
            </a:r>
            <a:r>
              <a:rPr lang="en-US" altLang="ja-JP" dirty="0">
                <a:solidFill>
                  <a:srgbClr val="FF0000"/>
                </a:solidFill>
                <a:latin typeface="メイリオ" panose="020B0604030504040204" pitchFamily="50" charset="-128"/>
                <a:ea typeface="メイリオ" panose="020B0604030504040204" pitchFamily="50" charset="-128"/>
              </a:rPr>
              <a:t>.1</a:t>
            </a:r>
            <a:r>
              <a:rPr kumimoji="1" lang="en-US" altLang="ja-JP" sz="1600" b="0"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rPr>
              <a:t>.0</a:t>
            </a:r>
            <a:r>
              <a:rPr lang="en-US" altLang="ja-JP" dirty="0">
                <a:solidFill>
                  <a:srgbClr val="FF0000"/>
                </a:solidFill>
                <a:latin typeface="メイリオ" panose="020B0604030504040204" pitchFamily="50" charset="-128"/>
                <a:ea typeface="メイリオ" panose="020B0604030504040204" pitchFamily="50" charset="-128"/>
              </a:rPr>
              <a:t>/24	</a:t>
            </a:r>
            <a:endParaRPr kumimoji="1" lang="ja-JP" altLang="en-US" sz="1600" b="0"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endParaRPr>
          </a:p>
        </p:txBody>
      </p:sp>
      <p:pic>
        <p:nvPicPr>
          <p:cNvPr id="11" name="図 10" descr="音楽 が含まれている画像&#10;&#10;自動的に生成された説明">
            <a:extLst>
              <a:ext uri="{FF2B5EF4-FFF2-40B4-BE49-F238E27FC236}">
                <a16:creationId xmlns:a16="http://schemas.microsoft.com/office/drawing/2014/main" id="{AF8FE476-F975-408C-AAB7-654DF5E8B74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569804" y="3358008"/>
            <a:ext cx="877069" cy="1052482"/>
          </a:xfrm>
          <a:prstGeom prst="rect">
            <a:avLst/>
          </a:prstGeom>
        </p:spPr>
      </p:pic>
      <p:sp>
        <p:nvSpPr>
          <p:cNvPr id="12" name="テキスト ボックス 11">
            <a:extLst>
              <a:ext uri="{FF2B5EF4-FFF2-40B4-BE49-F238E27FC236}">
                <a16:creationId xmlns:a16="http://schemas.microsoft.com/office/drawing/2014/main" id="{6AB5773D-2681-427D-9E45-E63F9AC9498A}"/>
              </a:ext>
            </a:extLst>
          </p:cNvPr>
          <p:cNvSpPr txBox="1"/>
          <p:nvPr/>
        </p:nvSpPr>
        <p:spPr>
          <a:xfrm>
            <a:off x="2683169" y="4386590"/>
            <a:ext cx="577402" cy="338554"/>
          </a:xfrm>
          <a:prstGeom prst="rect">
            <a:avLst/>
          </a:prstGeom>
          <a:noFill/>
        </p:spPr>
        <p:txBody>
          <a:bodyPr wrap="none" rtlCol="0">
            <a:spAutoFit/>
          </a:bodyPr>
          <a:lstStyle/>
          <a:p>
            <a:pPr algn="ctr"/>
            <a:r>
              <a:rPr kumimoji="1" lang="en-US" altLang="ja-JP" dirty="0">
                <a:latin typeface="メイリオ" panose="020B0604030504040204" pitchFamily="50" charset="-128"/>
                <a:ea typeface="メイリオ" panose="020B0604030504040204" pitchFamily="50" charset="-128"/>
              </a:rPr>
              <a:t>EC2</a:t>
            </a:r>
          </a:p>
        </p:txBody>
      </p:sp>
      <p:pic>
        <p:nvPicPr>
          <p:cNvPr id="13" name="図 12">
            <a:extLst>
              <a:ext uri="{FF2B5EF4-FFF2-40B4-BE49-F238E27FC236}">
                <a16:creationId xmlns:a16="http://schemas.microsoft.com/office/drawing/2014/main" id="{E813392F-4B83-4DAF-8077-6F4804C55E2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654734" y="1828056"/>
            <a:ext cx="590550" cy="609600"/>
          </a:xfrm>
          <a:prstGeom prst="rect">
            <a:avLst/>
          </a:prstGeom>
        </p:spPr>
      </p:pic>
      <p:cxnSp>
        <p:nvCxnSpPr>
          <p:cNvPr id="14" name="直線コネクタ 13">
            <a:extLst>
              <a:ext uri="{FF2B5EF4-FFF2-40B4-BE49-F238E27FC236}">
                <a16:creationId xmlns:a16="http://schemas.microsoft.com/office/drawing/2014/main" id="{7F10AEF0-8BBA-4424-B8E0-698FDEEBE7D6}"/>
              </a:ext>
            </a:extLst>
          </p:cNvPr>
          <p:cNvCxnSpPr>
            <a:cxnSpLocks/>
            <a:endCxn id="8" idx="0"/>
          </p:cNvCxnSpPr>
          <p:nvPr/>
        </p:nvCxnSpPr>
        <p:spPr bwMode="auto">
          <a:xfrm flipV="1">
            <a:off x="3020847" y="2420888"/>
            <a:ext cx="600" cy="971800"/>
          </a:xfrm>
          <a:prstGeom prst="line">
            <a:avLst/>
          </a:prstGeom>
          <a:noFill/>
          <a:ln w="31750" cap="flat" cmpd="sng" algn="ctr">
            <a:solidFill>
              <a:srgbClr val="FF0000"/>
            </a:solidFill>
            <a:prstDash val="solid"/>
            <a:round/>
            <a:headEnd type="none" w="med" len="med"/>
            <a:tailEnd type="none" w="med" len="med"/>
          </a:ln>
          <a:effectLst/>
        </p:spPr>
      </p:cxnSp>
      <p:pic>
        <p:nvPicPr>
          <p:cNvPr id="15" name="図 14">
            <a:extLst>
              <a:ext uri="{FF2B5EF4-FFF2-40B4-BE49-F238E27FC236}">
                <a16:creationId xmlns:a16="http://schemas.microsoft.com/office/drawing/2014/main" id="{154E9C76-96B4-48B3-923B-323203FE936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699594" y="4781808"/>
            <a:ext cx="619125" cy="704850"/>
          </a:xfrm>
          <a:prstGeom prst="rect">
            <a:avLst/>
          </a:prstGeom>
        </p:spPr>
      </p:pic>
      <p:cxnSp>
        <p:nvCxnSpPr>
          <p:cNvPr id="16" name="直線コネクタ 15">
            <a:extLst>
              <a:ext uri="{FF2B5EF4-FFF2-40B4-BE49-F238E27FC236}">
                <a16:creationId xmlns:a16="http://schemas.microsoft.com/office/drawing/2014/main" id="{757A7B0E-C259-4BC9-BD3C-6C85E5561BAC}"/>
              </a:ext>
            </a:extLst>
          </p:cNvPr>
          <p:cNvCxnSpPr>
            <a:cxnSpLocks/>
            <a:stCxn id="15" idx="0"/>
            <a:endCxn id="11" idx="2"/>
          </p:cNvCxnSpPr>
          <p:nvPr/>
        </p:nvCxnSpPr>
        <p:spPr bwMode="auto">
          <a:xfrm flipH="1" flipV="1">
            <a:off x="3008339" y="4410490"/>
            <a:ext cx="818" cy="371318"/>
          </a:xfrm>
          <a:prstGeom prst="line">
            <a:avLst/>
          </a:prstGeom>
          <a:noFill/>
          <a:ln w="31750" cap="flat" cmpd="sng" algn="ctr">
            <a:solidFill>
              <a:srgbClr val="FF0000"/>
            </a:solidFill>
            <a:prstDash val="solid"/>
            <a:round/>
            <a:headEnd type="none" w="med" len="med"/>
            <a:tailEnd type="none" w="med" len="med"/>
          </a:ln>
          <a:effectLst/>
        </p:spPr>
      </p:cxnSp>
      <p:sp>
        <p:nvSpPr>
          <p:cNvPr id="17" name="正方形/長方形 16">
            <a:extLst>
              <a:ext uri="{FF2B5EF4-FFF2-40B4-BE49-F238E27FC236}">
                <a16:creationId xmlns:a16="http://schemas.microsoft.com/office/drawing/2014/main" id="{3603AD6F-D430-407A-95F5-5BF3E35DCE95}"/>
              </a:ext>
            </a:extLst>
          </p:cNvPr>
          <p:cNvSpPr/>
          <p:nvPr/>
        </p:nvSpPr>
        <p:spPr bwMode="auto">
          <a:xfrm>
            <a:off x="5222335" y="1556792"/>
            <a:ext cx="3888432" cy="4739305"/>
          </a:xfrm>
          <a:prstGeom prst="rect">
            <a:avLst/>
          </a:prstGeom>
          <a:solidFill>
            <a:srgbClr val="E5851B"/>
          </a:solidFill>
          <a:ln w="12700" cap="flat" cmpd="sng" algn="ctr">
            <a:no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algn="ctr"/>
            <a:r>
              <a:rPr lang="en-US" altLang="ja-JP" sz="2000" b="1" dirty="0">
                <a:solidFill>
                  <a:schemeClr val="bg1"/>
                </a:solidFill>
                <a:latin typeface="メイリオ" panose="020B0604030504040204" pitchFamily="50" charset="-128"/>
                <a:ea typeface="メイリオ" panose="020B0604030504040204" pitchFamily="50" charset="-128"/>
              </a:rPr>
              <a:t>1</a:t>
            </a:r>
            <a:r>
              <a:rPr lang="ja-JP" altLang="en-US" sz="2000" b="1" dirty="0" err="1">
                <a:solidFill>
                  <a:schemeClr val="bg1"/>
                </a:solidFill>
                <a:latin typeface="メイリオ" panose="020B0604030504040204" pitchFamily="50" charset="-128"/>
                <a:ea typeface="メイリオ" panose="020B0604030504040204" pitchFamily="50" charset="-128"/>
              </a:rPr>
              <a:t>つの</a:t>
            </a:r>
            <a:r>
              <a:rPr lang="ja-JP" altLang="en-US" sz="2000" b="1" dirty="0">
                <a:solidFill>
                  <a:schemeClr val="bg1"/>
                </a:solidFill>
                <a:latin typeface="メイリオ" panose="020B0604030504040204" pitchFamily="50" charset="-128"/>
                <a:ea typeface="メイリオ" panose="020B0604030504040204" pitchFamily="50" charset="-128"/>
              </a:rPr>
              <a:t>リージョン</a:t>
            </a:r>
            <a:endParaRPr lang="en-US" altLang="ja-JP" sz="2000" b="1" dirty="0">
              <a:solidFill>
                <a:schemeClr val="bg1"/>
              </a:solidFill>
              <a:latin typeface="メイリオ" panose="020B0604030504040204" pitchFamily="50" charset="-128"/>
              <a:ea typeface="メイリオ" panose="020B0604030504040204" pitchFamily="50" charset="-128"/>
            </a:endParaRPr>
          </a:p>
        </p:txBody>
      </p:sp>
      <p:pic>
        <p:nvPicPr>
          <p:cNvPr id="18" name="図 17" descr="容器 が含まれている画像&#10;&#10;自動的に生成された説明">
            <a:extLst>
              <a:ext uri="{FF2B5EF4-FFF2-40B4-BE49-F238E27FC236}">
                <a16:creationId xmlns:a16="http://schemas.microsoft.com/office/drawing/2014/main" id="{47A56A9C-60F4-4D3B-9ABB-726F6A0BDE61}"/>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382921" y="3392688"/>
            <a:ext cx="845935" cy="877266"/>
          </a:xfrm>
          <a:prstGeom prst="rect">
            <a:avLst/>
          </a:prstGeom>
        </p:spPr>
      </p:pic>
      <p:cxnSp>
        <p:nvCxnSpPr>
          <p:cNvPr id="19" name="直線コネクタ 18">
            <a:extLst>
              <a:ext uri="{FF2B5EF4-FFF2-40B4-BE49-F238E27FC236}">
                <a16:creationId xmlns:a16="http://schemas.microsoft.com/office/drawing/2014/main" id="{D523E62A-9FF7-4D82-BEE6-7FAB2319F1A1}"/>
              </a:ext>
            </a:extLst>
          </p:cNvPr>
          <p:cNvCxnSpPr>
            <a:cxnSpLocks/>
            <a:endCxn id="18" idx="1"/>
          </p:cNvCxnSpPr>
          <p:nvPr/>
        </p:nvCxnSpPr>
        <p:spPr bwMode="auto">
          <a:xfrm flipV="1">
            <a:off x="3260571" y="3831321"/>
            <a:ext cx="3122350" cy="1285646"/>
          </a:xfrm>
          <a:prstGeom prst="line">
            <a:avLst/>
          </a:prstGeom>
          <a:noFill/>
          <a:ln w="31750" cap="flat" cmpd="sng" algn="ctr">
            <a:solidFill>
              <a:srgbClr val="FF0000"/>
            </a:solidFill>
            <a:prstDash val="solid"/>
            <a:round/>
            <a:headEnd type="none" w="med" len="med"/>
            <a:tailEnd type="none" w="med" len="med"/>
          </a:ln>
          <a:effectLst/>
        </p:spPr>
      </p:cxnSp>
      <p:sp>
        <p:nvSpPr>
          <p:cNvPr id="20" name="テキスト ボックス 19">
            <a:extLst>
              <a:ext uri="{FF2B5EF4-FFF2-40B4-BE49-F238E27FC236}">
                <a16:creationId xmlns:a16="http://schemas.microsoft.com/office/drawing/2014/main" id="{6BD4870B-52D3-4F89-ACA7-B1A198DDD574}"/>
              </a:ext>
            </a:extLst>
          </p:cNvPr>
          <p:cNvSpPr txBox="1"/>
          <p:nvPr/>
        </p:nvSpPr>
        <p:spPr>
          <a:xfrm>
            <a:off x="6609184" y="3717032"/>
            <a:ext cx="442750" cy="338554"/>
          </a:xfrm>
          <a:prstGeom prst="rect">
            <a:avLst/>
          </a:prstGeom>
          <a:noFill/>
        </p:spPr>
        <p:txBody>
          <a:bodyPr wrap="none" rtlCol="0">
            <a:spAutoFit/>
          </a:bodyPr>
          <a:lstStyle/>
          <a:p>
            <a:pPr algn="ctr"/>
            <a:r>
              <a:rPr lang="en-US" altLang="ja-JP" dirty="0">
                <a:latin typeface="メイリオ" panose="020B0604030504040204" pitchFamily="50" charset="-128"/>
                <a:ea typeface="メイリオ" panose="020B0604030504040204" pitchFamily="50" charset="-128"/>
              </a:rPr>
              <a:t>S3</a:t>
            </a:r>
            <a:endParaRPr kumimoji="1" lang="en-US" altLang="ja-JP"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893896053"/>
      </p:ext>
    </p:extLst>
  </p:cSld>
  <p:clrMapOvr>
    <a:masterClrMapping/>
  </p:clrMapOvr>
  <mc:AlternateContent xmlns:mc="http://schemas.openxmlformats.org/markup-compatibility/2006" xmlns:p14="http://schemas.microsoft.com/office/powerpoint/2010/main">
    <mc:Choice Requires="p14">
      <p:transition spd="slow" p14:dur="2000" advTm="19234"/>
    </mc:Choice>
    <mc:Fallback xmlns="">
      <p:transition spd="slow" advTm="19234"/>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タイトル 1">
            <a:extLst>
              <a:ext uri="{FF2B5EF4-FFF2-40B4-BE49-F238E27FC236}">
                <a16:creationId xmlns:a16="http://schemas.microsoft.com/office/drawing/2014/main" id="{48F80BE1-D063-4240-BFC7-C8D243720250}"/>
              </a:ext>
            </a:extLst>
          </p:cNvPr>
          <p:cNvSpPr txBox="1">
            <a:spLocks/>
          </p:cNvSpPr>
          <p:nvPr/>
        </p:nvSpPr>
        <p:spPr bwMode="auto">
          <a:xfrm>
            <a:off x="631222" y="201863"/>
            <a:ext cx="8642258" cy="50208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rtl="0" fontAlgn="base">
              <a:lnSpc>
                <a:spcPct val="90000"/>
              </a:lnSpc>
              <a:spcBef>
                <a:spcPct val="0"/>
              </a:spcBef>
              <a:spcAft>
                <a:spcPct val="0"/>
              </a:spcAft>
              <a:defRPr kumimoji="1" sz="2000">
                <a:solidFill>
                  <a:schemeClr val="tx2"/>
                </a:solidFill>
                <a:latin typeface="游明朝" panose="02020400000000000000" pitchFamily="18" charset="-128"/>
                <a:ea typeface="游明朝" panose="02020400000000000000" pitchFamily="18" charset="-128"/>
                <a:cs typeface="+mj-cs"/>
              </a:defRPr>
            </a:lvl1pPr>
            <a:lvl2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2pPr>
            <a:lvl3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3pPr>
            <a:lvl4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4pPr>
            <a:lvl5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5pPr>
            <a:lvl6pPr marL="4572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6pPr>
            <a:lvl7pPr marL="9144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7pPr>
            <a:lvl8pPr marL="13716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8pPr>
            <a:lvl9pPr marL="18288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9pPr>
          </a:lstStyle>
          <a:p>
            <a:pPr marL="0" indent="0" algn="l">
              <a:buNone/>
            </a:pPr>
            <a:r>
              <a:rPr lang="ja-JP" altLang="en-US" sz="3000" dirty="0">
                <a:solidFill>
                  <a:srgbClr val="002060"/>
                </a:solidFill>
                <a:latin typeface="メイリオ" panose="020B0604030504040204" pitchFamily="50" charset="-128"/>
                <a:ea typeface="メイリオ" panose="020B0604030504040204" pitchFamily="50" charset="-128"/>
              </a:rPr>
              <a:t>耐障害性の向上</a:t>
            </a:r>
            <a:endParaRPr lang="en-US" altLang="ja-JP" sz="3000" dirty="0">
              <a:solidFill>
                <a:srgbClr val="002060"/>
              </a:solidFill>
              <a:latin typeface="メイリオ" panose="020B0604030504040204" pitchFamily="50" charset="-128"/>
              <a:ea typeface="メイリオ" panose="020B0604030504040204" pitchFamily="50" charset="-128"/>
            </a:endParaRPr>
          </a:p>
        </p:txBody>
      </p:sp>
      <p:sp>
        <p:nvSpPr>
          <p:cNvPr id="10" name="コンテンツ プレースホルダー 2">
            <a:extLst>
              <a:ext uri="{FF2B5EF4-FFF2-40B4-BE49-F238E27FC236}">
                <a16:creationId xmlns:a16="http://schemas.microsoft.com/office/drawing/2014/main" id="{DEB4245B-0040-41DB-A785-0761ECA5DBF5}"/>
              </a:ext>
            </a:extLst>
          </p:cNvPr>
          <p:cNvSpPr txBox="1">
            <a:spLocks/>
          </p:cNvSpPr>
          <p:nvPr/>
        </p:nvSpPr>
        <p:spPr>
          <a:xfrm>
            <a:off x="631222" y="799401"/>
            <a:ext cx="8858282" cy="325343"/>
          </a:xfrm>
          <a:prstGeom prst="rect">
            <a:avLst/>
          </a:prstGeom>
        </p:spPr>
        <p:txBody>
          <a:bodyPr vert="horz" lIns="74295" tIns="37148" rIns="74295" bIns="37148" rtlCol="0">
            <a:noAutofit/>
          </a:bodyPr>
          <a:lstStyle>
            <a:lvl1pPr marL="228600" indent="-228600" algn="l" defTabSz="914400" rtl="0" eaLnBrk="1" latinLnBrk="0" hangingPunct="1">
              <a:lnSpc>
                <a:spcPct val="90000"/>
              </a:lnSpc>
              <a:spcBef>
                <a:spcPts val="1000"/>
              </a:spcBef>
              <a:buFont typeface="Wingdings 2" pitchFamily="18" charset="2"/>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2" pitchFamily="18" charset="2"/>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2" pitchFamily="18" charset="2"/>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5pPr>
            <a:lvl6pPr marL="25146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6pPr>
            <a:lvl7pPr marL="29718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7pPr>
            <a:lvl8pPr marL="34290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8pPr>
            <a:lvl9pPr marL="38862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9pPr>
          </a:lstStyle>
          <a:p>
            <a:pPr marL="0" indent="0">
              <a:buNone/>
            </a:pPr>
            <a:r>
              <a:rPr lang="ja-JP" altLang="en-US" sz="2400" dirty="0">
                <a:solidFill>
                  <a:srgbClr val="002060"/>
                </a:solidFill>
                <a:latin typeface="メイリオ" panose="020B0604030504040204" pitchFamily="50" charset="-128"/>
                <a:ea typeface="メイリオ" panose="020B0604030504040204" pitchFamily="50" charset="-128"/>
              </a:rPr>
              <a:t>別リージョンや別</a:t>
            </a:r>
            <a:r>
              <a:rPr lang="en-US" altLang="ja-JP" sz="2400" dirty="0">
                <a:solidFill>
                  <a:srgbClr val="002060"/>
                </a:solidFill>
                <a:latin typeface="メイリオ" panose="020B0604030504040204" pitchFamily="50" charset="-128"/>
                <a:ea typeface="メイリオ" panose="020B0604030504040204" pitchFamily="50" charset="-128"/>
              </a:rPr>
              <a:t>AZ</a:t>
            </a:r>
            <a:r>
              <a:rPr lang="ja-JP" altLang="en-US" sz="2400" dirty="0" err="1">
                <a:solidFill>
                  <a:srgbClr val="002060"/>
                </a:solidFill>
                <a:latin typeface="メイリオ" panose="020B0604030504040204" pitchFamily="50" charset="-128"/>
                <a:ea typeface="メイリオ" panose="020B0604030504040204" pitchFamily="50" charset="-128"/>
              </a:rPr>
              <a:t>への</a:t>
            </a:r>
            <a:r>
              <a:rPr lang="ja-JP" altLang="en-US" sz="2400" dirty="0">
                <a:solidFill>
                  <a:srgbClr val="002060"/>
                </a:solidFill>
                <a:latin typeface="メイリオ" panose="020B0604030504040204" pitchFamily="50" charset="-128"/>
                <a:ea typeface="メイリオ" panose="020B0604030504040204" pitchFamily="50" charset="-128"/>
              </a:rPr>
              <a:t>スタンバイ構成をとることで即座にフェイルオーバーできるようにする</a:t>
            </a:r>
            <a:endParaRPr lang="en-US" altLang="ja-JP" sz="2400" dirty="0">
              <a:solidFill>
                <a:srgbClr val="002060"/>
              </a:solidFill>
              <a:latin typeface="メイリオ" panose="020B0604030504040204" pitchFamily="50" charset="-128"/>
              <a:ea typeface="メイリオ" panose="020B0604030504040204" pitchFamily="50" charset="-128"/>
            </a:endParaRPr>
          </a:p>
        </p:txBody>
      </p:sp>
      <p:sp>
        <p:nvSpPr>
          <p:cNvPr id="5" name="正方形/長方形 4">
            <a:extLst>
              <a:ext uri="{FF2B5EF4-FFF2-40B4-BE49-F238E27FC236}">
                <a16:creationId xmlns:a16="http://schemas.microsoft.com/office/drawing/2014/main" id="{7F2A8CAC-E641-4826-9B3D-D6CB272E4CDE}"/>
              </a:ext>
            </a:extLst>
          </p:cNvPr>
          <p:cNvSpPr/>
          <p:nvPr/>
        </p:nvSpPr>
        <p:spPr bwMode="auto">
          <a:xfrm>
            <a:off x="920552" y="1556792"/>
            <a:ext cx="3888432" cy="4739305"/>
          </a:xfrm>
          <a:prstGeom prst="rect">
            <a:avLst/>
          </a:prstGeom>
          <a:solidFill>
            <a:srgbClr val="E5851B"/>
          </a:solidFill>
          <a:ln w="12700" cap="flat" cmpd="sng" algn="ctr">
            <a:no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algn="ctr"/>
            <a:r>
              <a:rPr lang="en-US" altLang="ja-JP" sz="2000" b="1" dirty="0">
                <a:solidFill>
                  <a:schemeClr val="bg1"/>
                </a:solidFill>
                <a:latin typeface="メイリオ" panose="020B0604030504040204" pitchFamily="50" charset="-128"/>
                <a:ea typeface="メイリオ" panose="020B0604030504040204" pitchFamily="50" charset="-128"/>
              </a:rPr>
              <a:t>1</a:t>
            </a:r>
            <a:r>
              <a:rPr lang="ja-JP" altLang="en-US" sz="2000" b="1" dirty="0" err="1">
                <a:solidFill>
                  <a:schemeClr val="bg1"/>
                </a:solidFill>
                <a:latin typeface="メイリオ" panose="020B0604030504040204" pitchFamily="50" charset="-128"/>
                <a:ea typeface="メイリオ" panose="020B0604030504040204" pitchFamily="50" charset="-128"/>
              </a:rPr>
              <a:t>つの</a:t>
            </a:r>
            <a:r>
              <a:rPr lang="ja-JP" altLang="en-US" sz="2000" b="1" dirty="0">
                <a:solidFill>
                  <a:schemeClr val="bg1"/>
                </a:solidFill>
                <a:latin typeface="メイリオ" panose="020B0604030504040204" pitchFamily="50" charset="-128"/>
                <a:ea typeface="メイリオ" panose="020B0604030504040204" pitchFamily="50" charset="-128"/>
              </a:rPr>
              <a:t>リージョン</a:t>
            </a:r>
            <a:endParaRPr lang="en-US" altLang="ja-JP" sz="2000" b="1" dirty="0">
              <a:solidFill>
                <a:schemeClr val="bg1"/>
              </a:solidFill>
              <a:latin typeface="メイリオ" panose="020B0604030504040204" pitchFamily="50" charset="-128"/>
              <a:ea typeface="メイリオ" panose="020B0604030504040204" pitchFamily="50" charset="-128"/>
            </a:endParaRPr>
          </a:p>
        </p:txBody>
      </p:sp>
      <p:sp>
        <p:nvSpPr>
          <p:cNvPr id="6" name="四角形: 角を丸くする 5">
            <a:extLst>
              <a:ext uri="{FF2B5EF4-FFF2-40B4-BE49-F238E27FC236}">
                <a16:creationId xmlns:a16="http://schemas.microsoft.com/office/drawing/2014/main" id="{18A8DA53-6687-4D2B-B4A9-8F0ED69E305D}"/>
              </a:ext>
            </a:extLst>
          </p:cNvPr>
          <p:cNvSpPr/>
          <p:nvPr/>
        </p:nvSpPr>
        <p:spPr bwMode="auto">
          <a:xfrm>
            <a:off x="1208584" y="2132856"/>
            <a:ext cx="3528392" cy="3685294"/>
          </a:xfrm>
          <a:prstGeom prst="roundRect">
            <a:avLst/>
          </a:prstGeom>
          <a:solidFill>
            <a:schemeClr val="bg1"/>
          </a:solidFill>
          <a:ln w="12700" cap="flat" cmpd="sng" algn="ctr">
            <a:solidFill>
              <a:srgbClr val="F0861E"/>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ja-JP" altLang="en-US" sz="1600" b="0" i="0" u="none" strike="noStrike" cap="none" normalizeH="0" baseline="0">
              <a:ln>
                <a:noFill/>
              </a:ln>
              <a:solidFill>
                <a:schemeClr val="tx1"/>
              </a:solidFill>
              <a:effectLst/>
              <a:latin typeface="ＭＳ Ｐゴシック" pitchFamily="50" charset="-128"/>
              <a:ea typeface="ＭＳ Ｐゴシック" pitchFamily="50" charset="-128"/>
            </a:endParaRPr>
          </a:p>
        </p:txBody>
      </p:sp>
      <p:pic>
        <p:nvPicPr>
          <p:cNvPr id="7" name="Picture 2" descr="ãVPC ã¢ã¤ã³ã³ãã®ç»åæ¤ç´¢çµæ">
            <a:extLst>
              <a:ext uri="{FF2B5EF4-FFF2-40B4-BE49-F238E27FC236}">
                <a16:creationId xmlns:a16="http://schemas.microsoft.com/office/drawing/2014/main" id="{2F66C69D-593A-4B58-9092-CD4A0E25A9C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05154" y="1484784"/>
            <a:ext cx="936104" cy="936104"/>
          </a:xfrm>
          <a:prstGeom prst="rect">
            <a:avLst/>
          </a:prstGeom>
          <a:noFill/>
          <a:extLst>
            <a:ext uri="{909E8E84-426E-40DD-AFC4-6F175D3DCCD1}">
              <a14:hiddenFill xmlns:a14="http://schemas.microsoft.com/office/drawing/2010/main">
                <a:solidFill>
                  <a:srgbClr val="FFFFFF"/>
                </a:solidFill>
              </a14:hiddenFill>
            </a:ext>
          </a:extLst>
        </p:spPr>
      </p:pic>
      <p:sp>
        <p:nvSpPr>
          <p:cNvPr id="8" name="正方形/長方形 7">
            <a:extLst>
              <a:ext uri="{FF2B5EF4-FFF2-40B4-BE49-F238E27FC236}">
                <a16:creationId xmlns:a16="http://schemas.microsoft.com/office/drawing/2014/main" id="{AE68FCA3-E887-4750-B448-CFA0B0C16C31}"/>
              </a:ext>
            </a:extLst>
          </p:cNvPr>
          <p:cNvSpPr/>
          <p:nvPr/>
        </p:nvSpPr>
        <p:spPr bwMode="auto">
          <a:xfrm>
            <a:off x="1640632" y="2420888"/>
            <a:ext cx="2761629" cy="3277671"/>
          </a:xfrm>
          <a:prstGeom prst="rect">
            <a:avLst/>
          </a:prstGeom>
          <a:solidFill>
            <a:srgbClr val="FFC000"/>
          </a:solidFill>
          <a:ln w="12700" cap="flat" cmpd="sng" algn="ctr">
            <a:no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altLang="ja-JP" sz="2000" b="1" dirty="0">
                <a:solidFill>
                  <a:schemeClr val="bg1"/>
                </a:solidFill>
                <a:latin typeface="メイリオ" panose="020B0604030504040204" pitchFamily="50" charset="-128"/>
                <a:ea typeface="メイリオ" panose="020B0604030504040204" pitchFamily="50" charset="-128"/>
              </a:rPr>
              <a:t>AZ</a:t>
            </a:r>
            <a:endParaRPr kumimoji="1" lang="ja-JP" altLang="en-US" sz="2000" b="1"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endParaRPr>
          </a:p>
        </p:txBody>
      </p:sp>
      <p:sp>
        <p:nvSpPr>
          <p:cNvPr id="9" name="四角形: 角を丸くする 8">
            <a:extLst>
              <a:ext uri="{FF2B5EF4-FFF2-40B4-BE49-F238E27FC236}">
                <a16:creationId xmlns:a16="http://schemas.microsoft.com/office/drawing/2014/main" id="{2F4A6BA4-9BFF-46AD-8573-6304BE03EC5C}"/>
              </a:ext>
            </a:extLst>
          </p:cNvPr>
          <p:cNvSpPr/>
          <p:nvPr/>
        </p:nvSpPr>
        <p:spPr bwMode="auto">
          <a:xfrm>
            <a:off x="1892419" y="2708920"/>
            <a:ext cx="2304256" cy="2808108"/>
          </a:xfrm>
          <a:prstGeom prst="roundRect">
            <a:avLst/>
          </a:prstGeom>
          <a:noFill/>
          <a:ln w="12700" cap="flat" cmpd="sng" algn="ctr">
            <a:solidFill>
              <a:srgbClr val="F0861E"/>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kumimoji="1" lang="ja-JP" altLang="en-US" sz="1600" b="1"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rPr>
              <a:t>サブネット</a:t>
            </a:r>
            <a:r>
              <a:rPr kumimoji="1" lang="en-US" altLang="ja-JP" sz="1600" b="0"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rPr>
              <a:t>10.0</a:t>
            </a:r>
            <a:r>
              <a:rPr lang="en-US" altLang="ja-JP" dirty="0">
                <a:solidFill>
                  <a:srgbClr val="FF0000"/>
                </a:solidFill>
                <a:latin typeface="メイリオ" panose="020B0604030504040204" pitchFamily="50" charset="-128"/>
                <a:ea typeface="メイリオ" panose="020B0604030504040204" pitchFamily="50" charset="-128"/>
              </a:rPr>
              <a:t>.1</a:t>
            </a:r>
            <a:r>
              <a:rPr kumimoji="1" lang="en-US" altLang="ja-JP" sz="1600" b="0"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rPr>
              <a:t>.0</a:t>
            </a:r>
            <a:r>
              <a:rPr lang="en-US" altLang="ja-JP" dirty="0">
                <a:solidFill>
                  <a:srgbClr val="FF0000"/>
                </a:solidFill>
                <a:latin typeface="メイリオ" panose="020B0604030504040204" pitchFamily="50" charset="-128"/>
                <a:ea typeface="メイリオ" panose="020B0604030504040204" pitchFamily="50" charset="-128"/>
              </a:rPr>
              <a:t>/24	</a:t>
            </a:r>
            <a:endParaRPr kumimoji="1" lang="ja-JP" altLang="en-US" sz="1600" b="0"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endParaRPr>
          </a:p>
        </p:txBody>
      </p:sp>
      <p:pic>
        <p:nvPicPr>
          <p:cNvPr id="11" name="図 10" descr="音楽 が含まれている画像&#10;&#10;自動的に生成された説明">
            <a:extLst>
              <a:ext uri="{FF2B5EF4-FFF2-40B4-BE49-F238E27FC236}">
                <a16:creationId xmlns:a16="http://schemas.microsoft.com/office/drawing/2014/main" id="{AF8FE476-F975-408C-AAB7-654DF5E8B74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569804" y="3358008"/>
            <a:ext cx="877069" cy="1052482"/>
          </a:xfrm>
          <a:prstGeom prst="rect">
            <a:avLst/>
          </a:prstGeom>
        </p:spPr>
      </p:pic>
      <p:sp>
        <p:nvSpPr>
          <p:cNvPr id="12" name="テキスト ボックス 11">
            <a:extLst>
              <a:ext uri="{FF2B5EF4-FFF2-40B4-BE49-F238E27FC236}">
                <a16:creationId xmlns:a16="http://schemas.microsoft.com/office/drawing/2014/main" id="{6AB5773D-2681-427D-9E45-E63F9AC9498A}"/>
              </a:ext>
            </a:extLst>
          </p:cNvPr>
          <p:cNvSpPr txBox="1"/>
          <p:nvPr/>
        </p:nvSpPr>
        <p:spPr>
          <a:xfrm>
            <a:off x="2683169" y="4386590"/>
            <a:ext cx="577402" cy="338554"/>
          </a:xfrm>
          <a:prstGeom prst="rect">
            <a:avLst/>
          </a:prstGeom>
          <a:noFill/>
        </p:spPr>
        <p:txBody>
          <a:bodyPr wrap="none" rtlCol="0">
            <a:spAutoFit/>
          </a:bodyPr>
          <a:lstStyle/>
          <a:p>
            <a:pPr algn="ctr"/>
            <a:r>
              <a:rPr kumimoji="1" lang="en-US" altLang="ja-JP" dirty="0">
                <a:latin typeface="メイリオ" panose="020B0604030504040204" pitchFamily="50" charset="-128"/>
                <a:ea typeface="メイリオ" panose="020B0604030504040204" pitchFamily="50" charset="-128"/>
              </a:rPr>
              <a:t>EC2</a:t>
            </a:r>
          </a:p>
        </p:txBody>
      </p:sp>
      <p:pic>
        <p:nvPicPr>
          <p:cNvPr id="13" name="図 12">
            <a:extLst>
              <a:ext uri="{FF2B5EF4-FFF2-40B4-BE49-F238E27FC236}">
                <a16:creationId xmlns:a16="http://schemas.microsoft.com/office/drawing/2014/main" id="{E813392F-4B83-4DAF-8077-6F4804C55E2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654734" y="1828056"/>
            <a:ext cx="590550" cy="609600"/>
          </a:xfrm>
          <a:prstGeom prst="rect">
            <a:avLst/>
          </a:prstGeom>
        </p:spPr>
      </p:pic>
      <p:cxnSp>
        <p:nvCxnSpPr>
          <p:cNvPr id="14" name="直線コネクタ 13">
            <a:extLst>
              <a:ext uri="{FF2B5EF4-FFF2-40B4-BE49-F238E27FC236}">
                <a16:creationId xmlns:a16="http://schemas.microsoft.com/office/drawing/2014/main" id="{7F10AEF0-8BBA-4424-B8E0-698FDEEBE7D6}"/>
              </a:ext>
            </a:extLst>
          </p:cNvPr>
          <p:cNvCxnSpPr>
            <a:cxnSpLocks/>
            <a:endCxn id="8" idx="0"/>
          </p:cNvCxnSpPr>
          <p:nvPr/>
        </p:nvCxnSpPr>
        <p:spPr bwMode="auto">
          <a:xfrm flipV="1">
            <a:off x="3020847" y="2420888"/>
            <a:ext cx="600" cy="971800"/>
          </a:xfrm>
          <a:prstGeom prst="line">
            <a:avLst/>
          </a:prstGeom>
          <a:noFill/>
          <a:ln w="31750" cap="flat" cmpd="sng" algn="ctr">
            <a:solidFill>
              <a:srgbClr val="FF0000"/>
            </a:solidFill>
            <a:prstDash val="solid"/>
            <a:round/>
            <a:headEnd type="none" w="med" len="med"/>
            <a:tailEnd type="none" w="med" len="med"/>
          </a:ln>
          <a:effectLst/>
        </p:spPr>
      </p:cxnSp>
      <p:pic>
        <p:nvPicPr>
          <p:cNvPr id="15" name="図 14">
            <a:extLst>
              <a:ext uri="{FF2B5EF4-FFF2-40B4-BE49-F238E27FC236}">
                <a16:creationId xmlns:a16="http://schemas.microsoft.com/office/drawing/2014/main" id="{154E9C76-96B4-48B3-923B-323203FE936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699594" y="4781808"/>
            <a:ext cx="619125" cy="704850"/>
          </a:xfrm>
          <a:prstGeom prst="rect">
            <a:avLst/>
          </a:prstGeom>
        </p:spPr>
      </p:pic>
      <p:cxnSp>
        <p:nvCxnSpPr>
          <p:cNvPr id="16" name="直線コネクタ 15">
            <a:extLst>
              <a:ext uri="{FF2B5EF4-FFF2-40B4-BE49-F238E27FC236}">
                <a16:creationId xmlns:a16="http://schemas.microsoft.com/office/drawing/2014/main" id="{757A7B0E-C259-4BC9-BD3C-6C85E5561BAC}"/>
              </a:ext>
            </a:extLst>
          </p:cNvPr>
          <p:cNvCxnSpPr>
            <a:cxnSpLocks/>
            <a:stCxn id="15" idx="0"/>
            <a:endCxn id="11" idx="2"/>
          </p:cNvCxnSpPr>
          <p:nvPr/>
        </p:nvCxnSpPr>
        <p:spPr bwMode="auto">
          <a:xfrm flipH="1" flipV="1">
            <a:off x="3008339" y="4410490"/>
            <a:ext cx="818" cy="371318"/>
          </a:xfrm>
          <a:prstGeom prst="line">
            <a:avLst/>
          </a:prstGeom>
          <a:noFill/>
          <a:ln w="31750" cap="flat" cmpd="sng" algn="ctr">
            <a:solidFill>
              <a:srgbClr val="FF0000"/>
            </a:solidFill>
            <a:prstDash val="solid"/>
            <a:round/>
            <a:headEnd type="none" w="med" len="med"/>
            <a:tailEnd type="none" w="med" len="med"/>
          </a:ln>
          <a:effectLst/>
        </p:spPr>
      </p:cxnSp>
      <p:sp>
        <p:nvSpPr>
          <p:cNvPr id="17" name="正方形/長方形 16">
            <a:extLst>
              <a:ext uri="{FF2B5EF4-FFF2-40B4-BE49-F238E27FC236}">
                <a16:creationId xmlns:a16="http://schemas.microsoft.com/office/drawing/2014/main" id="{3603AD6F-D430-407A-95F5-5BF3E35DCE95}"/>
              </a:ext>
            </a:extLst>
          </p:cNvPr>
          <p:cNvSpPr/>
          <p:nvPr/>
        </p:nvSpPr>
        <p:spPr bwMode="auto">
          <a:xfrm>
            <a:off x="5222335" y="1556792"/>
            <a:ext cx="3888432" cy="4739305"/>
          </a:xfrm>
          <a:prstGeom prst="rect">
            <a:avLst/>
          </a:prstGeom>
          <a:solidFill>
            <a:srgbClr val="E5851B"/>
          </a:solidFill>
          <a:ln w="12700" cap="flat" cmpd="sng" algn="ctr">
            <a:no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algn="ctr"/>
            <a:r>
              <a:rPr lang="en-US" altLang="ja-JP" sz="2000" b="1" dirty="0">
                <a:solidFill>
                  <a:schemeClr val="bg1"/>
                </a:solidFill>
                <a:latin typeface="メイリオ" panose="020B0604030504040204" pitchFamily="50" charset="-128"/>
                <a:ea typeface="メイリオ" panose="020B0604030504040204" pitchFamily="50" charset="-128"/>
              </a:rPr>
              <a:t>1</a:t>
            </a:r>
            <a:r>
              <a:rPr lang="ja-JP" altLang="en-US" sz="2000" b="1" dirty="0" err="1">
                <a:solidFill>
                  <a:schemeClr val="bg1"/>
                </a:solidFill>
                <a:latin typeface="メイリオ" panose="020B0604030504040204" pitchFamily="50" charset="-128"/>
                <a:ea typeface="メイリオ" panose="020B0604030504040204" pitchFamily="50" charset="-128"/>
              </a:rPr>
              <a:t>つの</a:t>
            </a:r>
            <a:r>
              <a:rPr lang="ja-JP" altLang="en-US" sz="2000" b="1" dirty="0">
                <a:solidFill>
                  <a:schemeClr val="bg1"/>
                </a:solidFill>
                <a:latin typeface="メイリオ" panose="020B0604030504040204" pitchFamily="50" charset="-128"/>
                <a:ea typeface="メイリオ" panose="020B0604030504040204" pitchFamily="50" charset="-128"/>
              </a:rPr>
              <a:t>リージョン</a:t>
            </a:r>
            <a:endParaRPr lang="en-US" altLang="ja-JP" sz="2000" b="1" dirty="0">
              <a:solidFill>
                <a:schemeClr val="bg1"/>
              </a:solidFill>
              <a:latin typeface="メイリオ" panose="020B0604030504040204" pitchFamily="50" charset="-128"/>
              <a:ea typeface="メイリオ" panose="020B0604030504040204" pitchFamily="50" charset="-128"/>
            </a:endParaRPr>
          </a:p>
        </p:txBody>
      </p:sp>
      <p:sp>
        <p:nvSpPr>
          <p:cNvPr id="21" name="四角形: 角を丸くする 20">
            <a:extLst>
              <a:ext uri="{FF2B5EF4-FFF2-40B4-BE49-F238E27FC236}">
                <a16:creationId xmlns:a16="http://schemas.microsoft.com/office/drawing/2014/main" id="{1CD64937-59EB-4744-A2DF-4E74D4CB8737}"/>
              </a:ext>
            </a:extLst>
          </p:cNvPr>
          <p:cNvSpPr/>
          <p:nvPr/>
        </p:nvSpPr>
        <p:spPr bwMode="auto">
          <a:xfrm>
            <a:off x="5312595" y="2132856"/>
            <a:ext cx="3528392" cy="3685294"/>
          </a:xfrm>
          <a:prstGeom prst="roundRect">
            <a:avLst/>
          </a:prstGeom>
          <a:solidFill>
            <a:schemeClr val="bg1"/>
          </a:solidFill>
          <a:ln w="12700" cap="flat" cmpd="sng" algn="ctr">
            <a:solidFill>
              <a:srgbClr val="F0861E"/>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ja-JP" altLang="en-US" sz="1600" b="0" i="0" u="none" strike="noStrike" cap="none" normalizeH="0" baseline="0">
              <a:ln>
                <a:noFill/>
              </a:ln>
              <a:solidFill>
                <a:schemeClr val="tx1"/>
              </a:solidFill>
              <a:effectLst/>
              <a:latin typeface="ＭＳ Ｐゴシック" pitchFamily="50" charset="-128"/>
              <a:ea typeface="ＭＳ Ｐゴシック" pitchFamily="50" charset="-128"/>
            </a:endParaRPr>
          </a:p>
        </p:txBody>
      </p:sp>
      <p:sp>
        <p:nvSpPr>
          <p:cNvPr id="22" name="正方形/長方形 21">
            <a:extLst>
              <a:ext uri="{FF2B5EF4-FFF2-40B4-BE49-F238E27FC236}">
                <a16:creationId xmlns:a16="http://schemas.microsoft.com/office/drawing/2014/main" id="{984E9400-5DBE-4DFC-9055-61540C532F24}"/>
              </a:ext>
            </a:extLst>
          </p:cNvPr>
          <p:cNvSpPr/>
          <p:nvPr/>
        </p:nvSpPr>
        <p:spPr bwMode="auto">
          <a:xfrm>
            <a:off x="5744643" y="2420888"/>
            <a:ext cx="2761629" cy="3277671"/>
          </a:xfrm>
          <a:prstGeom prst="rect">
            <a:avLst/>
          </a:prstGeom>
          <a:solidFill>
            <a:srgbClr val="FFC000"/>
          </a:solidFill>
          <a:ln w="12700" cap="flat" cmpd="sng" algn="ctr">
            <a:no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altLang="ja-JP" sz="2000" b="1" dirty="0">
                <a:solidFill>
                  <a:schemeClr val="bg1"/>
                </a:solidFill>
                <a:latin typeface="メイリオ" panose="020B0604030504040204" pitchFamily="50" charset="-128"/>
                <a:ea typeface="メイリオ" panose="020B0604030504040204" pitchFamily="50" charset="-128"/>
              </a:rPr>
              <a:t>AZ</a:t>
            </a:r>
            <a:endParaRPr kumimoji="1" lang="ja-JP" altLang="en-US" sz="2000" b="1"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endParaRPr>
          </a:p>
        </p:txBody>
      </p:sp>
      <p:sp>
        <p:nvSpPr>
          <p:cNvPr id="23" name="四角形: 角を丸くする 22">
            <a:extLst>
              <a:ext uri="{FF2B5EF4-FFF2-40B4-BE49-F238E27FC236}">
                <a16:creationId xmlns:a16="http://schemas.microsoft.com/office/drawing/2014/main" id="{D2E81914-1DEF-4B9B-B5DD-D95089CEB43F}"/>
              </a:ext>
            </a:extLst>
          </p:cNvPr>
          <p:cNvSpPr/>
          <p:nvPr/>
        </p:nvSpPr>
        <p:spPr bwMode="auto">
          <a:xfrm>
            <a:off x="5996430" y="2708920"/>
            <a:ext cx="2304256" cy="2808108"/>
          </a:xfrm>
          <a:prstGeom prst="roundRect">
            <a:avLst/>
          </a:prstGeom>
          <a:noFill/>
          <a:ln w="12700" cap="flat" cmpd="sng" algn="ctr">
            <a:solidFill>
              <a:srgbClr val="F0861E"/>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kumimoji="1" lang="ja-JP" altLang="en-US" sz="1600" b="1"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rPr>
              <a:t>サブネット</a:t>
            </a:r>
            <a:r>
              <a:rPr kumimoji="1" lang="en-US" altLang="ja-JP" sz="1600" b="0"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rPr>
              <a:t>10.0</a:t>
            </a:r>
            <a:r>
              <a:rPr lang="en-US" altLang="ja-JP" dirty="0">
                <a:solidFill>
                  <a:srgbClr val="FF0000"/>
                </a:solidFill>
                <a:latin typeface="メイリオ" panose="020B0604030504040204" pitchFamily="50" charset="-128"/>
                <a:ea typeface="メイリオ" panose="020B0604030504040204" pitchFamily="50" charset="-128"/>
              </a:rPr>
              <a:t>.1</a:t>
            </a:r>
            <a:r>
              <a:rPr kumimoji="1" lang="en-US" altLang="ja-JP" sz="1600" b="0"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rPr>
              <a:t>.0</a:t>
            </a:r>
            <a:r>
              <a:rPr lang="en-US" altLang="ja-JP" dirty="0">
                <a:solidFill>
                  <a:srgbClr val="FF0000"/>
                </a:solidFill>
                <a:latin typeface="メイリオ" panose="020B0604030504040204" pitchFamily="50" charset="-128"/>
                <a:ea typeface="メイリオ" panose="020B0604030504040204" pitchFamily="50" charset="-128"/>
              </a:rPr>
              <a:t>/24	</a:t>
            </a:r>
            <a:endParaRPr kumimoji="1" lang="ja-JP" altLang="en-US" sz="1600" b="0"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endParaRPr>
          </a:p>
        </p:txBody>
      </p:sp>
      <p:pic>
        <p:nvPicPr>
          <p:cNvPr id="24" name="図 23" descr="音楽 が含まれている画像&#10;&#10;自動的に生成された説明">
            <a:extLst>
              <a:ext uri="{FF2B5EF4-FFF2-40B4-BE49-F238E27FC236}">
                <a16:creationId xmlns:a16="http://schemas.microsoft.com/office/drawing/2014/main" id="{4555AD18-CC14-4C03-9357-736E42CB6A2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673815" y="3358008"/>
            <a:ext cx="877069" cy="1052482"/>
          </a:xfrm>
          <a:prstGeom prst="rect">
            <a:avLst/>
          </a:prstGeom>
        </p:spPr>
      </p:pic>
      <p:sp>
        <p:nvSpPr>
          <p:cNvPr id="25" name="テキスト ボックス 24">
            <a:extLst>
              <a:ext uri="{FF2B5EF4-FFF2-40B4-BE49-F238E27FC236}">
                <a16:creationId xmlns:a16="http://schemas.microsoft.com/office/drawing/2014/main" id="{A7B8EEFF-0486-4B33-9439-D6A313E57FA1}"/>
              </a:ext>
            </a:extLst>
          </p:cNvPr>
          <p:cNvSpPr txBox="1"/>
          <p:nvPr/>
        </p:nvSpPr>
        <p:spPr>
          <a:xfrm>
            <a:off x="6787180" y="4386590"/>
            <a:ext cx="577402" cy="338554"/>
          </a:xfrm>
          <a:prstGeom prst="rect">
            <a:avLst/>
          </a:prstGeom>
          <a:noFill/>
        </p:spPr>
        <p:txBody>
          <a:bodyPr wrap="none" rtlCol="0">
            <a:spAutoFit/>
          </a:bodyPr>
          <a:lstStyle/>
          <a:p>
            <a:pPr algn="ctr"/>
            <a:r>
              <a:rPr kumimoji="1" lang="en-US" altLang="ja-JP" dirty="0">
                <a:latin typeface="メイリオ" panose="020B0604030504040204" pitchFamily="50" charset="-128"/>
                <a:ea typeface="メイリオ" panose="020B0604030504040204" pitchFamily="50" charset="-128"/>
              </a:rPr>
              <a:t>EC2</a:t>
            </a:r>
          </a:p>
        </p:txBody>
      </p:sp>
      <p:pic>
        <p:nvPicPr>
          <p:cNvPr id="26" name="図 25">
            <a:extLst>
              <a:ext uri="{FF2B5EF4-FFF2-40B4-BE49-F238E27FC236}">
                <a16:creationId xmlns:a16="http://schemas.microsoft.com/office/drawing/2014/main" id="{98D5D84F-986C-4B42-BC3C-E674B700B5D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758745" y="1828056"/>
            <a:ext cx="590550" cy="609600"/>
          </a:xfrm>
          <a:prstGeom prst="rect">
            <a:avLst/>
          </a:prstGeom>
        </p:spPr>
      </p:pic>
      <p:cxnSp>
        <p:nvCxnSpPr>
          <p:cNvPr id="28" name="直線コネクタ 27">
            <a:extLst>
              <a:ext uri="{FF2B5EF4-FFF2-40B4-BE49-F238E27FC236}">
                <a16:creationId xmlns:a16="http://schemas.microsoft.com/office/drawing/2014/main" id="{831E598D-0431-4B98-BF43-F5BAD51B3BDE}"/>
              </a:ext>
            </a:extLst>
          </p:cNvPr>
          <p:cNvCxnSpPr>
            <a:cxnSpLocks/>
            <a:endCxn id="22" idx="0"/>
          </p:cNvCxnSpPr>
          <p:nvPr/>
        </p:nvCxnSpPr>
        <p:spPr bwMode="auto">
          <a:xfrm flipV="1">
            <a:off x="7124858" y="2420888"/>
            <a:ext cx="600" cy="971800"/>
          </a:xfrm>
          <a:prstGeom prst="line">
            <a:avLst/>
          </a:prstGeom>
          <a:noFill/>
          <a:ln w="31750" cap="flat" cmpd="sng" algn="ctr">
            <a:solidFill>
              <a:srgbClr val="FF0000"/>
            </a:solidFill>
            <a:prstDash val="solid"/>
            <a:round/>
            <a:headEnd type="none" w="med" len="med"/>
            <a:tailEnd type="none" w="med" len="med"/>
          </a:ln>
          <a:effectLst/>
        </p:spPr>
      </p:cxnSp>
      <p:pic>
        <p:nvPicPr>
          <p:cNvPr id="29" name="図 28">
            <a:extLst>
              <a:ext uri="{FF2B5EF4-FFF2-40B4-BE49-F238E27FC236}">
                <a16:creationId xmlns:a16="http://schemas.microsoft.com/office/drawing/2014/main" id="{DDE4338B-0188-4CB4-BE5D-ED428058561D}"/>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803605" y="4781808"/>
            <a:ext cx="619125" cy="704850"/>
          </a:xfrm>
          <a:prstGeom prst="rect">
            <a:avLst/>
          </a:prstGeom>
        </p:spPr>
      </p:pic>
      <p:cxnSp>
        <p:nvCxnSpPr>
          <p:cNvPr id="30" name="直線コネクタ 29">
            <a:extLst>
              <a:ext uri="{FF2B5EF4-FFF2-40B4-BE49-F238E27FC236}">
                <a16:creationId xmlns:a16="http://schemas.microsoft.com/office/drawing/2014/main" id="{239600FC-A07D-48E2-87EE-B23C09DE977A}"/>
              </a:ext>
            </a:extLst>
          </p:cNvPr>
          <p:cNvCxnSpPr>
            <a:cxnSpLocks/>
            <a:stCxn id="29" idx="0"/>
            <a:endCxn id="24" idx="2"/>
          </p:cNvCxnSpPr>
          <p:nvPr/>
        </p:nvCxnSpPr>
        <p:spPr bwMode="auto">
          <a:xfrm flipH="1" flipV="1">
            <a:off x="7112350" y="4410490"/>
            <a:ext cx="818" cy="371318"/>
          </a:xfrm>
          <a:prstGeom prst="line">
            <a:avLst/>
          </a:prstGeom>
          <a:noFill/>
          <a:ln w="31750" cap="flat" cmpd="sng" algn="ctr">
            <a:solidFill>
              <a:srgbClr val="FF0000"/>
            </a:solidFill>
            <a:prstDash val="solid"/>
            <a:round/>
            <a:headEnd type="none" w="med" len="med"/>
            <a:tailEnd type="none" w="med" len="med"/>
          </a:ln>
          <a:effectLst/>
        </p:spPr>
      </p:cxnSp>
      <p:sp>
        <p:nvSpPr>
          <p:cNvPr id="31" name="四角形: 角を丸くする 30">
            <a:extLst>
              <a:ext uri="{FF2B5EF4-FFF2-40B4-BE49-F238E27FC236}">
                <a16:creationId xmlns:a16="http://schemas.microsoft.com/office/drawing/2014/main" id="{37A4A549-7322-4E80-ADA9-B1FAFDD7DC31}"/>
              </a:ext>
            </a:extLst>
          </p:cNvPr>
          <p:cNvSpPr/>
          <p:nvPr/>
        </p:nvSpPr>
        <p:spPr bwMode="auto">
          <a:xfrm>
            <a:off x="4484948" y="3608034"/>
            <a:ext cx="1080120" cy="636819"/>
          </a:xfrm>
          <a:prstGeom prst="roundRect">
            <a:avLst/>
          </a:prstGeom>
          <a:solidFill>
            <a:srgbClr val="F0861E"/>
          </a:solidFill>
          <a:ln w="12700" cap="flat" cmpd="sng" algn="ctr">
            <a:noFill/>
            <a:prstDash val="solid"/>
            <a:round/>
            <a:headEnd type="none" w="med" len="med"/>
            <a:tailEnd type="none" w="med" len="med"/>
          </a:ln>
          <a:effectLst/>
        </p:spPr>
        <p:txBody>
          <a:bodyPr vert="horz" wrap="square" lIns="36000" tIns="36000" rIns="36000" bIns="360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ja-JP" sz="1400" b="1" i="0" u="none" strike="noStrike" cap="none" normalizeH="0" baseline="0" dirty="0">
                <a:ln>
                  <a:noFill/>
                </a:ln>
                <a:solidFill>
                  <a:schemeClr val="bg1"/>
                </a:solidFill>
                <a:effectLst/>
                <a:latin typeface="メイリオ" panose="020B0604030504040204" pitchFamily="50" charset="-128"/>
                <a:ea typeface="メイリオ" panose="020B0604030504040204" pitchFamily="50" charset="-128"/>
              </a:rPr>
              <a:t>Route53</a:t>
            </a:r>
            <a:endParaRPr kumimoji="1" lang="ja-JP" altLang="en-US" sz="1400" b="1" i="0" u="none" strike="noStrike" cap="none" normalizeH="0" baseline="0" dirty="0">
              <a:ln>
                <a:noFill/>
              </a:ln>
              <a:solidFill>
                <a:schemeClr val="bg1"/>
              </a:solidFill>
              <a:effectLst/>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271336712"/>
      </p:ext>
    </p:extLst>
  </p:cSld>
  <p:clrMapOvr>
    <a:masterClrMapping/>
  </p:clrMapOvr>
  <mc:AlternateContent xmlns:mc="http://schemas.openxmlformats.org/markup-compatibility/2006" xmlns:p14="http://schemas.microsoft.com/office/powerpoint/2010/main">
    <mc:Choice Requires="p14">
      <p:transition spd="slow" p14:dur="2000" advTm="33822"/>
    </mc:Choice>
    <mc:Fallback xmlns="">
      <p:transition spd="slow" advTm="33822"/>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タイトル 1">
            <a:extLst>
              <a:ext uri="{FF2B5EF4-FFF2-40B4-BE49-F238E27FC236}">
                <a16:creationId xmlns:a16="http://schemas.microsoft.com/office/drawing/2014/main" id="{48F80BE1-D063-4240-BFC7-C8D243720250}"/>
              </a:ext>
            </a:extLst>
          </p:cNvPr>
          <p:cNvSpPr txBox="1">
            <a:spLocks/>
          </p:cNvSpPr>
          <p:nvPr/>
        </p:nvSpPr>
        <p:spPr bwMode="auto">
          <a:xfrm>
            <a:off x="631222" y="201863"/>
            <a:ext cx="8642258" cy="50208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rtl="0" fontAlgn="base">
              <a:lnSpc>
                <a:spcPct val="90000"/>
              </a:lnSpc>
              <a:spcBef>
                <a:spcPct val="0"/>
              </a:spcBef>
              <a:spcAft>
                <a:spcPct val="0"/>
              </a:spcAft>
              <a:defRPr kumimoji="1" sz="2000">
                <a:solidFill>
                  <a:schemeClr val="tx2"/>
                </a:solidFill>
                <a:latin typeface="游明朝" panose="02020400000000000000" pitchFamily="18" charset="-128"/>
                <a:ea typeface="游明朝" panose="02020400000000000000" pitchFamily="18" charset="-128"/>
                <a:cs typeface="+mj-cs"/>
              </a:defRPr>
            </a:lvl1pPr>
            <a:lvl2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2pPr>
            <a:lvl3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3pPr>
            <a:lvl4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4pPr>
            <a:lvl5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5pPr>
            <a:lvl6pPr marL="4572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6pPr>
            <a:lvl7pPr marL="9144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7pPr>
            <a:lvl8pPr marL="13716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8pPr>
            <a:lvl9pPr marL="18288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9pPr>
          </a:lstStyle>
          <a:p>
            <a:pPr marL="0" indent="0" algn="l">
              <a:buNone/>
            </a:pPr>
            <a:r>
              <a:rPr lang="ja-JP" altLang="en-US" sz="3000" dirty="0">
                <a:solidFill>
                  <a:srgbClr val="002060"/>
                </a:solidFill>
                <a:latin typeface="メイリオ" panose="020B0604030504040204" pitchFamily="50" charset="-128"/>
                <a:ea typeface="メイリオ" panose="020B0604030504040204" pitchFamily="50" charset="-128"/>
              </a:rPr>
              <a:t>耐障害性の向上</a:t>
            </a:r>
            <a:endParaRPr lang="en-US" altLang="ja-JP" sz="3000" dirty="0">
              <a:solidFill>
                <a:srgbClr val="002060"/>
              </a:solidFill>
              <a:latin typeface="メイリオ" panose="020B0604030504040204" pitchFamily="50" charset="-128"/>
              <a:ea typeface="メイリオ" panose="020B0604030504040204" pitchFamily="50" charset="-128"/>
            </a:endParaRPr>
          </a:p>
        </p:txBody>
      </p:sp>
      <p:sp>
        <p:nvSpPr>
          <p:cNvPr id="10" name="コンテンツ プレースホルダー 2">
            <a:extLst>
              <a:ext uri="{FF2B5EF4-FFF2-40B4-BE49-F238E27FC236}">
                <a16:creationId xmlns:a16="http://schemas.microsoft.com/office/drawing/2014/main" id="{DEB4245B-0040-41DB-A785-0761ECA5DBF5}"/>
              </a:ext>
            </a:extLst>
          </p:cNvPr>
          <p:cNvSpPr txBox="1">
            <a:spLocks/>
          </p:cNvSpPr>
          <p:nvPr/>
        </p:nvSpPr>
        <p:spPr>
          <a:xfrm>
            <a:off x="631222" y="799401"/>
            <a:ext cx="8858282" cy="325343"/>
          </a:xfrm>
          <a:prstGeom prst="rect">
            <a:avLst/>
          </a:prstGeom>
        </p:spPr>
        <p:txBody>
          <a:bodyPr vert="horz" lIns="74295" tIns="37148" rIns="74295" bIns="37148" rtlCol="0">
            <a:noAutofit/>
          </a:bodyPr>
          <a:lstStyle>
            <a:lvl1pPr marL="228600" indent="-228600" algn="l" defTabSz="914400" rtl="0" eaLnBrk="1" latinLnBrk="0" hangingPunct="1">
              <a:lnSpc>
                <a:spcPct val="90000"/>
              </a:lnSpc>
              <a:spcBef>
                <a:spcPts val="1000"/>
              </a:spcBef>
              <a:buFont typeface="Wingdings 2" pitchFamily="18" charset="2"/>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2" pitchFamily="18" charset="2"/>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2" pitchFamily="18" charset="2"/>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5pPr>
            <a:lvl6pPr marL="25146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6pPr>
            <a:lvl7pPr marL="29718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7pPr>
            <a:lvl8pPr marL="34290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8pPr>
            <a:lvl9pPr marL="38862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9pPr>
          </a:lstStyle>
          <a:p>
            <a:pPr marL="0" indent="0">
              <a:buNone/>
            </a:pPr>
            <a:r>
              <a:rPr lang="ja-JP" altLang="en-US" sz="2400" dirty="0">
                <a:solidFill>
                  <a:srgbClr val="002060"/>
                </a:solidFill>
                <a:latin typeface="メイリオ" panose="020B0604030504040204" pitchFamily="50" charset="-128"/>
                <a:ea typeface="メイリオ" panose="020B0604030504040204" pitchFamily="50" charset="-128"/>
              </a:rPr>
              <a:t>事業継続性計画（</a:t>
            </a:r>
            <a:r>
              <a:rPr lang="en-US" altLang="ja-JP" sz="2400" dirty="0">
                <a:solidFill>
                  <a:srgbClr val="002060"/>
                </a:solidFill>
                <a:latin typeface="メイリオ" panose="020B0604030504040204" pitchFamily="50" charset="-128"/>
                <a:ea typeface="メイリオ" panose="020B0604030504040204" pitchFamily="50" charset="-128"/>
              </a:rPr>
              <a:t>BCP</a:t>
            </a:r>
            <a:r>
              <a:rPr lang="ja-JP" altLang="en-US" sz="2400" dirty="0">
                <a:solidFill>
                  <a:srgbClr val="002060"/>
                </a:solidFill>
                <a:latin typeface="メイリオ" panose="020B0604030504040204" pitchFamily="50" charset="-128"/>
                <a:ea typeface="メイリオ" panose="020B0604030504040204" pitchFamily="50" charset="-128"/>
              </a:rPr>
              <a:t>）を整備し、バックアップからの復元やフェイルオーバーなどの手順を検証する</a:t>
            </a:r>
            <a:endParaRPr lang="en-US" altLang="ja-JP" sz="2400" dirty="0">
              <a:solidFill>
                <a:srgbClr val="002060"/>
              </a:solidFill>
              <a:latin typeface="メイリオ" panose="020B0604030504040204" pitchFamily="50" charset="-128"/>
              <a:ea typeface="メイリオ" panose="020B0604030504040204" pitchFamily="50" charset="-128"/>
            </a:endParaRPr>
          </a:p>
        </p:txBody>
      </p:sp>
      <p:sp>
        <p:nvSpPr>
          <p:cNvPr id="32" name="正方形/長方形 31">
            <a:extLst>
              <a:ext uri="{FF2B5EF4-FFF2-40B4-BE49-F238E27FC236}">
                <a16:creationId xmlns:a16="http://schemas.microsoft.com/office/drawing/2014/main" id="{DBC2004A-6DF1-4514-AFFA-24A7F70EE744}"/>
              </a:ext>
            </a:extLst>
          </p:cNvPr>
          <p:cNvSpPr/>
          <p:nvPr/>
        </p:nvSpPr>
        <p:spPr bwMode="auto">
          <a:xfrm>
            <a:off x="1838608" y="2420888"/>
            <a:ext cx="2610985" cy="2939105"/>
          </a:xfrm>
          <a:prstGeom prst="rect">
            <a:avLst/>
          </a:prstGeom>
          <a:solidFill>
            <a:srgbClr val="E5851B"/>
          </a:solidFill>
          <a:ln w="12700" cap="flat" cmpd="sng" algn="ctr">
            <a:noFill/>
            <a:prstDash val="solid"/>
            <a:round/>
            <a:headEnd type="none" w="med" len="med"/>
            <a:tailEnd type="none" w="med" len="med"/>
          </a:ln>
          <a:effectLst/>
        </p:spPr>
        <p:txBody>
          <a:bodyPr vert="horz" wrap="square" lIns="36000" tIns="36000" rIns="36000" bIns="36000" numCol="1" rtlCol="0" anchor="ctr" anchorCtr="0" compatLnSpc="1">
            <a:prstTxWarp prst="textNoShape">
              <a:avLst/>
            </a:prstTxWarp>
          </a:bodyPr>
          <a:lstStyle/>
          <a:p>
            <a:pPr algn="ctr"/>
            <a:r>
              <a:rPr lang="en-US" altLang="ja-JP" sz="2000" b="1" dirty="0">
                <a:solidFill>
                  <a:schemeClr val="bg1"/>
                </a:solidFill>
                <a:latin typeface="メイリオ" panose="020B0604030504040204" pitchFamily="50" charset="-128"/>
                <a:ea typeface="メイリオ" panose="020B0604030504040204" pitchFamily="50" charset="-128"/>
              </a:rPr>
              <a:t>BCP</a:t>
            </a:r>
            <a:r>
              <a:rPr lang="ja-JP" altLang="en-US" sz="2000" b="1" dirty="0">
                <a:solidFill>
                  <a:schemeClr val="bg1"/>
                </a:solidFill>
                <a:latin typeface="メイリオ" panose="020B0604030504040204" pitchFamily="50" charset="-128"/>
                <a:ea typeface="メイリオ" panose="020B0604030504040204" pitchFamily="50" charset="-128"/>
              </a:rPr>
              <a:t>の整備</a:t>
            </a:r>
            <a:endParaRPr lang="en-US" altLang="ja-JP" sz="2000" b="1" dirty="0">
              <a:solidFill>
                <a:schemeClr val="bg1"/>
              </a:solidFill>
              <a:latin typeface="メイリオ" panose="020B0604030504040204" pitchFamily="50" charset="-128"/>
              <a:ea typeface="メイリオ" panose="020B0604030504040204" pitchFamily="50" charset="-128"/>
            </a:endParaRPr>
          </a:p>
        </p:txBody>
      </p:sp>
      <p:sp>
        <p:nvSpPr>
          <p:cNvPr id="33" name="正方形/長方形 32">
            <a:extLst>
              <a:ext uri="{FF2B5EF4-FFF2-40B4-BE49-F238E27FC236}">
                <a16:creationId xmlns:a16="http://schemas.microsoft.com/office/drawing/2014/main" id="{96039E71-1398-493E-B460-1646801903DC}"/>
              </a:ext>
            </a:extLst>
          </p:cNvPr>
          <p:cNvSpPr/>
          <p:nvPr/>
        </p:nvSpPr>
        <p:spPr bwMode="auto">
          <a:xfrm>
            <a:off x="5222335" y="2420888"/>
            <a:ext cx="2610985" cy="2939105"/>
          </a:xfrm>
          <a:prstGeom prst="rect">
            <a:avLst/>
          </a:prstGeom>
          <a:solidFill>
            <a:srgbClr val="E5851B"/>
          </a:solidFill>
          <a:ln w="12700" cap="flat" cmpd="sng" algn="ctr">
            <a:noFill/>
            <a:prstDash val="solid"/>
            <a:round/>
            <a:headEnd type="none" w="med" len="med"/>
            <a:tailEnd type="none" w="med" len="med"/>
          </a:ln>
          <a:effectLst/>
        </p:spPr>
        <p:txBody>
          <a:bodyPr vert="horz" wrap="square" lIns="36000" tIns="36000" rIns="36000" bIns="36000" numCol="1" rtlCol="0" anchor="ctr" anchorCtr="0" compatLnSpc="1">
            <a:prstTxWarp prst="textNoShape">
              <a:avLst/>
            </a:prstTxWarp>
          </a:bodyPr>
          <a:lstStyle/>
          <a:p>
            <a:pPr algn="ctr"/>
            <a:r>
              <a:rPr lang="ja-JP" altLang="en-US" sz="2000" b="1" dirty="0">
                <a:solidFill>
                  <a:schemeClr val="bg1"/>
                </a:solidFill>
                <a:latin typeface="メイリオ" panose="020B0604030504040204" pitchFamily="50" charset="-128"/>
                <a:ea typeface="メイリオ" panose="020B0604030504040204" pitchFamily="50" charset="-128"/>
              </a:rPr>
              <a:t>復元／フェイルオーバー手順の確認</a:t>
            </a:r>
            <a:endParaRPr lang="en-US" altLang="ja-JP" sz="2000" b="1" dirty="0">
              <a:solidFill>
                <a:schemeClr val="bg1"/>
              </a:solidFill>
              <a:latin typeface="メイリオ" panose="020B0604030504040204" pitchFamily="50" charset="-128"/>
              <a:ea typeface="メイリオ" panose="020B0604030504040204" pitchFamily="50" charset="-128"/>
            </a:endParaRPr>
          </a:p>
        </p:txBody>
      </p:sp>
      <p:sp>
        <p:nvSpPr>
          <p:cNvPr id="2" name="矢印: 右 1">
            <a:extLst>
              <a:ext uri="{FF2B5EF4-FFF2-40B4-BE49-F238E27FC236}">
                <a16:creationId xmlns:a16="http://schemas.microsoft.com/office/drawing/2014/main" id="{DF77D476-FE2C-492C-AED9-DC26667BE42B}"/>
              </a:ext>
            </a:extLst>
          </p:cNvPr>
          <p:cNvSpPr/>
          <p:nvPr/>
        </p:nvSpPr>
        <p:spPr bwMode="auto">
          <a:xfrm>
            <a:off x="4524029" y="3284984"/>
            <a:ext cx="576064" cy="1152128"/>
          </a:xfrm>
          <a:prstGeom prst="rightArrow">
            <a:avLst/>
          </a:prstGeom>
          <a:solidFill>
            <a:schemeClr val="accent2"/>
          </a:solidFill>
          <a:ln w="12700" cap="flat" cmpd="sng" algn="ctr">
            <a:no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ja-JP" altLang="en-US" sz="1600" b="0" i="0" u="none" strike="noStrike" cap="none" normalizeH="0" baseline="0">
              <a:ln>
                <a:noFill/>
              </a:ln>
              <a:solidFill>
                <a:schemeClr val="tx1"/>
              </a:solidFill>
              <a:effectLst/>
              <a:latin typeface="ＭＳ Ｐゴシック" pitchFamily="50" charset="-128"/>
              <a:ea typeface="ＭＳ Ｐゴシック" pitchFamily="50" charset="-128"/>
            </a:endParaRPr>
          </a:p>
        </p:txBody>
      </p:sp>
    </p:spTree>
    <p:extLst>
      <p:ext uri="{BB962C8B-B14F-4D97-AF65-F5344CB8AC3E}">
        <p14:creationId xmlns:p14="http://schemas.microsoft.com/office/powerpoint/2010/main" val="609788440"/>
      </p:ext>
    </p:extLst>
  </p:cSld>
  <p:clrMapOvr>
    <a:masterClrMapping/>
  </p:clrMapOvr>
  <mc:AlternateContent xmlns:mc="http://schemas.openxmlformats.org/markup-compatibility/2006" xmlns:p14="http://schemas.microsoft.com/office/powerpoint/2010/main">
    <mc:Choice Requires="p14">
      <p:transition spd="slow" p14:dur="2000" advTm="66928"/>
    </mc:Choice>
    <mc:Fallback xmlns="">
      <p:transition spd="slow" advTm="66928"/>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正方形/長方形 3"/>
          <p:cNvSpPr/>
          <p:nvPr/>
        </p:nvSpPr>
        <p:spPr bwMode="auto">
          <a:xfrm>
            <a:off x="2793240" y="2817072"/>
            <a:ext cx="4320000" cy="1260000"/>
          </a:xfrm>
          <a:prstGeom prst="rect">
            <a:avLst/>
          </a:prstGeom>
          <a:no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vert="horz" wrap="square" lIns="0" tIns="0" rIns="0" bIns="0" numCol="1" rtlCol="0" anchor="ctr" anchorCtr="0" compatLnSpc="1">
            <a:prstTxWarp prst="textNoShape">
              <a:avLst/>
            </a:prstTxWarp>
          </a:bodyPr>
          <a:lstStyle/>
          <a:p>
            <a:pPr algn="ctr"/>
            <a:r>
              <a:rPr lang="ja-JP" altLang="en-US" sz="2800" kern="0" dirty="0">
                <a:latin typeface="メイリオ" panose="020B0604030504040204" pitchFamily="50" charset="-128"/>
                <a:ea typeface="メイリオ" panose="020B0604030504040204" pitchFamily="50" charset="-128"/>
              </a:rPr>
              <a:t>高可用性の確保</a:t>
            </a:r>
            <a:endParaRPr lang="en-US" altLang="ja-JP" sz="2800" kern="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032616128"/>
      </p:ext>
    </p:extLst>
  </p:cSld>
  <p:clrMapOvr>
    <a:masterClrMapping/>
  </p:clrMapOvr>
  <mc:AlternateContent xmlns:mc="http://schemas.openxmlformats.org/markup-compatibility/2006" xmlns:p14="http://schemas.microsoft.com/office/powerpoint/2010/main">
    <mc:Choice Requires="p14">
      <p:transition spd="slow" p14:dur="2000" advTm="9012"/>
    </mc:Choice>
    <mc:Fallback xmlns="">
      <p:transition spd="slow" advTm="9012"/>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タイトル 1">
            <a:extLst>
              <a:ext uri="{FF2B5EF4-FFF2-40B4-BE49-F238E27FC236}">
                <a16:creationId xmlns:a16="http://schemas.microsoft.com/office/drawing/2014/main" id="{B14815AE-025C-4474-A800-10C3A385A67A}"/>
              </a:ext>
            </a:extLst>
          </p:cNvPr>
          <p:cNvSpPr txBox="1">
            <a:spLocks/>
          </p:cNvSpPr>
          <p:nvPr/>
        </p:nvSpPr>
        <p:spPr bwMode="auto">
          <a:xfrm>
            <a:off x="631222" y="228600"/>
            <a:ext cx="8642258" cy="50208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rtl="0" fontAlgn="base">
              <a:lnSpc>
                <a:spcPct val="90000"/>
              </a:lnSpc>
              <a:spcBef>
                <a:spcPct val="0"/>
              </a:spcBef>
              <a:spcAft>
                <a:spcPct val="0"/>
              </a:spcAft>
              <a:defRPr kumimoji="1" sz="2000">
                <a:solidFill>
                  <a:schemeClr val="tx2"/>
                </a:solidFill>
                <a:latin typeface="游明朝" panose="02020400000000000000" pitchFamily="18" charset="-128"/>
                <a:ea typeface="游明朝" panose="02020400000000000000" pitchFamily="18" charset="-128"/>
                <a:cs typeface="+mj-cs"/>
              </a:defRPr>
            </a:lvl1pPr>
            <a:lvl2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2pPr>
            <a:lvl3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3pPr>
            <a:lvl4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4pPr>
            <a:lvl5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5pPr>
            <a:lvl6pPr marL="4572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6pPr>
            <a:lvl7pPr marL="9144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7pPr>
            <a:lvl8pPr marL="13716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8pPr>
            <a:lvl9pPr marL="18288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9pPr>
          </a:lstStyle>
          <a:p>
            <a:pPr algn="l"/>
            <a:r>
              <a:rPr lang="ja-JP" altLang="en-US" sz="3000" dirty="0">
                <a:solidFill>
                  <a:schemeClr val="tx1"/>
                </a:solidFill>
                <a:latin typeface="メイリオ" panose="020B0604030504040204" pitchFamily="50" charset="-128"/>
                <a:ea typeface="メイリオ" panose="020B0604030504040204" pitchFamily="50" charset="-128"/>
              </a:rPr>
              <a:t>高可用性</a:t>
            </a:r>
            <a:endParaRPr lang="en-US" altLang="ja-JP" sz="3000" dirty="0">
              <a:latin typeface="メイリオ" panose="020B0604030504040204" pitchFamily="50" charset="-128"/>
              <a:ea typeface="メイリオ" panose="020B0604030504040204" pitchFamily="50" charset="-128"/>
            </a:endParaRPr>
          </a:p>
        </p:txBody>
      </p:sp>
      <p:sp>
        <p:nvSpPr>
          <p:cNvPr id="4" name="コンテンツ プレースホルダー 2">
            <a:extLst>
              <a:ext uri="{FF2B5EF4-FFF2-40B4-BE49-F238E27FC236}">
                <a16:creationId xmlns:a16="http://schemas.microsoft.com/office/drawing/2014/main" id="{6727D75E-B90E-40C7-A531-85FB9828956B}"/>
              </a:ext>
            </a:extLst>
          </p:cNvPr>
          <p:cNvSpPr txBox="1">
            <a:spLocks/>
          </p:cNvSpPr>
          <p:nvPr/>
        </p:nvSpPr>
        <p:spPr>
          <a:xfrm>
            <a:off x="1315947" y="2940985"/>
            <a:ext cx="7272808" cy="325343"/>
          </a:xfrm>
          <a:prstGeom prst="rect">
            <a:avLst/>
          </a:prstGeom>
        </p:spPr>
        <p:txBody>
          <a:bodyPr vert="horz" lIns="74295" tIns="37148" rIns="74295" bIns="37148" rtlCol="0">
            <a:noAutofit/>
          </a:bodyPr>
          <a:lstStyle>
            <a:lvl1pPr marL="228600" indent="-228600" algn="l" defTabSz="914400" rtl="0" eaLnBrk="1" latinLnBrk="0" hangingPunct="1">
              <a:lnSpc>
                <a:spcPct val="90000"/>
              </a:lnSpc>
              <a:spcBef>
                <a:spcPts val="1000"/>
              </a:spcBef>
              <a:buFont typeface="Wingdings 2" pitchFamily="18" charset="2"/>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2" pitchFamily="18" charset="2"/>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2" pitchFamily="18" charset="2"/>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5pPr>
            <a:lvl6pPr marL="25146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6pPr>
            <a:lvl7pPr marL="29718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7pPr>
            <a:lvl8pPr marL="34290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8pPr>
            <a:lvl9pPr marL="38862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9pPr>
          </a:lstStyle>
          <a:p>
            <a:pPr marL="0" indent="0">
              <a:buNone/>
            </a:pPr>
            <a:r>
              <a:rPr lang="ja-JP" altLang="en-US" sz="2400" dirty="0">
                <a:solidFill>
                  <a:srgbClr val="002060"/>
                </a:solidFill>
                <a:latin typeface="メイリオ" panose="020B0604030504040204" pitchFamily="50" charset="-128"/>
                <a:ea typeface="メイリオ" panose="020B0604030504040204" pitchFamily="50" charset="-128"/>
              </a:rPr>
              <a:t>高可用性（</a:t>
            </a:r>
            <a:r>
              <a:rPr lang="en-US" altLang="ja-JP" sz="2400" dirty="0">
                <a:solidFill>
                  <a:srgbClr val="002060"/>
                </a:solidFill>
                <a:latin typeface="メイリオ" panose="020B0604030504040204" pitchFamily="50" charset="-128"/>
                <a:ea typeface="メイリオ" panose="020B0604030504040204" pitchFamily="50" charset="-128"/>
              </a:rPr>
              <a:t>High Availability</a:t>
            </a:r>
            <a:r>
              <a:rPr lang="ja-JP" altLang="en-US" sz="2400" dirty="0">
                <a:solidFill>
                  <a:srgbClr val="002060"/>
                </a:solidFill>
                <a:latin typeface="メイリオ" panose="020B0604030504040204" pitchFamily="50" charset="-128"/>
                <a:ea typeface="メイリオ" panose="020B0604030504040204" pitchFamily="50" charset="-128"/>
              </a:rPr>
              <a:t>）とはアーキテクチャにより自動でシステムのダウンタイムを限りなくゼロにすること</a:t>
            </a:r>
            <a:endParaRPr lang="en-US" altLang="ja-JP" sz="2400" dirty="0">
              <a:solidFill>
                <a:srgbClr val="002060"/>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679549823"/>
      </p:ext>
    </p:extLst>
  </p:cSld>
  <p:clrMapOvr>
    <a:masterClrMapping/>
  </p:clrMapOvr>
  <mc:AlternateContent xmlns:mc="http://schemas.openxmlformats.org/markup-compatibility/2006" xmlns:p14="http://schemas.microsoft.com/office/powerpoint/2010/main">
    <mc:Choice Requires="p14">
      <p:transition spd="slow" p14:dur="2000" advTm="18715"/>
    </mc:Choice>
    <mc:Fallback xmlns="">
      <p:transition spd="slow" advTm="18715"/>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タイトル 1">
            <a:extLst>
              <a:ext uri="{FF2B5EF4-FFF2-40B4-BE49-F238E27FC236}">
                <a16:creationId xmlns:a16="http://schemas.microsoft.com/office/drawing/2014/main" id="{B14815AE-025C-4474-A800-10C3A385A67A}"/>
              </a:ext>
            </a:extLst>
          </p:cNvPr>
          <p:cNvSpPr txBox="1">
            <a:spLocks/>
          </p:cNvSpPr>
          <p:nvPr/>
        </p:nvSpPr>
        <p:spPr bwMode="auto">
          <a:xfrm>
            <a:off x="631222" y="228600"/>
            <a:ext cx="8642258" cy="50208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rtl="0" fontAlgn="base">
              <a:lnSpc>
                <a:spcPct val="90000"/>
              </a:lnSpc>
              <a:spcBef>
                <a:spcPct val="0"/>
              </a:spcBef>
              <a:spcAft>
                <a:spcPct val="0"/>
              </a:spcAft>
              <a:defRPr kumimoji="1" sz="2000">
                <a:solidFill>
                  <a:schemeClr val="tx2"/>
                </a:solidFill>
                <a:latin typeface="游明朝" panose="02020400000000000000" pitchFamily="18" charset="-128"/>
                <a:ea typeface="游明朝" panose="02020400000000000000" pitchFamily="18" charset="-128"/>
                <a:cs typeface="+mj-cs"/>
              </a:defRPr>
            </a:lvl1pPr>
            <a:lvl2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2pPr>
            <a:lvl3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3pPr>
            <a:lvl4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4pPr>
            <a:lvl5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5pPr>
            <a:lvl6pPr marL="4572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6pPr>
            <a:lvl7pPr marL="9144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7pPr>
            <a:lvl8pPr marL="13716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8pPr>
            <a:lvl9pPr marL="18288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9pPr>
          </a:lstStyle>
          <a:p>
            <a:pPr algn="l"/>
            <a:r>
              <a:rPr lang="ja-JP" altLang="en-US" sz="3000" dirty="0">
                <a:solidFill>
                  <a:schemeClr val="tx1"/>
                </a:solidFill>
                <a:latin typeface="メイリオ" panose="020B0604030504040204" pitchFamily="50" charset="-128"/>
                <a:ea typeface="メイリオ" panose="020B0604030504040204" pitchFamily="50" charset="-128"/>
              </a:rPr>
              <a:t>高可用性</a:t>
            </a:r>
            <a:endParaRPr lang="en-US" altLang="ja-JP" sz="3000" dirty="0">
              <a:latin typeface="メイリオ" panose="020B0604030504040204" pitchFamily="50" charset="-128"/>
              <a:ea typeface="メイリオ" panose="020B0604030504040204" pitchFamily="50" charset="-128"/>
            </a:endParaRPr>
          </a:p>
        </p:txBody>
      </p:sp>
      <p:sp>
        <p:nvSpPr>
          <p:cNvPr id="5" name="コンテンツ プレースホルダー 2">
            <a:extLst>
              <a:ext uri="{FF2B5EF4-FFF2-40B4-BE49-F238E27FC236}">
                <a16:creationId xmlns:a16="http://schemas.microsoft.com/office/drawing/2014/main" id="{3B0D5C3B-2ADF-420F-9013-80247880F92D}"/>
              </a:ext>
            </a:extLst>
          </p:cNvPr>
          <p:cNvSpPr txBox="1">
            <a:spLocks/>
          </p:cNvSpPr>
          <p:nvPr/>
        </p:nvSpPr>
        <p:spPr>
          <a:xfrm>
            <a:off x="631222" y="799401"/>
            <a:ext cx="8858282" cy="325343"/>
          </a:xfrm>
          <a:prstGeom prst="rect">
            <a:avLst/>
          </a:prstGeom>
        </p:spPr>
        <p:txBody>
          <a:bodyPr vert="horz" lIns="74295" tIns="37148" rIns="74295" bIns="37148" rtlCol="0">
            <a:noAutofit/>
          </a:bodyPr>
          <a:lstStyle>
            <a:lvl1pPr marL="228600" indent="-228600" algn="l" defTabSz="914400" rtl="0" eaLnBrk="1" latinLnBrk="0" hangingPunct="1">
              <a:lnSpc>
                <a:spcPct val="90000"/>
              </a:lnSpc>
              <a:spcBef>
                <a:spcPts val="1000"/>
              </a:spcBef>
              <a:buFont typeface="Wingdings 2" pitchFamily="18" charset="2"/>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2" pitchFamily="18" charset="2"/>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2" pitchFamily="18" charset="2"/>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5pPr>
            <a:lvl6pPr marL="25146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6pPr>
            <a:lvl7pPr marL="29718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7pPr>
            <a:lvl8pPr marL="34290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8pPr>
            <a:lvl9pPr marL="38862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9pPr>
          </a:lstStyle>
          <a:p>
            <a:pPr marL="0" indent="0">
              <a:buNone/>
            </a:pPr>
            <a:r>
              <a:rPr lang="en-US" altLang="ja-JP" sz="2400" dirty="0">
                <a:solidFill>
                  <a:srgbClr val="002060"/>
                </a:solidFill>
                <a:latin typeface="メイリオ" panose="020B0604030504040204" pitchFamily="50" charset="-128"/>
                <a:ea typeface="メイリオ" panose="020B0604030504040204" pitchFamily="50" charset="-128"/>
              </a:rPr>
              <a:t>AWS</a:t>
            </a:r>
            <a:r>
              <a:rPr lang="ja-JP" altLang="en-US" sz="2400" dirty="0">
                <a:solidFill>
                  <a:srgbClr val="002060"/>
                </a:solidFill>
                <a:latin typeface="メイリオ" panose="020B0604030504040204" pitchFamily="50" charset="-128"/>
                <a:ea typeface="メイリオ" panose="020B0604030504040204" pitchFamily="50" charset="-128"/>
              </a:rPr>
              <a:t>アーキテクチャ設計において如何に高可用なシステムを実現するかが重要なポイントとなる</a:t>
            </a:r>
            <a:endParaRPr lang="en-US" altLang="ja-JP" sz="2400" dirty="0">
              <a:solidFill>
                <a:srgbClr val="002060"/>
              </a:solidFill>
              <a:latin typeface="メイリオ" panose="020B0604030504040204" pitchFamily="50" charset="-128"/>
              <a:ea typeface="メイリオ" panose="020B0604030504040204" pitchFamily="50" charset="-128"/>
            </a:endParaRPr>
          </a:p>
        </p:txBody>
      </p:sp>
      <p:sp>
        <p:nvSpPr>
          <p:cNvPr id="7" name="コンテンツ プレースホルダー 2">
            <a:extLst>
              <a:ext uri="{FF2B5EF4-FFF2-40B4-BE49-F238E27FC236}">
                <a16:creationId xmlns:a16="http://schemas.microsoft.com/office/drawing/2014/main" id="{341F3F1F-9A32-450D-A284-466407623BB6}"/>
              </a:ext>
            </a:extLst>
          </p:cNvPr>
          <p:cNvSpPr txBox="1">
            <a:spLocks/>
          </p:cNvSpPr>
          <p:nvPr/>
        </p:nvSpPr>
        <p:spPr bwMode="auto">
          <a:xfrm>
            <a:off x="848544" y="2780928"/>
            <a:ext cx="3888432" cy="3240360"/>
          </a:xfrm>
          <a:prstGeom prst="rect">
            <a:avLst/>
          </a:prstGeom>
          <a:solidFill>
            <a:schemeClr val="bg1"/>
          </a:solidFill>
          <a:ln w="9525">
            <a:solidFill>
              <a:srgbClr val="F0861E"/>
            </a:solidFill>
            <a:miter lim="800000"/>
            <a:headEnd/>
            <a:tailEnd/>
          </a:ln>
          <a:effectLst/>
        </p:spPr>
        <p:txBody>
          <a:bodyPr vert="horz" wrap="square" lIns="91440" tIns="45720" rIns="91440" bIns="45720" numCol="1" anchor="t"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r>
              <a:rPr lang="en-US" altLang="ja-JP" sz="2000" kern="0" dirty="0">
                <a:solidFill>
                  <a:schemeClr val="bg2"/>
                </a:solidFill>
                <a:latin typeface="メイリオ" panose="020B0604030504040204" pitchFamily="50" charset="-128"/>
                <a:ea typeface="メイリオ" panose="020B0604030504040204" pitchFamily="50" charset="-128"/>
              </a:rPr>
              <a:t>AWS</a:t>
            </a:r>
            <a:r>
              <a:rPr lang="ja-JP" altLang="en-US" sz="2000" kern="0" dirty="0">
                <a:solidFill>
                  <a:schemeClr val="bg2"/>
                </a:solidFill>
                <a:latin typeface="メイリオ" panose="020B0604030504040204" pitchFamily="50" charset="-128"/>
                <a:ea typeface="メイリオ" panose="020B0604030504040204" pitchFamily="50" charset="-128"/>
              </a:rPr>
              <a:t>のサービスの多くは</a:t>
            </a:r>
            <a:r>
              <a:rPr lang="en-US" altLang="ja-JP" sz="2000" kern="0" dirty="0">
                <a:solidFill>
                  <a:schemeClr val="bg2"/>
                </a:solidFill>
                <a:latin typeface="メイリオ" panose="020B0604030504040204" pitchFamily="50" charset="-128"/>
                <a:ea typeface="メイリオ" panose="020B0604030504040204" pitchFamily="50" charset="-128"/>
              </a:rPr>
              <a:t>AWS</a:t>
            </a:r>
            <a:r>
              <a:rPr lang="ja-JP" altLang="en-US" sz="2000" kern="0" dirty="0">
                <a:solidFill>
                  <a:schemeClr val="bg2"/>
                </a:solidFill>
                <a:latin typeface="メイリオ" panose="020B0604030504040204" pitchFamily="50" charset="-128"/>
                <a:ea typeface="メイリオ" panose="020B0604030504040204" pitchFamily="50" charset="-128"/>
              </a:rPr>
              <a:t>側で高可用に設計されている</a:t>
            </a:r>
            <a:endParaRPr lang="en-US" altLang="ja-JP" sz="2000" kern="0" dirty="0">
              <a:solidFill>
                <a:schemeClr val="bg2"/>
              </a:solidFill>
              <a:latin typeface="メイリオ" panose="020B0604030504040204" pitchFamily="50" charset="-128"/>
              <a:ea typeface="メイリオ" panose="020B0604030504040204" pitchFamily="50" charset="-128"/>
            </a:endParaRPr>
          </a:p>
        </p:txBody>
      </p:sp>
      <p:sp>
        <p:nvSpPr>
          <p:cNvPr id="8" name="コンテンツ プレースホルダー 2">
            <a:extLst>
              <a:ext uri="{FF2B5EF4-FFF2-40B4-BE49-F238E27FC236}">
                <a16:creationId xmlns:a16="http://schemas.microsoft.com/office/drawing/2014/main" id="{8EB33CAA-7FD8-4B19-8F95-22E5FD114A9D}"/>
              </a:ext>
            </a:extLst>
          </p:cNvPr>
          <p:cNvSpPr txBox="1">
            <a:spLocks/>
          </p:cNvSpPr>
          <p:nvPr/>
        </p:nvSpPr>
        <p:spPr bwMode="auto">
          <a:xfrm>
            <a:off x="848544" y="1772816"/>
            <a:ext cx="3888432" cy="859072"/>
          </a:xfrm>
          <a:prstGeom prst="rect">
            <a:avLst/>
          </a:prstGeom>
          <a:solidFill>
            <a:srgbClr val="F0861E"/>
          </a:solidFill>
          <a:ln w="9525">
            <a:no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pPr algn="ctr"/>
            <a:r>
              <a:rPr lang="ja-JP" altLang="en-US" sz="2000" b="1" kern="0" dirty="0">
                <a:solidFill>
                  <a:schemeClr val="bg1"/>
                </a:solidFill>
                <a:latin typeface="メイリオ" panose="020B0604030504040204" pitchFamily="50" charset="-128"/>
                <a:ea typeface="メイリオ" panose="020B0604030504040204" pitchFamily="50" charset="-128"/>
              </a:rPr>
              <a:t>方法①</a:t>
            </a:r>
            <a:endParaRPr lang="en-US" altLang="ja-JP" sz="2000" b="1" kern="0" dirty="0">
              <a:solidFill>
                <a:schemeClr val="bg1"/>
              </a:solidFill>
              <a:latin typeface="メイリオ" panose="020B0604030504040204" pitchFamily="50" charset="-128"/>
              <a:ea typeface="メイリオ" panose="020B0604030504040204" pitchFamily="50" charset="-128"/>
            </a:endParaRPr>
          </a:p>
          <a:p>
            <a:pPr algn="ctr"/>
            <a:r>
              <a:rPr lang="ja-JP" altLang="en-US" sz="2000" b="1" kern="0" dirty="0">
                <a:solidFill>
                  <a:schemeClr val="bg1"/>
                </a:solidFill>
                <a:latin typeface="メイリオ" panose="020B0604030504040204" pitchFamily="50" charset="-128"/>
                <a:ea typeface="メイリオ" panose="020B0604030504040204" pitchFamily="50" charset="-128"/>
              </a:rPr>
              <a:t>高可用なサービス利用</a:t>
            </a:r>
            <a:endParaRPr lang="en-US" altLang="ja-JP" sz="2000" b="1" kern="0" dirty="0">
              <a:solidFill>
                <a:schemeClr val="bg1"/>
              </a:solidFill>
              <a:latin typeface="メイリオ" panose="020B0604030504040204" pitchFamily="50" charset="-128"/>
              <a:ea typeface="メイリオ" panose="020B0604030504040204" pitchFamily="50" charset="-128"/>
            </a:endParaRPr>
          </a:p>
        </p:txBody>
      </p:sp>
      <p:sp>
        <p:nvSpPr>
          <p:cNvPr id="9" name="コンテンツ プレースホルダー 2">
            <a:extLst>
              <a:ext uri="{FF2B5EF4-FFF2-40B4-BE49-F238E27FC236}">
                <a16:creationId xmlns:a16="http://schemas.microsoft.com/office/drawing/2014/main" id="{23E592BC-03A7-4D24-B040-F70D7950CEF9}"/>
              </a:ext>
            </a:extLst>
          </p:cNvPr>
          <p:cNvSpPr txBox="1">
            <a:spLocks/>
          </p:cNvSpPr>
          <p:nvPr/>
        </p:nvSpPr>
        <p:spPr bwMode="auto">
          <a:xfrm>
            <a:off x="4953000" y="2780928"/>
            <a:ext cx="3888432" cy="3240360"/>
          </a:xfrm>
          <a:prstGeom prst="rect">
            <a:avLst/>
          </a:prstGeom>
          <a:solidFill>
            <a:schemeClr val="bg1"/>
          </a:solidFill>
          <a:ln w="9525">
            <a:solidFill>
              <a:srgbClr val="F0861E"/>
            </a:solidFill>
            <a:miter lim="800000"/>
            <a:headEnd/>
            <a:tailEnd/>
          </a:ln>
          <a:effectLst/>
        </p:spPr>
        <p:txBody>
          <a:bodyPr vert="horz" wrap="square" lIns="91440" tIns="45720" rIns="91440" bIns="45720" numCol="1" anchor="t"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r>
              <a:rPr lang="ja-JP" altLang="en-US" sz="2000" kern="0" dirty="0">
                <a:solidFill>
                  <a:schemeClr val="bg2"/>
                </a:solidFill>
                <a:latin typeface="メイリオ" panose="020B0604030504040204" pitchFamily="50" charset="-128"/>
                <a:ea typeface="メイリオ" panose="020B0604030504040204" pitchFamily="50" charset="-128"/>
              </a:rPr>
              <a:t>基本機能はユーザー側で高可用な設計をする必要がある</a:t>
            </a:r>
            <a:endParaRPr lang="en-US" altLang="ja-JP" sz="2000" kern="0" dirty="0">
              <a:solidFill>
                <a:schemeClr val="bg2"/>
              </a:solidFill>
              <a:latin typeface="メイリオ" panose="020B0604030504040204" pitchFamily="50" charset="-128"/>
              <a:ea typeface="メイリオ" panose="020B0604030504040204" pitchFamily="50" charset="-128"/>
            </a:endParaRPr>
          </a:p>
        </p:txBody>
      </p:sp>
      <p:sp>
        <p:nvSpPr>
          <p:cNvPr id="10" name="コンテンツ プレースホルダー 2">
            <a:extLst>
              <a:ext uri="{FF2B5EF4-FFF2-40B4-BE49-F238E27FC236}">
                <a16:creationId xmlns:a16="http://schemas.microsoft.com/office/drawing/2014/main" id="{8B43EE3B-E7C9-4A83-BF52-CED894EE4253}"/>
              </a:ext>
            </a:extLst>
          </p:cNvPr>
          <p:cNvSpPr txBox="1">
            <a:spLocks/>
          </p:cNvSpPr>
          <p:nvPr/>
        </p:nvSpPr>
        <p:spPr bwMode="auto">
          <a:xfrm>
            <a:off x="4953000" y="1772816"/>
            <a:ext cx="3888432" cy="859072"/>
          </a:xfrm>
          <a:prstGeom prst="rect">
            <a:avLst/>
          </a:prstGeom>
          <a:solidFill>
            <a:srgbClr val="F0861E"/>
          </a:solidFill>
          <a:ln w="9525">
            <a:no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pPr algn="ctr"/>
            <a:r>
              <a:rPr lang="ja-JP" altLang="en-US" sz="2000" b="1" kern="0" dirty="0">
                <a:solidFill>
                  <a:schemeClr val="bg1"/>
                </a:solidFill>
                <a:latin typeface="メイリオ" panose="020B0604030504040204" pitchFamily="50" charset="-128"/>
                <a:ea typeface="メイリオ" panose="020B0604030504040204" pitchFamily="50" charset="-128"/>
              </a:rPr>
              <a:t>方法②</a:t>
            </a:r>
            <a:endParaRPr lang="en-US" altLang="ja-JP" sz="2000" b="1" kern="0" dirty="0">
              <a:solidFill>
                <a:schemeClr val="bg1"/>
              </a:solidFill>
              <a:latin typeface="メイリオ" panose="020B0604030504040204" pitchFamily="50" charset="-128"/>
              <a:ea typeface="メイリオ" panose="020B0604030504040204" pitchFamily="50" charset="-128"/>
            </a:endParaRPr>
          </a:p>
          <a:p>
            <a:pPr algn="ctr"/>
            <a:r>
              <a:rPr lang="ja-JP" altLang="en-US" sz="2000" b="1" kern="0" dirty="0">
                <a:solidFill>
                  <a:schemeClr val="bg1"/>
                </a:solidFill>
                <a:latin typeface="メイリオ" panose="020B0604030504040204" pitchFamily="50" charset="-128"/>
                <a:ea typeface="メイリオ" panose="020B0604030504040204" pitchFamily="50" charset="-128"/>
              </a:rPr>
              <a:t>高可用なアーキテクチャ設計</a:t>
            </a:r>
            <a:endParaRPr lang="en-US" altLang="ja-JP" sz="2000" b="1" kern="0" dirty="0">
              <a:solidFill>
                <a:schemeClr val="bg1"/>
              </a:solidFill>
              <a:latin typeface="メイリオ" panose="020B0604030504040204" pitchFamily="50" charset="-128"/>
              <a:ea typeface="メイリオ" panose="020B0604030504040204" pitchFamily="50" charset="-128"/>
            </a:endParaRPr>
          </a:p>
        </p:txBody>
      </p:sp>
      <p:sp>
        <p:nvSpPr>
          <p:cNvPr id="6" name="テキスト ボックス 5">
            <a:extLst>
              <a:ext uri="{FF2B5EF4-FFF2-40B4-BE49-F238E27FC236}">
                <a16:creationId xmlns:a16="http://schemas.microsoft.com/office/drawing/2014/main" id="{C9E7CE65-ACDC-4635-8CA8-59677E55C11A}"/>
              </a:ext>
            </a:extLst>
          </p:cNvPr>
          <p:cNvSpPr txBox="1"/>
          <p:nvPr/>
        </p:nvSpPr>
        <p:spPr>
          <a:xfrm>
            <a:off x="776536" y="3645024"/>
            <a:ext cx="1728192" cy="1872208"/>
          </a:xfrm>
          <a:prstGeom prst="rect">
            <a:avLst/>
          </a:prstGeom>
          <a:noFill/>
        </p:spPr>
        <p:txBody>
          <a:bodyPr wrap="none" rtlCol="0">
            <a:noAutofit/>
          </a:bodyPr>
          <a:lstStyle/>
          <a:p>
            <a:pPr marL="285750" indent="-285750">
              <a:buFont typeface="Arial" panose="020B0604020202020204" pitchFamily="34" charset="0"/>
              <a:buChar char="•"/>
            </a:pPr>
            <a:r>
              <a:rPr kumimoji="1" lang="en-US" altLang="ja-JP" dirty="0">
                <a:latin typeface="メイリオ" panose="020B0604030504040204" pitchFamily="50" charset="-128"/>
                <a:ea typeface="メイリオ" panose="020B0604030504040204" pitchFamily="50" charset="-128"/>
              </a:rPr>
              <a:t>S3</a:t>
            </a:r>
            <a:r>
              <a:rPr kumimoji="1" lang="ja-JP" altLang="en-US" dirty="0">
                <a:latin typeface="メイリオ" panose="020B0604030504040204" pitchFamily="50" charset="-128"/>
                <a:ea typeface="メイリオ" panose="020B0604030504040204" pitchFamily="50" charset="-128"/>
              </a:rPr>
              <a:t>／</a:t>
            </a:r>
            <a:r>
              <a:rPr kumimoji="1" lang="en-US" altLang="ja-JP" dirty="0">
                <a:latin typeface="メイリオ" panose="020B0604030504040204" pitchFamily="50" charset="-128"/>
                <a:ea typeface="メイリオ" panose="020B0604030504040204" pitchFamily="50" charset="-128"/>
              </a:rPr>
              <a:t>Glacier</a:t>
            </a:r>
          </a:p>
          <a:p>
            <a:pPr marL="285750" indent="-285750">
              <a:buFont typeface="Arial" panose="020B0604020202020204" pitchFamily="34" charset="0"/>
              <a:buChar char="•"/>
            </a:pPr>
            <a:r>
              <a:rPr lang="en-US" altLang="ja-JP" dirty="0">
                <a:latin typeface="メイリオ" panose="020B0604030504040204" pitchFamily="50" charset="-128"/>
                <a:ea typeface="メイリオ" panose="020B0604030504040204" pitchFamily="50" charset="-128"/>
              </a:rPr>
              <a:t>DynamoDB</a:t>
            </a:r>
          </a:p>
          <a:p>
            <a:pPr marL="285750" indent="-285750">
              <a:buFont typeface="Arial" panose="020B0604020202020204" pitchFamily="34" charset="0"/>
              <a:buChar char="•"/>
            </a:pPr>
            <a:r>
              <a:rPr lang="en-US" altLang="ja-JP" dirty="0">
                <a:latin typeface="メイリオ" panose="020B0604030504040204" pitchFamily="50" charset="-128"/>
                <a:ea typeface="メイリオ" panose="020B0604030504040204" pitchFamily="50" charset="-128"/>
              </a:rPr>
              <a:t>SWF</a:t>
            </a:r>
          </a:p>
          <a:p>
            <a:pPr marL="285750" indent="-285750">
              <a:buFont typeface="Arial" panose="020B0604020202020204" pitchFamily="34" charset="0"/>
              <a:buChar char="•"/>
            </a:pPr>
            <a:r>
              <a:rPr lang="en-US" altLang="ja-JP" dirty="0">
                <a:latin typeface="メイリオ" panose="020B0604030504040204" pitchFamily="50" charset="-128"/>
                <a:ea typeface="メイリオ" panose="020B0604030504040204" pitchFamily="50" charset="-128"/>
              </a:rPr>
              <a:t>SQS/SNS/SES</a:t>
            </a:r>
          </a:p>
          <a:p>
            <a:pPr marL="285750" indent="-285750">
              <a:buFont typeface="Arial" panose="020B0604020202020204" pitchFamily="34" charset="0"/>
              <a:buChar char="•"/>
            </a:pPr>
            <a:r>
              <a:rPr kumimoji="1" lang="en-US" altLang="ja-JP" dirty="0">
                <a:latin typeface="メイリオ" panose="020B0604030504040204" pitchFamily="50" charset="-128"/>
                <a:ea typeface="メイリオ" panose="020B0604030504040204" pitchFamily="50" charset="-128"/>
              </a:rPr>
              <a:t>Route53</a:t>
            </a:r>
          </a:p>
          <a:p>
            <a:pPr marL="285750" indent="-285750">
              <a:buFont typeface="Arial" panose="020B0604020202020204" pitchFamily="34" charset="0"/>
              <a:buChar char="•"/>
            </a:pPr>
            <a:r>
              <a:rPr lang="en-US" altLang="ja-JP" dirty="0">
                <a:latin typeface="メイリオ" panose="020B0604030504040204" pitchFamily="50" charset="-128"/>
                <a:ea typeface="メイリオ" panose="020B0604030504040204" pitchFamily="50" charset="-128"/>
              </a:rPr>
              <a:t>ELB/Auto-</a:t>
            </a:r>
            <a:r>
              <a:rPr lang="en-US" altLang="ja-JP" dirty="0" err="1">
                <a:latin typeface="メイリオ" panose="020B0604030504040204" pitchFamily="50" charset="-128"/>
                <a:ea typeface="メイリオ" panose="020B0604030504040204" pitchFamily="50" charset="-128"/>
              </a:rPr>
              <a:t>scailing</a:t>
            </a:r>
            <a:endParaRPr lang="en-US" altLang="ja-JP" dirty="0">
              <a:latin typeface="メイリオ" panose="020B0604030504040204" pitchFamily="50" charset="-128"/>
              <a:ea typeface="メイリオ" panose="020B0604030504040204" pitchFamily="50" charset="-128"/>
            </a:endParaRPr>
          </a:p>
          <a:p>
            <a:pPr marL="285750" indent="-285750">
              <a:buFont typeface="Arial" panose="020B0604020202020204" pitchFamily="34" charset="0"/>
              <a:buChar char="•"/>
            </a:pPr>
            <a:r>
              <a:rPr lang="en-US" altLang="ja-JP" dirty="0">
                <a:latin typeface="メイリオ" panose="020B0604030504040204" pitchFamily="50" charset="-128"/>
                <a:ea typeface="メイリオ" panose="020B0604030504040204" pitchFamily="50" charset="-128"/>
              </a:rPr>
              <a:t>Lambda</a:t>
            </a:r>
          </a:p>
        </p:txBody>
      </p:sp>
      <p:sp>
        <p:nvSpPr>
          <p:cNvPr id="12" name="テキスト ボックス 11">
            <a:extLst>
              <a:ext uri="{FF2B5EF4-FFF2-40B4-BE49-F238E27FC236}">
                <a16:creationId xmlns:a16="http://schemas.microsoft.com/office/drawing/2014/main" id="{13B90616-E51F-43FB-821F-9DB9AFDA1550}"/>
              </a:ext>
            </a:extLst>
          </p:cNvPr>
          <p:cNvSpPr txBox="1"/>
          <p:nvPr/>
        </p:nvSpPr>
        <p:spPr>
          <a:xfrm>
            <a:off x="2792760" y="3645024"/>
            <a:ext cx="1728192" cy="1872208"/>
          </a:xfrm>
          <a:prstGeom prst="rect">
            <a:avLst/>
          </a:prstGeom>
          <a:noFill/>
        </p:spPr>
        <p:txBody>
          <a:bodyPr wrap="none" rtlCol="0">
            <a:noAutofit/>
          </a:bodyPr>
          <a:lstStyle/>
          <a:p>
            <a:pPr marL="285750" indent="-285750">
              <a:buFont typeface="Arial" panose="020B0604020202020204" pitchFamily="34" charset="0"/>
              <a:buChar char="•"/>
            </a:pPr>
            <a:r>
              <a:rPr lang="en-US" altLang="ja-JP" dirty="0">
                <a:latin typeface="メイリオ" panose="020B0604030504040204" pitchFamily="50" charset="-128"/>
                <a:ea typeface="メイリオ" panose="020B0604030504040204" pitchFamily="50" charset="-128"/>
              </a:rPr>
              <a:t>IAM</a:t>
            </a:r>
            <a:endParaRPr kumimoji="1" lang="en-US" altLang="ja-JP" dirty="0">
              <a:latin typeface="メイリオ" panose="020B0604030504040204" pitchFamily="50" charset="-128"/>
              <a:ea typeface="メイリオ" panose="020B0604030504040204" pitchFamily="50" charset="-128"/>
            </a:endParaRPr>
          </a:p>
          <a:p>
            <a:pPr marL="285750" indent="-285750">
              <a:buFont typeface="Arial" panose="020B0604020202020204" pitchFamily="34" charset="0"/>
              <a:buChar char="•"/>
            </a:pPr>
            <a:r>
              <a:rPr kumimoji="1" lang="en-US" altLang="ja-JP" dirty="0">
                <a:latin typeface="メイリオ" panose="020B0604030504040204" pitchFamily="50" charset="-128"/>
                <a:ea typeface="メイリオ" panose="020B0604030504040204" pitchFamily="50" charset="-128"/>
              </a:rPr>
              <a:t>Data Pipeline</a:t>
            </a:r>
          </a:p>
          <a:p>
            <a:pPr marL="285750" indent="-285750">
              <a:buFont typeface="Arial" panose="020B0604020202020204" pitchFamily="34" charset="0"/>
              <a:buChar char="•"/>
            </a:pPr>
            <a:r>
              <a:rPr lang="en-US" altLang="ja-JP" dirty="0">
                <a:latin typeface="メイリオ" panose="020B0604030504040204" pitchFamily="50" charset="-128"/>
                <a:ea typeface="メイリオ" panose="020B0604030504040204" pitchFamily="50" charset="-128"/>
              </a:rPr>
              <a:t>Kinesis</a:t>
            </a:r>
          </a:p>
          <a:p>
            <a:pPr marL="285750" indent="-285750">
              <a:buFont typeface="Arial" panose="020B0604020202020204" pitchFamily="34" charset="0"/>
              <a:buChar char="•"/>
            </a:pPr>
            <a:r>
              <a:rPr kumimoji="1" lang="en-US" altLang="ja-JP" dirty="0">
                <a:latin typeface="メイリオ" panose="020B0604030504040204" pitchFamily="50" charset="-128"/>
                <a:ea typeface="メイリオ" panose="020B0604030504040204" pitchFamily="50" charset="-128"/>
              </a:rPr>
              <a:t>EFS</a:t>
            </a:r>
          </a:p>
          <a:p>
            <a:pPr marL="285750" indent="-285750">
              <a:buFont typeface="Arial" panose="020B0604020202020204" pitchFamily="34" charset="0"/>
              <a:buChar char="•"/>
            </a:pPr>
            <a:r>
              <a:rPr lang="en-US" altLang="ja-JP" dirty="0">
                <a:latin typeface="メイリオ" panose="020B0604030504040204" pitchFamily="50" charset="-128"/>
                <a:ea typeface="メイリオ" panose="020B0604030504040204" pitchFamily="50" charset="-128"/>
              </a:rPr>
              <a:t>CloudFormation</a:t>
            </a:r>
          </a:p>
          <a:p>
            <a:pPr marL="285750" indent="-285750">
              <a:buFont typeface="Arial" panose="020B0604020202020204" pitchFamily="34" charset="0"/>
              <a:buChar char="•"/>
            </a:pPr>
            <a:r>
              <a:rPr lang="en-US" altLang="ja-JP" dirty="0">
                <a:latin typeface="メイリオ" panose="020B0604030504040204" pitchFamily="50" charset="-128"/>
                <a:ea typeface="メイリオ" panose="020B0604030504040204" pitchFamily="50" charset="-128"/>
              </a:rPr>
              <a:t>Directory</a:t>
            </a:r>
            <a:r>
              <a:rPr lang="ja-JP" altLang="en-US" dirty="0">
                <a:latin typeface="メイリオ" panose="020B0604030504040204" pitchFamily="50" charset="-128"/>
                <a:ea typeface="メイリオ" panose="020B0604030504040204" pitchFamily="50" charset="-128"/>
              </a:rPr>
              <a:t> </a:t>
            </a:r>
            <a:r>
              <a:rPr lang="en-US" altLang="ja-JP" dirty="0">
                <a:latin typeface="メイリオ" panose="020B0604030504040204" pitchFamily="50" charset="-128"/>
                <a:ea typeface="メイリオ" panose="020B0604030504040204" pitchFamily="50" charset="-128"/>
              </a:rPr>
              <a:t>Service</a:t>
            </a:r>
          </a:p>
          <a:p>
            <a:pPr marL="285750" indent="-285750">
              <a:buFont typeface="Arial" panose="020B0604020202020204" pitchFamily="34" charset="0"/>
              <a:buChar char="•"/>
            </a:pPr>
            <a:r>
              <a:rPr kumimoji="1" lang="en-US" altLang="ja-JP" dirty="0">
                <a:latin typeface="メイリオ" panose="020B0604030504040204" pitchFamily="50" charset="-128"/>
                <a:ea typeface="メイリオ" panose="020B0604030504040204" pitchFamily="50" charset="-128"/>
              </a:rPr>
              <a:t>EBS</a:t>
            </a:r>
          </a:p>
          <a:p>
            <a:pPr marL="285750" indent="-285750">
              <a:buFont typeface="Arial" panose="020B0604020202020204" pitchFamily="34" charset="0"/>
              <a:buChar char="•"/>
            </a:pPr>
            <a:r>
              <a:rPr lang="en-US" altLang="ja-JP" dirty="0">
                <a:latin typeface="メイリオ" panose="020B0604030504040204" pitchFamily="50" charset="-128"/>
                <a:ea typeface="メイリオ" panose="020B0604030504040204" pitchFamily="50" charset="-128"/>
              </a:rPr>
              <a:t>CloudWatch</a:t>
            </a:r>
            <a:r>
              <a:rPr lang="ja-JP" altLang="en-US" dirty="0">
                <a:latin typeface="メイリオ" panose="020B0604030504040204" pitchFamily="50" charset="-128"/>
                <a:ea typeface="メイリオ" panose="020B0604030504040204" pitchFamily="50" charset="-128"/>
              </a:rPr>
              <a:t>　</a:t>
            </a:r>
            <a:endParaRPr lang="en-US" altLang="ja-JP" dirty="0">
              <a:latin typeface="メイリオ" panose="020B0604030504040204" pitchFamily="50" charset="-128"/>
              <a:ea typeface="メイリオ" panose="020B0604030504040204" pitchFamily="50" charset="-128"/>
            </a:endParaRPr>
          </a:p>
          <a:p>
            <a:pPr marL="285750" indent="-285750">
              <a:buFont typeface="Arial" panose="020B0604020202020204" pitchFamily="34" charset="0"/>
              <a:buChar char="•"/>
            </a:pPr>
            <a:r>
              <a:rPr kumimoji="1" lang="ja-JP" altLang="en-US" dirty="0">
                <a:latin typeface="メイリオ" panose="020B0604030504040204" pitchFamily="50" charset="-128"/>
                <a:ea typeface="メイリオ" panose="020B0604030504040204" pitchFamily="50" charset="-128"/>
              </a:rPr>
              <a:t>など</a:t>
            </a:r>
          </a:p>
        </p:txBody>
      </p:sp>
      <p:sp>
        <p:nvSpPr>
          <p:cNvPr id="13" name="テキスト ボックス 12">
            <a:extLst>
              <a:ext uri="{FF2B5EF4-FFF2-40B4-BE49-F238E27FC236}">
                <a16:creationId xmlns:a16="http://schemas.microsoft.com/office/drawing/2014/main" id="{F924D770-4EA4-45ED-B216-B7E40A51FAAC}"/>
              </a:ext>
            </a:extLst>
          </p:cNvPr>
          <p:cNvSpPr txBox="1"/>
          <p:nvPr/>
        </p:nvSpPr>
        <p:spPr>
          <a:xfrm>
            <a:off x="5889104" y="4077072"/>
            <a:ext cx="1944216" cy="1872208"/>
          </a:xfrm>
          <a:prstGeom prst="rect">
            <a:avLst/>
          </a:prstGeom>
          <a:noFill/>
        </p:spPr>
        <p:txBody>
          <a:bodyPr wrap="none" rtlCol="0">
            <a:noAutofit/>
          </a:bodyPr>
          <a:lstStyle/>
          <a:p>
            <a:pPr marL="285750" indent="-285750">
              <a:buFont typeface="Arial" panose="020B0604020202020204" pitchFamily="34" charset="0"/>
              <a:buChar char="•"/>
            </a:pPr>
            <a:r>
              <a:rPr lang="en-US" altLang="ja-JP" dirty="0">
                <a:latin typeface="メイリオ" panose="020B0604030504040204" pitchFamily="50" charset="-128"/>
                <a:ea typeface="メイリオ" panose="020B0604030504040204" pitchFamily="50" charset="-128"/>
              </a:rPr>
              <a:t>EC2</a:t>
            </a:r>
            <a:endParaRPr kumimoji="1" lang="en-US" altLang="ja-JP" dirty="0">
              <a:latin typeface="メイリオ" panose="020B0604030504040204" pitchFamily="50" charset="-128"/>
              <a:ea typeface="メイリオ" panose="020B0604030504040204" pitchFamily="50" charset="-128"/>
            </a:endParaRPr>
          </a:p>
          <a:p>
            <a:pPr marL="285750" indent="-285750">
              <a:buFont typeface="Arial" panose="020B0604020202020204" pitchFamily="34" charset="0"/>
              <a:buChar char="•"/>
            </a:pPr>
            <a:r>
              <a:rPr lang="en-US" altLang="ja-JP" dirty="0">
                <a:latin typeface="メイリオ" panose="020B0604030504040204" pitchFamily="50" charset="-128"/>
                <a:ea typeface="メイリオ" panose="020B0604030504040204" pitchFamily="50" charset="-128"/>
              </a:rPr>
              <a:t>EMR</a:t>
            </a:r>
          </a:p>
          <a:p>
            <a:pPr marL="285750" indent="-285750">
              <a:buFont typeface="Arial" panose="020B0604020202020204" pitchFamily="34" charset="0"/>
              <a:buChar char="•"/>
            </a:pPr>
            <a:r>
              <a:rPr lang="en-US" altLang="ja-JP" dirty="0">
                <a:latin typeface="メイリオ" panose="020B0604030504040204" pitchFamily="50" charset="-128"/>
                <a:ea typeface="メイリオ" panose="020B0604030504040204" pitchFamily="50" charset="-128"/>
              </a:rPr>
              <a:t>Direct Connect</a:t>
            </a:r>
            <a:endParaRPr kumimoji="1" lang="ja-JP" altLang="en-US"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086761652"/>
      </p:ext>
    </p:extLst>
  </p:cSld>
  <p:clrMapOvr>
    <a:masterClrMapping/>
  </p:clrMapOvr>
  <mc:AlternateContent xmlns:mc="http://schemas.openxmlformats.org/markup-compatibility/2006" xmlns:p14="http://schemas.microsoft.com/office/powerpoint/2010/main">
    <mc:Choice Requires="p14">
      <p:transition spd="slow" p14:dur="2000" advTm="74504"/>
    </mc:Choice>
    <mc:Fallback xmlns="">
      <p:transition spd="slow" advTm="74504"/>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タイトル 1">
            <a:extLst>
              <a:ext uri="{FF2B5EF4-FFF2-40B4-BE49-F238E27FC236}">
                <a16:creationId xmlns:a16="http://schemas.microsoft.com/office/drawing/2014/main" id="{B14815AE-025C-4474-A800-10C3A385A67A}"/>
              </a:ext>
            </a:extLst>
          </p:cNvPr>
          <p:cNvSpPr txBox="1">
            <a:spLocks/>
          </p:cNvSpPr>
          <p:nvPr/>
        </p:nvSpPr>
        <p:spPr bwMode="auto">
          <a:xfrm>
            <a:off x="631222" y="228600"/>
            <a:ext cx="8642258" cy="50208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rtl="0" fontAlgn="base">
              <a:lnSpc>
                <a:spcPct val="90000"/>
              </a:lnSpc>
              <a:spcBef>
                <a:spcPct val="0"/>
              </a:spcBef>
              <a:spcAft>
                <a:spcPct val="0"/>
              </a:spcAft>
              <a:defRPr kumimoji="1" sz="2000">
                <a:solidFill>
                  <a:schemeClr val="tx2"/>
                </a:solidFill>
                <a:latin typeface="游明朝" panose="02020400000000000000" pitchFamily="18" charset="-128"/>
                <a:ea typeface="游明朝" panose="02020400000000000000" pitchFamily="18" charset="-128"/>
                <a:cs typeface="+mj-cs"/>
              </a:defRPr>
            </a:lvl1pPr>
            <a:lvl2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2pPr>
            <a:lvl3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3pPr>
            <a:lvl4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4pPr>
            <a:lvl5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5pPr>
            <a:lvl6pPr marL="4572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6pPr>
            <a:lvl7pPr marL="9144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7pPr>
            <a:lvl8pPr marL="13716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8pPr>
            <a:lvl9pPr marL="18288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9pPr>
          </a:lstStyle>
          <a:p>
            <a:pPr algn="l"/>
            <a:r>
              <a:rPr lang="ja-JP" altLang="en-US" sz="3000" dirty="0">
                <a:solidFill>
                  <a:schemeClr val="tx1"/>
                </a:solidFill>
                <a:latin typeface="メイリオ" panose="020B0604030504040204" pitchFamily="50" charset="-128"/>
                <a:ea typeface="メイリオ" panose="020B0604030504040204" pitchFamily="50" charset="-128"/>
              </a:rPr>
              <a:t>高可用性</a:t>
            </a:r>
            <a:endParaRPr lang="en-US" altLang="ja-JP" sz="3000" dirty="0">
              <a:latin typeface="メイリオ" panose="020B0604030504040204" pitchFamily="50" charset="-128"/>
              <a:ea typeface="メイリオ" panose="020B0604030504040204" pitchFamily="50" charset="-128"/>
            </a:endParaRPr>
          </a:p>
        </p:txBody>
      </p:sp>
      <p:sp>
        <p:nvSpPr>
          <p:cNvPr id="5" name="コンテンツ プレースホルダー 2">
            <a:extLst>
              <a:ext uri="{FF2B5EF4-FFF2-40B4-BE49-F238E27FC236}">
                <a16:creationId xmlns:a16="http://schemas.microsoft.com/office/drawing/2014/main" id="{3B0D5C3B-2ADF-420F-9013-80247880F92D}"/>
              </a:ext>
            </a:extLst>
          </p:cNvPr>
          <p:cNvSpPr txBox="1">
            <a:spLocks/>
          </p:cNvSpPr>
          <p:nvPr/>
        </p:nvSpPr>
        <p:spPr>
          <a:xfrm>
            <a:off x="631222" y="799401"/>
            <a:ext cx="8858282" cy="325343"/>
          </a:xfrm>
          <a:prstGeom prst="rect">
            <a:avLst/>
          </a:prstGeom>
        </p:spPr>
        <p:txBody>
          <a:bodyPr vert="horz" lIns="74295" tIns="37148" rIns="74295" bIns="37148" rtlCol="0">
            <a:noAutofit/>
          </a:bodyPr>
          <a:lstStyle>
            <a:lvl1pPr marL="228600" indent="-228600" algn="l" defTabSz="914400" rtl="0" eaLnBrk="1" latinLnBrk="0" hangingPunct="1">
              <a:lnSpc>
                <a:spcPct val="90000"/>
              </a:lnSpc>
              <a:spcBef>
                <a:spcPts val="1000"/>
              </a:spcBef>
              <a:buFont typeface="Wingdings 2" pitchFamily="18" charset="2"/>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2" pitchFamily="18" charset="2"/>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2" pitchFamily="18" charset="2"/>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5pPr>
            <a:lvl6pPr marL="25146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6pPr>
            <a:lvl7pPr marL="29718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7pPr>
            <a:lvl8pPr marL="34290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8pPr>
            <a:lvl9pPr marL="38862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9pPr>
          </a:lstStyle>
          <a:p>
            <a:pPr marL="0" indent="0">
              <a:buNone/>
            </a:pPr>
            <a:r>
              <a:rPr lang="ja-JP" altLang="en-US" sz="2400" dirty="0">
                <a:solidFill>
                  <a:srgbClr val="002060"/>
                </a:solidFill>
                <a:latin typeface="メイリオ" panose="020B0604030504040204" pitchFamily="50" charset="-128"/>
                <a:ea typeface="メイリオ" panose="020B0604030504040204" pitchFamily="50" charset="-128"/>
              </a:rPr>
              <a:t>例えば</a:t>
            </a:r>
            <a:r>
              <a:rPr lang="en-US" altLang="ja-JP" sz="2400" dirty="0">
                <a:solidFill>
                  <a:srgbClr val="002060"/>
                </a:solidFill>
                <a:latin typeface="メイリオ" panose="020B0604030504040204" pitchFamily="50" charset="-128"/>
                <a:ea typeface="メイリオ" panose="020B0604030504040204" pitchFamily="50" charset="-128"/>
              </a:rPr>
              <a:t>S3</a:t>
            </a:r>
            <a:r>
              <a:rPr lang="ja-JP" altLang="en-US" sz="2400" dirty="0">
                <a:solidFill>
                  <a:srgbClr val="002060"/>
                </a:solidFill>
                <a:latin typeface="メイリオ" panose="020B0604030504040204" pitchFamily="50" charset="-128"/>
                <a:ea typeface="メイリオ" panose="020B0604030504040204" pitchFamily="50" charset="-128"/>
              </a:rPr>
              <a:t>はイレブン９と呼ばれる耐久性が高く高可用なストレージサービスの代表例</a:t>
            </a:r>
            <a:endParaRPr lang="en-US" altLang="ja-JP" sz="2400" dirty="0">
              <a:solidFill>
                <a:srgbClr val="002060"/>
              </a:solidFill>
              <a:latin typeface="メイリオ" panose="020B0604030504040204" pitchFamily="50" charset="-128"/>
              <a:ea typeface="メイリオ" panose="020B0604030504040204" pitchFamily="50" charset="-128"/>
            </a:endParaRPr>
          </a:p>
        </p:txBody>
      </p:sp>
      <p:sp>
        <p:nvSpPr>
          <p:cNvPr id="7" name="コンテンツ プレースホルダー 2">
            <a:extLst>
              <a:ext uri="{FF2B5EF4-FFF2-40B4-BE49-F238E27FC236}">
                <a16:creationId xmlns:a16="http://schemas.microsoft.com/office/drawing/2014/main" id="{341F3F1F-9A32-450D-A284-466407623BB6}"/>
              </a:ext>
            </a:extLst>
          </p:cNvPr>
          <p:cNvSpPr txBox="1">
            <a:spLocks/>
          </p:cNvSpPr>
          <p:nvPr/>
        </p:nvSpPr>
        <p:spPr bwMode="auto">
          <a:xfrm>
            <a:off x="3080792" y="2924944"/>
            <a:ext cx="5040560" cy="859072"/>
          </a:xfrm>
          <a:prstGeom prst="rect">
            <a:avLst/>
          </a:prstGeom>
          <a:solidFill>
            <a:schemeClr val="bg1"/>
          </a:solidFill>
          <a:ln w="9525">
            <a:solidFill>
              <a:srgbClr val="F0861E"/>
            </a:solid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r>
              <a:rPr lang="en-US" altLang="ja-JP" sz="2000" kern="0" dirty="0">
                <a:solidFill>
                  <a:schemeClr val="bg2"/>
                </a:solidFill>
                <a:latin typeface="メイリオ" panose="020B0604030504040204" pitchFamily="50" charset="-128"/>
                <a:ea typeface="メイリオ" panose="020B0604030504040204" pitchFamily="50" charset="-128"/>
              </a:rPr>
              <a:t>99.999999999</a:t>
            </a:r>
          </a:p>
        </p:txBody>
      </p:sp>
      <p:sp>
        <p:nvSpPr>
          <p:cNvPr id="8" name="コンテンツ プレースホルダー 2">
            <a:extLst>
              <a:ext uri="{FF2B5EF4-FFF2-40B4-BE49-F238E27FC236}">
                <a16:creationId xmlns:a16="http://schemas.microsoft.com/office/drawing/2014/main" id="{8EB33CAA-7FD8-4B19-8F95-22E5FD114A9D}"/>
              </a:ext>
            </a:extLst>
          </p:cNvPr>
          <p:cNvSpPr txBox="1">
            <a:spLocks/>
          </p:cNvSpPr>
          <p:nvPr/>
        </p:nvSpPr>
        <p:spPr bwMode="auto">
          <a:xfrm>
            <a:off x="1784648" y="2924944"/>
            <a:ext cx="1224136" cy="859072"/>
          </a:xfrm>
          <a:prstGeom prst="rect">
            <a:avLst/>
          </a:prstGeom>
          <a:solidFill>
            <a:srgbClr val="F0861E"/>
          </a:solidFill>
          <a:ln w="9525">
            <a:no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pPr algn="ctr"/>
            <a:r>
              <a:rPr lang="en-US" altLang="ja-JP" sz="2000" b="1" kern="0" dirty="0">
                <a:solidFill>
                  <a:schemeClr val="bg1"/>
                </a:solidFill>
                <a:latin typeface="メイリオ" panose="020B0604030504040204" pitchFamily="50" charset="-128"/>
                <a:ea typeface="メイリオ" panose="020B0604030504040204" pitchFamily="50" charset="-128"/>
              </a:rPr>
              <a:t>S3</a:t>
            </a:r>
          </a:p>
        </p:txBody>
      </p:sp>
    </p:spTree>
    <p:extLst>
      <p:ext uri="{BB962C8B-B14F-4D97-AF65-F5344CB8AC3E}">
        <p14:creationId xmlns:p14="http://schemas.microsoft.com/office/powerpoint/2010/main" val="3003713607"/>
      </p:ext>
    </p:extLst>
  </p:cSld>
  <p:clrMapOvr>
    <a:masterClrMapping/>
  </p:clrMapOvr>
  <mc:AlternateContent xmlns:mc="http://schemas.openxmlformats.org/markup-compatibility/2006" xmlns:p14="http://schemas.microsoft.com/office/powerpoint/2010/main">
    <mc:Choice Requires="p14">
      <p:transition spd="slow" p14:dur="2000" advTm="15731"/>
    </mc:Choice>
    <mc:Fallback xmlns="">
      <p:transition spd="slow" advTm="15731"/>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タイトル 1">
            <a:extLst>
              <a:ext uri="{FF2B5EF4-FFF2-40B4-BE49-F238E27FC236}">
                <a16:creationId xmlns:a16="http://schemas.microsoft.com/office/drawing/2014/main" id="{B14815AE-025C-4474-A800-10C3A385A67A}"/>
              </a:ext>
            </a:extLst>
          </p:cNvPr>
          <p:cNvSpPr txBox="1">
            <a:spLocks/>
          </p:cNvSpPr>
          <p:nvPr/>
        </p:nvSpPr>
        <p:spPr bwMode="auto">
          <a:xfrm>
            <a:off x="631222" y="228600"/>
            <a:ext cx="8642258" cy="50208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rtl="0" fontAlgn="base">
              <a:lnSpc>
                <a:spcPct val="90000"/>
              </a:lnSpc>
              <a:spcBef>
                <a:spcPct val="0"/>
              </a:spcBef>
              <a:spcAft>
                <a:spcPct val="0"/>
              </a:spcAft>
              <a:defRPr kumimoji="1" sz="2000">
                <a:solidFill>
                  <a:schemeClr val="tx2"/>
                </a:solidFill>
                <a:latin typeface="游明朝" panose="02020400000000000000" pitchFamily="18" charset="-128"/>
                <a:ea typeface="游明朝" panose="02020400000000000000" pitchFamily="18" charset="-128"/>
                <a:cs typeface="+mj-cs"/>
              </a:defRPr>
            </a:lvl1pPr>
            <a:lvl2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2pPr>
            <a:lvl3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3pPr>
            <a:lvl4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4pPr>
            <a:lvl5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5pPr>
            <a:lvl6pPr marL="4572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6pPr>
            <a:lvl7pPr marL="9144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7pPr>
            <a:lvl8pPr marL="13716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8pPr>
            <a:lvl9pPr marL="18288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9pPr>
          </a:lstStyle>
          <a:p>
            <a:pPr algn="l"/>
            <a:r>
              <a:rPr lang="ja-JP" altLang="en-US" sz="3000" dirty="0">
                <a:solidFill>
                  <a:schemeClr val="tx1"/>
                </a:solidFill>
                <a:latin typeface="メイリオ" panose="020B0604030504040204" pitchFamily="50" charset="-128"/>
                <a:ea typeface="メイリオ" panose="020B0604030504040204" pitchFamily="50" charset="-128"/>
              </a:rPr>
              <a:t>高可用性の非機能要件</a:t>
            </a:r>
            <a:endParaRPr lang="en-US" altLang="ja-JP" sz="3000" dirty="0">
              <a:latin typeface="メイリオ" panose="020B0604030504040204" pitchFamily="50" charset="-128"/>
              <a:ea typeface="メイリオ" panose="020B0604030504040204" pitchFamily="50" charset="-128"/>
            </a:endParaRPr>
          </a:p>
        </p:txBody>
      </p:sp>
      <p:sp>
        <p:nvSpPr>
          <p:cNvPr id="9" name="コンテンツ プレースホルダー 2">
            <a:extLst>
              <a:ext uri="{FF2B5EF4-FFF2-40B4-BE49-F238E27FC236}">
                <a16:creationId xmlns:a16="http://schemas.microsoft.com/office/drawing/2014/main" id="{DCD0DCCE-3081-4ECA-9625-14047C59A7DF}"/>
              </a:ext>
            </a:extLst>
          </p:cNvPr>
          <p:cNvSpPr txBox="1">
            <a:spLocks/>
          </p:cNvSpPr>
          <p:nvPr/>
        </p:nvSpPr>
        <p:spPr bwMode="auto">
          <a:xfrm>
            <a:off x="3512840" y="2276872"/>
            <a:ext cx="5040560" cy="859072"/>
          </a:xfrm>
          <a:prstGeom prst="rect">
            <a:avLst/>
          </a:prstGeom>
          <a:solidFill>
            <a:schemeClr val="bg1"/>
          </a:solidFill>
          <a:ln w="9525">
            <a:solidFill>
              <a:srgbClr val="F0861E"/>
            </a:solid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r>
              <a:rPr lang="ja-JP" altLang="en-US" dirty="0">
                <a:latin typeface="メイリオ" panose="020B0604030504040204" pitchFamily="50" charset="-128"/>
                <a:ea typeface="メイリオ" panose="020B0604030504040204" pitchFamily="50" charset="-128"/>
              </a:rPr>
              <a:t>いつまでにシステムが復旧するかという目標時間を表す指標</a:t>
            </a:r>
            <a:endParaRPr lang="en-US" altLang="ja-JP" sz="2000" kern="0" dirty="0">
              <a:solidFill>
                <a:schemeClr val="bg2"/>
              </a:solidFill>
              <a:latin typeface="メイリオ" panose="020B0604030504040204" pitchFamily="50" charset="-128"/>
              <a:ea typeface="メイリオ" panose="020B0604030504040204" pitchFamily="50" charset="-128"/>
            </a:endParaRPr>
          </a:p>
        </p:txBody>
      </p:sp>
      <p:sp>
        <p:nvSpPr>
          <p:cNvPr id="10" name="コンテンツ プレースホルダー 2">
            <a:extLst>
              <a:ext uri="{FF2B5EF4-FFF2-40B4-BE49-F238E27FC236}">
                <a16:creationId xmlns:a16="http://schemas.microsoft.com/office/drawing/2014/main" id="{0E89B9D3-DF1D-49F7-A489-595F4F684D55}"/>
              </a:ext>
            </a:extLst>
          </p:cNvPr>
          <p:cNvSpPr txBox="1">
            <a:spLocks/>
          </p:cNvSpPr>
          <p:nvPr/>
        </p:nvSpPr>
        <p:spPr bwMode="auto">
          <a:xfrm>
            <a:off x="1208584" y="2276872"/>
            <a:ext cx="2232248" cy="859072"/>
          </a:xfrm>
          <a:prstGeom prst="rect">
            <a:avLst/>
          </a:prstGeom>
          <a:solidFill>
            <a:srgbClr val="F0861E"/>
          </a:solidFill>
          <a:ln w="9525">
            <a:no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pPr algn="ctr"/>
            <a:r>
              <a:rPr lang="ja-JP" altLang="en-US" sz="2000" b="1" kern="0" dirty="0">
                <a:solidFill>
                  <a:schemeClr val="bg1"/>
                </a:solidFill>
                <a:latin typeface="メイリオ" panose="020B0604030504040204" pitchFamily="50" charset="-128"/>
                <a:ea typeface="メイリオ" panose="020B0604030504040204" pitchFamily="50" charset="-128"/>
              </a:rPr>
              <a:t>目標復旧時間</a:t>
            </a:r>
            <a:br>
              <a:rPr lang="en-US" altLang="ja-JP" sz="2000" b="1" kern="0" dirty="0">
                <a:solidFill>
                  <a:schemeClr val="bg1"/>
                </a:solidFill>
                <a:latin typeface="メイリオ" panose="020B0604030504040204" pitchFamily="50" charset="-128"/>
                <a:ea typeface="メイリオ" panose="020B0604030504040204" pitchFamily="50" charset="-128"/>
              </a:rPr>
            </a:br>
            <a:r>
              <a:rPr lang="ja-JP" altLang="en-US" b="1" kern="0" dirty="0">
                <a:solidFill>
                  <a:schemeClr val="bg1"/>
                </a:solidFill>
                <a:latin typeface="メイリオ" panose="020B0604030504040204" pitchFamily="50" charset="-128"/>
                <a:ea typeface="メイリオ" panose="020B0604030504040204" pitchFamily="50" charset="-128"/>
              </a:rPr>
              <a:t>（</a:t>
            </a:r>
            <a:r>
              <a:rPr lang="en-US" altLang="ja-JP" b="1" dirty="0">
                <a:solidFill>
                  <a:schemeClr val="bg1"/>
                </a:solidFill>
                <a:latin typeface="メイリオ" panose="020B0604030504040204" pitchFamily="50" charset="-128"/>
                <a:ea typeface="メイリオ" panose="020B0604030504040204" pitchFamily="50" charset="-128"/>
              </a:rPr>
              <a:t>RTO: Recovery Time Objective</a:t>
            </a:r>
            <a:r>
              <a:rPr lang="ja-JP" altLang="en-US" b="1" kern="0" dirty="0">
                <a:solidFill>
                  <a:schemeClr val="bg1"/>
                </a:solidFill>
                <a:latin typeface="メイリオ" panose="020B0604030504040204" pitchFamily="50" charset="-128"/>
                <a:ea typeface="メイリオ" panose="020B0604030504040204" pitchFamily="50" charset="-128"/>
              </a:rPr>
              <a:t>）</a:t>
            </a:r>
            <a:endParaRPr lang="en-US" altLang="ja-JP" b="1" kern="0" dirty="0">
              <a:solidFill>
                <a:schemeClr val="bg1"/>
              </a:solidFill>
              <a:latin typeface="メイリオ" panose="020B0604030504040204" pitchFamily="50" charset="-128"/>
              <a:ea typeface="メイリオ" panose="020B0604030504040204" pitchFamily="50" charset="-128"/>
            </a:endParaRPr>
          </a:p>
        </p:txBody>
      </p:sp>
      <p:sp>
        <p:nvSpPr>
          <p:cNvPr id="11" name="コンテンツ プレースホルダー 2">
            <a:extLst>
              <a:ext uri="{FF2B5EF4-FFF2-40B4-BE49-F238E27FC236}">
                <a16:creationId xmlns:a16="http://schemas.microsoft.com/office/drawing/2014/main" id="{37BC5828-90F5-417E-8A96-8DD875556F90}"/>
              </a:ext>
            </a:extLst>
          </p:cNvPr>
          <p:cNvSpPr txBox="1">
            <a:spLocks/>
          </p:cNvSpPr>
          <p:nvPr/>
        </p:nvSpPr>
        <p:spPr bwMode="auto">
          <a:xfrm>
            <a:off x="3512840" y="3292521"/>
            <a:ext cx="5040560" cy="859072"/>
          </a:xfrm>
          <a:prstGeom prst="rect">
            <a:avLst/>
          </a:prstGeom>
          <a:solidFill>
            <a:schemeClr val="bg1"/>
          </a:solidFill>
          <a:ln w="9525">
            <a:solidFill>
              <a:srgbClr val="F0861E"/>
            </a:solid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r>
              <a:rPr lang="ja-JP" altLang="en-US" dirty="0">
                <a:latin typeface="メイリオ" panose="020B0604030504040204" pitchFamily="50" charset="-128"/>
                <a:ea typeface="メイリオ" panose="020B0604030504040204" pitchFamily="50" charset="-128"/>
              </a:rPr>
              <a:t>システム障害などでデータが損壊した際に、復旧するバックアップデータの古さの目標</a:t>
            </a:r>
            <a:endParaRPr lang="en-US" altLang="ja-JP" sz="2000" kern="0" dirty="0">
              <a:solidFill>
                <a:schemeClr val="bg2"/>
              </a:solidFill>
              <a:latin typeface="メイリオ" panose="020B0604030504040204" pitchFamily="50" charset="-128"/>
              <a:ea typeface="メイリオ" panose="020B0604030504040204" pitchFamily="50" charset="-128"/>
            </a:endParaRPr>
          </a:p>
        </p:txBody>
      </p:sp>
      <p:sp>
        <p:nvSpPr>
          <p:cNvPr id="12" name="コンテンツ プレースホルダー 2">
            <a:extLst>
              <a:ext uri="{FF2B5EF4-FFF2-40B4-BE49-F238E27FC236}">
                <a16:creationId xmlns:a16="http://schemas.microsoft.com/office/drawing/2014/main" id="{2742D3ED-BCB3-415C-AE13-4760415DD8AD}"/>
              </a:ext>
            </a:extLst>
          </p:cNvPr>
          <p:cNvSpPr txBox="1">
            <a:spLocks/>
          </p:cNvSpPr>
          <p:nvPr/>
        </p:nvSpPr>
        <p:spPr bwMode="auto">
          <a:xfrm>
            <a:off x="1208584" y="3292521"/>
            <a:ext cx="2232248" cy="859072"/>
          </a:xfrm>
          <a:prstGeom prst="rect">
            <a:avLst/>
          </a:prstGeom>
          <a:solidFill>
            <a:srgbClr val="F0861E"/>
          </a:solidFill>
          <a:ln w="9525">
            <a:no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pPr algn="ctr"/>
            <a:r>
              <a:rPr lang="ja-JP" altLang="en-US" sz="2000" b="1" kern="0" dirty="0">
                <a:solidFill>
                  <a:schemeClr val="bg1"/>
                </a:solidFill>
                <a:latin typeface="メイリオ" panose="020B0604030504040204" pitchFamily="50" charset="-128"/>
                <a:ea typeface="メイリオ" panose="020B0604030504040204" pitchFamily="50" charset="-128"/>
              </a:rPr>
              <a:t>目標復旧時点</a:t>
            </a:r>
            <a:br>
              <a:rPr lang="en-US" altLang="ja-JP" sz="2000" b="1" kern="0" dirty="0">
                <a:solidFill>
                  <a:schemeClr val="bg1"/>
                </a:solidFill>
                <a:latin typeface="メイリオ" panose="020B0604030504040204" pitchFamily="50" charset="-128"/>
                <a:ea typeface="メイリオ" panose="020B0604030504040204" pitchFamily="50" charset="-128"/>
              </a:rPr>
            </a:br>
            <a:r>
              <a:rPr lang="ja-JP" altLang="en-US" b="1" kern="0" dirty="0">
                <a:solidFill>
                  <a:schemeClr val="bg1"/>
                </a:solidFill>
                <a:latin typeface="メイリオ" panose="020B0604030504040204" pitchFamily="50" charset="-128"/>
                <a:ea typeface="メイリオ" panose="020B0604030504040204" pitchFamily="50" charset="-128"/>
              </a:rPr>
              <a:t>（</a:t>
            </a:r>
            <a:r>
              <a:rPr lang="en-US" altLang="ja-JP" b="1" dirty="0">
                <a:solidFill>
                  <a:schemeClr val="bg1"/>
                </a:solidFill>
                <a:latin typeface="メイリオ" panose="020B0604030504040204" pitchFamily="50" charset="-128"/>
                <a:ea typeface="メイリオ" panose="020B0604030504040204" pitchFamily="50" charset="-128"/>
              </a:rPr>
              <a:t>RPO: Recovery Point Objective</a:t>
            </a:r>
            <a:r>
              <a:rPr lang="ja-JP" altLang="en-US" b="1" kern="0" dirty="0">
                <a:solidFill>
                  <a:schemeClr val="bg1"/>
                </a:solidFill>
                <a:latin typeface="メイリオ" panose="020B0604030504040204" pitchFamily="50" charset="-128"/>
                <a:ea typeface="メイリオ" panose="020B0604030504040204" pitchFamily="50" charset="-128"/>
              </a:rPr>
              <a:t>）</a:t>
            </a:r>
            <a:endParaRPr lang="en-US" altLang="ja-JP" b="1" kern="0" dirty="0">
              <a:solidFill>
                <a:schemeClr val="bg1"/>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724582984"/>
      </p:ext>
    </p:extLst>
  </p:cSld>
  <p:clrMapOvr>
    <a:masterClrMapping/>
  </p:clrMapOvr>
  <mc:AlternateContent xmlns:mc="http://schemas.openxmlformats.org/markup-compatibility/2006" xmlns:p14="http://schemas.microsoft.com/office/powerpoint/2010/main">
    <mc:Choice Requires="p14">
      <p:transition spd="slow" p14:dur="2000" advTm="37067"/>
    </mc:Choice>
    <mc:Fallback xmlns="">
      <p:transition spd="slow" advTm="37067"/>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タイトル 1">
            <a:extLst>
              <a:ext uri="{FF2B5EF4-FFF2-40B4-BE49-F238E27FC236}">
                <a16:creationId xmlns:a16="http://schemas.microsoft.com/office/drawing/2014/main" id="{B14815AE-025C-4474-A800-10C3A385A67A}"/>
              </a:ext>
            </a:extLst>
          </p:cNvPr>
          <p:cNvSpPr txBox="1">
            <a:spLocks/>
          </p:cNvSpPr>
          <p:nvPr/>
        </p:nvSpPr>
        <p:spPr bwMode="auto">
          <a:xfrm>
            <a:off x="631222" y="228600"/>
            <a:ext cx="8642258" cy="50208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rtl="0" fontAlgn="base">
              <a:lnSpc>
                <a:spcPct val="90000"/>
              </a:lnSpc>
              <a:spcBef>
                <a:spcPct val="0"/>
              </a:spcBef>
              <a:spcAft>
                <a:spcPct val="0"/>
              </a:spcAft>
              <a:defRPr kumimoji="1" sz="2000">
                <a:solidFill>
                  <a:schemeClr val="tx2"/>
                </a:solidFill>
                <a:latin typeface="游明朝" panose="02020400000000000000" pitchFamily="18" charset="-128"/>
                <a:ea typeface="游明朝" panose="02020400000000000000" pitchFamily="18" charset="-128"/>
                <a:cs typeface="+mj-cs"/>
              </a:defRPr>
            </a:lvl1pPr>
            <a:lvl2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2pPr>
            <a:lvl3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3pPr>
            <a:lvl4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4pPr>
            <a:lvl5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5pPr>
            <a:lvl6pPr marL="4572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6pPr>
            <a:lvl7pPr marL="9144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7pPr>
            <a:lvl8pPr marL="13716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8pPr>
            <a:lvl9pPr marL="18288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9pPr>
          </a:lstStyle>
          <a:p>
            <a:pPr algn="l"/>
            <a:r>
              <a:rPr lang="ja-JP" altLang="en-US" sz="3000" dirty="0">
                <a:solidFill>
                  <a:schemeClr val="tx1"/>
                </a:solidFill>
                <a:latin typeface="メイリオ" panose="020B0604030504040204" pitchFamily="50" charset="-128"/>
                <a:ea typeface="メイリオ" panose="020B0604030504040204" pitchFamily="50" charset="-128"/>
              </a:rPr>
              <a:t>高可用性の非機能要件</a:t>
            </a:r>
            <a:endParaRPr lang="en-US" altLang="ja-JP" sz="3000" dirty="0">
              <a:latin typeface="メイリオ" panose="020B0604030504040204" pitchFamily="50" charset="-128"/>
              <a:ea typeface="メイリオ" panose="020B0604030504040204" pitchFamily="50" charset="-128"/>
            </a:endParaRPr>
          </a:p>
        </p:txBody>
      </p:sp>
      <p:sp>
        <p:nvSpPr>
          <p:cNvPr id="9" name="コンテンツ プレースホルダー 2">
            <a:extLst>
              <a:ext uri="{FF2B5EF4-FFF2-40B4-BE49-F238E27FC236}">
                <a16:creationId xmlns:a16="http://schemas.microsoft.com/office/drawing/2014/main" id="{DCD0DCCE-3081-4ECA-9625-14047C59A7DF}"/>
              </a:ext>
            </a:extLst>
          </p:cNvPr>
          <p:cNvSpPr txBox="1">
            <a:spLocks/>
          </p:cNvSpPr>
          <p:nvPr/>
        </p:nvSpPr>
        <p:spPr bwMode="auto">
          <a:xfrm>
            <a:off x="3512840" y="2276872"/>
            <a:ext cx="5040560" cy="859072"/>
          </a:xfrm>
          <a:prstGeom prst="rect">
            <a:avLst/>
          </a:prstGeom>
          <a:solidFill>
            <a:schemeClr val="bg1"/>
          </a:solidFill>
          <a:ln w="9525">
            <a:solidFill>
              <a:srgbClr val="F0861E"/>
            </a:solid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r>
              <a:rPr lang="ja-JP" altLang="en-US" dirty="0">
                <a:latin typeface="メイリオ" panose="020B0604030504040204" pitchFamily="50" charset="-128"/>
                <a:ea typeface="メイリオ" panose="020B0604030504040204" pitchFamily="50" charset="-128"/>
              </a:rPr>
              <a:t>アプリケーションのコンポーネントに組み込まれた冗長性</a:t>
            </a:r>
            <a:endParaRPr lang="en-US" altLang="ja-JP" kern="0" dirty="0">
              <a:solidFill>
                <a:schemeClr val="bg2"/>
              </a:solidFill>
              <a:latin typeface="メイリオ" panose="020B0604030504040204" pitchFamily="50" charset="-128"/>
              <a:ea typeface="メイリオ" panose="020B0604030504040204" pitchFamily="50" charset="-128"/>
            </a:endParaRPr>
          </a:p>
        </p:txBody>
      </p:sp>
      <p:sp>
        <p:nvSpPr>
          <p:cNvPr id="10" name="コンテンツ プレースホルダー 2">
            <a:extLst>
              <a:ext uri="{FF2B5EF4-FFF2-40B4-BE49-F238E27FC236}">
                <a16:creationId xmlns:a16="http://schemas.microsoft.com/office/drawing/2014/main" id="{0E89B9D3-DF1D-49F7-A489-595F4F684D55}"/>
              </a:ext>
            </a:extLst>
          </p:cNvPr>
          <p:cNvSpPr txBox="1">
            <a:spLocks/>
          </p:cNvSpPr>
          <p:nvPr/>
        </p:nvSpPr>
        <p:spPr bwMode="auto">
          <a:xfrm>
            <a:off x="1208584" y="2276872"/>
            <a:ext cx="2232248" cy="859072"/>
          </a:xfrm>
          <a:prstGeom prst="rect">
            <a:avLst/>
          </a:prstGeom>
          <a:solidFill>
            <a:srgbClr val="F0861E"/>
          </a:solidFill>
          <a:ln w="9525">
            <a:no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pPr algn="ctr"/>
            <a:r>
              <a:rPr lang="ja-JP" altLang="en-US" sz="2000" b="1" kern="0" dirty="0">
                <a:solidFill>
                  <a:schemeClr val="bg1"/>
                </a:solidFill>
                <a:latin typeface="メイリオ" panose="020B0604030504040204" pitchFamily="50" charset="-128"/>
                <a:ea typeface="メイリオ" panose="020B0604030504040204" pitchFamily="50" charset="-128"/>
              </a:rPr>
              <a:t>耐障害性</a:t>
            </a:r>
            <a:endParaRPr lang="en-US" altLang="ja-JP" b="1" kern="0" dirty="0">
              <a:solidFill>
                <a:schemeClr val="bg1"/>
              </a:solidFill>
              <a:latin typeface="メイリオ" panose="020B0604030504040204" pitchFamily="50" charset="-128"/>
              <a:ea typeface="メイリオ" panose="020B0604030504040204" pitchFamily="50" charset="-128"/>
            </a:endParaRPr>
          </a:p>
        </p:txBody>
      </p:sp>
      <p:sp>
        <p:nvSpPr>
          <p:cNvPr id="11" name="コンテンツ プレースホルダー 2">
            <a:extLst>
              <a:ext uri="{FF2B5EF4-FFF2-40B4-BE49-F238E27FC236}">
                <a16:creationId xmlns:a16="http://schemas.microsoft.com/office/drawing/2014/main" id="{37BC5828-90F5-417E-8A96-8DD875556F90}"/>
              </a:ext>
            </a:extLst>
          </p:cNvPr>
          <p:cNvSpPr txBox="1">
            <a:spLocks/>
          </p:cNvSpPr>
          <p:nvPr/>
        </p:nvSpPr>
        <p:spPr bwMode="auto">
          <a:xfrm>
            <a:off x="3512840" y="3292521"/>
            <a:ext cx="5040560" cy="859072"/>
          </a:xfrm>
          <a:prstGeom prst="rect">
            <a:avLst/>
          </a:prstGeom>
          <a:solidFill>
            <a:schemeClr val="bg1"/>
          </a:solidFill>
          <a:ln w="9525">
            <a:solidFill>
              <a:srgbClr val="F0861E"/>
            </a:solid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r>
              <a:rPr lang="ja-JP" altLang="en-US" kern="0" dirty="0">
                <a:solidFill>
                  <a:schemeClr val="bg2"/>
                </a:solidFill>
                <a:latin typeface="メイリオ" panose="020B0604030504040204" pitchFamily="50" charset="-128"/>
                <a:ea typeface="メイリオ" panose="020B0604030504040204" pitchFamily="50" charset="-128"/>
              </a:rPr>
              <a:t>システム障害／災害発生時におけるサービス復旧に係る機能とプロセスとポリシー</a:t>
            </a:r>
            <a:endParaRPr lang="en-US" altLang="ja-JP" kern="0" dirty="0">
              <a:solidFill>
                <a:schemeClr val="bg2"/>
              </a:solidFill>
              <a:latin typeface="メイリオ" panose="020B0604030504040204" pitchFamily="50" charset="-128"/>
              <a:ea typeface="メイリオ" panose="020B0604030504040204" pitchFamily="50" charset="-128"/>
            </a:endParaRPr>
          </a:p>
        </p:txBody>
      </p:sp>
      <p:sp>
        <p:nvSpPr>
          <p:cNvPr id="12" name="コンテンツ プレースホルダー 2">
            <a:extLst>
              <a:ext uri="{FF2B5EF4-FFF2-40B4-BE49-F238E27FC236}">
                <a16:creationId xmlns:a16="http://schemas.microsoft.com/office/drawing/2014/main" id="{2742D3ED-BCB3-415C-AE13-4760415DD8AD}"/>
              </a:ext>
            </a:extLst>
          </p:cNvPr>
          <p:cNvSpPr txBox="1">
            <a:spLocks/>
          </p:cNvSpPr>
          <p:nvPr/>
        </p:nvSpPr>
        <p:spPr bwMode="auto">
          <a:xfrm>
            <a:off x="1208584" y="3292521"/>
            <a:ext cx="2232248" cy="859072"/>
          </a:xfrm>
          <a:prstGeom prst="rect">
            <a:avLst/>
          </a:prstGeom>
          <a:solidFill>
            <a:srgbClr val="F0861E"/>
          </a:solidFill>
          <a:ln w="9525">
            <a:no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pPr algn="ctr"/>
            <a:r>
              <a:rPr lang="ja-JP" altLang="en-US" sz="2000" b="1" kern="0" dirty="0">
                <a:solidFill>
                  <a:schemeClr val="bg1"/>
                </a:solidFill>
                <a:latin typeface="メイリオ" panose="020B0604030504040204" pitchFamily="50" charset="-128"/>
                <a:ea typeface="メイリオ" panose="020B0604030504040204" pitchFamily="50" charset="-128"/>
              </a:rPr>
              <a:t>復元可能性</a:t>
            </a:r>
            <a:endParaRPr lang="en-US" altLang="ja-JP" b="1" kern="0" dirty="0">
              <a:solidFill>
                <a:schemeClr val="bg1"/>
              </a:solidFill>
              <a:latin typeface="メイリオ" panose="020B0604030504040204" pitchFamily="50" charset="-128"/>
              <a:ea typeface="メイリオ" panose="020B0604030504040204" pitchFamily="50" charset="-128"/>
            </a:endParaRPr>
          </a:p>
        </p:txBody>
      </p:sp>
      <p:sp>
        <p:nvSpPr>
          <p:cNvPr id="7" name="コンテンツ プレースホルダー 2">
            <a:extLst>
              <a:ext uri="{FF2B5EF4-FFF2-40B4-BE49-F238E27FC236}">
                <a16:creationId xmlns:a16="http://schemas.microsoft.com/office/drawing/2014/main" id="{68037A02-D301-44E1-A472-50317B80B9F6}"/>
              </a:ext>
            </a:extLst>
          </p:cNvPr>
          <p:cNvSpPr txBox="1">
            <a:spLocks/>
          </p:cNvSpPr>
          <p:nvPr/>
        </p:nvSpPr>
        <p:spPr bwMode="auto">
          <a:xfrm>
            <a:off x="3512840" y="4308170"/>
            <a:ext cx="5040560" cy="859072"/>
          </a:xfrm>
          <a:prstGeom prst="rect">
            <a:avLst/>
          </a:prstGeom>
          <a:solidFill>
            <a:schemeClr val="bg1"/>
          </a:solidFill>
          <a:ln w="9525">
            <a:solidFill>
              <a:srgbClr val="F0861E"/>
            </a:solid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r>
              <a:rPr lang="ja-JP" altLang="en-US" kern="0" dirty="0">
                <a:solidFill>
                  <a:schemeClr val="bg2"/>
                </a:solidFill>
                <a:latin typeface="メイリオ" panose="020B0604030504040204" pitchFamily="50" charset="-128"/>
                <a:ea typeface="メイリオ" panose="020B0604030504040204" pitchFamily="50" charset="-128"/>
              </a:rPr>
              <a:t>既存設計・構成において、アプリケーションの拡張性を確保する能力</a:t>
            </a:r>
            <a:endParaRPr lang="en-US" altLang="ja-JP" kern="0" dirty="0">
              <a:solidFill>
                <a:schemeClr val="bg2"/>
              </a:solidFill>
              <a:latin typeface="メイリオ" panose="020B0604030504040204" pitchFamily="50" charset="-128"/>
              <a:ea typeface="メイリオ" panose="020B0604030504040204" pitchFamily="50" charset="-128"/>
            </a:endParaRPr>
          </a:p>
        </p:txBody>
      </p:sp>
      <p:sp>
        <p:nvSpPr>
          <p:cNvPr id="8" name="コンテンツ プレースホルダー 2">
            <a:extLst>
              <a:ext uri="{FF2B5EF4-FFF2-40B4-BE49-F238E27FC236}">
                <a16:creationId xmlns:a16="http://schemas.microsoft.com/office/drawing/2014/main" id="{B9CE554C-7C01-4A0C-8159-809F43AFD52C}"/>
              </a:ext>
            </a:extLst>
          </p:cNvPr>
          <p:cNvSpPr txBox="1">
            <a:spLocks/>
          </p:cNvSpPr>
          <p:nvPr/>
        </p:nvSpPr>
        <p:spPr bwMode="auto">
          <a:xfrm>
            <a:off x="1208584" y="4308170"/>
            <a:ext cx="2232248" cy="859072"/>
          </a:xfrm>
          <a:prstGeom prst="rect">
            <a:avLst/>
          </a:prstGeom>
          <a:solidFill>
            <a:srgbClr val="F0861E"/>
          </a:solidFill>
          <a:ln w="9525">
            <a:no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pPr algn="ctr"/>
            <a:r>
              <a:rPr lang="ja-JP" altLang="en-US" sz="2000" b="1" dirty="0">
                <a:solidFill>
                  <a:schemeClr val="bg1"/>
                </a:solidFill>
                <a:latin typeface="メイリオ" panose="020B0604030504040204" pitchFamily="50" charset="-128"/>
                <a:ea typeface="メイリオ" panose="020B0604030504040204" pitchFamily="50" charset="-128"/>
              </a:rPr>
              <a:t>拡張性</a:t>
            </a:r>
            <a:endParaRPr lang="en-US" altLang="ja-JP" sz="2000" b="1" kern="0" dirty="0">
              <a:solidFill>
                <a:schemeClr val="bg1"/>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14321680"/>
      </p:ext>
    </p:extLst>
  </p:cSld>
  <p:clrMapOvr>
    <a:masterClrMapping/>
  </p:clrMapOvr>
  <mc:AlternateContent xmlns:mc="http://schemas.openxmlformats.org/markup-compatibility/2006" xmlns:p14="http://schemas.microsoft.com/office/powerpoint/2010/main">
    <mc:Choice Requires="p14">
      <p:transition spd="slow" p14:dur="2000" advTm="57418"/>
    </mc:Choice>
    <mc:Fallback xmlns="">
      <p:transition spd="slow" advTm="57418"/>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タイトル 1">
            <a:extLst>
              <a:ext uri="{FF2B5EF4-FFF2-40B4-BE49-F238E27FC236}">
                <a16:creationId xmlns:a16="http://schemas.microsoft.com/office/drawing/2014/main" id="{B14815AE-025C-4474-A800-10C3A385A67A}"/>
              </a:ext>
            </a:extLst>
          </p:cNvPr>
          <p:cNvSpPr txBox="1">
            <a:spLocks/>
          </p:cNvSpPr>
          <p:nvPr/>
        </p:nvSpPr>
        <p:spPr bwMode="auto">
          <a:xfrm>
            <a:off x="631222" y="228600"/>
            <a:ext cx="8642258" cy="50208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rtl="0" fontAlgn="base">
              <a:lnSpc>
                <a:spcPct val="90000"/>
              </a:lnSpc>
              <a:spcBef>
                <a:spcPct val="0"/>
              </a:spcBef>
              <a:spcAft>
                <a:spcPct val="0"/>
              </a:spcAft>
              <a:defRPr kumimoji="1" sz="2000">
                <a:solidFill>
                  <a:schemeClr val="tx2"/>
                </a:solidFill>
                <a:latin typeface="游明朝" panose="02020400000000000000" pitchFamily="18" charset="-128"/>
                <a:ea typeface="游明朝" panose="02020400000000000000" pitchFamily="18" charset="-128"/>
                <a:cs typeface="+mj-cs"/>
              </a:defRPr>
            </a:lvl1pPr>
            <a:lvl2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2pPr>
            <a:lvl3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3pPr>
            <a:lvl4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4pPr>
            <a:lvl5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5pPr>
            <a:lvl6pPr marL="4572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6pPr>
            <a:lvl7pPr marL="9144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7pPr>
            <a:lvl8pPr marL="13716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8pPr>
            <a:lvl9pPr marL="18288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9pPr>
          </a:lstStyle>
          <a:p>
            <a:pPr algn="l"/>
            <a:r>
              <a:rPr lang="ja-JP" altLang="en-US" sz="3000" dirty="0">
                <a:solidFill>
                  <a:schemeClr val="tx1"/>
                </a:solidFill>
                <a:latin typeface="メイリオ" panose="020B0604030504040204" pitchFamily="50" charset="-128"/>
                <a:ea typeface="メイリオ" panose="020B0604030504040204" pitchFamily="50" charset="-128"/>
              </a:rPr>
              <a:t>高可用性のトレードオフ</a:t>
            </a:r>
            <a:endParaRPr lang="en-US" altLang="ja-JP" sz="3000" dirty="0">
              <a:latin typeface="メイリオ" panose="020B0604030504040204" pitchFamily="50" charset="-128"/>
              <a:ea typeface="メイリオ" panose="020B0604030504040204" pitchFamily="50" charset="-128"/>
            </a:endParaRPr>
          </a:p>
        </p:txBody>
      </p:sp>
      <p:sp>
        <p:nvSpPr>
          <p:cNvPr id="10" name="コンテンツ プレースホルダー 2">
            <a:extLst>
              <a:ext uri="{FF2B5EF4-FFF2-40B4-BE49-F238E27FC236}">
                <a16:creationId xmlns:a16="http://schemas.microsoft.com/office/drawing/2014/main" id="{0E89B9D3-DF1D-49F7-A489-595F4F684D55}"/>
              </a:ext>
            </a:extLst>
          </p:cNvPr>
          <p:cNvSpPr txBox="1">
            <a:spLocks/>
          </p:cNvSpPr>
          <p:nvPr/>
        </p:nvSpPr>
        <p:spPr bwMode="auto">
          <a:xfrm>
            <a:off x="1352600" y="1916832"/>
            <a:ext cx="2880320" cy="3384376"/>
          </a:xfrm>
          <a:prstGeom prst="rect">
            <a:avLst/>
          </a:prstGeom>
          <a:solidFill>
            <a:srgbClr val="F0861E"/>
          </a:solidFill>
          <a:ln w="9525">
            <a:no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pPr algn="ctr"/>
            <a:r>
              <a:rPr lang="ja-JP" altLang="en-US" sz="2000" b="1" kern="0" dirty="0">
                <a:solidFill>
                  <a:schemeClr val="bg1"/>
                </a:solidFill>
                <a:latin typeface="メイリオ" panose="020B0604030504040204" pitchFamily="50" charset="-128"/>
                <a:ea typeface="メイリオ" panose="020B0604030504040204" pitchFamily="50" charset="-128"/>
              </a:rPr>
              <a:t>可用性↑</a:t>
            </a:r>
            <a:endParaRPr lang="en-US" altLang="ja-JP" b="1" kern="0" dirty="0">
              <a:solidFill>
                <a:schemeClr val="bg1"/>
              </a:solidFill>
              <a:latin typeface="メイリオ" panose="020B0604030504040204" pitchFamily="50" charset="-128"/>
              <a:ea typeface="メイリオ" panose="020B0604030504040204" pitchFamily="50" charset="-128"/>
            </a:endParaRPr>
          </a:p>
        </p:txBody>
      </p:sp>
      <p:sp>
        <p:nvSpPr>
          <p:cNvPr id="13" name="コンテンツ プレースホルダー 2">
            <a:extLst>
              <a:ext uri="{FF2B5EF4-FFF2-40B4-BE49-F238E27FC236}">
                <a16:creationId xmlns:a16="http://schemas.microsoft.com/office/drawing/2014/main" id="{67A4CCFD-30F5-4F55-AA88-E63BF85D1FE8}"/>
              </a:ext>
            </a:extLst>
          </p:cNvPr>
          <p:cNvSpPr txBox="1">
            <a:spLocks/>
          </p:cNvSpPr>
          <p:nvPr/>
        </p:nvSpPr>
        <p:spPr bwMode="auto">
          <a:xfrm>
            <a:off x="5529064" y="1916832"/>
            <a:ext cx="2880320" cy="1656184"/>
          </a:xfrm>
          <a:prstGeom prst="rect">
            <a:avLst/>
          </a:prstGeom>
          <a:solidFill>
            <a:srgbClr val="F0861E"/>
          </a:solidFill>
          <a:ln w="9525">
            <a:no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pPr algn="ctr"/>
            <a:r>
              <a:rPr lang="ja-JP" altLang="en-US" sz="2000" b="1" kern="0" dirty="0">
                <a:solidFill>
                  <a:schemeClr val="bg1"/>
                </a:solidFill>
                <a:latin typeface="メイリオ" panose="020B0604030504040204" pitchFamily="50" charset="-128"/>
                <a:ea typeface="メイリオ" panose="020B0604030504040204" pitchFamily="50" charset="-128"/>
              </a:rPr>
              <a:t>コスト↑</a:t>
            </a:r>
            <a:endParaRPr lang="en-US" altLang="ja-JP" sz="2000" b="1" kern="0" dirty="0">
              <a:solidFill>
                <a:schemeClr val="bg1"/>
              </a:solidFill>
              <a:latin typeface="メイリオ" panose="020B0604030504040204" pitchFamily="50" charset="-128"/>
              <a:ea typeface="メイリオ" panose="020B0604030504040204" pitchFamily="50" charset="-128"/>
            </a:endParaRPr>
          </a:p>
        </p:txBody>
      </p:sp>
      <p:sp>
        <p:nvSpPr>
          <p:cNvPr id="14" name="コンテンツ プレースホルダー 2">
            <a:extLst>
              <a:ext uri="{FF2B5EF4-FFF2-40B4-BE49-F238E27FC236}">
                <a16:creationId xmlns:a16="http://schemas.microsoft.com/office/drawing/2014/main" id="{1BD16650-C3A5-468A-9220-F7CC5591FF44}"/>
              </a:ext>
            </a:extLst>
          </p:cNvPr>
          <p:cNvSpPr txBox="1">
            <a:spLocks/>
          </p:cNvSpPr>
          <p:nvPr/>
        </p:nvSpPr>
        <p:spPr bwMode="auto">
          <a:xfrm>
            <a:off x="5529064" y="3645024"/>
            <a:ext cx="2880320" cy="1656184"/>
          </a:xfrm>
          <a:prstGeom prst="rect">
            <a:avLst/>
          </a:prstGeom>
          <a:solidFill>
            <a:srgbClr val="F0861E"/>
          </a:solidFill>
          <a:ln w="9525">
            <a:no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pPr algn="ctr"/>
            <a:r>
              <a:rPr lang="ja-JP" altLang="en-US" sz="2000" b="1" kern="0" dirty="0">
                <a:solidFill>
                  <a:schemeClr val="bg1"/>
                </a:solidFill>
                <a:latin typeface="メイリオ" panose="020B0604030504040204" pitchFamily="50" charset="-128"/>
                <a:ea typeface="メイリオ" panose="020B0604030504040204" pitchFamily="50" charset="-128"/>
              </a:rPr>
              <a:t>構成の複雑さ↑</a:t>
            </a:r>
            <a:endParaRPr lang="en-US" altLang="ja-JP" b="1" kern="0" dirty="0">
              <a:solidFill>
                <a:schemeClr val="bg1"/>
              </a:solidFill>
              <a:latin typeface="メイリオ" panose="020B0604030504040204" pitchFamily="50" charset="-128"/>
              <a:ea typeface="メイリオ" panose="020B0604030504040204" pitchFamily="50" charset="-128"/>
            </a:endParaRPr>
          </a:p>
        </p:txBody>
      </p:sp>
      <p:sp>
        <p:nvSpPr>
          <p:cNvPr id="2" name="矢印: 右 1">
            <a:extLst>
              <a:ext uri="{FF2B5EF4-FFF2-40B4-BE49-F238E27FC236}">
                <a16:creationId xmlns:a16="http://schemas.microsoft.com/office/drawing/2014/main" id="{B98871F3-6739-4DA1-A007-40495577827B}"/>
              </a:ext>
            </a:extLst>
          </p:cNvPr>
          <p:cNvSpPr/>
          <p:nvPr/>
        </p:nvSpPr>
        <p:spPr bwMode="auto">
          <a:xfrm>
            <a:off x="4664968" y="3201688"/>
            <a:ext cx="864096" cy="792088"/>
          </a:xfrm>
          <a:prstGeom prst="rightArrow">
            <a:avLst/>
          </a:prstGeom>
          <a:solidFill>
            <a:schemeClr val="accent2"/>
          </a:solidFill>
          <a:ln w="12700" cap="flat" cmpd="sng" algn="ctr">
            <a:no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ja-JP" altLang="en-US" sz="1600" b="0" i="0" u="none" strike="noStrike" cap="none" normalizeH="0" baseline="0">
              <a:ln>
                <a:noFill/>
              </a:ln>
              <a:solidFill>
                <a:schemeClr val="tx1"/>
              </a:solidFill>
              <a:effectLst/>
              <a:latin typeface="ＭＳ Ｐゴシック" pitchFamily="50" charset="-128"/>
              <a:ea typeface="ＭＳ Ｐゴシック" pitchFamily="50" charset="-128"/>
            </a:endParaRPr>
          </a:p>
        </p:txBody>
      </p:sp>
      <p:sp>
        <p:nvSpPr>
          <p:cNvPr id="15" name="矢印: 右 14">
            <a:extLst>
              <a:ext uri="{FF2B5EF4-FFF2-40B4-BE49-F238E27FC236}">
                <a16:creationId xmlns:a16="http://schemas.microsoft.com/office/drawing/2014/main" id="{B3226957-96BE-4D7F-A849-66E6BE5DB002}"/>
              </a:ext>
            </a:extLst>
          </p:cNvPr>
          <p:cNvSpPr/>
          <p:nvPr/>
        </p:nvSpPr>
        <p:spPr bwMode="auto">
          <a:xfrm rot="10800000">
            <a:off x="4268924" y="3201688"/>
            <a:ext cx="864096" cy="792088"/>
          </a:xfrm>
          <a:prstGeom prst="rightArrow">
            <a:avLst/>
          </a:prstGeom>
          <a:solidFill>
            <a:schemeClr val="accent2"/>
          </a:solidFill>
          <a:ln w="12700" cap="flat" cmpd="sng" algn="ctr">
            <a:no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ja-JP" altLang="en-US" sz="1600" b="0" i="0" u="none" strike="noStrike" cap="none" normalizeH="0" baseline="0">
              <a:ln>
                <a:noFill/>
              </a:ln>
              <a:solidFill>
                <a:schemeClr val="tx1"/>
              </a:solidFill>
              <a:effectLst/>
              <a:latin typeface="ＭＳ Ｐゴシック" pitchFamily="50" charset="-128"/>
              <a:ea typeface="ＭＳ Ｐゴシック" pitchFamily="50" charset="-128"/>
            </a:endParaRPr>
          </a:p>
        </p:txBody>
      </p:sp>
    </p:spTree>
    <p:extLst>
      <p:ext uri="{BB962C8B-B14F-4D97-AF65-F5344CB8AC3E}">
        <p14:creationId xmlns:p14="http://schemas.microsoft.com/office/powerpoint/2010/main" val="758826804"/>
      </p:ext>
    </p:extLst>
  </p:cSld>
  <p:clrMapOvr>
    <a:masterClrMapping/>
  </p:clrMapOvr>
  <mc:AlternateContent xmlns:mc="http://schemas.openxmlformats.org/markup-compatibility/2006" xmlns:p14="http://schemas.microsoft.com/office/powerpoint/2010/main">
    <mc:Choice Requires="p14">
      <p:transition spd="slow" p14:dur="2000" advTm="31786"/>
    </mc:Choice>
    <mc:Fallback xmlns="">
      <p:transition spd="slow" advTm="31786"/>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タイトル 1">
            <a:extLst>
              <a:ext uri="{FF2B5EF4-FFF2-40B4-BE49-F238E27FC236}">
                <a16:creationId xmlns:a16="http://schemas.microsoft.com/office/drawing/2014/main" id="{B14815AE-025C-4474-A800-10C3A385A67A}"/>
              </a:ext>
            </a:extLst>
          </p:cNvPr>
          <p:cNvSpPr txBox="1">
            <a:spLocks/>
          </p:cNvSpPr>
          <p:nvPr/>
        </p:nvSpPr>
        <p:spPr bwMode="auto">
          <a:xfrm>
            <a:off x="631222" y="228600"/>
            <a:ext cx="8642258" cy="50208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rtl="0" fontAlgn="base">
              <a:lnSpc>
                <a:spcPct val="90000"/>
              </a:lnSpc>
              <a:spcBef>
                <a:spcPct val="0"/>
              </a:spcBef>
              <a:spcAft>
                <a:spcPct val="0"/>
              </a:spcAft>
              <a:defRPr kumimoji="1" sz="2000">
                <a:solidFill>
                  <a:schemeClr val="tx2"/>
                </a:solidFill>
                <a:latin typeface="游明朝" panose="02020400000000000000" pitchFamily="18" charset="-128"/>
                <a:ea typeface="游明朝" panose="02020400000000000000" pitchFamily="18" charset="-128"/>
                <a:cs typeface="+mj-cs"/>
              </a:defRPr>
            </a:lvl1pPr>
            <a:lvl2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2pPr>
            <a:lvl3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3pPr>
            <a:lvl4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4pPr>
            <a:lvl5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5pPr>
            <a:lvl6pPr marL="4572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6pPr>
            <a:lvl7pPr marL="9144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7pPr>
            <a:lvl8pPr marL="13716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8pPr>
            <a:lvl9pPr marL="18288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9pPr>
          </a:lstStyle>
          <a:p>
            <a:pPr algn="l"/>
            <a:r>
              <a:rPr lang="ja-JP" altLang="en-US" sz="3000" dirty="0">
                <a:solidFill>
                  <a:schemeClr val="tx1"/>
                </a:solidFill>
                <a:latin typeface="メイリオ" panose="020B0604030504040204" pitchFamily="50" charset="-128"/>
                <a:ea typeface="メイリオ" panose="020B0604030504040204" pitchFamily="50" charset="-128"/>
              </a:rPr>
              <a:t>高可用性</a:t>
            </a:r>
            <a:endParaRPr lang="en-US" altLang="ja-JP" sz="3000" dirty="0">
              <a:latin typeface="メイリオ" panose="020B0604030504040204" pitchFamily="50" charset="-128"/>
              <a:ea typeface="メイリオ" panose="020B0604030504040204" pitchFamily="50" charset="-128"/>
            </a:endParaRPr>
          </a:p>
        </p:txBody>
      </p:sp>
      <p:sp>
        <p:nvSpPr>
          <p:cNvPr id="5" name="コンテンツ プレースホルダー 2">
            <a:extLst>
              <a:ext uri="{FF2B5EF4-FFF2-40B4-BE49-F238E27FC236}">
                <a16:creationId xmlns:a16="http://schemas.microsoft.com/office/drawing/2014/main" id="{3B0D5C3B-2ADF-420F-9013-80247880F92D}"/>
              </a:ext>
            </a:extLst>
          </p:cNvPr>
          <p:cNvSpPr txBox="1">
            <a:spLocks/>
          </p:cNvSpPr>
          <p:nvPr/>
        </p:nvSpPr>
        <p:spPr>
          <a:xfrm>
            <a:off x="631222" y="799401"/>
            <a:ext cx="8858282" cy="325343"/>
          </a:xfrm>
          <a:prstGeom prst="rect">
            <a:avLst/>
          </a:prstGeom>
        </p:spPr>
        <p:txBody>
          <a:bodyPr vert="horz" lIns="74295" tIns="37148" rIns="74295" bIns="37148" rtlCol="0">
            <a:noAutofit/>
          </a:bodyPr>
          <a:lstStyle>
            <a:lvl1pPr marL="228600" indent="-228600" algn="l" defTabSz="914400" rtl="0" eaLnBrk="1" latinLnBrk="0" hangingPunct="1">
              <a:lnSpc>
                <a:spcPct val="90000"/>
              </a:lnSpc>
              <a:spcBef>
                <a:spcPts val="1000"/>
              </a:spcBef>
              <a:buFont typeface="Wingdings 2" pitchFamily="18" charset="2"/>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2" pitchFamily="18" charset="2"/>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2" pitchFamily="18" charset="2"/>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5pPr>
            <a:lvl6pPr marL="25146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6pPr>
            <a:lvl7pPr marL="29718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7pPr>
            <a:lvl8pPr marL="34290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8pPr>
            <a:lvl9pPr marL="38862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9pPr>
          </a:lstStyle>
          <a:p>
            <a:pPr marL="0" indent="0">
              <a:buNone/>
            </a:pPr>
            <a:r>
              <a:rPr lang="en-US" altLang="ja-JP" sz="2400" dirty="0">
                <a:solidFill>
                  <a:srgbClr val="002060"/>
                </a:solidFill>
                <a:latin typeface="メイリオ" panose="020B0604030504040204" pitchFamily="50" charset="-128"/>
                <a:ea typeface="メイリオ" panose="020B0604030504040204" pitchFamily="50" charset="-128"/>
              </a:rPr>
              <a:t>AWS</a:t>
            </a:r>
            <a:r>
              <a:rPr lang="ja-JP" altLang="en-US" sz="2400" dirty="0">
                <a:solidFill>
                  <a:srgbClr val="002060"/>
                </a:solidFill>
                <a:latin typeface="メイリオ" panose="020B0604030504040204" pitchFamily="50" charset="-128"/>
                <a:ea typeface="メイリオ" panose="020B0604030504040204" pitchFamily="50" charset="-128"/>
              </a:rPr>
              <a:t>を利用する際は、配置構成や高可用性を達成するサービスを組合わせて高可用性を実現する</a:t>
            </a:r>
            <a:endParaRPr lang="en-US" altLang="ja-JP" sz="2400" dirty="0">
              <a:solidFill>
                <a:srgbClr val="002060"/>
              </a:solidFill>
              <a:latin typeface="メイリオ" panose="020B0604030504040204" pitchFamily="50" charset="-128"/>
              <a:ea typeface="メイリオ" panose="020B0604030504040204" pitchFamily="50" charset="-128"/>
            </a:endParaRPr>
          </a:p>
        </p:txBody>
      </p:sp>
      <p:sp>
        <p:nvSpPr>
          <p:cNvPr id="2" name="矢印: 五方向 1">
            <a:extLst>
              <a:ext uri="{FF2B5EF4-FFF2-40B4-BE49-F238E27FC236}">
                <a16:creationId xmlns:a16="http://schemas.microsoft.com/office/drawing/2014/main" id="{C5038D90-93F9-4F09-8494-3A75C4FA0DD9}"/>
              </a:ext>
            </a:extLst>
          </p:cNvPr>
          <p:cNvSpPr/>
          <p:nvPr/>
        </p:nvSpPr>
        <p:spPr bwMode="auto">
          <a:xfrm>
            <a:off x="626369" y="1844824"/>
            <a:ext cx="4104456" cy="1080120"/>
          </a:xfrm>
          <a:prstGeom prst="homePlate">
            <a:avLst/>
          </a:prstGeom>
          <a:solidFill>
            <a:srgbClr val="F0861E"/>
          </a:solidFill>
          <a:ln w="12700" cap="flat" cmpd="sng" algn="ctr">
            <a:noFill/>
            <a:prstDash val="solid"/>
            <a:round/>
            <a:headEnd type="none" w="med" len="med"/>
            <a:tailEnd type="none" w="med" len="med"/>
          </a:ln>
          <a:effectLst/>
        </p:spPr>
        <p:txBody>
          <a:bodyPr vert="horz" wrap="square" lIns="36000" tIns="36000" rIns="36000" bIns="360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ja-JP" sz="2000" b="0" i="0" u="none" strike="noStrike" cap="none" normalizeH="0" baseline="0" dirty="0">
                <a:ln>
                  <a:noFill/>
                </a:ln>
                <a:solidFill>
                  <a:schemeClr val="bg1"/>
                </a:solidFill>
                <a:effectLst/>
                <a:latin typeface="メイリオ" panose="020B0604030504040204" pitchFamily="50" charset="-128"/>
                <a:ea typeface="メイリオ" panose="020B0604030504040204" pitchFamily="50" charset="-128"/>
              </a:rPr>
              <a:t>AWS</a:t>
            </a:r>
            <a:r>
              <a:rPr kumimoji="1" lang="ja-JP" altLang="en-US" sz="2000" b="0" i="0" u="none" strike="noStrike" cap="none" normalizeH="0" baseline="0" dirty="0">
                <a:ln>
                  <a:noFill/>
                </a:ln>
                <a:solidFill>
                  <a:schemeClr val="bg1"/>
                </a:solidFill>
                <a:effectLst/>
                <a:latin typeface="メイリオ" panose="020B0604030504040204" pitchFamily="50" charset="-128"/>
                <a:ea typeface="メイリオ" panose="020B0604030504040204" pitchFamily="50" charset="-128"/>
              </a:rPr>
              <a:t>のサービス配置により</a:t>
            </a:r>
            <a:br>
              <a:rPr kumimoji="1" lang="en-US" altLang="ja-JP" sz="2000" b="0" i="0" u="none" strike="noStrike" cap="none" normalizeH="0" baseline="0" dirty="0">
                <a:ln>
                  <a:noFill/>
                </a:ln>
                <a:solidFill>
                  <a:schemeClr val="bg1"/>
                </a:solidFill>
                <a:effectLst/>
                <a:latin typeface="メイリオ" panose="020B0604030504040204" pitchFamily="50" charset="-128"/>
                <a:ea typeface="メイリオ" panose="020B0604030504040204" pitchFamily="50" charset="-128"/>
              </a:rPr>
            </a:br>
            <a:r>
              <a:rPr kumimoji="1" lang="ja-JP" altLang="en-US" sz="2000" b="0" i="0" u="none" strike="noStrike" cap="none" normalizeH="0" baseline="0" dirty="0">
                <a:ln>
                  <a:noFill/>
                </a:ln>
                <a:solidFill>
                  <a:schemeClr val="bg1"/>
                </a:solidFill>
                <a:effectLst/>
                <a:latin typeface="メイリオ" panose="020B0604030504040204" pitchFamily="50" charset="-128"/>
                <a:ea typeface="メイリオ" panose="020B0604030504040204" pitchFamily="50" charset="-128"/>
              </a:rPr>
              <a:t>高可用性を</a:t>
            </a:r>
            <a:r>
              <a:rPr lang="ja-JP" altLang="en-US" sz="2000" dirty="0">
                <a:solidFill>
                  <a:schemeClr val="bg1"/>
                </a:solidFill>
                <a:latin typeface="メイリオ" panose="020B0604030504040204" pitchFamily="50" charset="-128"/>
                <a:ea typeface="メイリオ" panose="020B0604030504040204" pitchFamily="50" charset="-128"/>
              </a:rPr>
              <a:t>高める</a:t>
            </a:r>
            <a:endParaRPr kumimoji="1" lang="ja-JP" altLang="en-US" sz="2000" b="0" i="0" u="none" strike="noStrike" cap="none" normalizeH="0" baseline="0" dirty="0">
              <a:ln>
                <a:noFill/>
              </a:ln>
              <a:solidFill>
                <a:schemeClr val="bg1"/>
              </a:solidFill>
              <a:effectLst/>
              <a:latin typeface="メイリオ" panose="020B0604030504040204" pitchFamily="50" charset="-128"/>
              <a:ea typeface="メイリオ" panose="020B0604030504040204" pitchFamily="50" charset="-128"/>
            </a:endParaRPr>
          </a:p>
        </p:txBody>
      </p:sp>
      <p:sp>
        <p:nvSpPr>
          <p:cNvPr id="9" name="矢印: 五方向 8">
            <a:extLst>
              <a:ext uri="{FF2B5EF4-FFF2-40B4-BE49-F238E27FC236}">
                <a16:creationId xmlns:a16="http://schemas.microsoft.com/office/drawing/2014/main" id="{D8B49F42-ECB0-4E7D-953C-ABC320792897}"/>
              </a:ext>
            </a:extLst>
          </p:cNvPr>
          <p:cNvSpPr/>
          <p:nvPr/>
        </p:nvSpPr>
        <p:spPr bwMode="auto">
          <a:xfrm>
            <a:off x="4808984" y="1844824"/>
            <a:ext cx="4104456" cy="1080120"/>
          </a:xfrm>
          <a:prstGeom prst="homePlate">
            <a:avLst/>
          </a:prstGeom>
          <a:solidFill>
            <a:srgbClr val="F0861E"/>
          </a:solidFill>
          <a:ln w="12700" cap="flat" cmpd="sng" algn="ctr">
            <a:noFill/>
            <a:prstDash val="solid"/>
            <a:round/>
            <a:headEnd type="none" w="med" len="med"/>
            <a:tailEnd type="none" w="med" len="med"/>
          </a:ln>
          <a:effectLst/>
        </p:spPr>
        <p:txBody>
          <a:bodyPr vert="horz" wrap="square" lIns="36000" tIns="36000" rIns="36000" bIns="360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ja-JP" sz="2000" b="0" i="0" u="none" strike="noStrike" cap="none" normalizeH="0" baseline="0" dirty="0">
                <a:ln>
                  <a:noFill/>
                </a:ln>
                <a:solidFill>
                  <a:schemeClr val="bg1"/>
                </a:solidFill>
                <a:effectLst/>
                <a:latin typeface="メイリオ" panose="020B0604030504040204" pitchFamily="50" charset="-128"/>
                <a:ea typeface="メイリオ" panose="020B0604030504040204" pitchFamily="50" charset="-128"/>
              </a:rPr>
              <a:t>AWS</a:t>
            </a:r>
            <a:r>
              <a:rPr lang="ja-JP" altLang="en-US" sz="2000" dirty="0">
                <a:solidFill>
                  <a:schemeClr val="bg1"/>
                </a:solidFill>
                <a:latin typeface="メイリオ" panose="020B0604030504040204" pitchFamily="50" charset="-128"/>
                <a:ea typeface="メイリオ" panose="020B0604030504040204" pitchFamily="50" charset="-128"/>
              </a:rPr>
              <a:t>サービスの利用</a:t>
            </a:r>
            <a:endParaRPr kumimoji="1" lang="ja-JP" altLang="en-US" sz="2000" b="0" i="0" u="none" strike="noStrike" cap="none" normalizeH="0" baseline="0" dirty="0">
              <a:ln>
                <a:noFill/>
              </a:ln>
              <a:solidFill>
                <a:schemeClr val="bg1"/>
              </a:solidFill>
              <a:effectLst/>
              <a:latin typeface="メイリオ" panose="020B0604030504040204" pitchFamily="50" charset="-128"/>
              <a:ea typeface="メイリオ" panose="020B0604030504040204" pitchFamily="50" charset="-128"/>
            </a:endParaRPr>
          </a:p>
        </p:txBody>
      </p:sp>
      <p:sp>
        <p:nvSpPr>
          <p:cNvPr id="10" name="コンテンツ プレースホルダー 2">
            <a:extLst>
              <a:ext uri="{FF2B5EF4-FFF2-40B4-BE49-F238E27FC236}">
                <a16:creationId xmlns:a16="http://schemas.microsoft.com/office/drawing/2014/main" id="{D53AEE73-2286-4FEF-913E-01663FF5EE18}"/>
              </a:ext>
            </a:extLst>
          </p:cNvPr>
          <p:cNvSpPr txBox="1">
            <a:spLocks/>
          </p:cNvSpPr>
          <p:nvPr/>
        </p:nvSpPr>
        <p:spPr bwMode="auto">
          <a:xfrm>
            <a:off x="626369" y="3068960"/>
            <a:ext cx="3888432" cy="970122"/>
          </a:xfrm>
          <a:prstGeom prst="rect">
            <a:avLst/>
          </a:prstGeom>
          <a:solidFill>
            <a:schemeClr val="bg1"/>
          </a:solidFill>
          <a:ln w="9525">
            <a:solidFill>
              <a:srgbClr val="F0861E"/>
            </a:solidFill>
            <a:miter lim="800000"/>
            <a:headEnd/>
            <a:tailEnd/>
          </a:ln>
          <a:effectLst/>
        </p:spPr>
        <p:txBody>
          <a:bodyPr vert="horz" wrap="square" lIns="91440" tIns="45720" rIns="91440" bIns="45720" numCol="1" anchor="t"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pPr algn="ctr"/>
            <a:r>
              <a:rPr lang="en-US" altLang="ja-JP" sz="1800" b="1" kern="0" dirty="0">
                <a:solidFill>
                  <a:schemeClr val="bg2"/>
                </a:solidFill>
                <a:latin typeface="メイリオ" panose="020B0604030504040204" pitchFamily="50" charset="-128"/>
                <a:ea typeface="メイリオ" panose="020B0604030504040204" pitchFamily="50" charset="-128"/>
              </a:rPr>
              <a:t>【</a:t>
            </a:r>
            <a:r>
              <a:rPr lang="ja-JP" altLang="en-US" sz="1800" b="1" kern="0" dirty="0">
                <a:solidFill>
                  <a:schemeClr val="bg2"/>
                </a:solidFill>
                <a:latin typeface="メイリオ" panose="020B0604030504040204" pitchFamily="50" charset="-128"/>
                <a:ea typeface="メイリオ" panose="020B0604030504040204" pitchFamily="50" charset="-128"/>
              </a:rPr>
              <a:t>リージョンの選択</a:t>
            </a:r>
            <a:r>
              <a:rPr lang="en-US" altLang="ja-JP" sz="1800" b="1" kern="0" dirty="0">
                <a:solidFill>
                  <a:schemeClr val="bg2"/>
                </a:solidFill>
                <a:latin typeface="メイリオ" panose="020B0604030504040204" pitchFamily="50" charset="-128"/>
                <a:ea typeface="メイリオ" panose="020B0604030504040204" pitchFamily="50" charset="-128"/>
              </a:rPr>
              <a:t>】</a:t>
            </a:r>
            <a:br>
              <a:rPr lang="en-US" altLang="ja-JP" sz="1800" b="1" kern="0" dirty="0">
                <a:solidFill>
                  <a:schemeClr val="bg2"/>
                </a:solidFill>
                <a:latin typeface="メイリオ" panose="020B0604030504040204" pitchFamily="50" charset="-128"/>
                <a:ea typeface="メイリオ" panose="020B0604030504040204" pitchFamily="50" charset="-128"/>
              </a:rPr>
            </a:br>
            <a:r>
              <a:rPr lang="ja-JP" altLang="en-US" sz="1800" kern="0" dirty="0">
                <a:solidFill>
                  <a:schemeClr val="bg2"/>
                </a:solidFill>
                <a:latin typeface="メイリオ" panose="020B0604030504040204" pitchFamily="50" charset="-128"/>
                <a:ea typeface="メイリオ" panose="020B0604030504040204" pitchFamily="50" charset="-128"/>
              </a:rPr>
              <a:t>単一リージョンまたはマルチリージョンの選択</a:t>
            </a:r>
            <a:endParaRPr lang="en-US" altLang="ja-JP" sz="1800" kern="0" dirty="0">
              <a:solidFill>
                <a:schemeClr val="bg2"/>
              </a:solidFill>
              <a:latin typeface="メイリオ" panose="020B0604030504040204" pitchFamily="50" charset="-128"/>
              <a:ea typeface="メイリオ" panose="020B0604030504040204" pitchFamily="50" charset="-128"/>
            </a:endParaRPr>
          </a:p>
        </p:txBody>
      </p:sp>
      <p:sp>
        <p:nvSpPr>
          <p:cNvPr id="11" name="コンテンツ プレースホルダー 2">
            <a:extLst>
              <a:ext uri="{FF2B5EF4-FFF2-40B4-BE49-F238E27FC236}">
                <a16:creationId xmlns:a16="http://schemas.microsoft.com/office/drawing/2014/main" id="{1399C263-52EE-493F-AD71-326A89A1763A}"/>
              </a:ext>
            </a:extLst>
          </p:cNvPr>
          <p:cNvSpPr txBox="1">
            <a:spLocks/>
          </p:cNvSpPr>
          <p:nvPr/>
        </p:nvSpPr>
        <p:spPr bwMode="auto">
          <a:xfrm>
            <a:off x="626369" y="4149080"/>
            <a:ext cx="3888432" cy="970122"/>
          </a:xfrm>
          <a:prstGeom prst="rect">
            <a:avLst/>
          </a:prstGeom>
          <a:solidFill>
            <a:schemeClr val="bg1"/>
          </a:solidFill>
          <a:ln w="9525">
            <a:solidFill>
              <a:srgbClr val="F0861E"/>
            </a:solidFill>
            <a:miter lim="800000"/>
            <a:headEnd/>
            <a:tailEnd/>
          </a:ln>
          <a:effectLst/>
        </p:spPr>
        <p:txBody>
          <a:bodyPr vert="horz" wrap="square" lIns="91440" tIns="45720" rIns="91440" bIns="45720" numCol="1" anchor="t"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pPr algn="ctr"/>
            <a:r>
              <a:rPr lang="en-US" altLang="ja-JP" sz="1800" b="1" kern="0" dirty="0">
                <a:solidFill>
                  <a:schemeClr val="bg2"/>
                </a:solidFill>
                <a:latin typeface="メイリオ" panose="020B0604030504040204" pitchFamily="50" charset="-128"/>
                <a:ea typeface="メイリオ" panose="020B0604030504040204" pitchFamily="50" charset="-128"/>
              </a:rPr>
              <a:t>【AZ</a:t>
            </a:r>
            <a:r>
              <a:rPr lang="ja-JP" altLang="en-US" sz="1800" b="1" kern="0" dirty="0">
                <a:solidFill>
                  <a:schemeClr val="bg2"/>
                </a:solidFill>
                <a:latin typeface="メイリオ" panose="020B0604030504040204" pitchFamily="50" charset="-128"/>
                <a:ea typeface="メイリオ" panose="020B0604030504040204" pitchFamily="50" charset="-128"/>
              </a:rPr>
              <a:t>の選択</a:t>
            </a:r>
            <a:r>
              <a:rPr lang="en-US" altLang="ja-JP" sz="1800" b="1" kern="0" dirty="0">
                <a:solidFill>
                  <a:schemeClr val="bg2"/>
                </a:solidFill>
                <a:latin typeface="メイリオ" panose="020B0604030504040204" pitchFamily="50" charset="-128"/>
                <a:ea typeface="メイリオ" panose="020B0604030504040204" pitchFamily="50" charset="-128"/>
              </a:rPr>
              <a:t>】</a:t>
            </a:r>
            <a:br>
              <a:rPr lang="en-US" altLang="ja-JP" sz="1800" b="1" kern="0" dirty="0">
                <a:solidFill>
                  <a:schemeClr val="bg2"/>
                </a:solidFill>
                <a:latin typeface="メイリオ" panose="020B0604030504040204" pitchFamily="50" charset="-128"/>
                <a:ea typeface="メイリオ" panose="020B0604030504040204" pitchFamily="50" charset="-128"/>
              </a:rPr>
            </a:br>
            <a:r>
              <a:rPr lang="ja-JP" altLang="en-US" sz="1800" kern="0" dirty="0">
                <a:solidFill>
                  <a:schemeClr val="bg2"/>
                </a:solidFill>
                <a:latin typeface="メイリオ" panose="020B0604030504040204" pitchFamily="50" charset="-128"/>
                <a:ea typeface="メイリオ" panose="020B0604030504040204" pitchFamily="50" charset="-128"/>
              </a:rPr>
              <a:t>マルチ</a:t>
            </a:r>
            <a:r>
              <a:rPr lang="en-US" altLang="ja-JP" sz="1800" kern="0" dirty="0">
                <a:solidFill>
                  <a:schemeClr val="bg2"/>
                </a:solidFill>
                <a:latin typeface="メイリオ" panose="020B0604030504040204" pitchFamily="50" charset="-128"/>
                <a:ea typeface="メイリオ" panose="020B0604030504040204" pitchFamily="50" charset="-128"/>
              </a:rPr>
              <a:t>AZ</a:t>
            </a:r>
            <a:r>
              <a:rPr lang="ja-JP" altLang="en-US" sz="1800" kern="0" dirty="0">
                <a:solidFill>
                  <a:schemeClr val="bg2"/>
                </a:solidFill>
                <a:latin typeface="メイリオ" panose="020B0604030504040204" pitchFamily="50" charset="-128"/>
                <a:ea typeface="メイリオ" panose="020B0604030504040204" pitchFamily="50" charset="-128"/>
              </a:rPr>
              <a:t>構成により</a:t>
            </a:r>
            <a:br>
              <a:rPr lang="en-US" altLang="ja-JP" sz="1800" kern="0" dirty="0">
                <a:solidFill>
                  <a:schemeClr val="bg2"/>
                </a:solidFill>
                <a:latin typeface="メイリオ" panose="020B0604030504040204" pitchFamily="50" charset="-128"/>
                <a:ea typeface="メイリオ" panose="020B0604030504040204" pitchFamily="50" charset="-128"/>
              </a:rPr>
            </a:br>
            <a:r>
              <a:rPr lang="ja-JP" altLang="en-US" sz="1800" kern="0" dirty="0">
                <a:solidFill>
                  <a:schemeClr val="bg2"/>
                </a:solidFill>
                <a:latin typeface="メイリオ" panose="020B0604030504040204" pitchFamily="50" charset="-128"/>
                <a:ea typeface="メイリオ" panose="020B0604030504040204" pitchFamily="50" charset="-128"/>
              </a:rPr>
              <a:t>高可用性を高める</a:t>
            </a:r>
            <a:endParaRPr lang="en-US" altLang="ja-JP" sz="1800" kern="0" dirty="0">
              <a:solidFill>
                <a:schemeClr val="bg2"/>
              </a:solidFill>
              <a:latin typeface="メイリオ" panose="020B0604030504040204" pitchFamily="50" charset="-128"/>
              <a:ea typeface="メイリオ" panose="020B0604030504040204" pitchFamily="50" charset="-128"/>
            </a:endParaRPr>
          </a:p>
        </p:txBody>
      </p:sp>
      <p:sp>
        <p:nvSpPr>
          <p:cNvPr id="12" name="コンテンツ プレースホルダー 2">
            <a:extLst>
              <a:ext uri="{FF2B5EF4-FFF2-40B4-BE49-F238E27FC236}">
                <a16:creationId xmlns:a16="http://schemas.microsoft.com/office/drawing/2014/main" id="{3E26023D-AD24-48D3-972D-9F51CD44C285}"/>
              </a:ext>
            </a:extLst>
          </p:cNvPr>
          <p:cNvSpPr txBox="1">
            <a:spLocks/>
          </p:cNvSpPr>
          <p:nvPr/>
        </p:nvSpPr>
        <p:spPr bwMode="auto">
          <a:xfrm>
            <a:off x="626369" y="5229200"/>
            <a:ext cx="3888432" cy="970122"/>
          </a:xfrm>
          <a:prstGeom prst="rect">
            <a:avLst/>
          </a:prstGeom>
          <a:solidFill>
            <a:schemeClr val="bg1"/>
          </a:solidFill>
          <a:ln w="9525">
            <a:solidFill>
              <a:srgbClr val="F0861E"/>
            </a:solidFill>
            <a:miter lim="800000"/>
            <a:headEnd/>
            <a:tailEnd/>
          </a:ln>
          <a:effectLst/>
        </p:spPr>
        <p:txBody>
          <a:bodyPr vert="horz" wrap="square" lIns="91440" tIns="45720" rIns="91440" bIns="45720" numCol="1" anchor="t"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pPr algn="ctr"/>
            <a:r>
              <a:rPr lang="en-US" altLang="ja-JP" sz="1800" b="1" kern="0" dirty="0">
                <a:solidFill>
                  <a:schemeClr val="bg2"/>
                </a:solidFill>
                <a:latin typeface="メイリオ" panose="020B0604030504040204" pitchFamily="50" charset="-128"/>
                <a:ea typeface="メイリオ" panose="020B0604030504040204" pitchFamily="50" charset="-128"/>
              </a:rPr>
              <a:t>【VPC</a:t>
            </a:r>
            <a:r>
              <a:rPr lang="ja-JP" altLang="en-US" sz="1800" b="1" kern="0" dirty="0">
                <a:solidFill>
                  <a:schemeClr val="bg2"/>
                </a:solidFill>
                <a:latin typeface="メイリオ" panose="020B0604030504040204" pitchFamily="50" charset="-128"/>
                <a:ea typeface="メイリオ" panose="020B0604030504040204" pitchFamily="50" charset="-128"/>
              </a:rPr>
              <a:t>設計</a:t>
            </a:r>
            <a:r>
              <a:rPr lang="en-US" altLang="ja-JP" sz="1800" b="1" kern="0" dirty="0">
                <a:solidFill>
                  <a:schemeClr val="bg2"/>
                </a:solidFill>
                <a:latin typeface="メイリオ" panose="020B0604030504040204" pitchFamily="50" charset="-128"/>
                <a:ea typeface="メイリオ" panose="020B0604030504040204" pitchFamily="50" charset="-128"/>
              </a:rPr>
              <a:t>】</a:t>
            </a:r>
            <a:br>
              <a:rPr lang="en-US" altLang="ja-JP" sz="1800" b="1" kern="0" dirty="0">
                <a:solidFill>
                  <a:schemeClr val="bg2"/>
                </a:solidFill>
                <a:latin typeface="メイリオ" panose="020B0604030504040204" pitchFamily="50" charset="-128"/>
                <a:ea typeface="メイリオ" panose="020B0604030504040204" pitchFamily="50" charset="-128"/>
              </a:rPr>
            </a:br>
            <a:r>
              <a:rPr lang="en-US" altLang="ja-JP" sz="1800" kern="0" dirty="0">
                <a:solidFill>
                  <a:schemeClr val="bg2"/>
                </a:solidFill>
                <a:latin typeface="メイリオ" panose="020B0604030504040204" pitchFamily="50" charset="-128"/>
                <a:ea typeface="メイリオ" panose="020B0604030504040204" pitchFamily="50" charset="-128"/>
              </a:rPr>
              <a:t>VPC</a:t>
            </a:r>
            <a:r>
              <a:rPr lang="ja-JP" altLang="en-US" sz="1800" kern="0" dirty="0">
                <a:solidFill>
                  <a:schemeClr val="bg2"/>
                </a:solidFill>
                <a:latin typeface="メイリオ" panose="020B0604030504040204" pitchFamily="50" charset="-128"/>
                <a:ea typeface="メイリオ" panose="020B0604030504040204" pitchFamily="50" charset="-128"/>
              </a:rPr>
              <a:t>設計（複数</a:t>
            </a:r>
            <a:r>
              <a:rPr lang="en-US" altLang="ja-JP" sz="1800" kern="0" dirty="0">
                <a:solidFill>
                  <a:schemeClr val="bg2"/>
                </a:solidFill>
                <a:latin typeface="メイリオ" panose="020B0604030504040204" pitchFamily="50" charset="-128"/>
                <a:ea typeface="メイリオ" panose="020B0604030504040204" pitchFamily="50" charset="-128"/>
              </a:rPr>
              <a:t>VPC</a:t>
            </a:r>
            <a:r>
              <a:rPr lang="ja-JP" altLang="en-US" sz="1800" kern="0" dirty="0">
                <a:solidFill>
                  <a:schemeClr val="bg2"/>
                </a:solidFill>
                <a:latin typeface="メイリオ" panose="020B0604030504040204" pitchFamily="50" charset="-128"/>
                <a:ea typeface="メイリオ" panose="020B0604030504040204" pitchFamily="50" charset="-128"/>
              </a:rPr>
              <a:t>利用／サブネット設計）により高可用性を高める</a:t>
            </a:r>
            <a:endParaRPr lang="en-US" altLang="ja-JP" sz="1800" kern="0" dirty="0">
              <a:solidFill>
                <a:schemeClr val="bg2"/>
              </a:solidFill>
              <a:latin typeface="メイリオ" panose="020B0604030504040204" pitchFamily="50" charset="-128"/>
              <a:ea typeface="メイリオ" panose="020B0604030504040204" pitchFamily="50" charset="-128"/>
            </a:endParaRPr>
          </a:p>
        </p:txBody>
      </p:sp>
      <p:sp>
        <p:nvSpPr>
          <p:cNvPr id="13" name="コンテンツ プレースホルダー 2">
            <a:extLst>
              <a:ext uri="{FF2B5EF4-FFF2-40B4-BE49-F238E27FC236}">
                <a16:creationId xmlns:a16="http://schemas.microsoft.com/office/drawing/2014/main" id="{9C787E1A-83DE-4B86-A453-DF87822D44F1}"/>
              </a:ext>
            </a:extLst>
          </p:cNvPr>
          <p:cNvSpPr txBox="1">
            <a:spLocks/>
          </p:cNvSpPr>
          <p:nvPr/>
        </p:nvSpPr>
        <p:spPr bwMode="auto">
          <a:xfrm>
            <a:off x="4802585" y="3068960"/>
            <a:ext cx="3888432" cy="3130362"/>
          </a:xfrm>
          <a:prstGeom prst="rect">
            <a:avLst/>
          </a:prstGeom>
          <a:solidFill>
            <a:schemeClr val="bg1"/>
          </a:solidFill>
          <a:ln w="9525">
            <a:solidFill>
              <a:srgbClr val="F0861E"/>
            </a:solidFill>
            <a:miter lim="800000"/>
            <a:headEnd/>
            <a:tailEnd/>
          </a:ln>
          <a:effectLst/>
        </p:spPr>
        <p:txBody>
          <a:bodyPr vert="horz" wrap="square" lIns="91440" tIns="45720" rIns="91440" bIns="45720" numCol="1" anchor="t"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r>
              <a:rPr lang="ja-JP" altLang="en-US" sz="1800" kern="0" dirty="0">
                <a:solidFill>
                  <a:schemeClr val="bg2"/>
                </a:solidFill>
                <a:latin typeface="メイリオ" panose="020B0604030504040204" pitchFamily="50" charset="-128"/>
                <a:ea typeface="メイリオ" panose="020B0604030504040204" pitchFamily="50" charset="-128"/>
              </a:rPr>
              <a:t>高可用を実現するサービスをアーキテクチャ設計に組み込む</a:t>
            </a:r>
            <a:endParaRPr lang="en-US" altLang="ja-JP" sz="1800" kern="0" dirty="0">
              <a:solidFill>
                <a:schemeClr val="bg2"/>
              </a:solidFill>
              <a:latin typeface="メイリオ" panose="020B0604030504040204" pitchFamily="50" charset="-128"/>
              <a:ea typeface="メイリオ" panose="020B0604030504040204" pitchFamily="50" charset="-128"/>
            </a:endParaRPr>
          </a:p>
          <a:p>
            <a:endParaRPr lang="en-US" altLang="ja-JP" sz="1800" kern="0" dirty="0">
              <a:solidFill>
                <a:schemeClr val="bg2"/>
              </a:solidFill>
              <a:latin typeface="メイリオ" panose="020B0604030504040204" pitchFamily="50" charset="-128"/>
              <a:ea typeface="メイリオ" panose="020B0604030504040204" pitchFamily="50" charset="-128"/>
            </a:endParaRPr>
          </a:p>
          <a:p>
            <a:endParaRPr lang="en-US" altLang="ja-JP" sz="1800" kern="0" dirty="0">
              <a:solidFill>
                <a:schemeClr val="bg2"/>
              </a:solidFill>
              <a:latin typeface="メイリオ" panose="020B0604030504040204" pitchFamily="50" charset="-128"/>
              <a:ea typeface="メイリオ" panose="020B0604030504040204" pitchFamily="50" charset="-128"/>
            </a:endParaRPr>
          </a:p>
        </p:txBody>
      </p:sp>
      <p:sp>
        <p:nvSpPr>
          <p:cNvPr id="14" name="テキスト ボックス 13">
            <a:extLst>
              <a:ext uri="{FF2B5EF4-FFF2-40B4-BE49-F238E27FC236}">
                <a16:creationId xmlns:a16="http://schemas.microsoft.com/office/drawing/2014/main" id="{55224AFA-D2F1-46E7-9A2D-6DC0FEAD9A7D}"/>
              </a:ext>
            </a:extLst>
          </p:cNvPr>
          <p:cNvSpPr txBox="1"/>
          <p:nvPr/>
        </p:nvSpPr>
        <p:spPr>
          <a:xfrm>
            <a:off x="4808984" y="3933056"/>
            <a:ext cx="3744416" cy="1872208"/>
          </a:xfrm>
          <a:prstGeom prst="rect">
            <a:avLst/>
          </a:prstGeom>
          <a:noFill/>
        </p:spPr>
        <p:txBody>
          <a:bodyPr wrap="square" rtlCol="0">
            <a:noAutofit/>
          </a:bodyPr>
          <a:lstStyle/>
          <a:p>
            <a:pPr marL="285750" indent="-285750">
              <a:buFont typeface="Arial" panose="020B0604020202020204" pitchFamily="34" charset="0"/>
              <a:buChar char="•"/>
            </a:pPr>
            <a:r>
              <a:rPr lang="en-US" altLang="ja-JP" dirty="0">
                <a:latin typeface="メイリオ" panose="020B0604030504040204" pitchFamily="50" charset="-128"/>
                <a:ea typeface="メイリオ" panose="020B0604030504040204" pitchFamily="50" charset="-128"/>
              </a:rPr>
              <a:t>Route53</a:t>
            </a:r>
            <a:r>
              <a:rPr lang="ja-JP" altLang="en-US" dirty="0">
                <a:latin typeface="メイリオ" panose="020B0604030504040204" pitchFamily="50" charset="-128"/>
                <a:ea typeface="メイリオ" panose="020B0604030504040204" pitchFamily="50" charset="-128"/>
              </a:rPr>
              <a:t>によるフェイルオーバー</a:t>
            </a:r>
            <a:endParaRPr lang="en-US" altLang="ja-JP" dirty="0">
              <a:latin typeface="メイリオ" panose="020B0604030504040204" pitchFamily="50" charset="-128"/>
              <a:ea typeface="メイリオ" panose="020B0604030504040204" pitchFamily="50" charset="-128"/>
            </a:endParaRPr>
          </a:p>
          <a:p>
            <a:pPr marL="285750" indent="-285750">
              <a:buFont typeface="Arial" panose="020B0604020202020204" pitchFamily="34" charset="0"/>
              <a:buChar char="•"/>
            </a:pPr>
            <a:r>
              <a:rPr lang="en-US" altLang="ja-JP" dirty="0">
                <a:latin typeface="メイリオ" panose="020B0604030504040204" pitchFamily="50" charset="-128"/>
                <a:ea typeface="メイリオ" panose="020B0604030504040204" pitchFamily="50" charset="-128"/>
              </a:rPr>
              <a:t>ELB</a:t>
            </a:r>
            <a:r>
              <a:rPr lang="ja-JP" altLang="en-US" dirty="0">
                <a:latin typeface="メイリオ" panose="020B0604030504040204" pitchFamily="50" charset="-128"/>
                <a:ea typeface="メイリオ" panose="020B0604030504040204" pitchFamily="50" charset="-128"/>
              </a:rPr>
              <a:t>によるロードバランシング</a:t>
            </a:r>
            <a:endParaRPr lang="en-US" altLang="ja-JP" dirty="0">
              <a:latin typeface="メイリオ" panose="020B0604030504040204" pitchFamily="50" charset="-128"/>
              <a:ea typeface="メイリオ" panose="020B0604030504040204" pitchFamily="50" charset="-128"/>
            </a:endParaRPr>
          </a:p>
          <a:p>
            <a:pPr marL="285750" indent="-285750">
              <a:buFont typeface="Arial" panose="020B0604020202020204" pitchFamily="34" charset="0"/>
              <a:buChar char="•"/>
            </a:pPr>
            <a:r>
              <a:rPr lang="en-US" altLang="ja-JP" dirty="0">
                <a:latin typeface="メイリオ" panose="020B0604030504040204" pitchFamily="50" charset="-128"/>
                <a:ea typeface="メイリオ" panose="020B0604030504040204" pitchFamily="50" charset="-128"/>
              </a:rPr>
              <a:t>CloudWatch</a:t>
            </a:r>
            <a:r>
              <a:rPr lang="ja-JP" altLang="en-US" dirty="0">
                <a:latin typeface="メイリオ" panose="020B0604030504040204" pitchFamily="50" charset="-128"/>
                <a:ea typeface="メイリオ" panose="020B0604030504040204" pitchFamily="50" charset="-128"/>
              </a:rPr>
              <a:t>によるモニタリング</a:t>
            </a:r>
            <a:endParaRPr lang="en-US" altLang="ja-JP" dirty="0">
              <a:latin typeface="メイリオ" panose="020B0604030504040204" pitchFamily="50" charset="-128"/>
              <a:ea typeface="メイリオ" panose="020B0604030504040204" pitchFamily="50" charset="-128"/>
            </a:endParaRPr>
          </a:p>
          <a:p>
            <a:pPr marL="285750" indent="-285750">
              <a:buFont typeface="Arial" panose="020B0604020202020204" pitchFamily="34" charset="0"/>
              <a:buChar char="•"/>
            </a:pPr>
            <a:r>
              <a:rPr lang="en-US" altLang="ja-JP" dirty="0">
                <a:latin typeface="メイリオ" panose="020B0604030504040204" pitchFamily="50" charset="-128"/>
                <a:ea typeface="メイリオ" panose="020B0604030504040204" pitchFamily="50" charset="-128"/>
              </a:rPr>
              <a:t>Auto-Scaling</a:t>
            </a:r>
            <a:r>
              <a:rPr lang="ja-JP" altLang="en-US" dirty="0">
                <a:latin typeface="メイリオ" panose="020B0604030504040204" pitchFamily="50" charset="-128"/>
                <a:ea typeface="メイリオ" panose="020B0604030504040204" pitchFamily="50" charset="-128"/>
              </a:rPr>
              <a:t>によるスケーラビリティの確保</a:t>
            </a:r>
            <a:endParaRPr lang="en-US" altLang="ja-JP" dirty="0">
              <a:latin typeface="メイリオ" panose="020B0604030504040204" pitchFamily="50" charset="-128"/>
              <a:ea typeface="メイリオ" panose="020B0604030504040204" pitchFamily="50" charset="-128"/>
            </a:endParaRPr>
          </a:p>
          <a:p>
            <a:pPr marL="285750" indent="-285750">
              <a:buFont typeface="Arial" panose="020B0604020202020204" pitchFamily="34" charset="0"/>
              <a:buChar char="•"/>
            </a:pPr>
            <a:r>
              <a:rPr lang="en-US" altLang="ja-JP" dirty="0">
                <a:latin typeface="メイリオ" panose="020B0604030504040204" pitchFamily="50" charset="-128"/>
                <a:ea typeface="メイリオ" panose="020B0604030504040204" pitchFamily="50" charset="-128"/>
              </a:rPr>
              <a:t>Lambda</a:t>
            </a:r>
            <a:r>
              <a:rPr lang="ja-JP" altLang="en-US" dirty="0">
                <a:latin typeface="メイリオ" panose="020B0604030504040204" pitchFamily="50" charset="-128"/>
                <a:ea typeface="メイリオ" panose="020B0604030504040204" pitchFamily="50" charset="-128"/>
              </a:rPr>
              <a:t>によるスケーリング処理</a:t>
            </a:r>
            <a:br>
              <a:rPr lang="en-US" altLang="ja-JP" dirty="0">
                <a:latin typeface="メイリオ" panose="020B0604030504040204" pitchFamily="50" charset="-128"/>
                <a:ea typeface="メイリオ" panose="020B0604030504040204" pitchFamily="50" charset="-128"/>
              </a:rPr>
            </a:br>
            <a:r>
              <a:rPr lang="ja-JP" altLang="en-US" dirty="0">
                <a:latin typeface="メイリオ" panose="020B0604030504040204" pitchFamily="50" charset="-128"/>
                <a:ea typeface="メイリオ" panose="020B0604030504040204" pitchFamily="50" charset="-128"/>
              </a:rPr>
              <a:t>（別レクチャー対応）</a:t>
            </a:r>
            <a:endParaRPr lang="en-US" altLang="ja-JP" dirty="0">
              <a:latin typeface="メイリオ" panose="020B0604030504040204" pitchFamily="50" charset="-128"/>
              <a:ea typeface="メイリオ" panose="020B0604030504040204" pitchFamily="50" charset="-128"/>
            </a:endParaRPr>
          </a:p>
          <a:p>
            <a:pPr marL="285750" indent="-285750">
              <a:buFont typeface="Arial" panose="020B0604020202020204" pitchFamily="34" charset="0"/>
              <a:buChar char="•"/>
            </a:pPr>
            <a:r>
              <a:rPr lang="en-US" altLang="ja-JP" dirty="0" err="1">
                <a:latin typeface="メイリオ" panose="020B0604030504040204" pitchFamily="50" charset="-128"/>
                <a:ea typeface="メイリオ" panose="020B0604030504040204" pitchFamily="50" charset="-128"/>
              </a:rPr>
              <a:t>ElastiCache</a:t>
            </a:r>
            <a:r>
              <a:rPr lang="ja-JP" altLang="en-US" dirty="0">
                <a:latin typeface="メイリオ" panose="020B0604030504040204" pitchFamily="50" charset="-128"/>
                <a:ea typeface="メイリオ" panose="020B0604030504040204" pitchFamily="50" charset="-128"/>
              </a:rPr>
              <a:t>を利用したキャッシュアクセス活用（別レクチャー対応）</a:t>
            </a:r>
            <a:endParaRPr lang="en-US" altLang="ja-JP" dirty="0">
              <a:latin typeface="メイリオ" panose="020B0604030504040204" pitchFamily="50" charset="-128"/>
              <a:ea typeface="メイリオ" panose="020B0604030504040204" pitchFamily="50" charset="-128"/>
            </a:endParaRPr>
          </a:p>
          <a:p>
            <a:pPr marL="285750" indent="-285750">
              <a:buFont typeface="Arial" panose="020B0604020202020204" pitchFamily="34" charset="0"/>
              <a:buChar char="•"/>
            </a:pPr>
            <a:endParaRPr kumimoji="1" lang="ja-JP" altLang="en-US"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168983095"/>
      </p:ext>
    </p:extLst>
  </p:cSld>
  <p:clrMapOvr>
    <a:masterClrMapping/>
  </p:clrMapOvr>
  <mc:AlternateContent xmlns:mc="http://schemas.openxmlformats.org/markup-compatibility/2006" xmlns:p14="http://schemas.microsoft.com/office/powerpoint/2010/main">
    <mc:Choice Requires="p14">
      <p:transition spd="slow" p14:dur="2000" advTm="74869"/>
    </mc:Choice>
    <mc:Fallback xmlns="">
      <p:transition spd="slow" advTm="74869"/>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タイトル 1">
            <a:extLst>
              <a:ext uri="{FF2B5EF4-FFF2-40B4-BE49-F238E27FC236}">
                <a16:creationId xmlns:a16="http://schemas.microsoft.com/office/drawing/2014/main" id="{48F80BE1-D063-4240-BFC7-C8D243720250}"/>
              </a:ext>
            </a:extLst>
          </p:cNvPr>
          <p:cNvSpPr txBox="1">
            <a:spLocks/>
          </p:cNvSpPr>
          <p:nvPr/>
        </p:nvSpPr>
        <p:spPr bwMode="auto">
          <a:xfrm>
            <a:off x="631222" y="201863"/>
            <a:ext cx="8642258" cy="50208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rtl="0" fontAlgn="base">
              <a:lnSpc>
                <a:spcPct val="90000"/>
              </a:lnSpc>
              <a:spcBef>
                <a:spcPct val="0"/>
              </a:spcBef>
              <a:spcAft>
                <a:spcPct val="0"/>
              </a:spcAft>
              <a:defRPr kumimoji="1" sz="2000">
                <a:solidFill>
                  <a:schemeClr val="tx2"/>
                </a:solidFill>
                <a:latin typeface="游明朝" panose="02020400000000000000" pitchFamily="18" charset="-128"/>
                <a:ea typeface="游明朝" panose="02020400000000000000" pitchFamily="18" charset="-128"/>
                <a:cs typeface="+mj-cs"/>
              </a:defRPr>
            </a:lvl1pPr>
            <a:lvl2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2pPr>
            <a:lvl3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3pPr>
            <a:lvl4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4pPr>
            <a:lvl5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5pPr>
            <a:lvl6pPr marL="4572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6pPr>
            <a:lvl7pPr marL="9144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7pPr>
            <a:lvl8pPr marL="13716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8pPr>
            <a:lvl9pPr marL="18288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9pPr>
          </a:lstStyle>
          <a:p>
            <a:pPr algn="l">
              <a:lnSpc>
                <a:spcPct val="100000"/>
              </a:lnSpc>
            </a:pPr>
            <a:r>
              <a:rPr lang="ja-JP" altLang="en-US" sz="3000" dirty="0">
                <a:solidFill>
                  <a:schemeClr val="tx1"/>
                </a:solidFill>
                <a:latin typeface="メイリオ" panose="020B0604030504040204" pitchFamily="50" charset="-128"/>
                <a:ea typeface="メイリオ" panose="020B0604030504040204" pitchFamily="50" charset="-128"/>
              </a:rPr>
              <a:t>⑧単一障害点の排除</a:t>
            </a:r>
          </a:p>
          <a:p>
            <a:pPr algn="l">
              <a:lnSpc>
                <a:spcPct val="100000"/>
              </a:lnSpc>
            </a:pPr>
            <a:endParaRPr lang="en-US" altLang="ja-JP" sz="3000" dirty="0">
              <a:solidFill>
                <a:schemeClr val="tx1"/>
              </a:solidFill>
              <a:latin typeface="メイリオ" panose="020B0604030504040204" pitchFamily="50" charset="-128"/>
              <a:ea typeface="メイリオ" panose="020B0604030504040204" pitchFamily="50" charset="-128"/>
            </a:endParaRPr>
          </a:p>
        </p:txBody>
      </p:sp>
      <p:sp>
        <p:nvSpPr>
          <p:cNvPr id="5" name="コンテンツ プレースホルダー 2">
            <a:extLst>
              <a:ext uri="{FF2B5EF4-FFF2-40B4-BE49-F238E27FC236}">
                <a16:creationId xmlns:a16="http://schemas.microsoft.com/office/drawing/2014/main" id="{4223C7E6-23C7-4433-B315-D26905B0474C}"/>
              </a:ext>
            </a:extLst>
          </p:cNvPr>
          <p:cNvSpPr txBox="1">
            <a:spLocks/>
          </p:cNvSpPr>
          <p:nvPr/>
        </p:nvSpPr>
        <p:spPr>
          <a:xfrm>
            <a:off x="631222" y="799401"/>
            <a:ext cx="8858282" cy="325343"/>
          </a:xfrm>
          <a:prstGeom prst="rect">
            <a:avLst/>
          </a:prstGeom>
        </p:spPr>
        <p:txBody>
          <a:bodyPr vert="horz" lIns="74295" tIns="37148" rIns="74295" bIns="37148" rtlCol="0">
            <a:noAutofit/>
          </a:bodyPr>
          <a:lstStyle>
            <a:lvl1pPr marL="228600" indent="-228600" algn="l" defTabSz="914400" rtl="0" eaLnBrk="1" latinLnBrk="0" hangingPunct="1">
              <a:lnSpc>
                <a:spcPct val="90000"/>
              </a:lnSpc>
              <a:spcBef>
                <a:spcPts val="1000"/>
              </a:spcBef>
              <a:buFont typeface="Wingdings 2" pitchFamily="18" charset="2"/>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2" pitchFamily="18" charset="2"/>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2" pitchFamily="18" charset="2"/>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5pPr>
            <a:lvl6pPr marL="25146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6pPr>
            <a:lvl7pPr marL="29718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7pPr>
            <a:lvl8pPr marL="34290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8pPr>
            <a:lvl9pPr marL="38862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9pPr>
          </a:lstStyle>
          <a:p>
            <a:pPr marL="0" indent="0">
              <a:buNone/>
            </a:pPr>
            <a:r>
              <a:rPr lang="en-US" altLang="ja-JP" sz="2400" kern="0" dirty="0">
                <a:solidFill>
                  <a:srgbClr val="002060"/>
                </a:solidFill>
                <a:latin typeface="メイリオ" panose="020B0604030504040204" pitchFamily="50" charset="-128"/>
                <a:ea typeface="メイリオ" panose="020B0604030504040204" pitchFamily="50" charset="-128"/>
              </a:rPr>
              <a:t>AWS</a:t>
            </a:r>
            <a:r>
              <a:rPr lang="ja-JP" altLang="en-US" sz="2400" kern="0" dirty="0">
                <a:solidFill>
                  <a:srgbClr val="002060"/>
                </a:solidFill>
                <a:latin typeface="メイリオ" panose="020B0604030504040204" pitchFamily="50" charset="-128"/>
                <a:ea typeface="メイリオ" panose="020B0604030504040204" pitchFamily="50" charset="-128"/>
              </a:rPr>
              <a:t>のサービスの多くは高可用が保証されているものが多いものの、以下の主要サービスは</a:t>
            </a:r>
            <a:r>
              <a:rPr lang="en-US" altLang="ja-JP" sz="2400" kern="0" dirty="0">
                <a:solidFill>
                  <a:srgbClr val="002060"/>
                </a:solidFill>
                <a:latin typeface="メイリオ" panose="020B0604030504040204" pitchFamily="50" charset="-128"/>
                <a:ea typeface="メイリオ" panose="020B0604030504040204" pitchFamily="50" charset="-128"/>
              </a:rPr>
              <a:t>ELB</a:t>
            </a:r>
            <a:r>
              <a:rPr lang="ja-JP" altLang="en-US" sz="2400" kern="0" dirty="0">
                <a:solidFill>
                  <a:srgbClr val="002060"/>
                </a:solidFill>
                <a:latin typeface="メイリオ" panose="020B0604030504040204" pitchFamily="50" charset="-128"/>
                <a:ea typeface="メイリオ" panose="020B0604030504040204" pitchFamily="50" charset="-128"/>
              </a:rPr>
              <a:t>などによる高可用設計が必要</a:t>
            </a:r>
            <a:endParaRPr lang="en-US" altLang="ja-JP" sz="2400" kern="0" dirty="0">
              <a:solidFill>
                <a:srgbClr val="002060"/>
              </a:solidFill>
              <a:latin typeface="メイリオ" panose="020B0604030504040204" pitchFamily="50" charset="-128"/>
              <a:ea typeface="メイリオ" panose="020B0604030504040204" pitchFamily="50" charset="-128"/>
            </a:endParaRPr>
          </a:p>
        </p:txBody>
      </p:sp>
      <p:sp>
        <p:nvSpPr>
          <p:cNvPr id="4" name="四角形: 角を丸くする 3">
            <a:extLst>
              <a:ext uri="{FF2B5EF4-FFF2-40B4-BE49-F238E27FC236}">
                <a16:creationId xmlns:a16="http://schemas.microsoft.com/office/drawing/2014/main" id="{D946E246-5713-42A6-A939-107FDD8E779A}"/>
              </a:ext>
            </a:extLst>
          </p:cNvPr>
          <p:cNvSpPr/>
          <p:nvPr/>
        </p:nvSpPr>
        <p:spPr bwMode="auto">
          <a:xfrm>
            <a:off x="7305649" y="3110590"/>
            <a:ext cx="1080120" cy="636819"/>
          </a:xfrm>
          <a:prstGeom prst="roundRect">
            <a:avLst/>
          </a:prstGeom>
          <a:solidFill>
            <a:srgbClr val="FF0000"/>
          </a:solidFill>
          <a:ln w="12700" cap="flat" cmpd="sng" algn="ctr">
            <a:noFill/>
            <a:prstDash val="solid"/>
            <a:round/>
            <a:headEnd type="none" w="med" len="med"/>
            <a:tailEnd type="none" w="med" len="med"/>
          </a:ln>
          <a:effectLst/>
        </p:spPr>
        <p:txBody>
          <a:bodyPr vert="horz" wrap="square" lIns="36000" tIns="36000" rIns="36000" bIns="360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ja-JP" sz="1600" b="1" i="0" u="none" strike="noStrike" cap="none" normalizeH="0" baseline="0" dirty="0">
                <a:ln>
                  <a:noFill/>
                </a:ln>
                <a:solidFill>
                  <a:schemeClr val="bg1"/>
                </a:solidFill>
                <a:effectLst/>
                <a:latin typeface="ＭＳ Ｐゴシック" pitchFamily="50" charset="-128"/>
                <a:ea typeface="ＭＳ Ｐゴシック" pitchFamily="50" charset="-128"/>
              </a:rPr>
              <a:t>Route53</a:t>
            </a:r>
            <a:endParaRPr kumimoji="1" lang="ja-JP" altLang="en-US" sz="1600" b="1" i="0" u="none" strike="noStrike" cap="none" normalizeH="0" baseline="0" dirty="0">
              <a:ln>
                <a:noFill/>
              </a:ln>
              <a:solidFill>
                <a:schemeClr val="bg1"/>
              </a:solidFill>
              <a:effectLst/>
              <a:latin typeface="ＭＳ Ｐゴシック" pitchFamily="50" charset="-128"/>
              <a:ea typeface="ＭＳ Ｐゴシック" pitchFamily="50" charset="-128"/>
            </a:endParaRPr>
          </a:p>
        </p:txBody>
      </p:sp>
      <p:sp>
        <p:nvSpPr>
          <p:cNvPr id="6" name="四角形: 角を丸くする 5">
            <a:extLst>
              <a:ext uri="{FF2B5EF4-FFF2-40B4-BE49-F238E27FC236}">
                <a16:creationId xmlns:a16="http://schemas.microsoft.com/office/drawing/2014/main" id="{1B3481CA-1442-4415-94AD-581B74B600F4}"/>
              </a:ext>
            </a:extLst>
          </p:cNvPr>
          <p:cNvSpPr/>
          <p:nvPr/>
        </p:nvSpPr>
        <p:spPr bwMode="auto">
          <a:xfrm>
            <a:off x="609040" y="2204864"/>
            <a:ext cx="4224857" cy="2592288"/>
          </a:xfrm>
          <a:prstGeom prst="roundRect">
            <a:avLst/>
          </a:prstGeom>
          <a:noFill/>
          <a:ln w="12700" cap="flat" cmpd="sng" algn="ctr">
            <a:solidFill>
              <a:schemeClr val="tx1"/>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ja-JP" altLang="en-US" dirty="0">
                <a:latin typeface="メイリオ" panose="020B0604030504040204" pitchFamily="50" charset="-128"/>
                <a:ea typeface="メイリオ" panose="020B0604030504040204" pitchFamily="50" charset="-128"/>
              </a:rPr>
              <a:t>アーキテクチャで高可用性を</a:t>
            </a:r>
            <a:br>
              <a:rPr lang="en-US" altLang="ja-JP" dirty="0">
                <a:latin typeface="メイリオ" panose="020B0604030504040204" pitchFamily="50" charset="-128"/>
                <a:ea typeface="メイリオ" panose="020B0604030504040204" pitchFamily="50" charset="-128"/>
              </a:rPr>
            </a:br>
            <a:r>
              <a:rPr lang="ja-JP" altLang="en-US" dirty="0">
                <a:latin typeface="メイリオ" panose="020B0604030504040204" pitchFamily="50" charset="-128"/>
                <a:ea typeface="メイリオ" panose="020B0604030504040204" pitchFamily="50" charset="-128"/>
              </a:rPr>
              <a:t>実現すべきサービス</a:t>
            </a:r>
            <a:endParaRPr kumimoji="1" lang="ja-JP" altLang="en-US" sz="1600" b="0"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endParaRPr>
          </a:p>
        </p:txBody>
      </p:sp>
      <p:sp>
        <p:nvSpPr>
          <p:cNvPr id="7" name="四角形: 角を丸くする 6">
            <a:extLst>
              <a:ext uri="{FF2B5EF4-FFF2-40B4-BE49-F238E27FC236}">
                <a16:creationId xmlns:a16="http://schemas.microsoft.com/office/drawing/2014/main" id="{80E6A978-B74F-4BE6-B713-2A375400360D}"/>
              </a:ext>
            </a:extLst>
          </p:cNvPr>
          <p:cNvSpPr/>
          <p:nvPr/>
        </p:nvSpPr>
        <p:spPr bwMode="auto">
          <a:xfrm>
            <a:off x="873457" y="3110590"/>
            <a:ext cx="1080120" cy="636819"/>
          </a:xfrm>
          <a:prstGeom prst="roundRect">
            <a:avLst/>
          </a:prstGeom>
          <a:solidFill>
            <a:srgbClr val="F0861E"/>
          </a:solidFill>
          <a:ln w="12700" cap="flat" cmpd="sng" algn="ctr">
            <a:noFill/>
            <a:prstDash val="solid"/>
            <a:round/>
            <a:headEnd type="none" w="med" len="med"/>
            <a:tailEnd type="none" w="med" len="med"/>
          </a:ln>
          <a:effectLst/>
        </p:spPr>
        <p:txBody>
          <a:bodyPr vert="horz" wrap="square" lIns="36000" tIns="36000" rIns="36000" bIns="360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ja-JP" sz="1600" b="1" i="0" u="none" strike="noStrike" cap="none" normalizeH="0" baseline="0" dirty="0">
                <a:ln>
                  <a:noFill/>
                </a:ln>
                <a:solidFill>
                  <a:schemeClr val="bg1"/>
                </a:solidFill>
                <a:effectLst/>
                <a:latin typeface="ＭＳ Ｐゴシック" pitchFamily="50" charset="-128"/>
                <a:ea typeface="ＭＳ Ｐゴシック" pitchFamily="50" charset="-128"/>
              </a:rPr>
              <a:t>EC2</a:t>
            </a:r>
            <a:endParaRPr kumimoji="1" lang="ja-JP" altLang="en-US" sz="1600" b="1" i="0" u="none" strike="noStrike" cap="none" normalizeH="0" baseline="0" dirty="0">
              <a:ln>
                <a:noFill/>
              </a:ln>
              <a:solidFill>
                <a:schemeClr val="bg1"/>
              </a:solidFill>
              <a:effectLst/>
              <a:latin typeface="ＭＳ Ｐゴシック" pitchFamily="50" charset="-128"/>
              <a:ea typeface="ＭＳ Ｐゴシック" pitchFamily="50" charset="-128"/>
            </a:endParaRPr>
          </a:p>
        </p:txBody>
      </p:sp>
      <p:sp>
        <p:nvSpPr>
          <p:cNvPr id="11" name="四角形: 角を丸くする 10">
            <a:extLst>
              <a:ext uri="{FF2B5EF4-FFF2-40B4-BE49-F238E27FC236}">
                <a16:creationId xmlns:a16="http://schemas.microsoft.com/office/drawing/2014/main" id="{D8A9ACDE-AECC-4525-9CFE-13FC61A01146}"/>
              </a:ext>
            </a:extLst>
          </p:cNvPr>
          <p:cNvSpPr/>
          <p:nvPr/>
        </p:nvSpPr>
        <p:spPr bwMode="auto">
          <a:xfrm>
            <a:off x="2138225" y="3110590"/>
            <a:ext cx="1080120" cy="636819"/>
          </a:xfrm>
          <a:prstGeom prst="roundRect">
            <a:avLst/>
          </a:prstGeom>
          <a:solidFill>
            <a:srgbClr val="F0861E"/>
          </a:solidFill>
          <a:ln w="12700" cap="flat" cmpd="sng" algn="ctr">
            <a:noFill/>
            <a:prstDash val="solid"/>
            <a:round/>
            <a:headEnd type="none" w="med" len="med"/>
            <a:tailEnd type="none" w="med" len="med"/>
          </a:ln>
          <a:effectLst/>
        </p:spPr>
        <p:txBody>
          <a:bodyPr vert="horz" wrap="none" lIns="36000" tIns="36000" rIns="36000" bIns="360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ja-JP" sz="1600" b="1" i="0" u="none" strike="noStrike" cap="none" normalizeH="0" baseline="0" dirty="0">
                <a:ln>
                  <a:noFill/>
                </a:ln>
                <a:solidFill>
                  <a:schemeClr val="bg1"/>
                </a:solidFill>
                <a:effectLst/>
                <a:latin typeface="ＭＳ Ｐゴシック" pitchFamily="50" charset="-128"/>
                <a:ea typeface="ＭＳ Ｐゴシック" pitchFamily="50" charset="-128"/>
              </a:rPr>
              <a:t>Direct</a:t>
            </a:r>
            <a:br>
              <a:rPr kumimoji="1" lang="en-US" altLang="ja-JP" sz="1600" b="1" i="0" u="none" strike="noStrike" cap="none" normalizeH="0" baseline="0" dirty="0">
                <a:ln>
                  <a:noFill/>
                </a:ln>
                <a:solidFill>
                  <a:schemeClr val="bg1"/>
                </a:solidFill>
                <a:effectLst/>
                <a:latin typeface="ＭＳ Ｐゴシック" pitchFamily="50" charset="-128"/>
                <a:ea typeface="ＭＳ Ｐゴシック" pitchFamily="50" charset="-128"/>
              </a:rPr>
            </a:br>
            <a:r>
              <a:rPr kumimoji="1" lang="en-US" altLang="ja-JP" sz="1600" b="1" i="0" u="none" strike="noStrike" cap="none" normalizeH="0" baseline="0" dirty="0">
                <a:ln>
                  <a:noFill/>
                </a:ln>
                <a:solidFill>
                  <a:schemeClr val="bg1"/>
                </a:solidFill>
                <a:effectLst/>
                <a:latin typeface="ＭＳ Ｐゴシック" pitchFamily="50" charset="-128"/>
                <a:ea typeface="ＭＳ Ｐゴシック" pitchFamily="50" charset="-128"/>
              </a:rPr>
              <a:t>Connect</a:t>
            </a:r>
            <a:endParaRPr kumimoji="1" lang="ja-JP" altLang="en-US" sz="1600" b="1" i="0" u="none" strike="noStrike" cap="none" normalizeH="0" baseline="0" dirty="0">
              <a:ln>
                <a:noFill/>
              </a:ln>
              <a:solidFill>
                <a:schemeClr val="bg1"/>
              </a:solidFill>
              <a:effectLst/>
              <a:latin typeface="ＭＳ Ｐゴシック" pitchFamily="50" charset="-128"/>
              <a:ea typeface="ＭＳ Ｐゴシック" pitchFamily="50" charset="-128"/>
            </a:endParaRPr>
          </a:p>
        </p:txBody>
      </p:sp>
      <p:sp>
        <p:nvSpPr>
          <p:cNvPr id="12" name="四角形: 角を丸くする 11">
            <a:extLst>
              <a:ext uri="{FF2B5EF4-FFF2-40B4-BE49-F238E27FC236}">
                <a16:creationId xmlns:a16="http://schemas.microsoft.com/office/drawing/2014/main" id="{8E33565F-10D2-420C-8077-3BE7C7E80DD2}"/>
              </a:ext>
            </a:extLst>
          </p:cNvPr>
          <p:cNvSpPr/>
          <p:nvPr/>
        </p:nvSpPr>
        <p:spPr bwMode="auto">
          <a:xfrm>
            <a:off x="5120631" y="2204864"/>
            <a:ext cx="4224857" cy="2592288"/>
          </a:xfrm>
          <a:prstGeom prst="roundRect">
            <a:avLst/>
          </a:prstGeom>
          <a:noFill/>
          <a:ln w="12700" cap="flat" cmpd="sng" algn="ctr">
            <a:solidFill>
              <a:schemeClr val="tx1"/>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ja-JP" altLang="en-US" sz="1600" b="0"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rPr>
              <a:t>利用する主要サービス</a:t>
            </a:r>
          </a:p>
        </p:txBody>
      </p:sp>
      <p:sp>
        <p:nvSpPr>
          <p:cNvPr id="13" name="四角形: 角を丸くする 12">
            <a:extLst>
              <a:ext uri="{FF2B5EF4-FFF2-40B4-BE49-F238E27FC236}">
                <a16:creationId xmlns:a16="http://schemas.microsoft.com/office/drawing/2014/main" id="{DD85398B-40D8-44FE-9E7E-4134924B9C83}"/>
              </a:ext>
            </a:extLst>
          </p:cNvPr>
          <p:cNvSpPr/>
          <p:nvPr/>
        </p:nvSpPr>
        <p:spPr bwMode="auto">
          <a:xfrm>
            <a:off x="3402993" y="3110590"/>
            <a:ext cx="1080120" cy="636819"/>
          </a:xfrm>
          <a:prstGeom prst="roundRect">
            <a:avLst/>
          </a:prstGeom>
          <a:solidFill>
            <a:srgbClr val="F0861E"/>
          </a:solidFill>
          <a:ln w="12700" cap="flat" cmpd="sng" algn="ctr">
            <a:noFill/>
            <a:prstDash val="solid"/>
            <a:round/>
            <a:headEnd type="none" w="med" len="med"/>
            <a:tailEnd type="none" w="med" len="med"/>
          </a:ln>
          <a:effectLst/>
        </p:spPr>
        <p:txBody>
          <a:bodyPr vert="horz" wrap="none" lIns="36000" tIns="36000" rIns="36000" bIns="360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ja-JP" sz="1600" b="1" i="0" u="none" strike="noStrike" cap="none" normalizeH="0" baseline="0" dirty="0">
                <a:ln>
                  <a:noFill/>
                </a:ln>
                <a:solidFill>
                  <a:schemeClr val="bg1"/>
                </a:solidFill>
                <a:effectLst/>
                <a:latin typeface="ＭＳ Ｐゴシック" pitchFamily="50" charset="-128"/>
                <a:ea typeface="ＭＳ Ｐゴシック" pitchFamily="50" charset="-128"/>
              </a:rPr>
              <a:t>RDS</a:t>
            </a:r>
            <a:endParaRPr kumimoji="1" lang="ja-JP" altLang="en-US" sz="1600" b="1" i="0" u="none" strike="noStrike" cap="none" normalizeH="0" baseline="0" dirty="0">
              <a:ln>
                <a:noFill/>
              </a:ln>
              <a:solidFill>
                <a:schemeClr val="bg1"/>
              </a:solidFill>
              <a:effectLst/>
              <a:latin typeface="ＭＳ Ｐゴシック" pitchFamily="50" charset="-128"/>
              <a:ea typeface="ＭＳ Ｐゴシック" pitchFamily="50" charset="-128"/>
            </a:endParaRPr>
          </a:p>
        </p:txBody>
      </p:sp>
      <p:sp>
        <p:nvSpPr>
          <p:cNvPr id="14" name="四角形: 角を丸くする 13">
            <a:extLst>
              <a:ext uri="{FF2B5EF4-FFF2-40B4-BE49-F238E27FC236}">
                <a16:creationId xmlns:a16="http://schemas.microsoft.com/office/drawing/2014/main" id="{1CF9ADD5-B825-49C4-ADC4-33981F3020D0}"/>
              </a:ext>
            </a:extLst>
          </p:cNvPr>
          <p:cNvSpPr/>
          <p:nvPr/>
        </p:nvSpPr>
        <p:spPr bwMode="auto">
          <a:xfrm>
            <a:off x="5745088" y="3110590"/>
            <a:ext cx="1080120" cy="636819"/>
          </a:xfrm>
          <a:prstGeom prst="roundRect">
            <a:avLst/>
          </a:prstGeom>
          <a:solidFill>
            <a:srgbClr val="FF0000"/>
          </a:solidFill>
          <a:ln w="12700" cap="flat" cmpd="sng" algn="ctr">
            <a:noFill/>
            <a:prstDash val="solid"/>
            <a:round/>
            <a:headEnd type="none" w="med" len="med"/>
            <a:tailEnd type="none" w="med" len="med"/>
          </a:ln>
          <a:effectLst/>
        </p:spPr>
        <p:txBody>
          <a:bodyPr vert="horz" wrap="square" lIns="36000" tIns="36000" rIns="36000" bIns="360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ja-JP" sz="1600" b="1" i="0" u="none" strike="noStrike" cap="none" normalizeH="0" baseline="0" dirty="0">
                <a:ln>
                  <a:noFill/>
                </a:ln>
                <a:solidFill>
                  <a:schemeClr val="bg1"/>
                </a:solidFill>
                <a:effectLst/>
                <a:latin typeface="ＭＳ Ｐゴシック" pitchFamily="50" charset="-128"/>
                <a:ea typeface="ＭＳ Ｐゴシック" pitchFamily="50" charset="-128"/>
              </a:rPr>
              <a:t>ELB</a:t>
            </a:r>
            <a:endParaRPr kumimoji="1" lang="ja-JP" altLang="en-US" sz="1600" b="1" i="0" u="none" strike="noStrike" cap="none" normalizeH="0" baseline="0" dirty="0">
              <a:ln>
                <a:noFill/>
              </a:ln>
              <a:solidFill>
                <a:schemeClr val="bg1"/>
              </a:solidFill>
              <a:effectLst/>
              <a:latin typeface="ＭＳ Ｐゴシック" pitchFamily="50" charset="-128"/>
              <a:ea typeface="ＭＳ Ｐゴシック" pitchFamily="50" charset="-128"/>
            </a:endParaRPr>
          </a:p>
        </p:txBody>
      </p:sp>
    </p:spTree>
    <p:extLst>
      <p:ext uri="{BB962C8B-B14F-4D97-AF65-F5344CB8AC3E}">
        <p14:creationId xmlns:p14="http://schemas.microsoft.com/office/powerpoint/2010/main" val="4128449290"/>
      </p:ext>
    </p:extLst>
  </p:cSld>
  <p:clrMapOvr>
    <a:masterClrMapping/>
  </p:clrMapOvr>
  <mc:AlternateContent xmlns:mc="http://schemas.openxmlformats.org/markup-compatibility/2006" xmlns:p14="http://schemas.microsoft.com/office/powerpoint/2010/main">
    <mc:Choice Requires="p14">
      <p:transition spd="slow" p14:dur="2000" advTm="29878"/>
    </mc:Choice>
    <mc:Fallback xmlns="">
      <p:transition spd="slow" advTm="29878"/>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タイトル 1">
            <a:extLst>
              <a:ext uri="{FF2B5EF4-FFF2-40B4-BE49-F238E27FC236}">
                <a16:creationId xmlns:a16="http://schemas.microsoft.com/office/drawing/2014/main" id="{48F80BE1-D063-4240-BFC7-C8D243720250}"/>
              </a:ext>
            </a:extLst>
          </p:cNvPr>
          <p:cNvSpPr txBox="1">
            <a:spLocks/>
          </p:cNvSpPr>
          <p:nvPr/>
        </p:nvSpPr>
        <p:spPr bwMode="auto">
          <a:xfrm>
            <a:off x="631222" y="201863"/>
            <a:ext cx="8642258" cy="50208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rtl="0" fontAlgn="base">
              <a:lnSpc>
                <a:spcPct val="90000"/>
              </a:lnSpc>
              <a:spcBef>
                <a:spcPct val="0"/>
              </a:spcBef>
              <a:spcAft>
                <a:spcPct val="0"/>
              </a:spcAft>
              <a:defRPr kumimoji="1" sz="2000">
                <a:solidFill>
                  <a:schemeClr val="tx2"/>
                </a:solidFill>
                <a:latin typeface="游明朝" panose="02020400000000000000" pitchFamily="18" charset="-128"/>
                <a:ea typeface="游明朝" panose="02020400000000000000" pitchFamily="18" charset="-128"/>
                <a:cs typeface="+mj-cs"/>
              </a:defRPr>
            </a:lvl1pPr>
            <a:lvl2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2pPr>
            <a:lvl3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3pPr>
            <a:lvl4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4pPr>
            <a:lvl5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5pPr>
            <a:lvl6pPr marL="4572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6pPr>
            <a:lvl7pPr marL="9144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7pPr>
            <a:lvl8pPr marL="13716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8pPr>
            <a:lvl9pPr marL="18288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9pPr>
          </a:lstStyle>
          <a:p>
            <a:pPr algn="l">
              <a:lnSpc>
                <a:spcPct val="100000"/>
              </a:lnSpc>
            </a:pPr>
            <a:r>
              <a:rPr lang="ja-JP" altLang="en-US" sz="3000" dirty="0">
                <a:solidFill>
                  <a:schemeClr val="tx1"/>
                </a:solidFill>
                <a:latin typeface="メイリオ" panose="020B0604030504040204" pitchFamily="50" charset="-128"/>
                <a:ea typeface="メイリオ" panose="020B0604030504040204" pitchFamily="50" charset="-128"/>
              </a:rPr>
              <a:t>単一障害点の排除</a:t>
            </a:r>
          </a:p>
          <a:p>
            <a:pPr algn="l">
              <a:lnSpc>
                <a:spcPct val="100000"/>
              </a:lnSpc>
            </a:pPr>
            <a:endParaRPr lang="en-US" altLang="ja-JP" sz="3000" dirty="0">
              <a:solidFill>
                <a:schemeClr val="tx1"/>
              </a:solidFill>
              <a:latin typeface="メイリオ" panose="020B0604030504040204" pitchFamily="50" charset="-128"/>
              <a:ea typeface="メイリオ" panose="020B0604030504040204" pitchFamily="50" charset="-128"/>
            </a:endParaRPr>
          </a:p>
        </p:txBody>
      </p:sp>
      <p:sp>
        <p:nvSpPr>
          <p:cNvPr id="5" name="コンテンツ プレースホルダー 2">
            <a:extLst>
              <a:ext uri="{FF2B5EF4-FFF2-40B4-BE49-F238E27FC236}">
                <a16:creationId xmlns:a16="http://schemas.microsoft.com/office/drawing/2014/main" id="{4223C7E6-23C7-4433-B315-D26905B0474C}"/>
              </a:ext>
            </a:extLst>
          </p:cNvPr>
          <p:cNvSpPr txBox="1">
            <a:spLocks/>
          </p:cNvSpPr>
          <p:nvPr/>
        </p:nvSpPr>
        <p:spPr>
          <a:xfrm>
            <a:off x="631222" y="799401"/>
            <a:ext cx="8858282" cy="325343"/>
          </a:xfrm>
          <a:prstGeom prst="rect">
            <a:avLst/>
          </a:prstGeom>
        </p:spPr>
        <p:txBody>
          <a:bodyPr vert="horz" lIns="74295" tIns="37148" rIns="74295" bIns="37148" rtlCol="0">
            <a:noAutofit/>
          </a:bodyPr>
          <a:lstStyle>
            <a:lvl1pPr marL="228600" indent="-228600" algn="l" defTabSz="914400" rtl="0" eaLnBrk="1" latinLnBrk="0" hangingPunct="1">
              <a:lnSpc>
                <a:spcPct val="90000"/>
              </a:lnSpc>
              <a:spcBef>
                <a:spcPts val="1000"/>
              </a:spcBef>
              <a:buFont typeface="Wingdings 2" pitchFamily="18" charset="2"/>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2" pitchFamily="18" charset="2"/>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2" pitchFamily="18" charset="2"/>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5pPr>
            <a:lvl6pPr marL="25146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6pPr>
            <a:lvl7pPr marL="29718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7pPr>
            <a:lvl8pPr marL="34290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8pPr>
            <a:lvl9pPr marL="38862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9pPr>
          </a:lstStyle>
          <a:p>
            <a:pPr marL="0" indent="0">
              <a:buNone/>
            </a:pPr>
            <a:r>
              <a:rPr lang="ja-JP" altLang="en-US" sz="2400" kern="0" dirty="0">
                <a:solidFill>
                  <a:srgbClr val="002060"/>
                </a:solidFill>
                <a:latin typeface="メイリオ" panose="020B0604030504040204" pitchFamily="50" charset="-128"/>
                <a:ea typeface="メイリオ" panose="020B0604030504040204" pitchFamily="50" charset="-128"/>
              </a:rPr>
              <a:t>単一</a:t>
            </a:r>
            <a:r>
              <a:rPr lang="en-US" altLang="ja-JP" sz="2400" kern="0" dirty="0">
                <a:solidFill>
                  <a:srgbClr val="002060"/>
                </a:solidFill>
                <a:latin typeface="メイリオ" panose="020B0604030504040204" pitchFamily="50" charset="-128"/>
                <a:ea typeface="メイリオ" panose="020B0604030504040204" pitchFamily="50" charset="-128"/>
              </a:rPr>
              <a:t>AZ</a:t>
            </a:r>
            <a:r>
              <a:rPr lang="ja-JP" altLang="en-US" sz="2400" kern="0" dirty="0">
                <a:solidFill>
                  <a:srgbClr val="002060"/>
                </a:solidFill>
                <a:latin typeface="メイリオ" panose="020B0604030504040204" pitchFamily="50" charset="-128"/>
                <a:ea typeface="メイリオ" panose="020B0604030504040204" pitchFamily="50" charset="-128"/>
              </a:rPr>
              <a:t>で単一</a:t>
            </a:r>
            <a:r>
              <a:rPr lang="en-US" altLang="ja-JP" sz="2400" kern="0" dirty="0">
                <a:solidFill>
                  <a:srgbClr val="002060"/>
                </a:solidFill>
                <a:latin typeface="メイリオ" panose="020B0604030504040204" pitchFamily="50" charset="-128"/>
                <a:ea typeface="メイリオ" panose="020B0604030504040204" pitchFamily="50" charset="-128"/>
              </a:rPr>
              <a:t>VPC</a:t>
            </a:r>
            <a:r>
              <a:rPr lang="ja-JP" altLang="en-US" sz="2400" kern="0" dirty="0">
                <a:solidFill>
                  <a:srgbClr val="002060"/>
                </a:solidFill>
                <a:latin typeface="メイリオ" panose="020B0604030504040204" pitchFamily="50" charset="-128"/>
                <a:ea typeface="メイリオ" panose="020B0604030504040204" pitchFamily="50" charset="-128"/>
              </a:rPr>
              <a:t>のシンプルな構成をとると単一障害点（</a:t>
            </a:r>
            <a:r>
              <a:rPr lang="en-US" altLang="ja-JP" sz="2400" kern="0" dirty="0">
                <a:solidFill>
                  <a:srgbClr val="002060"/>
                </a:solidFill>
                <a:latin typeface="メイリオ" panose="020B0604030504040204" pitchFamily="50" charset="-128"/>
                <a:ea typeface="メイリオ" panose="020B0604030504040204" pitchFamily="50" charset="-128"/>
              </a:rPr>
              <a:t>SPOF</a:t>
            </a:r>
            <a:r>
              <a:rPr lang="ja-JP" altLang="en-US" sz="2400" kern="0" dirty="0">
                <a:solidFill>
                  <a:srgbClr val="002060"/>
                </a:solidFill>
                <a:latin typeface="メイリオ" panose="020B0604030504040204" pitchFamily="50" charset="-128"/>
                <a:ea typeface="メイリオ" panose="020B0604030504040204" pitchFamily="50" charset="-128"/>
              </a:rPr>
              <a:t>）によりシステムダウンに弱くなる</a:t>
            </a:r>
            <a:endParaRPr lang="en-US" altLang="ja-JP" sz="2400" kern="0" dirty="0">
              <a:solidFill>
                <a:srgbClr val="002060"/>
              </a:solidFill>
              <a:latin typeface="メイリオ" panose="020B0604030504040204" pitchFamily="50" charset="-128"/>
              <a:ea typeface="メイリオ" panose="020B0604030504040204" pitchFamily="50" charset="-128"/>
            </a:endParaRPr>
          </a:p>
        </p:txBody>
      </p:sp>
      <p:sp>
        <p:nvSpPr>
          <p:cNvPr id="13" name="正方形/長方形 12">
            <a:extLst>
              <a:ext uri="{FF2B5EF4-FFF2-40B4-BE49-F238E27FC236}">
                <a16:creationId xmlns:a16="http://schemas.microsoft.com/office/drawing/2014/main" id="{7872FBAC-FA33-45B6-8A8D-209616975D80}"/>
              </a:ext>
            </a:extLst>
          </p:cNvPr>
          <p:cNvSpPr/>
          <p:nvPr/>
        </p:nvSpPr>
        <p:spPr bwMode="auto">
          <a:xfrm>
            <a:off x="1280592" y="1700808"/>
            <a:ext cx="7200800" cy="4739305"/>
          </a:xfrm>
          <a:prstGeom prst="rect">
            <a:avLst/>
          </a:prstGeom>
          <a:solidFill>
            <a:srgbClr val="E5851B"/>
          </a:solidFill>
          <a:ln w="12700" cap="flat" cmpd="sng" algn="ctr">
            <a:no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algn="ctr"/>
            <a:r>
              <a:rPr lang="en-US" altLang="ja-JP" sz="2000" b="1" dirty="0">
                <a:solidFill>
                  <a:schemeClr val="bg1"/>
                </a:solidFill>
                <a:latin typeface="メイリオ" panose="020B0604030504040204" pitchFamily="50" charset="-128"/>
                <a:ea typeface="メイリオ" panose="020B0604030504040204" pitchFamily="50" charset="-128"/>
              </a:rPr>
              <a:t>1</a:t>
            </a:r>
            <a:r>
              <a:rPr lang="ja-JP" altLang="en-US" sz="2000" b="1" dirty="0" err="1">
                <a:solidFill>
                  <a:schemeClr val="bg1"/>
                </a:solidFill>
                <a:latin typeface="メイリオ" panose="020B0604030504040204" pitchFamily="50" charset="-128"/>
                <a:ea typeface="メイリオ" panose="020B0604030504040204" pitchFamily="50" charset="-128"/>
              </a:rPr>
              <a:t>つの</a:t>
            </a:r>
            <a:r>
              <a:rPr lang="ja-JP" altLang="en-US" sz="2000" b="1" dirty="0">
                <a:solidFill>
                  <a:schemeClr val="bg1"/>
                </a:solidFill>
                <a:latin typeface="メイリオ" panose="020B0604030504040204" pitchFamily="50" charset="-128"/>
                <a:ea typeface="メイリオ" panose="020B0604030504040204" pitchFamily="50" charset="-128"/>
              </a:rPr>
              <a:t>リージョン</a:t>
            </a:r>
            <a:endParaRPr lang="en-US" altLang="ja-JP" sz="2000" b="1" dirty="0">
              <a:solidFill>
                <a:schemeClr val="bg1"/>
              </a:solidFill>
              <a:latin typeface="メイリオ" panose="020B0604030504040204" pitchFamily="50" charset="-128"/>
              <a:ea typeface="メイリオ" panose="020B0604030504040204" pitchFamily="50" charset="-128"/>
            </a:endParaRPr>
          </a:p>
        </p:txBody>
      </p:sp>
      <p:sp>
        <p:nvSpPr>
          <p:cNvPr id="14" name="四角形: 角を丸くする 13">
            <a:extLst>
              <a:ext uri="{FF2B5EF4-FFF2-40B4-BE49-F238E27FC236}">
                <a16:creationId xmlns:a16="http://schemas.microsoft.com/office/drawing/2014/main" id="{2AC5DBF5-26D7-46A7-85EA-2048A92440DD}"/>
              </a:ext>
            </a:extLst>
          </p:cNvPr>
          <p:cNvSpPr/>
          <p:nvPr/>
        </p:nvSpPr>
        <p:spPr bwMode="auto">
          <a:xfrm>
            <a:off x="1568624" y="2276872"/>
            <a:ext cx="6696744" cy="3685294"/>
          </a:xfrm>
          <a:prstGeom prst="roundRect">
            <a:avLst/>
          </a:prstGeom>
          <a:solidFill>
            <a:schemeClr val="bg1"/>
          </a:solidFill>
          <a:ln w="12700" cap="flat" cmpd="sng" algn="ctr">
            <a:solidFill>
              <a:srgbClr val="F0861E"/>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ja-JP" altLang="en-US" sz="1600" b="0" i="0" u="none" strike="noStrike" cap="none" normalizeH="0" baseline="0">
              <a:ln>
                <a:noFill/>
              </a:ln>
              <a:solidFill>
                <a:schemeClr val="tx1"/>
              </a:solidFill>
              <a:effectLst/>
              <a:latin typeface="ＭＳ Ｐゴシック" pitchFamily="50" charset="-128"/>
              <a:ea typeface="ＭＳ Ｐゴシック" pitchFamily="50" charset="-128"/>
            </a:endParaRPr>
          </a:p>
        </p:txBody>
      </p:sp>
      <p:pic>
        <p:nvPicPr>
          <p:cNvPr id="15" name="Picture 2" descr="ãVPC ã¢ã¤ã³ã³ãã®ç»åæ¤ç´¢çµæ">
            <a:extLst>
              <a:ext uri="{FF2B5EF4-FFF2-40B4-BE49-F238E27FC236}">
                <a16:creationId xmlns:a16="http://schemas.microsoft.com/office/drawing/2014/main" id="{881F580F-A421-4F01-A883-C7080CBD10C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65194" y="1628800"/>
            <a:ext cx="936104" cy="936104"/>
          </a:xfrm>
          <a:prstGeom prst="rect">
            <a:avLst/>
          </a:prstGeom>
          <a:noFill/>
          <a:extLst>
            <a:ext uri="{909E8E84-426E-40DD-AFC4-6F175D3DCCD1}">
              <a14:hiddenFill xmlns:a14="http://schemas.microsoft.com/office/drawing/2010/main">
                <a:solidFill>
                  <a:srgbClr val="FFFFFF"/>
                </a:solidFill>
              </a14:hiddenFill>
            </a:ext>
          </a:extLst>
        </p:spPr>
      </p:pic>
      <p:sp>
        <p:nvSpPr>
          <p:cNvPr id="16" name="正方形/長方形 15">
            <a:extLst>
              <a:ext uri="{FF2B5EF4-FFF2-40B4-BE49-F238E27FC236}">
                <a16:creationId xmlns:a16="http://schemas.microsoft.com/office/drawing/2014/main" id="{5BA3480C-2B61-4185-BF1E-3F8DF9B74909}"/>
              </a:ext>
            </a:extLst>
          </p:cNvPr>
          <p:cNvSpPr/>
          <p:nvPr/>
        </p:nvSpPr>
        <p:spPr bwMode="auto">
          <a:xfrm>
            <a:off x="3368824" y="2564904"/>
            <a:ext cx="2761629" cy="3277671"/>
          </a:xfrm>
          <a:prstGeom prst="rect">
            <a:avLst/>
          </a:prstGeom>
          <a:solidFill>
            <a:srgbClr val="FFC000"/>
          </a:solidFill>
          <a:ln w="12700" cap="flat" cmpd="sng" algn="ctr">
            <a:no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altLang="ja-JP" sz="2000" b="1" dirty="0">
                <a:solidFill>
                  <a:schemeClr val="bg1"/>
                </a:solidFill>
                <a:latin typeface="メイリオ" panose="020B0604030504040204" pitchFamily="50" charset="-128"/>
                <a:ea typeface="メイリオ" panose="020B0604030504040204" pitchFamily="50" charset="-128"/>
              </a:rPr>
              <a:t>AZ</a:t>
            </a:r>
            <a:endParaRPr kumimoji="1" lang="ja-JP" altLang="en-US" sz="2000" b="1"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endParaRPr>
          </a:p>
        </p:txBody>
      </p:sp>
      <p:sp>
        <p:nvSpPr>
          <p:cNvPr id="18" name="四角形: 角を丸くする 17">
            <a:extLst>
              <a:ext uri="{FF2B5EF4-FFF2-40B4-BE49-F238E27FC236}">
                <a16:creationId xmlns:a16="http://schemas.microsoft.com/office/drawing/2014/main" id="{46F17E49-1E1C-44E9-B703-E2BCA6524A8B}"/>
              </a:ext>
            </a:extLst>
          </p:cNvPr>
          <p:cNvSpPr/>
          <p:nvPr/>
        </p:nvSpPr>
        <p:spPr bwMode="auto">
          <a:xfrm>
            <a:off x="3620611" y="2852936"/>
            <a:ext cx="2304256" cy="2808108"/>
          </a:xfrm>
          <a:prstGeom prst="roundRect">
            <a:avLst/>
          </a:prstGeom>
          <a:noFill/>
          <a:ln w="12700" cap="flat" cmpd="sng" algn="ctr">
            <a:solidFill>
              <a:srgbClr val="F0861E"/>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kumimoji="1" lang="ja-JP" altLang="en-US" sz="1600" b="1"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rPr>
              <a:t>サブネット</a:t>
            </a:r>
            <a:r>
              <a:rPr kumimoji="1" lang="en-US" altLang="ja-JP" sz="1600" b="0"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rPr>
              <a:t>10.0</a:t>
            </a:r>
            <a:r>
              <a:rPr lang="en-US" altLang="ja-JP" dirty="0">
                <a:solidFill>
                  <a:srgbClr val="FF0000"/>
                </a:solidFill>
                <a:latin typeface="メイリオ" panose="020B0604030504040204" pitchFamily="50" charset="-128"/>
                <a:ea typeface="メイリオ" panose="020B0604030504040204" pitchFamily="50" charset="-128"/>
              </a:rPr>
              <a:t>.1</a:t>
            </a:r>
            <a:r>
              <a:rPr kumimoji="1" lang="en-US" altLang="ja-JP" sz="1600" b="0"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rPr>
              <a:t>.0</a:t>
            </a:r>
            <a:r>
              <a:rPr lang="en-US" altLang="ja-JP" dirty="0">
                <a:solidFill>
                  <a:srgbClr val="FF0000"/>
                </a:solidFill>
                <a:latin typeface="メイリオ" panose="020B0604030504040204" pitchFamily="50" charset="-128"/>
                <a:ea typeface="メイリオ" panose="020B0604030504040204" pitchFamily="50" charset="-128"/>
              </a:rPr>
              <a:t>/24	</a:t>
            </a:r>
            <a:endParaRPr kumimoji="1" lang="ja-JP" altLang="en-US" sz="1600" b="0"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endParaRPr>
          </a:p>
        </p:txBody>
      </p:sp>
      <p:pic>
        <p:nvPicPr>
          <p:cNvPr id="19" name="図 18" descr="音楽 が含まれている画像&#10;&#10;自動的に生成された説明">
            <a:extLst>
              <a:ext uri="{FF2B5EF4-FFF2-40B4-BE49-F238E27FC236}">
                <a16:creationId xmlns:a16="http://schemas.microsoft.com/office/drawing/2014/main" id="{FFA10481-DD86-4F11-B862-51E2A3AC0D5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297996" y="3502024"/>
            <a:ext cx="877069" cy="1052482"/>
          </a:xfrm>
          <a:prstGeom prst="rect">
            <a:avLst/>
          </a:prstGeom>
        </p:spPr>
      </p:pic>
      <p:sp>
        <p:nvSpPr>
          <p:cNvPr id="20" name="テキスト ボックス 19">
            <a:extLst>
              <a:ext uri="{FF2B5EF4-FFF2-40B4-BE49-F238E27FC236}">
                <a16:creationId xmlns:a16="http://schemas.microsoft.com/office/drawing/2014/main" id="{AE75D715-6229-4E0C-9D59-F903B4E07AAE}"/>
              </a:ext>
            </a:extLst>
          </p:cNvPr>
          <p:cNvSpPr txBox="1"/>
          <p:nvPr/>
        </p:nvSpPr>
        <p:spPr>
          <a:xfrm>
            <a:off x="4411361" y="4530606"/>
            <a:ext cx="577402" cy="338554"/>
          </a:xfrm>
          <a:prstGeom prst="rect">
            <a:avLst/>
          </a:prstGeom>
          <a:noFill/>
        </p:spPr>
        <p:txBody>
          <a:bodyPr wrap="none" rtlCol="0">
            <a:spAutoFit/>
          </a:bodyPr>
          <a:lstStyle/>
          <a:p>
            <a:pPr algn="ctr"/>
            <a:r>
              <a:rPr kumimoji="1" lang="en-US" altLang="ja-JP" dirty="0">
                <a:latin typeface="メイリオ" panose="020B0604030504040204" pitchFamily="50" charset="-128"/>
                <a:ea typeface="メイリオ" panose="020B0604030504040204" pitchFamily="50" charset="-128"/>
              </a:rPr>
              <a:t>EC2</a:t>
            </a:r>
          </a:p>
        </p:txBody>
      </p:sp>
      <p:pic>
        <p:nvPicPr>
          <p:cNvPr id="25" name="図 24">
            <a:extLst>
              <a:ext uri="{FF2B5EF4-FFF2-40B4-BE49-F238E27FC236}">
                <a16:creationId xmlns:a16="http://schemas.microsoft.com/office/drawing/2014/main" id="{6D28019D-CBD2-482F-8939-4147F183033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382926" y="1972072"/>
            <a:ext cx="590550" cy="609600"/>
          </a:xfrm>
          <a:prstGeom prst="rect">
            <a:avLst/>
          </a:prstGeom>
        </p:spPr>
      </p:pic>
      <p:cxnSp>
        <p:nvCxnSpPr>
          <p:cNvPr id="29" name="直線コネクタ 28">
            <a:extLst>
              <a:ext uri="{FF2B5EF4-FFF2-40B4-BE49-F238E27FC236}">
                <a16:creationId xmlns:a16="http://schemas.microsoft.com/office/drawing/2014/main" id="{87DD575C-A138-425C-83CA-7001B2D2A3CD}"/>
              </a:ext>
            </a:extLst>
          </p:cNvPr>
          <p:cNvCxnSpPr>
            <a:cxnSpLocks/>
            <a:endCxn id="16" idx="0"/>
          </p:cNvCxnSpPr>
          <p:nvPr/>
        </p:nvCxnSpPr>
        <p:spPr bwMode="auto">
          <a:xfrm flipV="1">
            <a:off x="4749039" y="2564904"/>
            <a:ext cx="600" cy="971800"/>
          </a:xfrm>
          <a:prstGeom prst="line">
            <a:avLst/>
          </a:prstGeom>
          <a:noFill/>
          <a:ln w="31750" cap="flat" cmpd="sng" algn="ctr">
            <a:solidFill>
              <a:srgbClr val="FF0000"/>
            </a:solidFill>
            <a:prstDash val="solid"/>
            <a:round/>
            <a:headEnd type="none" w="med" len="med"/>
            <a:tailEnd type="none" w="med" len="med"/>
          </a:ln>
          <a:effectLst/>
        </p:spPr>
      </p:cxnSp>
      <p:pic>
        <p:nvPicPr>
          <p:cNvPr id="30" name="図 29">
            <a:extLst>
              <a:ext uri="{FF2B5EF4-FFF2-40B4-BE49-F238E27FC236}">
                <a16:creationId xmlns:a16="http://schemas.microsoft.com/office/drawing/2014/main" id="{7A90A53D-5375-4428-BB76-9D78D1897BBD}"/>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427786" y="4925824"/>
            <a:ext cx="619125" cy="704850"/>
          </a:xfrm>
          <a:prstGeom prst="rect">
            <a:avLst/>
          </a:prstGeom>
        </p:spPr>
      </p:pic>
      <p:cxnSp>
        <p:nvCxnSpPr>
          <p:cNvPr id="31" name="直線コネクタ 30">
            <a:extLst>
              <a:ext uri="{FF2B5EF4-FFF2-40B4-BE49-F238E27FC236}">
                <a16:creationId xmlns:a16="http://schemas.microsoft.com/office/drawing/2014/main" id="{D0AAB99F-02BC-44D9-A37E-09F25146ADD0}"/>
              </a:ext>
            </a:extLst>
          </p:cNvPr>
          <p:cNvCxnSpPr>
            <a:cxnSpLocks/>
            <a:stCxn id="30" idx="0"/>
            <a:endCxn id="19" idx="2"/>
          </p:cNvCxnSpPr>
          <p:nvPr/>
        </p:nvCxnSpPr>
        <p:spPr bwMode="auto">
          <a:xfrm flipH="1" flipV="1">
            <a:off x="4736531" y="4554506"/>
            <a:ext cx="818" cy="371318"/>
          </a:xfrm>
          <a:prstGeom prst="line">
            <a:avLst/>
          </a:prstGeom>
          <a:noFill/>
          <a:ln w="31750" cap="flat" cmpd="sng" algn="ctr">
            <a:solidFill>
              <a:srgbClr val="FF0000"/>
            </a:solidFill>
            <a:prstDash val="solid"/>
            <a:round/>
            <a:headEnd type="none" w="med" len="med"/>
            <a:tailEnd type="none" w="med" len="med"/>
          </a:ln>
          <a:effectLst/>
        </p:spPr>
      </p:cxnSp>
    </p:spTree>
    <p:extLst>
      <p:ext uri="{BB962C8B-B14F-4D97-AF65-F5344CB8AC3E}">
        <p14:creationId xmlns:p14="http://schemas.microsoft.com/office/powerpoint/2010/main" val="2664631552"/>
      </p:ext>
    </p:extLst>
  </p:cSld>
  <p:clrMapOvr>
    <a:masterClrMapping/>
  </p:clrMapOvr>
  <mc:AlternateContent xmlns:mc="http://schemas.openxmlformats.org/markup-compatibility/2006" xmlns:p14="http://schemas.microsoft.com/office/powerpoint/2010/main">
    <mc:Choice Requires="p14">
      <p:transition spd="slow" p14:dur="2000" advTm="14404"/>
    </mc:Choice>
    <mc:Fallback xmlns="">
      <p:transition spd="slow" advTm="14404"/>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タイトル 1">
            <a:extLst>
              <a:ext uri="{FF2B5EF4-FFF2-40B4-BE49-F238E27FC236}">
                <a16:creationId xmlns:a16="http://schemas.microsoft.com/office/drawing/2014/main" id="{48F80BE1-D063-4240-BFC7-C8D243720250}"/>
              </a:ext>
            </a:extLst>
          </p:cNvPr>
          <p:cNvSpPr txBox="1">
            <a:spLocks/>
          </p:cNvSpPr>
          <p:nvPr/>
        </p:nvSpPr>
        <p:spPr bwMode="auto">
          <a:xfrm>
            <a:off x="631222" y="201863"/>
            <a:ext cx="8642258" cy="50208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rtl="0" fontAlgn="base">
              <a:lnSpc>
                <a:spcPct val="90000"/>
              </a:lnSpc>
              <a:spcBef>
                <a:spcPct val="0"/>
              </a:spcBef>
              <a:spcAft>
                <a:spcPct val="0"/>
              </a:spcAft>
              <a:defRPr kumimoji="1" sz="2000">
                <a:solidFill>
                  <a:schemeClr val="tx2"/>
                </a:solidFill>
                <a:latin typeface="游明朝" panose="02020400000000000000" pitchFamily="18" charset="-128"/>
                <a:ea typeface="游明朝" panose="02020400000000000000" pitchFamily="18" charset="-128"/>
                <a:cs typeface="+mj-cs"/>
              </a:defRPr>
            </a:lvl1pPr>
            <a:lvl2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2pPr>
            <a:lvl3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3pPr>
            <a:lvl4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4pPr>
            <a:lvl5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5pPr>
            <a:lvl6pPr marL="4572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6pPr>
            <a:lvl7pPr marL="9144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7pPr>
            <a:lvl8pPr marL="13716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8pPr>
            <a:lvl9pPr marL="18288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9pPr>
          </a:lstStyle>
          <a:p>
            <a:pPr algn="l">
              <a:lnSpc>
                <a:spcPct val="100000"/>
              </a:lnSpc>
            </a:pPr>
            <a:r>
              <a:rPr lang="ja-JP" altLang="en-US" sz="3000" dirty="0">
                <a:solidFill>
                  <a:schemeClr val="tx1"/>
                </a:solidFill>
                <a:latin typeface="メイリオ" panose="020B0604030504040204" pitchFamily="50" charset="-128"/>
                <a:ea typeface="メイリオ" panose="020B0604030504040204" pitchFamily="50" charset="-128"/>
              </a:rPr>
              <a:t>単一障害点の排除</a:t>
            </a:r>
          </a:p>
          <a:p>
            <a:pPr algn="l">
              <a:lnSpc>
                <a:spcPct val="100000"/>
              </a:lnSpc>
            </a:pPr>
            <a:endParaRPr lang="en-US" altLang="ja-JP" sz="3000" dirty="0">
              <a:solidFill>
                <a:schemeClr val="tx1"/>
              </a:solidFill>
              <a:latin typeface="メイリオ" panose="020B0604030504040204" pitchFamily="50" charset="-128"/>
              <a:ea typeface="メイリオ" panose="020B0604030504040204" pitchFamily="50" charset="-128"/>
            </a:endParaRPr>
          </a:p>
        </p:txBody>
      </p:sp>
      <p:sp>
        <p:nvSpPr>
          <p:cNvPr id="5" name="コンテンツ プレースホルダー 2">
            <a:extLst>
              <a:ext uri="{FF2B5EF4-FFF2-40B4-BE49-F238E27FC236}">
                <a16:creationId xmlns:a16="http://schemas.microsoft.com/office/drawing/2014/main" id="{4223C7E6-23C7-4433-B315-D26905B0474C}"/>
              </a:ext>
            </a:extLst>
          </p:cNvPr>
          <p:cNvSpPr txBox="1">
            <a:spLocks/>
          </p:cNvSpPr>
          <p:nvPr/>
        </p:nvSpPr>
        <p:spPr>
          <a:xfrm>
            <a:off x="631222" y="799401"/>
            <a:ext cx="8858282" cy="325343"/>
          </a:xfrm>
          <a:prstGeom prst="rect">
            <a:avLst/>
          </a:prstGeom>
        </p:spPr>
        <p:txBody>
          <a:bodyPr vert="horz" lIns="74295" tIns="37148" rIns="74295" bIns="37148" rtlCol="0">
            <a:noAutofit/>
          </a:bodyPr>
          <a:lstStyle>
            <a:lvl1pPr marL="228600" indent="-228600" algn="l" defTabSz="914400" rtl="0" eaLnBrk="1" latinLnBrk="0" hangingPunct="1">
              <a:lnSpc>
                <a:spcPct val="90000"/>
              </a:lnSpc>
              <a:spcBef>
                <a:spcPts val="1000"/>
              </a:spcBef>
              <a:buFont typeface="Wingdings 2" pitchFamily="18" charset="2"/>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2" pitchFamily="18" charset="2"/>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2" pitchFamily="18" charset="2"/>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5pPr>
            <a:lvl6pPr marL="25146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6pPr>
            <a:lvl7pPr marL="29718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7pPr>
            <a:lvl8pPr marL="34290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8pPr>
            <a:lvl9pPr marL="38862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9pPr>
          </a:lstStyle>
          <a:p>
            <a:pPr marL="0" indent="0">
              <a:buNone/>
            </a:pPr>
            <a:r>
              <a:rPr lang="ja-JP" altLang="en-US" sz="2400" kern="0" dirty="0">
                <a:solidFill>
                  <a:srgbClr val="002060"/>
                </a:solidFill>
                <a:latin typeface="メイリオ" panose="020B0604030504040204" pitchFamily="50" charset="-128"/>
                <a:ea typeface="メイリオ" panose="020B0604030504040204" pitchFamily="50" charset="-128"/>
              </a:rPr>
              <a:t>単一</a:t>
            </a:r>
            <a:r>
              <a:rPr lang="en-US" altLang="ja-JP" sz="2400" kern="0" dirty="0">
                <a:solidFill>
                  <a:srgbClr val="002060"/>
                </a:solidFill>
                <a:latin typeface="メイリオ" panose="020B0604030504040204" pitchFamily="50" charset="-128"/>
                <a:ea typeface="メイリオ" panose="020B0604030504040204" pitchFamily="50" charset="-128"/>
              </a:rPr>
              <a:t>AZ</a:t>
            </a:r>
            <a:r>
              <a:rPr lang="ja-JP" altLang="en-US" sz="2400" kern="0" dirty="0">
                <a:solidFill>
                  <a:srgbClr val="002060"/>
                </a:solidFill>
                <a:latin typeface="メイリオ" panose="020B0604030504040204" pitchFamily="50" charset="-128"/>
                <a:ea typeface="メイリオ" panose="020B0604030504040204" pitchFamily="50" charset="-128"/>
              </a:rPr>
              <a:t>で単一</a:t>
            </a:r>
            <a:r>
              <a:rPr lang="en-US" altLang="ja-JP" sz="2400" kern="0" dirty="0">
                <a:solidFill>
                  <a:srgbClr val="002060"/>
                </a:solidFill>
                <a:latin typeface="メイリオ" panose="020B0604030504040204" pitchFamily="50" charset="-128"/>
                <a:ea typeface="メイリオ" panose="020B0604030504040204" pitchFamily="50" charset="-128"/>
              </a:rPr>
              <a:t>VPC</a:t>
            </a:r>
            <a:r>
              <a:rPr lang="ja-JP" altLang="en-US" sz="2400" kern="0" dirty="0">
                <a:solidFill>
                  <a:srgbClr val="002060"/>
                </a:solidFill>
                <a:latin typeface="メイリオ" panose="020B0604030504040204" pitchFamily="50" charset="-128"/>
                <a:ea typeface="メイリオ" panose="020B0604030504040204" pitchFamily="50" charset="-128"/>
              </a:rPr>
              <a:t>のシンプルな構成をとると単一障害点（</a:t>
            </a:r>
            <a:r>
              <a:rPr lang="en-US" altLang="ja-JP" sz="2400" kern="0" dirty="0">
                <a:solidFill>
                  <a:srgbClr val="002060"/>
                </a:solidFill>
                <a:latin typeface="メイリオ" panose="020B0604030504040204" pitchFamily="50" charset="-128"/>
                <a:ea typeface="メイリオ" panose="020B0604030504040204" pitchFamily="50" charset="-128"/>
              </a:rPr>
              <a:t>SPOF</a:t>
            </a:r>
            <a:r>
              <a:rPr lang="ja-JP" altLang="en-US" sz="2400" kern="0" dirty="0">
                <a:solidFill>
                  <a:srgbClr val="002060"/>
                </a:solidFill>
                <a:latin typeface="メイリオ" panose="020B0604030504040204" pitchFamily="50" charset="-128"/>
                <a:ea typeface="メイリオ" panose="020B0604030504040204" pitchFamily="50" charset="-128"/>
              </a:rPr>
              <a:t>）によりシステムダウンに弱くなる</a:t>
            </a:r>
            <a:endParaRPr lang="en-US" altLang="ja-JP" sz="2400" kern="0" dirty="0">
              <a:solidFill>
                <a:srgbClr val="002060"/>
              </a:solidFill>
              <a:latin typeface="メイリオ" panose="020B0604030504040204" pitchFamily="50" charset="-128"/>
              <a:ea typeface="メイリオ" panose="020B0604030504040204" pitchFamily="50" charset="-128"/>
            </a:endParaRPr>
          </a:p>
        </p:txBody>
      </p:sp>
      <p:sp>
        <p:nvSpPr>
          <p:cNvPr id="13" name="正方形/長方形 12">
            <a:extLst>
              <a:ext uri="{FF2B5EF4-FFF2-40B4-BE49-F238E27FC236}">
                <a16:creationId xmlns:a16="http://schemas.microsoft.com/office/drawing/2014/main" id="{7872FBAC-FA33-45B6-8A8D-209616975D80}"/>
              </a:ext>
            </a:extLst>
          </p:cNvPr>
          <p:cNvSpPr/>
          <p:nvPr/>
        </p:nvSpPr>
        <p:spPr bwMode="auto">
          <a:xfrm>
            <a:off x="1280592" y="1700808"/>
            <a:ext cx="7200800" cy="4739305"/>
          </a:xfrm>
          <a:prstGeom prst="rect">
            <a:avLst/>
          </a:prstGeom>
          <a:solidFill>
            <a:srgbClr val="E5851B"/>
          </a:solidFill>
          <a:ln w="12700" cap="flat" cmpd="sng" algn="ctr">
            <a:no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algn="ctr"/>
            <a:r>
              <a:rPr lang="en-US" altLang="ja-JP" sz="2000" b="1" dirty="0">
                <a:solidFill>
                  <a:schemeClr val="bg1"/>
                </a:solidFill>
                <a:latin typeface="メイリオ" panose="020B0604030504040204" pitchFamily="50" charset="-128"/>
                <a:ea typeface="メイリオ" panose="020B0604030504040204" pitchFamily="50" charset="-128"/>
              </a:rPr>
              <a:t>1</a:t>
            </a:r>
            <a:r>
              <a:rPr lang="ja-JP" altLang="en-US" sz="2000" b="1" dirty="0" err="1">
                <a:solidFill>
                  <a:schemeClr val="bg1"/>
                </a:solidFill>
                <a:latin typeface="メイリオ" panose="020B0604030504040204" pitchFamily="50" charset="-128"/>
                <a:ea typeface="メイリオ" panose="020B0604030504040204" pitchFamily="50" charset="-128"/>
              </a:rPr>
              <a:t>つの</a:t>
            </a:r>
            <a:r>
              <a:rPr lang="ja-JP" altLang="en-US" sz="2000" b="1" dirty="0">
                <a:solidFill>
                  <a:schemeClr val="bg1"/>
                </a:solidFill>
                <a:latin typeface="メイリオ" panose="020B0604030504040204" pitchFamily="50" charset="-128"/>
                <a:ea typeface="メイリオ" panose="020B0604030504040204" pitchFamily="50" charset="-128"/>
              </a:rPr>
              <a:t>リージョン</a:t>
            </a:r>
            <a:endParaRPr lang="en-US" altLang="ja-JP" sz="2000" b="1" dirty="0">
              <a:solidFill>
                <a:schemeClr val="bg1"/>
              </a:solidFill>
              <a:latin typeface="メイリオ" panose="020B0604030504040204" pitchFamily="50" charset="-128"/>
              <a:ea typeface="メイリオ" panose="020B0604030504040204" pitchFamily="50" charset="-128"/>
            </a:endParaRPr>
          </a:p>
        </p:txBody>
      </p:sp>
      <p:sp>
        <p:nvSpPr>
          <p:cNvPr id="14" name="四角形: 角を丸くする 13">
            <a:extLst>
              <a:ext uri="{FF2B5EF4-FFF2-40B4-BE49-F238E27FC236}">
                <a16:creationId xmlns:a16="http://schemas.microsoft.com/office/drawing/2014/main" id="{2AC5DBF5-26D7-46A7-85EA-2048A92440DD}"/>
              </a:ext>
            </a:extLst>
          </p:cNvPr>
          <p:cNvSpPr/>
          <p:nvPr/>
        </p:nvSpPr>
        <p:spPr bwMode="auto">
          <a:xfrm>
            <a:off x="1568624" y="2276872"/>
            <a:ext cx="6696744" cy="3685294"/>
          </a:xfrm>
          <a:prstGeom prst="roundRect">
            <a:avLst/>
          </a:prstGeom>
          <a:solidFill>
            <a:schemeClr val="bg1"/>
          </a:solidFill>
          <a:ln w="12700" cap="flat" cmpd="sng" algn="ctr">
            <a:solidFill>
              <a:srgbClr val="F0861E"/>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ja-JP" altLang="en-US" sz="1600" b="0" i="0" u="none" strike="noStrike" cap="none" normalizeH="0" baseline="0">
              <a:ln>
                <a:noFill/>
              </a:ln>
              <a:solidFill>
                <a:schemeClr val="tx1"/>
              </a:solidFill>
              <a:effectLst/>
              <a:latin typeface="ＭＳ Ｐゴシック" pitchFamily="50" charset="-128"/>
              <a:ea typeface="ＭＳ Ｐゴシック" pitchFamily="50" charset="-128"/>
            </a:endParaRPr>
          </a:p>
        </p:txBody>
      </p:sp>
      <p:pic>
        <p:nvPicPr>
          <p:cNvPr id="15" name="Picture 2" descr="ãVPC ã¢ã¤ã³ã³ãã®ç»åæ¤ç´¢çµæ">
            <a:extLst>
              <a:ext uri="{FF2B5EF4-FFF2-40B4-BE49-F238E27FC236}">
                <a16:creationId xmlns:a16="http://schemas.microsoft.com/office/drawing/2014/main" id="{881F580F-A421-4F01-A883-C7080CBD10C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65194" y="1628800"/>
            <a:ext cx="936104" cy="936104"/>
          </a:xfrm>
          <a:prstGeom prst="rect">
            <a:avLst/>
          </a:prstGeom>
          <a:noFill/>
          <a:extLst>
            <a:ext uri="{909E8E84-426E-40DD-AFC4-6F175D3DCCD1}">
              <a14:hiddenFill xmlns:a14="http://schemas.microsoft.com/office/drawing/2010/main">
                <a:solidFill>
                  <a:srgbClr val="FFFFFF"/>
                </a:solidFill>
              </a14:hiddenFill>
            </a:ext>
          </a:extLst>
        </p:spPr>
      </p:pic>
      <p:sp>
        <p:nvSpPr>
          <p:cNvPr id="16" name="正方形/長方形 15">
            <a:extLst>
              <a:ext uri="{FF2B5EF4-FFF2-40B4-BE49-F238E27FC236}">
                <a16:creationId xmlns:a16="http://schemas.microsoft.com/office/drawing/2014/main" id="{5BA3480C-2B61-4185-BF1E-3F8DF9B74909}"/>
              </a:ext>
            </a:extLst>
          </p:cNvPr>
          <p:cNvSpPr/>
          <p:nvPr/>
        </p:nvSpPr>
        <p:spPr bwMode="auto">
          <a:xfrm>
            <a:off x="3368824" y="2564904"/>
            <a:ext cx="2761629" cy="3277671"/>
          </a:xfrm>
          <a:prstGeom prst="rect">
            <a:avLst/>
          </a:prstGeom>
          <a:solidFill>
            <a:srgbClr val="FFC000"/>
          </a:solidFill>
          <a:ln w="12700" cap="flat" cmpd="sng" algn="ctr">
            <a:no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altLang="ja-JP" sz="2000" b="1" dirty="0">
                <a:solidFill>
                  <a:schemeClr val="bg1"/>
                </a:solidFill>
                <a:latin typeface="メイリオ" panose="020B0604030504040204" pitchFamily="50" charset="-128"/>
                <a:ea typeface="メイリオ" panose="020B0604030504040204" pitchFamily="50" charset="-128"/>
              </a:rPr>
              <a:t>AZ</a:t>
            </a:r>
            <a:endParaRPr kumimoji="1" lang="ja-JP" altLang="en-US" sz="2000" b="1"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endParaRPr>
          </a:p>
        </p:txBody>
      </p:sp>
      <p:sp>
        <p:nvSpPr>
          <p:cNvPr id="18" name="四角形: 角を丸くする 17">
            <a:extLst>
              <a:ext uri="{FF2B5EF4-FFF2-40B4-BE49-F238E27FC236}">
                <a16:creationId xmlns:a16="http://schemas.microsoft.com/office/drawing/2014/main" id="{46F17E49-1E1C-44E9-B703-E2BCA6524A8B}"/>
              </a:ext>
            </a:extLst>
          </p:cNvPr>
          <p:cNvSpPr/>
          <p:nvPr/>
        </p:nvSpPr>
        <p:spPr bwMode="auto">
          <a:xfrm>
            <a:off x="3620611" y="2852936"/>
            <a:ext cx="2304256" cy="2808108"/>
          </a:xfrm>
          <a:prstGeom prst="roundRect">
            <a:avLst/>
          </a:prstGeom>
          <a:noFill/>
          <a:ln w="12700" cap="flat" cmpd="sng" algn="ctr">
            <a:solidFill>
              <a:srgbClr val="F0861E"/>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kumimoji="1" lang="ja-JP" altLang="en-US" sz="1600" b="1"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rPr>
              <a:t>サブネット</a:t>
            </a:r>
            <a:r>
              <a:rPr kumimoji="1" lang="en-US" altLang="ja-JP" sz="1600" b="0"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rPr>
              <a:t>10.0</a:t>
            </a:r>
            <a:r>
              <a:rPr lang="en-US" altLang="ja-JP" dirty="0">
                <a:solidFill>
                  <a:srgbClr val="FF0000"/>
                </a:solidFill>
                <a:latin typeface="メイリオ" panose="020B0604030504040204" pitchFamily="50" charset="-128"/>
                <a:ea typeface="メイリオ" panose="020B0604030504040204" pitchFamily="50" charset="-128"/>
              </a:rPr>
              <a:t>.1</a:t>
            </a:r>
            <a:r>
              <a:rPr kumimoji="1" lang="en-US" altLang="ja-JP" sz="1600" b="0"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rPr>
              <a:t>.0</a:t>
            </a:r>
            <a:r>
              <a:rPr lang="en-US" altLang="ja-JP" dirty="0">
                <a:solidFill>
                  <a:srgbClr val="FF0000"/>
                </a:solidFill>
                <a:latin typeface="メイリオ" panose="020B0604030504040204" pitchFamily="50" charset="-128"/>
                <a:ea typeface="メイリオ" panose="020B0604030504040204" pitchFamily="50" charset="-128"/>
              </a:rPr>
              <a:t>/24	</a:t>
            </a:r>
            <a:endParaRPr kumimoji="1" lang="ja-JP" altLang="en-US" sz="1600" b="0"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endParaRPr>
          </a:p>
        </p:txBody>
      </p:sp>
      <p:pic>
        <p:nvPicPr>
          <p:cNvPr id="19" name="図 18" descr="音楽 が含まれている画像&#10;&#10;自動的に生成された説明">
            <a:extLst>
              <a:ext uri="{FF2B5EF4-FFF2-40B4-BE49-F238E27FC236}">
                <a16:creationId xmlns:a16="http://schemas.microsoft.com/office/drawing/2014/main" id="{FFA10481-DD86-4F11-B862-51E2A3AC0D5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297996" y="3502024"/>
            <a:ext cx="877069" cy="1052482"/>
          </a:xfrm>
          <a:prstGeom prst="rect">
            <a:avLst/>
          </a:prstGeom>
        </p:spPr>
      </p:pic>
      <p:sp>
        <p:nvSpPr>
          <p:cNvPr id="20" name="テキスト ボックス 19">
            <a:extLst>
              <a:ext uri="{FF2B5EF4-FFF2-40B4-BE49-F238E27FC236}">
                <a16:creationId xmlns:a16="http://schemas.microsoft.com/office/drawing/2014/main" id="{AE75D715-6229-4E0C-9D59-F903B4E07AAE}"/>
              </a:ext>
            </a:extLst>
          </p:cNvPr>
          <p:cNvSpPr txBox="1"/>
          <p:nvPr/>
        </p:nvSpPr>
        <p:spPr>
          <a:xfrm>
            <a:off x="4411361" y="4530606"/>
            <a:ext cx="577402" cy="338554"/>
          </a:xfrm>
          <a:prstGeom prst="rect">
            <a:avLst/>
          </a:prstGeom>
          <a:noFill/>
        </p:spPr>
        <p:txBody>
          <a:bodyPr wrap="none" rtlCol="0">
            <a:spAutoFit/>
          </a:bodyPr>
          <a:lstStyle/>
          <a:p>
            <a:pPr algn="ctr"/>
            <a:r>
              <a:rPr kumimoji="1" lang="en-US" altLang="ja-JP" dirty="0">
                <a:latin typeface="メイリオ" panose="020B0604030504040204" pitchFamily="50" charset="-128"/>
                <a:ea typeface="メイリオ" panose="020B0604030504040204" pitchFamily="50" charset="-128"/>
              </a:rPr>
              <a:t>EC2</a:t>
            </a:r>
          </a:p>
        </p:txBody>
      </p:sp>
      <p:pic>
        <p:nvPicPr>
          <p:cNvPr id="25" name="図 24">
            <a:extLst>
              <a:ext uri="{FF2B5EF4-FFF2-40B4-BE49-F238E27FC236}">
                <a16:creationId xmlns:a16="http://schemas.microsoft.com/office/drawing/2014/main" id="{6D28019D-CBD2-482F-8939-4147F183033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382926" y="1972072"/>
            <a:ext cx="590550" cy="609600"/>
          </a:xfrm>
          <a:prstGeom prst="rect">
            <a:avLst/>
          </a:prstGeom>
        </p:spPr>
      </p:pic>
      <p:cxnSp>
        <p:nvCxnSpPr>
          <p:cNvPr id="29" name="直線コネクタ 28">
            <a:extLst>
              <a:ext uri="{FF2B5EF4-FFF2-40B4-BE49-F238E27FC236}">
                <a16:creationId xmlns:a16="http://schemas.microsoft.com/office/drawing/2014/main" id="{87DD575C-A138-425C-83CA-7001B2D2A3CD}"/>
              </a:ext>
            </a:extLst>
          </p:cNvPr>
          <p:cNvCxnSpPr>
            <a:cxnSpLocks/>
            <a:endCxn id="16" idx="0"/>
          </p:cNvCxnSpPr>
          <p:nvPr/>
        </p:nvCxnSpPr>
        <p:spPr bwMode="auto">
          <a:xfrm flipV="1">
            <a:off x="4749039" y="2564904"/>
            <a:ext cx="600" cy="971800"/>
          </a:xfrm>
          <a:prstGeom prst="line">
            <a:avLst/>
          </a:prstGeom>
          <a:noFill/>
          <a:ln w="31750" cap="flat" cmpd="sng" algn="ctr">
            <a:solidFill>
              <a:srgbClr val="FF0000"/>
            </a:solidFill>
            <a:prstDash val="solid"/>
            <a:round/>
            <a:headEnd type="none" w="med" len="med"/>
            <a:tailEnd type="none" w="med" len="med"/>
          </a:ln>
          <a:effectLst/>
        </p:spPr>
      </p:cxnSp>
      <p:pic>
        <p:nvPicPr>
          <p:cNvPr id="30" name="図 29">
            <a:extLst>
              <a:ext uri="{FF2B5EF4-FFF2-40B4-BE49-F238E27FC236}">
                <a16:creationId xmlns:a16="http://schemas.microsoft.com/office/drawing/2014/main" id="{7A90A53D-5375-4428-BB76-9D78D1897BBD}"/>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427786" y="4925824"/>
            <a:ext cx="619125" cy="704850"/>
          </a:xfrm>
          <a:prstGeom prst="rect">
            <a:avLst/>
          </a:prstGeom>
        </p:spPr>
      </p:pic>
      <p:cxnSp>
        <p:nvCxnSpPr>
          <p:cNvPr id="31" name="直線コネクタ 30">
            <a:extLst>
              <a:ext uri="{FF2B5EF4-FFF2-40B4-BE49-F238E27FC236}">
                <a16:creationId xmlns:a16="http://schemas.microsoft.com/office/drawing/2014/main" id="{D0AAB99F-02BC-44D9-A37E-09F25146ADD0}"/>
              </a:ext>
            </a:extLst>
          </p:cNvPr>
          <p:cNvCxnSpPr>
            <a:cxnSpLocks/>
            <a:stCxn id="30" idx="0"/>
            <a:endCxn id="19" idx="2"/>
          </p:cNvCxnSpPr>
          <p:nvPr/>
        </p:nvCxnSpPr>
        <p:spPr bwMode="auto">
          <a:xfrm flipH="1" flipV="1">
            <a:off x="4736531" y="4554506"/>
            <a:ext cx="818" cy="371318"/>
          </a:xfrm>
          <a:prstGeom prst="line">
            <a:avLst/>
          </a:prstGeom>
          <a:noFill/>
          <a:ln w="31750" cap="flat" cmpd="sng" algn="ctr">
            <a:solidFill>
              <a:srgbClr val="FF0000"/>
            </a:solidFill>
            <a:prstDash val="solid"/>
            <a:round/>
            <a:headEnd type="none" w="med" len="med"/>
            <a:tailEnd type="none" w="med" len="med"/>
          </a:ln>
          <a:effectLst/>
        </p:spPr>
      </p:cxnSp>
      <p:sp>
        <p:nvSpPr>
          <p:cNvPr id="2" name="乗算記号 1">
            <a:extLst>
              <a:ext uri="{FF2B5EF4-FFF2-40B4-BE49-F238E27FC236}">
                <a16:creationId xmlns:a16="http://schemas.microsoft.com/office/drawing/2014/main" id="{C7D041D4-C4A4-4D3D-88D6-B4452EFD1EDE}"/>
              </a:ext>
            </a:extLst>
          </p:cNvPr>
          <p:cNvSpPr/>
          <p:nvPr/>
        </p:nvSpPr>
        <p:spPr bwMode="auto">
          <a:xfrm>
            <a:off x="4281587" y="3582988"/>
            <a:ext cx="936104" cy="935088"/>
          </a:xfrm>
          <a:prstGeom prst="mathMultiply">
            <a:avLst/>
          </a:prstGeom>
          <a:solidFill>
            <a:srgbClr val="FF0000"/>
          </a:solidFill>
          <a:ln w="12700" cap="flat" cmpd="sng" algn="ctr">
            <a:no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ja-JP" altLang="en-US" sz="1600" b="0" i="0" u="none" strike="noStrike" cap="none" normalizeH="0" baseline="0">
              <a:ln>
                <a:noFill/>
              </a:ln>
              <a:solidFill>
                <a:schemeClr val="tx1"/>
              </a:solidFill>
              <a:effectLst/>
              <a:latin typeface="ＭＳ Ｐゴシック" pitchFamily="50" charset="-128"/>
              <a:ea typeface="ＭＳ Ｐゴシック" pitchFamily="50" charset="-128"/>
            </a:endParaRPr>
          </a:p>
        </p:txBody>
      </p:sp>
      <p:sp>
        <p:nvSpPr>
          <p:cNvPr id="17" name="乗算記号 16">
            <a:extLst>
              <a:ext uri="{FF2B5EF4-FFF2-40B4-BE49-F238E27FC236}">
                <a16:creationId xmlns:a16="http://schemas.microsoft.com/office/drawing/2014/main" id="{A378FA97-35E1-4C1F-8C56-1A3FC32516F6}"/>
              </a:ext>
            </a:extLst>
          </p:cNvPr>
          <p:cNvSpPr/>
          <p:nvPr/>
        </p:nvSpPr>
        <p:spPr bwMode="auto">
          <a:xfrm>
            <a:off x="4281587" y="4859306"/>
            <a:ext cx="936104" cy="935088"/>
          </a:xfrm>
          <a:prstGeom prst="mathMultiply">
            <a:avLst/>
          </a:prstGeom>
          <a:solidFill>
            <a:srgbClr val="FF0000"/>
          </a:solidFill>
          <a:ln w="12700" cap="flat" cmpd="sng" algn="ctr">
            <a:no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ja-JP" altLang="en-US" sz="1600" b="0" i="0" u="none" strike="noStrike" cap="none" normalizeH="0" baseline="0">
              <a:ln>
                <a:noFill/>
              </a:ln>
              <a:solidFill>
                <a:schemeClr val="tx1"/>
              </a:solidFill>
              <a:effectLst/>
              <a:latin typeface="ＭＳ Ｐゴシック" pitchFamily="50" charset="-128"/>
              <a:ea typeface="ＭＳ Ｐゴシック" pitchFamily="50" charset="-128"/>
            </a:endParaRPr>
          </a:p>
        </p:txBody>
      </p:sp>
    </p:spTree>
    <p:extLst>
      <p:ext uri="{BB962C8B-B14F-4D97-AF65-F5344CB8AC3E}">
        <p14:creationId xmlns:p14="http://schemas.microsoft.com/office/powerpoint/2010/main" val="2443915451"/>
      </p:ext>
    </p:extLst>
  </p:cSld>
  <p:clrMapOvr>
    <a:masterClrMapping/>
  </p:clrMapOvr>
  <mc:AlternateContent xmlns:mc="http://schemas.openxmlformats.org/markup-compatibility/2006" xmlns:p14="http://schemas.microsoft.com/office/powerpoint/2010/main">
    <mc:Choice Requires="p14">
      <p:transition spd="slow" p14:dur="2000" advTm="22396"/>
    </mc:Choice>
    <mc:Fallback xmlns="">
      <p:transition spd="slow" advTm="22396"/>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タイトル 1">
            <a:extLst>
              <a:ext uri="{FF2B5EF4-FFF2-40B4-BE49-F238E27FC236}">
                <a16:creationId xmlns:a16="http://schemas.microsoft.com/office/drawing/2014/main" id="{48F80BE1-D063-4240-BFC7-C8D243720250}"/>
              </a:ext>
            </a:extLst>
          </p:cNvPr>
          <p:cNvSpPr txBox="1">
            <a:spLocks/>
          </p:cNvSpPr>
          <p:nvPr/>
        </p:nvSpPr>
        <p:spPr bwMode="auto">
          <a:xfrm>
            <a:off x="631222" y="201863"/>
            <a:ext cx="8642258" cy="50208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rtl="0" fontAlgn="base">
              <a:lnSpc>
                <a:spcPct val="90000"/>
              </a:lnSpc>
              <a:spcBef>
                <a:spcPct val="0"/>
              </a:spcBef>
              <a:spcAft>
                <a:spcPct val="0"/>
              </a:spcAft>
              <a:defRPr kumimoji="1" sz="2000">
                <a:solidFill>
                  <a:schemeClr val="tx2"/>
                </a:solidFill>
                <a:latin typeface="游明朝" panose="02020400000000000000" pitchFamily="18" charset="-128"/>
                <a:ea typeface="游明朝" panose="02020400000000000000" pitchFamily="18" charset="-128"/>
                <a:cs typeface="+mj-cs"/>
              </a:defRPr>
            </a:lvl1pPr>
            <a:lvl2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2pPr>
            <a:lvl3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3pPr>
            <a:lvl4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4pPr>
            <a:lvl5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5pPr>
            <a:lvl6pPr marL="4572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6pPr>
            <a:lvl7pPr marL="9144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7pPr>
            <a:lvl8pPr marL="13716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8pPr>
            <a:lvl9pPr marL="18288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9pPr>
          </a:lstStyle>
          <a:p>
            <a:pPr algn="l">
              <a:lnSpc>
                <a:spcPct val="100000"/>
              </a:lnSpc>
            </a:pPr>
            <a:r>
              <a:rPr lang="ja-JP" altLang="en-US" sz="3000" dirty="0">
                <a:solidFill>
                  <a:schemeClr val="tx1"/>
                </a:solidFill>
                <a:latin typeface="メイリオ" panose="020B0604030504040204" pitchFamily="50" charset="-128"/>
                <a:ea typeface="メイリオ" panose="020B0604030504040204" pitchFamily="50" charset="-128"/>
              </a:rPr>
              <a:t>単一障害点の排除</a:t>
            </a:r>
          </a:p>
          <a:p>
            <a:pPr algn="l">
              <a:lnSpc>
                <a:spcPct val="100000"/>
              </a:lnSpc>
            </a:pPr>
            <a:endParaRPr lang="en-US" altLang="ja-JP" sz="3000" dirty="0">
              <a:solidFill>
                <a:schemeClr val="tx1"/>
              </a:solidFill>
              <a:latin typeface="メイリオ" panose="020B0604030504040204" pitchFamily="50" charset="-128"/>
              <a:ea typeface="メイリオ" panose="020B0604030504040204" pitchFamily="50" charset="-128"/>
            </a:endParaRPr>
          </a:p>
        </p:txBody>
      </p:sp>
      <p:sp>
        <p:nvSpPr>
          <p:cNvPr id="5" name="コンテンツ プレースホルダー 2">
            <a:extLst>
              <a:ext uri="{FF2B5EF4-FFF2-40B4-BE49-F238E27FC236}">
                <a16:creationId xmlns:a16="http://schemas.microsoft.com/office/drawing/2014/main" id="{4223C7E6-23C7-4433-B315-D26905B0474C}"/>
              </a:ext>
            </a:extLst>
          </p:cNvPr>
          <p:cNvSpPr txBox="1">
            <a:spLocks/>
          </p:cNvSpPr>
          <p:nvPr/>
        </p:nvSpPr>
        <p:spPr>
          <a:xfrm>
            <a:off x="631222" y="799401"/>
            <a:ext cx="8858282" cy="325343"/>
          </a:xfrm>
          <a:prstGeom prst="rect">
            <a:avLst/>
          </a:prstGeom>
        </p:spPr>
        <p:txBody>
          <a:bodyPr vert="horz" lIns="74295" tIns="37148" rIns="74295" bIns="37148" rtlCol="0">
            <a:noAutofit/>
          </a:bodyPr>
          <a:lstStyle>
            <a:lvl1pPr marL="228600" indent="-228600" algn="l" defTabSz="914400" rtl="0" eaLnBrk="1" latinLnBrk="0" hangingPunct="1">
              <a:lnSpc>
                <a:spcPct val="90000"/>
              </a:lnSpc>
              <a:spcBef>
                <a:spcPts val="1000"/>
              </a:spcBef>
              <a:buFont typeface="Wingdings 2" pitchFamily="18" charset="2"/>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2" pitchFamily="18" charset="2"/>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2" pitchFamily="18" charset="2"/>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5pPr>
            <a:lvl6pPr marL="25146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6pPr>
            <a:lvl7pPr marL="29718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7pPr>
            <a:lvl8pPr marL="34290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8pPr>
            <a:lvl9pPr marL="38862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9pPr>
          </a:lstStyle>
          <a:p>
            <a:pPr marL="0" indent="0">
              <a:buNone/>
            </a:pPr>
            <a:r>
              <a:rPr lang="ja-JP" altLang="en-US" sz="2400" kern="0" dirty="0">
                <a:solidFill>
                  <a:srgbClr val="002060"/>
                </a:solidFill>
                <a:latin typeface="メイリオ" panose="020B0604030504040204" pitchFamily="50" charset="-128"/>
                <a:ea typeface="メイリオ" panose="020B0604030504040204" pitchFamily="50" charset="-128"/>
              </a:rPr>
              <a:t>基本は</a:t>
            </a:r>
            <a:r>
              <a:rPr lang="en-US" altLang="ja-JP" sz="2400" kern="0" dirty="0">
                <a:solidFill>
                  <a:srgbClr val="002060"/>
                </a:solidFill>
                <a:latin typeface="メイリオ" panose="020B0604030504040204" pitchFamily="50" charset="-128"/>
                <a:ea typeface="メイリオ" panose="020B0604030504040204" pitchFamily="50" charset="-128"/>
              </a:rPr>
              <a:t>ELB</a:t>
            </a:r>
            <a:r>
              <a:rPr lang="ja-JP" altLang="en-US" sz="2400" kern="0" dirty="0">
                <a:solidFill>
                  <a:srgbClr val="002060"/>
                </a:solidFill>
                <a:latin typeface="メイリオ" panose="020B0604030504040204" pitchFamily="50" charset="-128"/>
                <a:ea typeface="メイリオ" panose="020B0604030504040204" pitchFamily="50" charset="-128"/>
              </a:rPr>
              <a:t>を利用したマルチ</a:t>
            </a:r>
            <a:r>
              <a:rPr lang="en-US" altLang="ja-JP" sz="2400" kern="0" dirty="0">
                <a:solidFill>
                  <a:srgbClr val="002060"/>
                </a:solidFill>
                <a:latin typeface="メイリオ" panose="020B0604030504040204" pitchFamily="50" charset="-128"/>
                <a:ea typeface="メイリオ" panose="020B0604030504040204" pitchFamily="50" charset="-128"/>
              </a:rPr>
              <a:t>AZ</a:t>
            </a:r>
            <a:r>
              <a:rPr lang="ja-JP" altLang="en-US" sz="2400" kern="0" dirty="0">
                <a:solidFill>
                  <a:srgbClr val="002060"/>
                </a:solidFill>
                <a:latin typeface="メイリオ" panose="020B0604030504040204" pitchFamily="50" charset="-128"/>
                <a:ea typeface="メイリオ" panose="020B0604030504040204" pitchFamily="50" charset="-128"/>
              </a:rPr>
              <a:t>またはマルチ</a:t>
            </a:r>
            <a:r>
              <a:rPr lang="en-US" altLang="ja-JP" sz="2400" kern="0" dirty="0">
                <a:solidFill>
                  <a:srgbClr val="002060"/>
                </a:solidFill>
                <a:latin typeface="メイリオ" panose="020B0604030504040204" pitchFamily="50" charset="-128"/>
                <a:ea typeface="メイリオ" panose="020B0604030504040204" pitchFamily="50" charset="-128"/>
              </a:rPr>
              <a:t>VPC</a:t>
            </a:r>
            <a:r>
              <a:rPr lang="ja-JP" altLang="en-US" sz="2400" kern="0" dirty="0">
                <a:solidFill>
                  <a:srgbClr val="002060"/>
                </a:solidFill>
                <a:latin typeface="メイリオ" panose="020B0604030504040204" pitchFamily="50" charset="-128"/>
                <a:ea typeface="メイリオ" panose="020B0604030504040204" pitchFamily="50" charset="-128"/>
              </a:rPr>
              <a:t>により、単一障害点を排除するアーキテクチャ設計を実施</a:t>
            </a:r>
            <a:endParaRPr lang="en-US" altLang="ja-JP" sz="2400" kern="0" dirty="0">
              <a:solidFill>
                <a:srgbClr val="002060"/>
              </a:solidFill>
              <a:latin typeface="メイリオ" panose="020B0604030504040204" pitchFamily="50" charset="-128"/>
              <a:ea typeface="メイリオ" panose="020B0604030504040204" pitchFamily="50" charset="-128"/>
            </a:endParaRPr>
          </a:p>
        </p:txBody>
      </p:sp>
      <p:sp>
        <p:nvSpPr>
          <p:cNvPr id="13" name="正方形/長方形 12">
            <a:extLst>
              <a:ext uri="{FF2B5EF4-FFF2-40B4-BE49-F238E27FC236}">
                <a16:creationId xmlns:a16="http://schemas.microsoft.com/office/drawing/2014/main" id="{7872FBAC-FA33-45B6-8A8D-209616975D80}"/>
              </a:ext>
            </a:extLst>
          </p:cNvPr>
          <p:cNvSpPr/>
          <p:nvPr/>
        </p:nvSpPr>
        <p:spPr bwMode="auto">
          <a:xfrm>
            <a:off x="1280592" y="1700808"/>
            <a:ext cx="7200800" cy="4739305"/>
          </a:xfrm>
          <a:prstGeom prst="rect">
            <a:avLst/>
          </a:prstGeom>
          <a:solidFill>
            <a:srgbClr val="F0861E"/>
          </a:solidFill>
          <a:ln w="12700" cap="flat" cmpd="sng" algn="ctr">
            <a:no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algn="ctr"/>
            <a:r>
              <a:rPr lang="en-US" altLang="ja-JP" sz="2000" b="1" dirty="0">
                <a:solidFill>
                  <a:schemeClr val="bg1"/>
                </a:solidFill>
                <a:latin typeface="メイリオ" panose="020B0604030504040204" pitchFamily="50" charset="-128"/>
                <a:ea typeface="メイリオ" panose="020B0604030504040204" pitchFamily="50" charset="-128"/>
              </a:rPr>
              <a:t>1</a:t>
            </a:r>
            <a:r>
              <a:rPr lang="ja-JP" altLang="en-US" sz="2000" b="1" dirty="0" err="1">
                <a:solidFill>
                  <a:schemeClr val="bg1"/>
                </a:solidFill>
                <a:latin typeface="メイリオ" panose="020B0604030504040204" pitchFamily="50" charset="-128"/>
                <a:ea typeface="メイリオ" panose="020B0604030504040204" pitchFamily="50" charset="-128"/>
              </a:rPr>
              <a:t>つの</a:t>
            </a:r>
            <a:r>
              <a:rPr lang="ja-JP" altLang="en-US" sz="2000" b="1" dirty="0">
                <a:solidFill>
                  <a:schemeClr val="bg1"/>
                </a:solidFill>
                <a:latin typeface="メイリオ" panose="020B0604030504040204" pitchFamily="50" charset="-128"/>
                <a:ea typeface="メイリオ" panose="020B0604030504040204" pitchFamily="50" charset="-128"/>
              </a:rPr>
              <a:t>リージョン</a:t>
            </a:r>
            <a:endParaRPr lang="en-US" altLang="ja-JP" sz="2000" b="1" dirty="0">
              <a:solidFill>
                <a:schemeClr val="bg1"/>
              </a:solidFill>
              <a:latin typeface="メイリオ" panose="020B0604030504040204" pitchFamily="50" charset="-128"/>
              <a:ea typeface="メイリオ" panose="020B0604030504040204" pitchFamily="50" charset="-128"/>
            </a:endParaRPr>
          </a:p>
        </p:txBody>
      </p:sp>
      <p:sp>
        <p:nvSpPr>
          <p:cNvPr id="14" name="四角形: 角を丸くする 13">
            <a:extLst>
              <a:ext uri="{FF2B5EF4-FFF2-40B4-BE49-F238E27FC236}">
                <a16:creationId xmlns:a16="http://schemas.microsoft.com/office/drawing/2014/main" id="{2AC5DBF5-26D7-46A7-85EA-2048A92440DD}"/>
              </a:ext>
            </a:extLst>
          </p:cNvPr>
          <p:cNvSpPr/>
          <p:nvPr/>
        </p:nvSpPr>
        <p:spPr bwMode="auto">
          <a:xfrm>
            <a:off x="1568624" y="2276872"/>
            <a:ext cx="6696744" cy="3685294"/>
          </a:xfrm>
          <a:prstGeom prst="roundRect">
            <a:avLst/>
          </a:prstGeom>
          <a:solidFill>
            <a:schemeClr val="bg1"/>
          </a:solidFill>
          <a:ln w="12700" cap="flat" cmpd="sng" algn="ctr">
            <a:solidFill>
              <a:srgbClr val="F0861E"/>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ja-JP" altLang="en-US" sz="1600" b="0" i="0" u="none" strike="noStrike" cap="none" normalizeH="0" baseline="0">
              <a:ln>
                <a:noFill/>
              </a:ln>
              <a:solidFill>
                <a:schemeClr val="tx1"/>
              </a:solidFill>
              <a:effectLst/>
              <a:latin typeface="ＭＳ Ｐゴシック" pitchFamily="50" charset="-128"/>
              <a:ea typeface="ＭＳ Ｐゴシック" pitchFamily="50" charset="-128"/>
            </a:endParaRPr>
          </a:p>
        </p:txBody>
      </p:sp>
      <p:pic>
        <p:nvPicPr>
          <p:cNvPr id="15" name="Picture 2" descr="ãVPC ã¢ã¤ã³ã³ãã®ç»åæ¤ç´¢çµæ">
            <a:extLst>
              <a:ext uri="{FF2B5EF4-FFF2-40B4-BE49-F238E27FC236}">
                <a16:creationId xmlns:a16="http://schemas.microsoft.com/office/drawing/2014/main" id="{881F580F-A421-4F01-A883-C7080CBD10C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65194" y="1844824"/>
            <a:ext cx="936104" cy="936104"/>
          </a:xfrm>
          <a:prstGeom prst="rect">
            <a:avLst/>
          </a:prstGeom>
          <a:noFill/>
          <a:extLst>
            <a:ext uri="{909E8E84-426E-40DD-AFC4-6F175D3DCCD1}">
              <a14:hiddenFill xmlns:a14="http://schemas.microsoft.com/office/drawing/2010/main">
                <a:solidFill>
                  <a:srgbClr val="FFFFFF"/>
                </a:solidFill>
              </a14:hiddenFill>
            </a:ext>
          </a:extLst>
        </p:spPr>
      </p:pic>
      <p:sp>
        <p:nvSpPr>
          <p:cNvPr id="16" name="正方形/長方形 15">
            <a:extLst>
              <a:ext uri="{FF2B5EF4-FFF2-40B4-BE49-F238E27FC236}">
                <a16:creationId xmlns:a16="http://schemas.microsoft.com/office/drawing/2014/main" id="{5BA3480C-2B61-4185-BF1E-3F8DF9B74909}"/>
              </a:ext>
            </a:extLst>
          </p:cNvPr>
          <p:cNvSpPr/>
          <p:nvPr/>
        </p:nvSpPr>
        <p:spPr bwMode="auto">
          <a:xfrm>
            <a:off x="1820893" y="2564904"/>
            <a:ext cx="2761629" cy="3277671"/>
          </a:xfrm>
          <a:prstGeom prst="rect">
            <a:avLst/>
          </a:prstGeom>
          <a:solidFill>
            <a:srgbClr val="FFC000"/>
          </a:solidFill>
          <a:ln w="12700" cap="flat" cmpd="sng" algn="ctr">
            <a:no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altLang="ja-JP" sz="2000" b="1" dirty="0">
                <a:solidFill>
                  <a:schemeClr val="bg1"/>
                </a:solidFill>
                <a:latin typeface="メイリオ" panose="020B0604030504040204" pitchFamily="50" charset="-128"/>
                <a:ea typeface="メイリオ" panose="020B0604030504040204" pitchFamily="50" charset="-128"/>
              </a:rPr>
              <a:t>AZ</a:t>
            </a:r>
            <a:endParaRPr kumimoji="1" lang="ja-JP" altLang="en-US" sz="2000" b="1"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endParaRPr>
          </a:p>
        </p:txBody>
      </p:sp>
      <p:sp>
        <p:nvSpPr>
          <p:cNvPr id="17" name="正方形/長方形 16">
            <a:extLst>
              <a:ext uri="{FF2B5EF4-FFF2-40B4-BE49-F238E27FC236}">
                <a16:creationId xmlns:a16="http://schemas.microsoft.com/office/drawing/2014/main" id="{E5A125E3-F203-4646-B4CA-6CBCB11E88C5}"/>
              </a:ext>
            </a:extLst>
          </p:cNvPr>
          <p:cNvSpPr/>
          <p:nvPr/>
        </p:nvSpPr>
        <p:spPr bwMode="auto">
          <a:xfrm>
            <a:off x="5169024" y="2564904"/>
            <a:ext cx="2761629" cy="3277671"/>
          </a:xfrm>
          <a:prstGeom prst="rect">
            <a:avLst/>
          </a:prstGeom>
          <a:solidFill>
            <a:srgbClr val="FFC000"/>
          </a:solidFill>
          <a:ln w="12700" cap="flat" cmpd="sng" algn="ctr">
            <a:no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altLang="ja-JP" sz="2000" b="1" dirty="0">
                <a:solidFill>
                  <a:schemeClr val="bg1"/>
                </a:solidFill>
                <a:latin typeface="メイリオ" panose="020B0604030504040204" pitchFamily="50" charset="-128"/>
                <a:ea typeface="メイリオ" panose="020B0604030504040204" pitchFamily="50" charset="-128"/>
              </a:rPr>
              <a:t>AZ</a:t>
            </a:r>
            <a:endParaRPr kumimoji="1" lang="ja-JP" altLang="en-US" sz="2000" b="1"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endParaRPr>
          </a:p>
        </p:txBody>
      </p:sp>
      <p:sp>
        <p:nvSpPr>
          <p:cNvPr id="18" name="四角形: 角を丸くする 17">
            <a:extLst>
              <a:ext uri="{FF2B5EF4-FFF2-40B4-BE49-F238E27FC236}">
                <a16:creationId xmlns:a16="http://schemas.microsoft.com/office/drawing/2014/main" id="{46F17E49-1E1C-44E9-B703-E2BCA6524A8B}"/>
              </a:ext>
            </a:extLst>
          </p:cNvPr>
          <p:cNvSpPr/>
          <p:nvPr/>
        </p:nvSpPr>
        <p:spPr bwMode="auto">
          <a:xfrm>
            <a:off x="2072680" y="2852936"/>
            <a:ext cx="2304256" cy="2808108"/>
          </a:xfrm>
          <a:prstGeom prst="roundRect">
            <a:avLst/>
          </a:prstGeom>
          <a:noFill/>
          <a:ln w="12700" cap="flat" cmpd="sng" algn="ctr">
            <a:solidFill>
              <a:srgbClr val="F0861E"/>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kumimoji="1" lang="ja-JP" altLang="en-US" sz="1600" b="1"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rPr>
              <a:t>サブネット</a:t>
            </a:r>
            <a:r>
              <a:rPr kumimoji="1" lang="en-US" altLang="ja-JP" sz="1600" b="0"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rPr>
              <a:t>10.0</a:t>
            </a:r>
            <a:r>
              <a:rPr lang="en-US" altLang="ja-JP" dirty="0">
                <a:solidFill>
                  <a:srgbClr val="FF0000"/>
                </a:solidFill>
                <a:latin typeface="メイリオ" panose="020B0604030504040204" pitchFamily="50" charset="-128"/>
                <a:ea typeface="メイリオ" panose="020B0604030504040204" pitchFamily="50" charset="-128"/>
              </a:rPr>
              <a:t>.1</a:t>
            </a:r>
            <a:r>
              <a:rPr kumimoji="1" lang="en-US" altLang="ja-JP" sz="1600" b="0"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rPr>
              <a:t>.0</a:t>
            </a:r>
            <a:r>
              <a:rPr lang="en-US" altLang="ja-JP" dirty="0">
                <a:solidFill>
                  <a:srgbClr val="FF0000"/>
                </a:solidFill>
                <a:latin typeface="メイリオ" panose="020B0604030504040204" pitchFamily="50" charset="-128"/>
                <a:ea typeface="メイリオ" panose="020B0604030504040204" pitchFamily="50" charset="-128"/>
              </a:rPr>
              <a:t>/24	</a:t>
            </a:r>
            <a:endParaRPr kumimoji="1" lang="ja-JP" altLang="en-US" sz="1600" b="0"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endParaRPr>
          </a:p>
        </p:txBody>
      </p:sp>
      <p:pic>
        <p:nvPicPr>
          <p:cNvPr id="19" name="図 18" descr="音楽 が含まれている画像&#10;&#10;自動的に生成された説明">
            <a:extLst>
              <a:ext uri="{FF2B5EF4-FFF2-40B4-BE49-F238E27FC236}">
                <a16:creationId xmlns:a16="http://schemas.microsoft.com/office/drawing/2014/main" id="{FFA10481-DD86-4F11-B862-51E2A3AC0D5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750065" y="3502024"/>
            <a:ext cx="877069" cy="1052482"/>
          </a:xfrm>
          <a:prstGeom prst="rect">
            <a:avLst/>
          </a:prstGeom>
        </p:spPr>
      </p:pic>
      <p:sp>
        <p:nvSpPr>
          <p:cNvPr id="20" name="テキスト ボックス 19">
            <a:extLst>
              <a:ext uri="{FF2B5EF4-FFF2-40B4-BE49-F238E27FC236}">
                <a16:creationId xmlns:a16="http://schemas.microsoft.com/office/drawing/2014/main" id="{AE75D715-6229-4E0C-9D59-F903B4E07AAE}"/>
              </a:ext>
            </a:extLst>
          </p:cNvPr>
          <p:cNvSpPr txBox="1"/>
          <p:nvPr/>
        </p:nvSpPr>
        <p:spPr>
          <a:xfrm>
            <a:off x="2863430" y="4530606"/>
            <a:ext cx="577402" cy="338554"/>
          </a:xfrm>
          <a:prstGeom prst="rect">
            <a:avLst/>
          </a:prstGeom>
          <a:noFill/>
        </p:spPr>
        <p:txBody>
          <a:bodyPr wrap="none" rtlCol="0">
            <a:spAutoFit/>
          </a:bodyPr>
          <a:lstStyle/>
          <a:p>
            <a:pPr algn="ctr"/>
            <a:r>
              <a:rPr kumimoji="1" lang="en-US" altLang="ja-JP" dirty="0">
                <a:latin typeface="メイリオ" panose="020B0604030504040204" pitchFamily="50" charset="-128"/>
                <a:ea typeface="メイリオ" panose="020B0604030504040204" pitchFamily="50" charset="-128"/>
              </a:rPr>
              <a:t>EC2</a:t>
            </a:r>
          </a:p>
        </p:txBody>
      </p:sp>
      <p:sp>
        <p:nvSpPr>
          <p:cNvPr id="21" name="四角形: 角を丸くする 20">
            <a:extLst>
              <a:ext uri="{FF2B5EF4-FFF2-40B4-BE49-F238E27FC236}">
                <a16:creationId xmlns:a16="http://schemas.microsoft.com/office/drawing/2014/main" id="{61F1B1D0-3B5E-43E2-8774-287DE2533E71}"/>
              </a:ext>
            </a:extLst>
          </p:cNvPr>
          <p:cNvSpPr/>
          <p:nvPr/>
        </p:nvSpPr>
        <p:spPr bwMode="auto">
          <a:xfrm>
            <a:off x="5407437" y="2852936"/>
            <a:ext cx="2304256" cy="2808108"/>
          </a:xfrm>
          <a:prstGeom prst="roundRect">
            <a:avLst/>
          </a:prstGeom>
          <a:noFill/>
          <a:ln w="12700" cap="flat" cmpd="sng" algn="ctr">
            <a:solidFill>
              <a:srgbClr val="F0861E"/>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kumimoji="1" lang="ja-JP" altLang="en-US" sz="1600" b="1"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rPr>
              <a:t>サブネット</a:t>
            </a:r>
            <a:r>
              <a:rPr kumimoji="1" lang="en-US" altLang="ja-JP" sz="1600" b="0"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rPr>
              <a:t>10.0</a:t>
            </a:r>
            <a:r>
              <a:rPr lang="en-US" altLang="ja-JP" dirty="0">
                <a:solidFill>
                  <a:srgbClr val="FF0000"/>
                </a:solidFill>
                <a:latin typeface="メイリオ" panose="020B0604030504040204" pitchFamily="50" charset="-128"/>
                <a:ea typeface="メイリオ" panose="020B0604030504040204" pitchFamily="50" charset="-128"/>
              </a:rPr>
              <a:t>.2</a:t>
            </a:r>
            <a:r>
              <a:rPr kumimoji="1" lang="en-US" altLang="ja-JP" sz="1600" b="0"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rPr>
              <a:t>.0</a:t>
            </a:r>
            <a:r>
              <a:rPr lang="en-US" altLang="ja-JP" dirty="0">
                <a:solidFill>
                  <a:srgbClr val="FF0000"/>
                </a:solidFill>
                <a:latin typeface="メイリオ" panose="020B0604030504040204" pitchFamily="50" charset="-128"/>
                <a:ea typeface="メイリオ" panose="020B0604030504040204" pitchFamily="50" charset="-128"/>
              </a:rPr>
              <a:t>/24	</a:t>
            </a:r>
            <a:endParaRPr kumimoji="1" lang="ja-JP" altLang="en-US" sz="1600" b="0"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endParaRPr>
          </a:p>
        </p:txBody>
      </p:sp>
      <p:pic>
        <p:nvPicPr>
          <p:cNvPr id="22" name="図 21" descr="音楽 が含まれている画像&#10;&#10;自動的に生成された説明">
            <a:extLst>
              <a:ext uri="{FF2B5EF4-FFF2-40B4-BE49-F238E27FC236}">
                <a16:creationId xmlns:a16="http://schemas.microsoft.com/office/drawing/2014/main" id="{4BF95E3B-28A4-479F-9827-6BE085FE6B8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84822" y="3502024"/>
            <a:ext cx="877069" cy="1052482"/>
          </a:xfrm>
          <a:prstGeom prst="rect">
            <a:avLst/>
          </a:prstGeom>
        </p:spPr>
      </p:pic>
      <p:sp>
        <p:nvSpPr>
          <p:cNvPr id="23" name="テキスト ボックス 22">
            <a:extLst>
              <a:ext uri="{FF2B5EF4-FFF2-40B4-BE49-F238E27FC236}">
                <a16:creationId xmlns:a16="http://schemas.microsoft.com/office/drawing/2014/main" id="{47CD70B1-7EC9-4137-87B0-0BBC5E8280EB}"/>
              </a:ext>
            </a:extLst>
          </p:cNvPr>
          <p:cNvSpPr txBox="1"/>
          <p:nvPr/>
        </p:nvSpPr>
        <p:spPr>
          <a:xfrm>
            <a:off x="6198187" y="4530606"/>
            <a:ext cx="577402" cy="338554"/>
          </a:xfrm>
          <a:prstGeom prst="rect">
            <a:avLst/>
          </a:prstGeom>
          <a:noFill/>
        </p:spPr>
        <p:txBody>
          <a:bodyPr wrap="none" rtlCol="0">
            <a:spAutoFit/>
          </a:bodyPr>
          <a:lstStyle/>
          <a:p>
            <a:pPr algn="ctr"/>
            <a:r>
              <a:rPr kumimoji="1" lang="en-US" altLang="ja-JP" dirty="0">
                <a:latin typeface="メイリオ" panose="020B0604030504040204" pitchFamily="50" charset="-128"/>
                <a:ea typeface="メイリオ" panose="020B0604030504040204" pitchFamily="50" charset="-128"/>
              </a:rPr>
              <a:t>EC2</a:t>
            </a:r>
          </a:p>
        </p:txBody>
      </p:sp>
      <p:pic>
        <p:nvPicPr>
          <p:cNvPr id="24" name="図 23" descr="音楽 が含まれている画像&#10;&#10;自動的に生成された説明">
            <a:extLst>
              <a:ext uri="{FF2B5EF4-FFF2-40B4-BE49-F238E27FC236}">
                <a16:creationId xmlns:a16="http://schemas.microsoft.com/office/drawing/2014/main" id="{3954D8A3-7130-4B04-9A70-CA2EFEE5FAD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537179" y="3444231"/>
            <a:ext cx="666750" cy="800100"/>
          </a:xfrm>
          <a:prstGeom prst="rect">
            <a:avLst/>
          </a:prstGeom>
        </p:spPr>
      </p:pic>
      <p:pic>
        <p:nvPicPr>
          <p:cNvPr id="25" name="図 24">
            <a:extLst>
              <a:ext uri="{FF2B5EF4-FFF2-40B4-BE49-F238E27FC236}">
                <a16:creationId xmlns:a16="http://schemas.microsoft.com/office/drawing/2014/main" id="{6D28019D-CBD2-482F-8939-4147F183033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575704" y="2243336"/>
            <a:ext cx="590550" cy="609600"/>
          </a:xfrm>
          <a:prstGeom prst="rect">
            <a:avLst/>
          </a:prstGeom>
        </p:spPr>
      </p:pic>
      <p:cxnSp>
        <p:nvCxnSpPr>
          <p:cNvPr id="26" name="直線コネクタ 25">
            <a:extLst>
              <a:ext uri="{FF2B5EF4-FFF2-40B4-BE49-F238E27FC236}">
                <a16:creationId xmlns:a16="http://schemas.microsoft.com/office/drawing/2014/main" id="{41E07696-63D1-4B7C-9B2D-DB13456087AE}"/>
              </a:ext>
            </a:extLst>
          </p:cNvPr>
          <p:cNvCxnSpPr>
            <a:cxnSpLocks/>
            <a:stCxn id="19" idx="3"/>
            <a:endCxn id="24" idx="1"/>
          </p:cNvCxnSpPr>
          <p:nvPr/>
        </p:nvCxnSpPr>
        <p:spPr bwMode="auto">
          <a:xfrm flipV="1">
            <a:off x="3627134" y="3844281"/>
            <a:ext cx="910045" cy="183984"/>
          </a:xfrm>
          <a:prstGeom prst="line">
            <a:avLst/>
          </a:prstGeom>
          <a:noFill/>
          <a:ln w="31750" cap="flat" cmpd="sng" algn="ctr">
            <a:solidFill>
              <a:srgbClr val="FF0000"/>
            </a:solidFill>
            <a:prstDash val="solid"/>
            <a:round/>
            <a:headEnd type="none" w="med" len="med"/>
            <a:tailEnd type="none" w="med" len="med"/>
          </a:ln>
          <a:effectLst/>
        </p:spPr>
      </p:cxnSp>
      <p:cxnSp>
        <p:nvCxnSpPr>
          <p:cNvPr id="28" name="直線コネクタ 27">
            <a:extLst>
              <a:ext uri="{FF2B5EF4-FFF2-40B4-BE49-F238E27FC236}">
                <a16:creationId xmlns:a16="http://schemas.microsoft.com/office/drawing/2014/main" id="{ED13DEFE-C30D-4358-8A1C-FA9DD0221699}"/>
              </a:ext>
            </a:extLst>
          </p:cNvPr>
          <p:cNvCxnSpPr>
            <a:cxnSpLocks/>
            <a:stCxn id="22" idx="1"/>
            <a:endCxn id="24" idx="3"/>
          </p:cNvCxnSpPr>
          <p:nvPr/>
        </p:nvCxnSpPr>
        <p:spPr bwMode="auto">
          <a:xfrm flipH="1" flipV="1">
            <a:off x="5203929" y="3844281"/>
            <a:ext cx="880893" cy="183984"/>
          </a:xfrm>
          <a:prstGeom prst="line">
            <a:avLst/>
          </a:prstGeom>
          <a:noFill/>
          <a:ln w="31750" cap="flat" cmpd="sng" algn="ctr">
            <a:solidFill>
              <a:srgbClr val="FF0000"/>
            </a:solidFill>
            <a:prstDash val="solid"/>
            <a:round/>
            <a:headEnd type="none" w="med" len="med"/>
            <a:tailEnd type="none" w="med" len="med"/>
          </a:ln>
          <a:effectLst/>
        </p:spPr>
      </p:cxnSp>
      <p:cxnSp>
        <p:nvCxnSpPr>
          <p:cNvPr id="29" name="直線コネクタ 28">
            <a:extLst>
              <a:ext uri="{FF2B5EF4-FFF2-40B4-BE49-F238E27FC236}">
                <a16:creationId xmlns:a16="http://schemas.microsoft.com/office/drawing/2014/main" id="{87DD575C-A138-425C-83CA-7001B2D2A3CD}"/>
              </a:ext>
            </a:extLst>
          </p:cNvPr>
          <p:cNvCxnSpPr>
            <a:cxnSpLocks/>
            <a:stCxn id="24" idx="0"/>
            <a:endCxn id="25" idx="2"/>
          </p:cNvCxnSpPr>
          <p:nvPr/>
        </p:nvCxnSpPr>
        <p:spPr bwMode="auto">
          <a:xfrm flipV="1">
            <a:off x="4870554" y="2852936"/>
            <a:ext cx="425" cy="591295"/>
          </a:xfrm>
          <a:prstGeom prst="line">
            <a:avLst/>
          </a:prstGeom>
          <a:noFill/>
          <a:ln w="31750" cap="flat" cmpd="sng" algn="ctr">
            <a:solidFill>
              <a:srgbClr val="FF0000"/>
            </a:solidFill>
            <a:prstDash val="solid"/>
            <a:round/>
            <a:headEnd type="none" w="med" len="med"/>
            <a:tailEnd type="none" w="med" len="med"/>
          </a:ln>
          <a:effectLst/>
        </p:spPr>
      </p:cxnSp>
      <p:pic>
        <p:nvPicPr>
          <p:cNvPr id="30" name="図 29">
            <a:extLst>
              <a:ext uri="{FF2B5EF4-FFF2-40B4-BE49-F238E27FC236}">
                <a16:creationId xmlns:a16="http://schemas.microsoft.com/office/drawing/2014/main" id="{7A90A53D-5375-4428-BB76-9D78D1897BBD}"/>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879855" y="4925824"/>
            <a:ext cx="619125" cy="704850"/>
          </a:xfrm>
          <a:prstGeom prst="rect">
            <a:avLst/>
          </a:prstGeom>
        </p:spPr>
      </p:pic>
      <p:cxnSp>
        <p:nvCxnSpPr>
          <p:cNvPr id="31" name="直線コネクタ 30">
            <a:extLst>
              <a:ext uri="{FF2B5EF4-FFF2-40B4-BE49-F238E27FC236}">
                <a16:creationId xmlns:a16="http://schemas.microsoft.com/office/drawing/2014/main" id="{D0AAB99F-02BC-44D9-A37E-09F25146ADD0}"/>
              </a:ext>
            </a:extLst>
          </p:cNvPr>
          <p:cNvCxnSpPr>
            <a:cxnSpLocks/>
            <a:stCxn id="30" idx="0"/>
            <a:endCxn id="19" idx="2"/>
          </p:cNvCxnSpPr>
          <p:nvPr/>
        </p:nvCxnSpPr>
        <p:spPr bwMode="auto">
          <a:xfrm flipH="1" flipV="1">
            <a:off x="3188600" y="4554506"/>
            <a:ext cx="818" cy="371318"/>
          </a:xfrm>
          <a:prstGeom prst="line">
            <a:avLst/>
          </a:prstGeom>
          <a:noFill/>
          <a:ln w="31750" cap="flat" cmpd="sng" algn="ctr">
            <a:solidFill>
              <a:srgbClr val="FF0000"/>
            </a:solidFill>
            <a:prstDash val="solid"/>
            <a:round/>
            <a:headEnd type="none" w="med" len="med"/>
            <a:tailEnd type="none" w="med" len="med"/>
          </a:ln>
          <a:effectLst/>
        </p:spPr>
      </p:cxnSp>
      <p:pic>
        <p:nvPicPr>
          <p:cNvPr id="32" name="図 31">
            <a:extLst>
              <a:ext uri="{FF2B5EF4-FFF2-40B4-BE49-F238E27FC236}">
                <a16:creationId xmlns:a16="http://schemas.microsoft.com/office/drawing/2014/main" id="{AF0162ED-1FBD-44A9-BA70-189ED5774136}"/>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221802" y="4925824"/>
            <a:ext cx="619125" cy="704850"/>
          </a:xfrm>
          <a:prstGeom prst="rect">
            <a:avLst/>
          </a:prstGeom>
        </p:spPr>
      </p:pic>
      <p:cxnSp>
        <p:nvCxnSpPr>
          <p:cNvPr id="33" name="直線コネクタ 32">
            <a:extLst>
              <a:ext uri="{FF2B5EF4-FFF2-40B4-BE49-F238E27FC236}">
                <a16:creationId xmlns:a16="http://schemas.microsoft.com/office/drawing/2014/main" id="{992F924C-5A84-45B4-BAEA-51A2759C148D}"/>
              </a:ext>
            </a:extLst>
          </p:cNvPr>
          <p:cNvCxnSpPr>
            <a:cxnSpLocks/>
            <a:stCxn id="32" idx="0"/>
          </p:cNvCxnSpPr>
          <p:nvPr/>
        </p:nvCxnSpPr>
        <p:spPr bwMode="auto">
          <a:xfrm flipH="1" flipV="1">
            <a:off x="6530547" y="4554506"/>
            <a:ext cx="818" cy="371318"/>
          </a:xfrm>
          <a:prstGeom prst="line">
            <a:avLst/>
          </a:prstGeom>
          <a:noFill/>
          <a:ln w="31750" cap="flat" cmpd="sng" algn="ctr">
            <a:solidFill>
              <a:srgbClr val="FF0000"/>
            </a:solidFill>
            <a:prstDash val="solid"/>
            <a:round/>
            <a:headEnd type="none" w="med" len="med"/>
            <a:tailEnd type="none" w="med" len="med"/>
          </a:ln>
          <a:effectLst/>
        </p:spPr>
      </p:cxnSp>
      <p:cxnSp>
        <p:nvCxnSpPr>
          <p:cNvPr id="34" name="直線コネクタ 33">
            <a:extLst>
              <a:ext uri="{FF2B5EF4-FFF2-40B4-BE49-F238E27FC236}">
                <a16:creationId xmlns:a16="http://schemas.microsoft.com/office/drawing/2014/main" id="{113EA408-ACA9-4D64-B496-C0D8669DE3E6}"/>
              </a:ext>
            </a:extLst>
          </p:cNvPr>
          <p:cNvCxnSpPr>
            <a:cxnSpLocks/>
            <a:stCxn id="30" idx="3"/>
            <a:endCxn id="32" idx="1"/>
          </p:cNvCxnSpPr>
          <p:nvPr/>
        </p:nvCxnSpPr>
        <p:spPr bwMode="auto">
          <a:xfrm>
            <a:off x="3498980" y="5278249"/>
            <a:ext cx="2722822" cy="0"/>
          </a:xfrm>
          <a:prstGeom prst="line">
            <a:avLst/>
          </a:prstGeom>
          <a:noFill/>
          <a:ln w="31750" cap="flat" cmpd="sng" algn="ctr">
            <a:solidFill>
              <a:srgbClr val="FF0000"/>
            </a:solidFill>
            <a:prstDash val="solid"/>
            <a:round/>
            <a:headEnd type="none" w="med" len="med"/>
            <a:tailEnd type="none" w="med" len="med"/>
          </a:ln>
          <a:effectLst/>
        </p:spPr>
      </p:cxnSp>
      <p:sp>
        <p:nvSpPr>
          <p:cNvPr id="35" name="テキスト ボックス 34">
            <a:extLst>
              <a:ext uri="{FF2B5EF4-FFF2-40B4-BE49-F238E27FC236}">
                <a16:creationId xmlns:a16="http://schemas.microsoft.com/office/drawing/2014/main" id="{A9E958D8-BCD4-42A0-9885-988C3F6977C5}"/>
              </a:ext>
            </a:extLst>
          </p:cNvPr>
          <p:cNvSpPr txBox="1"/>
          <p:nvPr/>
        </p:nvSpPr>
        <p:spPr>
          <a:xfrm>
            <a:off x="4598836" y="4210471"/>
            <a:ext cx="562975" cy="338554"/>
          </a:xfrm>
          <a:prstGeom prst="rect">
            <a:avLst/>
          </a:prstGeom>
          <a:noFill/>
        </p:spPr>
        <p:txBody>
          <a:bodyPr wrap="none" rtlCol="0">
            <a:spAutoFit/>
          </a:bodyPr>
          <a:lstStyle/>
          <a:p>
            <a:pPr algn="ctr"/>
            <a:r>
              <a:rPr kumimoji="1" lang="en-US" altLang="ja-JP" dirty="0">
                <a:latin typeface="メイリオ" panose="020B0604030504040204" pitchFamily="50" charset="-128"/>
                <a:ea typeface="メイリオ" panose="020B0604030504040204" pitchFamily="50" charset="-128"/>
              </a:rPr>
              <a:t>ELB</a:t>
            </a:r>
          </a:p>
        </p:txBody>
      </p:sp>
    </p:spTree>
    <p:extLst>
      <p:ext uri="{BB962C8B-B14F-4D97-AF65-F5344CB8AC3E}">
        <p14:creationId xmlns:p14="http://schemas.microsoft.com/office/powerpoint/2010/main" val="1571145155"/>
      </p:ext>
    </p:extLst>
  </p:cSld>
  <p:clrMapOvr>
    <a:masterClrMapping/>
  </p:clrMapOvr>
  <mc:AlternateContent xmlns:mc="http://schemas.openxmlformats.org/markup-compatibility/2006" xmlns:p14="http://schemas.microsoft.com/office/powerpoint/2010/main">
    <mc:Choice Requires="p14">
      <p:transition spd="slow" p14:dur="2000" advTm="42963"/>
    </mc:Choice>
    <mc:Fallback xmlns="">
      <p:transition spd="slow" advTm="42963"/>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タイトル 1">
            <a:extLst>
              <a:ext uri="{FF2B5EF4-FFF2-40B4-BE49-F238E27FC236}">
                <a16:creationId xmlns:a16="http://schemas.microsoft.com/office/drawing/2014/main" id="{48F80BE1-D063-4240-BFC7-C8D243720250}"/>
              </a:ext>
            </a:extLst>
          </p:cNvPr>
          <p:cNvSpPr txBox="1">
            <a:spLocks/>
          </p:cNvSpPr>
          <p:nvPr/>
        </p:nvSpPr>
        <p:spPr bwMode="auto">
          <a:xfrm>
            <a:off x="631222" y="201863"/>
            <a:ext cx="8642258" cy="50208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rtl="0" fontAlgn="base">
              <a:lnSpc>
                <a:spcPct val="90000"/>
              </a:lnSpc>
              <a:spcBef>
                <a:spcPct val="0"/>
              </a:spcBef>
              <a:spcAft>
                <a:spcPct val="0"/>
              </a:spcAft>
              <a:defRPr kumimoji="1" sz="2000">
                <a:solidFill>
                  <a:schemeClr val="tx2"/>
                </a:solidFill>
                <a:latin typeface="游明朝" panose="02020400000000000000" pitchFamily="18" charset="-128"/>
                <a:ea typeface="游明朝" panose="02020400000000000000" pitchFamily="18" charset="-128"/>
                <a:cs typeface="+mj-cs"/>
              </a:defRPr>
            </a:lvl1pPr>
            <a:lvl2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2pPr>
            <a:lvl3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3pPr>
            <a:lvl4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4pPr>
            <a:lvl5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5pPr>
            <a:lvl6pPr marL="4572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6pPr>
            <a:lvl7pPr marL="9144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7pPr>
            <a:lvl8pPr marL="13716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8pPr>
            <a:lvl9pPr marL="18288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9pPr>
          </a:lstStyle>
          <a:p>
            <a:pPr algn="l">
              <a:lnSpc>
                <a:spcPct val="100000"/>
              </a:lnSpc>
            </a:pPr>
            <a:r>
              <a:rPr lang="ja-JP" altLang="en-US" sz="3000" dirty="0">
                <a:solidFill>
                  <a:schemeClr val="tx1"/>
                </a:solidFill>
                <a:latin typeface="メイリオ" panose="020B0604030504040204" pitchFamily="50" charset="-128"/>
                <a:ea typeface="メイリオ" panose="020B0604030504040204" pitchFamily="50" charset="-128"/>
              </a:rPr>
              <a:t>単一障害点の排除</a:t>
            </a:r>
          </a:p>
          <a:p>
            <a:pPr algn="l">
              <a:lnSpc>
                <a:spcPct val="100000"/>
              </a:lnSpc>
            </a:pPr>
            <a:endParaRPr lang="en-US" altLang="ja-JP" sz="3000" dirty="0">
              <a:solidFill>
                <a:schemeClr val="tx1"/>
              </a:solidFill>
              <a:latin typeface="メイリオ" panose="020B0604030504040204" pitchFamily="50" charset="-128"/>
              <a:ea typeface="メイリオ" panose="020B0604030504040204" pitchFamily="50" charset="-128"/>
            </a:endParaRPr>
          </a:p>
        </p:txBody>
      </p:sp>
      <p:sp>
        <p:nvSpPr>
          <p:cNvPr id="5" name="コンテンツ プレースホルダー 2">
            <a:extLst>
              <a:ext uri="{FF2B5EF4-FFF2-40B4-BE49-F238E27FC236}">
                <a16:creationId xmlns:a16="http://schemas.microsoft.com/office/drawing/2014/main" id="{4223C7E6-23C7-4433-B315-D26905B0474C}"/>
              </a:ext>
            </a:extLst>
          </p:cNvPr>
          <p:cNvSpPr txBox="1">
            <a:spLocks/>
          </p:cNvSpPr>
          <p:nvPr/>
        </p:nvSpPr>
        <p:spPr>
          <a:xfrm>
            <a:off x="631222" y="799401"/>
            <a:ext cx="8858282" cy="325343"/>
          </a:xfrm>
          <a:prstGeom prst="rect">
            <a:avLst/>
          </a:prstGeom>
        </p:spPr>
        <p:txBody>
          <a:bodyPr vert="horz" lIns="74295" tIns="37148" rIns="74295" bIns="37148" rtlCol="0">
            <a:noAutofit/>
          </a:bodyPr>
          <a:lstStyle>
            <a:lvl1pPr marL="228600" indent="-228600" algn="l" defTabSz="914400" rtl="0" eaLnBrk="1" latinLnBrk="0" hangingPunct="1">
              <a:lnSpc>
                <a:spcPct val="90000"/>
              </a:lnSpc>
              <a:spcBef>
                <a:spcPts val="1000"/>
              </a:spcBef>
              <a:buFont typeface="Wingdings 2" pitchFamily="18" charset="2"/>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2" pitchFamily="18" charset="2"/>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2" pitchFamily="18" charset="2"/>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5pPr>
            <a:lvl6pPr marL="25146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6pPr>
            <a:lvl7pPr marL="29718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7pPr>
            <a:lvl8pPr marL="34290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8pPr>
            <a:lvl9pPr marL="38862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9pPr>
          </a:lstStyle>
          <a:p>
            <a:pPr marL="0" indent="0">
              <a:buNone/>
            </a:pPr>
            <a:r>
              <a:rPr lang="ja-JP" altLang="en-US" sz="2400" kern="0" dirty="0">
                <a:solidFill>
                  <a:srgbClr val="002060"/>
                </a:solidFill>
                <a:latin typeface="メイリオ" panose="020B0604030504040204" pitchFamily="50" charset="-128"/>
                <a:ea typeface="メイリオ" panose="020B0604030504040204" pitchFamily="50" charset="-128"/>
              </a:rPr>
              <a:t>マルチ</a:t>
            </a:r>
            <a:r>
              <a:rPr lang="en-US" altLang="ja-JP" sz="2400" kern="0" dirty="0">
                <a:solidFill>
                  <a:srgbClr val="002060"/>
                </a:solidFill>
                <a:latin typeface="メイリオ" panose="020B0604030504040204" pitchFamily="50" charset="-128"/>
                <a:ea typeface="メイリオ" panose="020B0604030504040204" pitchFamily="50" charset="-128"/>
              </a:rPr>
              <a:t>AZ</a:t>
            </a:r>
            <a:r>
              <a:rPr lang="ja-JP" altLang="en-US" sz="2400" kern="0" dirty="0">
                <a:solidFill>
                  <a:srgbClr val="002060"/>
                </a:solidFill>
                <a:latin typeface="メイリオ" panose="020B0604030504040204" pitchFamily="50" charset="-128"/>
                <a:ea typeface="メイリオ" panose="020B0604030504040204" pitchFamily="50" charset="-128"/>
              </a:rPr>
              <a:t>でマスタースレーブ構成をとって自動フェイルオーバーで切替可能で、かつリードレプリカで負荷を軽減</a:t>
            </a:r>
            <a:endParaRPr lang="en-US" altLang="ja-JP" sz="2400" kern="0" dirty="0">
              <a:solidFill>
                <a:srgbClr val="002060"/>
              </a:solidFill>
              <a:latin typeface="メイリオ" panose="020B0604030504040204" pitchFamily="50" charset="-128"/>
              <a:ea typeface="メイリオ" panose="020B0604030504040204" pitchFamily="50" charset="-128"/>
            </a:endParaRPr>
          </a:p>
        </p:txBody>
      </p:sp>
      <p:sp>
        <p:nvSpPr>
          <p:cNvPr id="13" name="正方形/長方形 12">
            <a:extLst>
              <a:ext uri="{FF2B5EF4-FFF2-40B4-BE49-F238E27FC236}">
                <a16:creationId xmlns:a16="http://schemas.microsoft.com/office/drawing/2014/main" id="{7872FBAC-FA33-45B6-8A8D-209616975D80}"/>
              </a:ext>
            </a:extLst>
          </p:cNvPr>
          <p:cNvSpPr/>
          <p:nvPr/>
        </p:nvSpPr>
        <p:spPr bwMode="auto">
          <a:xfrm>
            <a:off x="1280592" y="1700808"/>
            <a:ext cx="7200800" cy="4739305"/>
          </a:xfrm>
          <a:prstGeom prst="rect">
            <a:avLst/>
          </a:prstGeom>
          <a:solidFill>
            <a:srgbClr val="F0861E"/>
          </a:solidFill>
          <a:ln w="12700" cap="flat" cmpd="sng" algn="ctr">
            <a:no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algn="ctr"/>
            <a:r>
              <a:rPr lang="en-US" altLang="ja-JP" sz="2000" b="1" dirty="0">
                <a:solidFill>
                  <a:schemeClr val="bg1"/>
                </a:solidFill>
                <a:latin typeface="メイリオ" panose="020B0604030504040204" pitchFamily="50" charset="-128"/>
                <a:ea typeface="メイリオ" panose="020B0604030504040204" pitchFamily="50" charset="-128"/>
              </a:rPr>
              <a:t>1</a:t>
            </a:r>
            <a:r>
              <a:rPr lang="ja-JP" altLang="en-US" sz="2000" b="1" dirty="0" err="1">
                <a:solidFill>
                  <a:schemeClr val="bg1"/>
                </a:solidFill>
                <a:latin typeface="メイリオ" panose="020B0604030504040204" pitchFamily="50" charset="-128"/>
                <a:ea typeface="メイリオ" panose="020B0604030504040204" pitchFamily="50" charset="-128"/>
              </a:rPr>
              <a:t>つの</a:t>
            </a:r>
            <a:r>
              <a:rPr lang="ja-JP" altLang="en-US" sz="2000" b="1" dirty="0">
                <a:solidFill>
                  <a:schemeClr val="bg1"/>
                </a:solidFill>
                <a:latin typeface="メイリオ" panose="020B0604030504040204" pitchFamily="50" charset="-128"/>
                <a:ea typeface="メイリオ" panose="020B0604030504040204" pitchFamily="50" charset="-128"/>
              </a:rPr>
              <a:t>リージョン</a:t>
            </a:r>
            <a:endParaRPr lang="en-US" altLang="ja-JP" sz="2000" b="1" dirty="0">
              <a:solidFill>
                <a:schemeClr val="bg1"/>
              </a:solidFill>
              <a:latin typeface="メイリオ" panose="020B0604030504040204" pitchFamily="50" charset="-128"/>
              <a:ea typeface="メイリオ" panose="020B0604030504040204" pitchFamily="50" charset="-128"/>
            </a:endParaRPr>
          </a:p>
        </p:txBody>
      </p:sp>
      <p:sp>
        <p:nvSpPr>
          <p:cNvPr id="14" name="四角形: 角を丸くする 13">
            <a:extLst>
              <a:ext uri="{FF2B5EF4-FFF2-40B4-BE49-F238E27FC236}">
                <a16:creationId xmlns:a16="http://schemas.microsoft.com/office/drawing/2014/main" id="{2AC5DBF5-26D7-46A7-85EA-2048A92440DD}"/>
              </a:ext>
            </a:extLst>
          </p:cNvPr>
          <p:cNvSpPr/>
          <p:nvPr/>
        </p:nvSpPr>
        <p:spPr bwMode="auto">
          <a:xfrm>
            <a:off x="1568624" y="2276872"/>
            <a:ext cx="6696744" cy="3685294"/>
          </a:xfrm>
          <a:prstGeom prst="roundRect">
            <a:avLst/>
          </a:prstGeom>
          <a:solidFill>
            <a:schemeClr val="bg1"/>
          </a:solidFill>
          <a:ln w="12700" cap="flat" cmpd="sng" algn="ctr">
            <a:solidFill>
              <a:srgbClr val="F0861E"/>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ja-JP" altLang="en-US" sz="1600" b="0" i="0" u="none" strike="noStrike" cap="none" normalizeH="0" baseline="0">
              <a:ln>
                <a:noFill/>
              </a:ln>
              <a:solidFill>
                <a:schemeClr val="tx1"/>
              </a:solidFill>
              <a:effectLst/>
              <a:latin typeface="ＭＳ Ｐゴシック" pitchFamily="50" charset="-128"/>
              <a:ea typeface="ＭＳ Ｐゴシック" pitchFamily="50" charset="-128"/>
            </a:endParaRPr>
          </a:p>
        </p:txBody>
      </p:sp>
      <p:pic>
        <p:nvPicPr>
          <p:cNvPr id="15" name="Picture 2" descr="ãVPC ã¢ã¤ã³ã³ãã®ç»åæ¤ç´¢çµæ">
            <a:extLst>
              <a:ext uri="{FF2B5EF4-FFF2-40B4-BE49-F238E27FC236}">
                <a16:creationId xmlns:a16="http://schemas.microsoft.com/office/drawing/2014/main" id="{881F580F-A421-4F01-A883-C7080CBD10C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65194" y="1628800"/>
            <a:ext cx="936104" cy="936104"/>
          </a:xfrm>
          <a:prstGeom prst="rect">
            <a:avLst/>
          </a:prstGeom>
          <a:noFill/>
          <a:extLst>
            <a:ext uri="{909E8E84-426E-40DD-AFC4-6F175D3DCCD1}">
              <a14:hiddenFill xmlns:a14="http://schemas.microsoft.com/office/drawing/2010/main">
                <a:solidFill>
                  <a:srgbClr val="FFFFFF"/>
                </a:solidFill>
              </a14:hiddenFill>
            </a:ext>
          </a:extLst>
        </p:spPr>
      </p:pic>
      <p:sp>
        <p:nvSpPr>
          <p:cNvPr id="16" name="正方形/長方形 15">
            <a:extLst>
              <a:ext uri="{FF2B5EF4-FFF2-40B4-BE49-F238E27FC236}">
                <a16:creationId xmlns:a16="http://schemas.microsoft.com/office/drawing/2014/main" id="{5BA3480C-2B61-4185-BF1E-3F8DF9B74909}"/>
              </a:ext>
            </a:extLst>
          </p:cNvPr>
          <p:cNvSpPr/>
          <p:nvPr/>
        </p:nvSpPr>
        <p:spPr bwMode="auto">
          <a:xfrm>
            <a:off x="1820893" y="2564904"/>
            <a:ext cx="2761629" cy="3277671"/>
          </a:xfrm>
          <a:prstGeom prst="rect">
            <a:avLst/>
          </a:prstGeom>
          <a:solidFill>
            <a:srgbClr val="FFC000"/>
          </a:solidFill>
          <a:ln w="12700" cap="flat" cmpd="sng" algn="ctr">
            <a:no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altLang="ja-JP" sz="1400" b="1" dirty="0">
                <a:solidFill>
                  <a:schemeClr val="bg1"/>
                </a:solidFill>
                <a:latin typeface="メイリオ" panose="020B0604030504040204" pitchFamily="50" charset="-128"/>
                <a:ea typeface="メイリオ" panose="020B0604030504040204" pitchFamily="50" charset="-128"/>
              </a:rPr>
              <a:t>AZ</a:t>
            </a:r>
            <a:endParaRPr kumimoji="1" lang="ja-JP" altLang="en-US" sz="1400" b="1"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endParaRPr>
          </a:p>
        </p:txBody>
      </p:sp>
      <p:sp>
        <p:nvSpPr>
          <p:cNvPr id="17" name="正方形/長方形 16">
            <a:extLst>
              <a:ext uri="{FF2B5EF4-FFF2-40B4-BE49-F238E27FC236}">
                <a16:creationId xmlns:a16="http://schemas.microsoft.com/office/drawing/2014/main" id="{E5A125E3-F203-4646-B4CA-6CBCB11E88C5}"/>
              </a:ext>
            </a:extLst>
          </p:cNvPr>
          <p:cNvSpPr/>
          <p:nvPr/>
        </p:nvSpPr>
        <p:spPr bwMode="auto">
          <a:xfrm>
            <a:off x="5169024" y="2564904"/>
            <a:ext cx="2761629" cy="3277671"/>
          </a:xfrm>
          <a:prstGeom prst="rect">
            <a:avLst/>
          </a:prstGeom>
          <a:solidFill>
            <a:srgbClr val="FFC000"/>
          </a:solidFill>
          <a:ln w="12700" cap="flat" cmpd="sng" algn="ctr">
            <a:no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altLang="ja-JP" sz="2000" b="1" dirty="0">
                <a:solidFill>
                  <a:schemeClr val="bg1"/>
                </a:solidFill>
                <a:latin typeface="メイリオ" panose="020B0604030504040204" pitchFamily="50" charset="-128"/>
                <a:ea typeface="メイリオ" panose="020B0604030504040204" pitchFamily="50" charset="-128"/>
              </a:rPr>
              <a:t>AZ</a:t>
            </a:r>
            <a:endParaRPr kumimoji="1" lang="ja-JP" altLang="en-US" sz="2000" b="1"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endParaRPr>
          </a:p>
        </p:txBody>
      </p:sp>
      <p:sp>
        <p:nvSpPr>
          <p:cNvPr id="18" name="四角形: 角を丸くする 17">
            <a:extLst>
              <a:ext uri="{FF2B5EF4-FFF2-40B4-BE49-F238E27FC236}">
                <a16:creationId xmlns:a16="http://schemas.microsoft.com/office/drawing/2014/main" id="{46F17E49-1E1C-44E9-B703-E2BCA6524A8B}"/>
              </a:ext>
            </a:extLst>
          </p:cNvPr>
          <p:cNvSpPr/>
          <p:nvPr/>
        </p:nvSpPr>
        <p:spPr bwMode="auto">
          <a:xfrm>
            <a:off x="2072680" y="2852936"/>
            <a:ext cx="2304256" cy="2808108"/>
          </a:xfrm>
          <a:prstGeom prst="roundRect">
            <a:avLst/>
          </a:prstGeom>
          <a:noFill/>
          <a:ln w="12700" cap="flat" cmpd="sng" algn="ctr">
            <a:solidFill>
              <a:srgbClr val="F0861E"/>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kumimoji="1" lang="ja-JP" altLang="en-US" sz="1600" b="1"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rPr>
              <a:t>サブネット</a:t>
            </a:r>
            <a:r>
              <a:rPr kumimoji="1" lang="en-US" altLang="ja-JP" sz="1600" b="0"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rPr>
              <a:t>10.0</a:t>
            </a:r>
            <a:r>
              <a:rPr lang="en-US" altLang="ja-JP" dirty="0">
                <a:solidFill>
                  <a:srgbClr val="FF0000"/>
                </a:solidFill>
                <a:latin typeface="メイリオ" panose="020B0604030504040204" pitchFamily="50" charset="-128"/>
                <a:ea typeface="メイリオ" panose="020B0604030504040204" pitchFamily="50" charset="-128"/>
              </a:rPr>
              <a:t>.1</a:t>
            </a:r>
            <a:r>
              <a:rPr kumimoji="1" lang="en-US" altLang="ja-JP" sz="1600" b="0"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rPr>
              <a:t>.0</a:t>
            </a:r>
            <a:r>
              <a:rPr lang="en-US" altLang="ja-JP" dirty="0">
                <a:solidFill>
                  <a:srgbClr val="FF0000"/>
                </a:solidFill>
                <a:latin typeface="メイリオ" panose="020B0604030504040204" pitchFamily="50" charset="-128"/>
                <a:ea typeface="メイリオ" panose="020B0604030504040204" pitchFamily="50" charset="-128"/>
              </a:rPr>
              <a:t>/24	</a:t>
            </a:r>
            <a:endParaRPr kumimoji="1" lang="ja-JP" altLang="en-US" sz="1600" b="0"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endParaRPr>
          </a:p>
        </p:txBody>
      </p:sp>
      <p:sp>
        <p:nvSpPr>
          <p:cNvPr id="21" name="四角形: 角を丸くする 20">
            <a:extLst>
              <a:ext uri="{FF2B5EF4-FFF2-40B4-BE49-F238E27FC236}">
                <a16:creationId xmlns:a16="http://schemas.microsoft.com/office/drawing/2014/main" id="{61F1B1D0-3B5E-43E2-8774-287DE2533E71}"/>
              </a:ext>
            </a:extLst>
          </p:cNvPr>
          <p:cNvSpPr/>
          <p:nvPr/>
        </p:nvSpPr>
        <p:spPr bwMode="auto">
          <a:xfrm>
            <a:off x="5407437" y="2852936"/>
            <a:ext cx="2304256" cy="2808108"/>
          </a:xfrm>
          <a:prstGeom prst="roundRect">
            <a:avLst/>
          </a:prstGeom>
          <a:noFill/>
          <a:ln w="12700" cap="flat" cmpd="sng" algn="ctr">
            <a:solidFill>
              <a:srgbClr val="F0861E"/>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kumimoji="1" lang="ja-JP" altLang="en-US" sz="1600" b="1"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rPr>
              <a:t>サブネット</a:t>
            </a:r>
            <a:r>
              <a:rPr kumimoji="1" lang="en-US" altLang="ja-JP" sz="1600" b="0"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rPr>
              <a:t>10.0</a:t>
            </a:r>
            <a:r>
              <a:rPr lang="en-US" altLang="ja-JP" dirty="0">
                <a:solidFill>
                  <a:srgbClr val="FF0000"/>
                </a:solidFill>
                <a:latin typeface="メイリオ" panose="020B0604030504040204" pitchFamily="50" charset="-128"/>
                <a:ea typeface="メイリオ" panose="020B0604030504040204" pitchFamily="50" charset="-128"/>
              </a:rPr>
              <a:t>.2</a:t>
            </a:r>
            <a:r>
              <a:rPr kumimoji="1" lang="en-US" altLang="ja-JP" sz="1600" b="0"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rPr>
              <a:t>.0</a:t>
            </a:r>
            <a:r>
              <a:rPr lang="en-US" altLang="ja-JP" dirty="0">
                <a:solidFill>
                  <a:srgbClr val="FF0000"/>
                </a:solidFill>
                <a:latin typeface="メイリオ" panose="020B0604030504040204" pitchFamily="50" charset="-128"/>
                <a:ea typeface="メイリオ" panose="020B0604030504040204" pitchFamily="50" charset="-128"/>
              </a:rPr>
              <a:t>/24	</a:t>
            </a:r>
            <a:endParaRPr kumimoji="1" lang="ja-JP" altLang="en-US" sz="1600" b="0"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endParaRPr>
          </a:p>
        </p:txBody>
      </p:sp>
      <p:sp>
        <p:nvSpPr>
          <p:cNvPr id="23" name="テキスト ボックス 22">
            <a:extLst>
              <a:ext uri="{FF2B5EF4-FFF2-40B4-BE49-F238E27FC236}">
                <a16:creationId xmlns:a16="http://schemas.microsoft.com/office/drawing/2014/main" id="{47CD70B1-7EC9-4137-87B0-0BBC5E8280EB}"/>
              </a:ext>
            </a:extLst>
          </p:cNvPr>
          <p:cNvSpPr txBox="1"/>
          <p:nvPr/>
        </p:nvSpPr>
        <p:spPr>
          <a:xfrm>
            <a:off x="6107837" y="4530606"/>
            <a:ext cx="1005403" cy="338554"/>
          </a:xfrm>
          <a:prstGeom prst="rect">
            <a:avLst/>
          </a:prstGeom>
          <a:noFill/>
        </p:spPr>
        <p:txBody>
          <a:bodyPr wrap="none" rtlCol="0">
            <a:spAutoFit/>
          </a:bodyPr>
          <a:lstStyle/>
          <a:p>
            <a:pPr algn="ctr"/>
            <a:r>
              <a:rPr kumimoji="1" lang="ja-JP" altLang="en-US" dirty="0">
                <a:latin typeface="メイリオ" panose="020B0604030504040204" pitchFamily="50" charset="-128"/>
                <a:ea typeface="メイリオ" panose="020B0604030504040204" pitchFamily="50" charset="-128"/>
              </a:rPr>
              <a:t>スレーブ</a:t>
            </a:r>
            <a:endParaRPr kumimoji="1" lang="en-US" altLang="ja-JP" dirty="0">
              <a:latin typeface="メイリオ" panose="020B0604030504040204" pitchFamily="50" charset="-128"/>
              <a:ea typeface="メイリオ" panose="020B0604030504040204" pitchFamily="50" charset="-128"/>
            </a:endParaRPr>
          </a:p>
        </p:txBody>
      </p:sp>
      <p:pic>
        <p:nvPicPr>
          <p:cNvPr id="30" name="図 29">
            <a:extLst>
              <a:ext uri="{FF2B5EF4-FFF2-40B4-BE49-F238E27FC236}">
                <a16:creationId xmlns:a16="http://schemas.microsoft.com/office/drawing/2014/main" id="{7A90A53D-5375-4428-BB76-9D78D1897BB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879855" y="3732262"/>
            <a:ext cx="619125" cy="704850"/>
          </a:xfrm>
          <a:prstGeom prst="rect">
            <a:avLst/>
          </a:prstGeom>
        </p:spPr>
      </p:pic>
      <p:pic>
        <p:nvPicPr>
          <p:cNvPr id="32" name="図 31">
            <a:extLst>
              <a:ext uri="{FF2B5EF4-FFF2-40B4-BE49-F238E27FC236}">
                <a16:creationId xmlns:a16="http://schemas.microsoft.com/office/drawing/2014/main" id="{AF0162ED-1FBD-44A9-BA70-189ED577413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21802" y="3732262"/>
            <a:ext cx="619125" cy="704850"/>
          </a:xfrm>
          <a:prstGeom prst="rect">
            <a:avLst/>
          </a:prstGeom>
        </p:spPr>
      </p:pic>
      <p:cxnSp>
        <p:nvCxnSpPr>
          <p:cNvPr id="34" name="直線コネクタ 33">
            <a:extLst>
              <a:ext uri="{FF2B5EF4-FFF2-40B4-BE49-F238E27FC236}">
                <a16:creationId xmlns:a16="http://schemas.microsoft.com/office/drawing/2014/main" id="{113EA408-ACA9-4D64-B496-C0D8669DE3E6}"/>
              </a:ext>
            </a:extLst>
          </p:cNvPr>
          <p:cNvCxnSpPr>
            <a:cxnSpLocks/>
            <a:stCxn id="30" idx="3"/>
            <a:endCxn id="32" idx="1"/>
          </p:cNvCxnSpPr>
          <p:nvPr/>
        </p:nvCxnSpPr>
        <p:spPr bwMode="auto">
          <a:xfrm>
            <a:off x="3498980" y="4084687"/>
            <a:ext cx="2722822" cy="0"/>
          </a:xfrm>
          <a:prstGeom prst="line">
            <a:avLst/>
          </a:prstGeom>
          <a:noFill/>
          <a:ln w="31750" cap="flat" cmpd="sng" algn="ctr">
            <a:solidFill>
              <a:srgbClr val="FF0000"/>
            </a:solidFill>
            <a:prstDash val="solid"/>
            <a:round/>
            <a:headEnd type="none" w="med" len="med"/>
            <a:tailEnd type="triangle" w="med" len="med"/>
          </a:ln>
          <a:effectLst/>
        </p:spPr>
      </p:cxnSp>
      <p:sp>
        <p:nvSpPr>
          <p:cNvPr id="35" name="テキスト ボックス 34">
            <a:extLst>
              <a:ext uri="{FF2B5EF4-FFF2-40B4-BE49-F238E27FC236}">
                <a16:creationId xmlns:a16="http://schemas.microsoft.com/office/drawing/2014/main" id="{8F9DE240-E87B-45D4-9319-574FED63EE28}"/>
              </a:ext>
            </a:extLst>
          </p:cNvPr>
          <p:cNvSpPr txBox="1"/>
          <p:nvPr/>
        </p:nvSpPr>
        <p:spPr>
          <a:xfrm>
            <a:off x="2686716" y="4530606"/>
            <a:ext cx="1005403" cy="338554"/>
          </a:xfrm>
          <a:prstGeom prst="rect">
            <a:avLst/>
          </a:prstGeom>
          <a:noFill/>
        </p:spPr>
        <p:txBody>
          <a:bodyPr wrap="none" rtlCol="0">
            <a:spAutoFit/>
          </a:bodyPr>
          <a:lstStyle/>
          <a:p>
            <a:pPr algn="ctr"/>
            <a:r>
              <a:rPr kumimoji="1" lang="ja-JP" altLang="en-US" dirty="0">
                <a:latin typeface="メイリオ" panose="020B0604030504040204" pitchFamily="50" charset="-128"/>
                <a:ea typeface="メイリオ" panose="020B0604030504040204" pitchFamily="50" charset="-128"/>
              </a:rPr>
              <a:t>マスター</a:t>
            </a:r>
            <a:endParaRPr kumimoji="1" lang="en-US" altLang="ja-JP" dirty="0">
              <a:latin typeface="メイリオ" panose="020B0604030504040204" pitchFamily="50" charset="-128"/>
              <a:ea typeface="メイリオ" panose="020B0604030504040204" pitchFamily="50" charset="-128"/>
            </a:endParaRPr>
          </a:p>
        </p:txBody>
      </p:sp>
      <p:sp>
        <p:nvSpPr>
          <p:cNvPr id="4" name="フローチャート: 磁気ディスク 3">
            <a:extLst>
              <a:ext uri="{FF2B5EF4-FFF2-40B4-BE49-F238E27FC236}">
                <a16:creationId xmlns:a16="http://schemas.microsoft.com/office/drawing/2014/main" id="{D27F6332-3EEB-4122-8C97-60AD83FD00F4}"/>
              </a:ext>
            </a:extLst>
          </p:cNvPr>
          <p:cNvSpPr/>
          <p:nvPr/>
        </p:nvSpPr>
        <p:spPr bwMode="auto">
          <a:xfrm>
            <a:off x="3440832" y="4941168"/>
            <a:ext cx="648072" cy="504042"/>
          </a:xfrm>
          <a:prstGeom prst="flowChartMagneticDisk">
            <a:avLst/>
          </a:prstGeom>
          <a:solidFill>
            <a:schemeClr val="bg2">
              <a:lumMod val="50000"/>
              <a:lumOff val="50000"/>
            </a:schemeClr>
          </a:solidFill>
          <a:ln w="12700" cap="flat" cmpd="sng" algn="ctr">
            <a:solidFill>
              <a:schemeClr val="bg1"/>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ja-JP" altLang="en-US" sz="1000" b="1"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rPr>
              <a:t>リード</a:t>
            </a:r>
            <a:br>
              <a:rPr kumimoji="1" lang="en-US" altLang="ja-JP" sz="1000" b="1"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rPr>
            </a:br>
            <a:r>
              <a:rPr kumimoji="1" lang="ja-JP" altLang="en-US" sz="1000" b="1"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rPr>
              <a:t>レプリカ</a:t>
            </a:r>
          </a:p>
        </p:txBody>
      </p:sp>
      <p:sp>
        <p:nvSpPr>
          <p:cNvPr id="36" name="フローチャート: 磁気ディスク 35">
            <a:extLst>
              <a:ext uri="{FF2B5EF4-FFF2-40B4-BE49-F238E27FC236}">
                <a16:creationId xmlns:a16="http://schemas.microsoft.com/office/drawing/2014/main" id="{7CBD7627-1B24-43CF-9019-BBE3252CD429}"/>
              </a:ext>
            </a:extLst>
          </p:cNvPr>
          <p:cNvSpPr/>
          <p:nvPr/>
        </p:nvSpPr>
        <p:spPr bwMode="auto">
          <a:xfrm>
            <a:off x="5609692" y="4941168"/>
            <a:ext cx="648072" cy="504042"/>
          </a:xfrm>
          <a:prstGeom prst="flowChartMagneticDisk">
            <a:avLst/>
          </a:prstGeom>
          <a:solidFill>
            <a:schemeClr val="bg2">
              <a:lumMod val="50000"/>
              <a:lumOff val="50000"/>
            </a:schemeClr>
          </a:solidFill>
          <a:ln w="12700" cap="flat" cmpd="sng" algn="ctr">
            <a:solidFill>
              <a:schemeClr val="bg1"/>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ja-JP" altLang="en-US" sz="1000" b="1"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rPr>
              <a:t>リード</a:t>
            </a:r>
            <a:br>
              <a:rPr kumimoji="1" lang="en-US" altLang="ja-JP" sz="1000" b="1"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rPr>
            </a:br>
            <a:r>
              <a:rPr kumimoji="1" lang="ja-JP" altLang="en-US" sz="1000" b="1"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rPr>
              <a:t>レプリカ</a:t>
            </a:r>
          </a:p>
        </p:txBody>
      </p:sp>
      <p:cxnSp>
        <p:nvCxnSpPr>
          <p:cNvPr id="38" name="直線コネクタ 37">
            <a:extLst>
              <a:ext uri="{FF2B5EF4-FFF2-40B4-BE49-F238E27FC236}">
                <a16:creationId xmlns:a16="http://schemas.microsoft.com/office/drawing/2014/main" id="{91869C3B-D958-47BB-BFB2-72C3B33DA1EA}"/>
              </a:ext>
            </a:extLst>
          </p:cNvPr>
          <p:cNvCxnSpPr>
            <a:cxnSpLocks/>
            <a:stCxn id="30" idx="2"/>
          </p:cNvCxnSpPr>
          <p:nvPr/>
        </p:nvCxnSpPr>
        <p:spPr bwMode="auto">
          <a:xfrm>
            <a:off x="3189418" y="4437112"/>
            <a:ext cx="2729837" cy="485956"/>
          </a:xfrm>
          <a:prstGeom prst="line">
            <a:avLst/>
          </a:prstGeom>
          <a:noFill/>
          <a:ln w="31750" cap="flat" cmpd="sng" algn="ctr">
            <a:solidFill>
              <a:srgbClr val="FF0000"/>
            </a:solidFill>
            <a:prstDash val="solid"/>
            <a:round/>
            <a:headEnd type="none" w="med" len="med"/>
            <a:tailEnd type="triangle" w="med" len="med"/>
          </a:ln>
          <a:effectLst/>
        </p:spPr>
      </p:cxnSp>
      <p:cxnSp>
        <p:nvCxnSpPr>
          <p:cNvPr id="39" name="直線コネクタ 38">
            <a:extLst>
              <a:ext uri="{FF2B5EF4-FFF2-40B4-BE49-F238E27FC236}">
                <a16:creationId xmlns:a16="http://schemas.microsoft.com/office/drawing/2014/main" id="{C0CD3DE2-95EB-440A-A9EB-8A27AD8E4B44}"/>
              </a:ext>
            </a:extLst>
          </p:cNvPr>
          <p:cNvCxnSpPr>
            <a:cxnSpLocks/>
            <a:stCxn id="30" idx="2"/>
          </p:cNvCxnSpPr>
          <p:nvPr/>
        </p:nvCxnSpPr>
        <p:spPr bwMode="auto">
          <a:xfrm>
            <a:off x="3189418" y="4437112"/>
            <a:ext cx="575450" cy="504056"/>
          </a:xfrm>
          <a:prstGeom prst="line">
            <a:avLst/>
          </a:prstGeom>
          <a:noFill/>
          <a:ln w="31750" cap="flat" cmpd="sng" algn="ctr">
            <a:solidFill>
              <a:srgbClr val="FF0000"/>
            </a:solidFill>
            <a:prstDash val="solid"/>
            <a:round/>
            <a:headEnd type="none" w="med" len="med"/>
            <a:tailEnd type="triangle" w="med" len="med"/>
          </a:ln>
          <a:effectLst/>
        </p:spPr>
      </p:cxnSp>
    </p:spTree>
    <p:extLst>
      <p:ext uri="{BB962C8B-B14F-4D97-AF65-F5344CB8AC3E}">
        <p14:creationId xmlns:p14="http://schemas.microsoft.com/office/powerpoint/2010/main" val="878162698"/>
      </p:ext>
    </p:extLst>
  </p:cSld>
  <p:clrMapOvr>
    <a:masterClrMapping/>
  </p:clrMapOvr>
  <mc:AlternateContent xmlns:mc="http://schemas.openxmlformats.org/markup-compatibility/2006" xmlns:p14="http://schemas.microsoft.com/office/powerpoint/2010/main">
    <mc:Choice Requires="p14">
      <p:transition spd="slow" p14:dur="2000" advTm="62774"/>
    </mc:Choice>
    <mc:Fallback xmlns="">
      <p:transition spd="slow" advTm="62774"/>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タイトル 1">
            <a:extLst>
              <a:ext uri="{FF2B5EF4-FFF2-40B4-BE49-F238E27FC236}">
                <a16:creationId xmlns:a16="http://schemas.microsoft.com/office/drawing/2014/main" id="{48F80BE1-D063-4240-BFC7-C8D243720250}"/>
              </a:ext>
            </a:extLst>
          </p:cNvPr>
          <p:cNvSpPr txBox="1">
            <a:spLocks/>
          </p:cNvSpPr>
          <p:nvPr/>
        </p:nvSpPr>
        <p:spPr bwMode="auto">
          <a:xfrm>
            <a:off x="631222" y="201863"/>
            <a:ext cx="8642258" cy="50208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rtl="0" fontAlgn="base">
              <a:lnSpc>
                <a:spcPct val="90000"/>
              </a:lnSpc>
              <a:spcBef>
                <a:spcPct val="0"/>
              </a:spcBef>
              <a:spcAft>
                <a:spcPct val="0"/>
              </a:spcAft>
              <a:defRPr kumimoji="1" sz="2000">
                <a:solidFill>
                  <a:schemeClr val="tx2"/>
                </a:solidFill>
                <a:latin typeface="游明朝" panose="02020400000000000000" pitchFamily="18" charset="-128"/>
                <a:ea typeface="游明朝" panose="02020400000000000000" pitchFamily="18" charset="-128"/>
                <a:cs typeface="+mj-cs"/>
              </a:defRPr>
            </a:lvl1pPr>
            <a:lvl2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2pPr>
            <a:lvl3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3pPr>
            <a:lvl4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4pPr>
            <a:lvl5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5pPr>
            <a:lvl6pPr marL="4572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6pPr>
            <a:lvl7pPr marL="9144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7pPr>
            <a:lvl8pPr marL="13716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8pPr>
            <a:lvl9pPr marL="18288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9pPr>
          </a:lstStyle>
          <a:p>
            <a:pPr algn="l">
              <a:lnSpc>
                <a:spcPct val="100000"/>
              </a:lnSpc>
            </a:pPr>
            <a:r>
              <a:rPr lang="ja-JP" altLang="en-US" sz="3000" dirty="0">
                <a:solidFill>
                  <a:schemeClr val="tx1"/>
                </a:solidFill>
                <a:latin typeface="メイリオ" panose="020B0604030504040204" pitchFamily="50" charset="-128"/>
                <a:ea typeface="メイリオ" panose="020B0604030504040204" pitchFamily="50" charset="-128"/>
              </a:rPr>
              <a:t>単一障害点の排除</a:t>
            </a:r>
          </a:p>
          <a:p>
            <a:pPr algn="l">
              <a:lnSpc>
                <a:spcPct val="100000"/>
              </a:lnSpc>
            </a:pPr>
            <a:endParaRPr lang="en-US" altLang="ja-JP" sz="3000" dirty="0">
              <a:solidFill>
                <a:schemeClr val="tx1"/>
              </a:solidFill>
              <a:latin typeface="メイリオ" panose="020B0604030504040204" pitchFamily="50" charset="-128"/>
              <a:ea typeface="メイリオ" panose="020B0604030504040204" pitchFamily="50" charset="-128"/>
            </a:endParaRPr>
          </a:p>
        </p:txBody>
      </p:sp>
      <p:sp>
        <p:nvSpPr>
          <p:cNvPr id="5" name="コンテンツ プレースホルダー 2">
            <a:extLst>
              <a:ext uri="{FF2B5EF4-FFF2-40B4-BE49-F238E27FC236}">
                <a16:creationId xmlns:a16="http://schemas.microsoft.com/office/drawing/2014/main" id="{4223C7E6-23C7-4433-B315-D26905B0474C}"/>
              </a:ext>
            </a:extLst>
          </p:cNvPr>
          <p:cNvSpPr txBox="1">
            <a:spLocks/>
          </p:cNvSpPr>
          <p:nvPr/>
        </p:nvSpPr>
        <p:spPr>
          <a:xfrm>
            <a:off x="631222" y="799401"/>
            <a:ext cx="8858282" cy="325343"/>
          </a:xfrm>
          <a:prstGeom prst="rect">
            <a:avLst/>
          </a:prstGeom>
        </p:spPr>
        <p:txBody>
          <a:bodyPr vert="horz" lIns="74295" tIns="37148" rIns="74295" bIns="37148" rtlCol="0">
            <a:noAutofit/>
          </a:bodyPr>
          <a:lstStyle>
            <a:lvl1pPr marL="228600" indent="-228600" algn="l" defTabSz="914400" rtl="0" eaLnBrk="1" latinLnBrk="0" hangingPunct="1">
              <a:lnSpc>
                <a:spcPct val="90000"/>
              </a:lnSpc>
              <a:spcBef>
                <a:spcPts val="1000"/>
              </a:spcBef>
              <a:buFont typeface="Wingdings 2" pitchFamily="18" charset="2"/>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2" pitchFamily="18" charset="2"/>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2" pitchFamily="18" charset="2"/>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5pPr>
            <a:lvl6pPr marL="25146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6pPr>
            <a:lvl7pPr marL="29718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7pPr>
            <a:lvl8pPr marL="34290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8pPr>
            <a:lvl9pPr marL="38862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9pPr>
          </a:lstStyle>
          <a:p>
            <a:pPr marL="0" indent="0">
              <a:buNone/>
            </a:pPr>
            <a:r>
              <a:rPr lang="ja-JP" altLang="en-US" sz="2400" kern="0" dirty="0">
                <a:solidFill>
                  <a:srgbClr val="002060"/>
                </a:solidFill>
                <a:latin typeface="メイリオ" panose="020B0604030504040204" pitchFamily="50" charset="-128"/>
                <a:ea typeface="メイリオ" panose="020B0604030504040204" pitchFamily="50" charset="-128"/>
              </a:rPr>
              <a:t>インスタンス障害に対しては</a:t>
            </a:r>
            <a:r>
              <a:rPr lang="en-US" altLang="ja-JP" sz="2400" kern="0" dirty="0">
                <a:solidFill>
                  <a:srgbClr val="002060"/>
                </a:solidFill>
                <a:latin typeface="メイリオ" panose="020B0604030504040204" pitchFamily="50" charset="-128"/>
                <a:ea typeface="メイリオ" panose="020B0604030504040204" pitchFamily="50" charset="-128"/>
              </a:rPr>
              <a:t>Elastic IP</a:t>
            </a:r>
            <a:r>
              <a:rPr lang="ja-JP" altLang="en-US" sz="2400" kern="0" dirty="0">
                <a:solidFill>
                  <a:srgbClr val="002060"/>
                </a:solidFill>
                <a:latin typeface="メイリオ" panose="020B0604030504040204" pitchFamily="50" charset="-128"/>
                <a:ea typeface="メイリオ" panose="020B0604030504040204" pitchFamily="50" charset="-128"/>
              </a:rPr>
              <a:t>を設定して、同じパブリック</a:t>
            </a:r>
            <a:r>
              <a:rPr lang="en-US" altLang="ja-JP" sz="2400" kern="0" dirty="0">
                <a:solidFill>
                  <a:srgbClr val="002060"/>
                </a:solidFill>
                <a:latin typeface="メイリオ" panose="020B0604030504040204" pitchFamily="50" charset="-128"/>
                <a:ea typeface="メイリオ" panose="020B0604030504040204" pitchFamily="50" charset="-128"/>
              </a:rPr>
              <a:t>IP</a:t>
            </a:r>
            <a:r>
              <a:rPr lang="ja-JP" altLang="en-US" sz="2400" kern="0" dirty="0">
                <a:solidFill>
                  <a:srgbClr val="002060"/>
                </a:solidFill>
                <a:latin typeface="メイリオ" panose="020B0604030504040204" pitchFamily="50" charset="-128"/>
                <a:ea typeface="メイリオ" panose="020B0604030504040204" pitchFamily="50" charset="-128"/>
              </a:rPr>
              <a:t>を持つ別のインスタンスに</a:t>
            </a:r>
            <a:r>
              <a:rPr lang="en-US" altLang="ja-JP" sz="2400" kern="0" dirty="0">
                <a:solidFill>
                  <a:srgbClr val="002060"/>
                </a:solidFill>
                <a:latin typeface="メイリオ" panose="020B0604030504040204" pitchFamily="50" charset="-128"/>
                <a:ea typeface="メイリオ" panose="020B0604030504040204" pitchFamily="50" charset="-128"/>
              </a:rPr>
              <a:t>IP</a:t>
            </a:r>
            <a:r>
              <a:rPr lang="ja-JP" altLang="en-US" sz="2400" kern="0" dirty="0">
                <a:solidFill>
                  <a:srgbClr val="002060"/>
                </a:solidFill>
                <a:latin typeface="メイリオ" panose="020B0604030504040204" pitchFamily="50" charset="-128"/>
                <a:ea typeface="メイリオ" panose="020B0604030504040204" pitchFamily="50" charset="-128"/>
              </a:rPr>
              <a:t>をフローティングする</a:t>
            </a:r>
            <a:endParaRPr lang="en-US" altLang="ja-JP" sz="2400" kern="0" dirty="0">
              <a:solidFill>
                <a:srgbClr val="002060"/>
              </a:solidFill>
              <a:latin typeface="メイリオ" panose="020B0604030504040204" pitchFamily="50" charset="-128"/>
              <a:ea typeface="メイリオ" panose="020B0604030504040204" pitchFamily="50" charset="-128"/>
            </a:endParaRPr>
          </a:p>
        </p:txBody>
      </p:sp>
      <p:sp>
        <p:nvSpPr>
          <p:cNvPr id="13" name="正方形/長方形 12">
            <a:extLst>
              <a:ext uri="{FF2B5EF4-FFF2-40B4-BE49-F238E27FC236}">
                <a16:creationId xmlns:a16="http://schemas.microsoft.com/office/drawing/2014/main" id="{7872FBAC-FA33-45B6-8A8D-209616975D80}"/>
              </a:ext>
            </a:extLst>
          </p:cNvPr>
          <p:cNvSpPr/>
          <p:nvPr/>
        </p:nvSpPr>
        <p:spPr bwMode="auto">
          <a:xfrm>
            <a:off x="1280592" y="1700808"/>
            <a:ext cx="7200800" cy="4739305"/>
          </a:xfrm>
          <a:prstGeom prst="rect">
            <a:avLst/>
          </a:prstGeom>
          <a:solidFill>
            <a:srgbClr val="F0861E"/>
          </a:solidFill>
          <a:ln w="12700" cap="flat" cmpd="sng" algn="ctr">
            <a:no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algn="ctr"/>
            <a:r>
              <a:rPr lang="en-US" altLang="ja-JP" sz="2000" b="1" dirty="0">
                <a:solidFill>
                  <a:schemeClr val="bg1"/>
                </a:solidFill>
                <a:latin typeface="メイリオ" panose="020B0604030504040204" pitchFamily="50" charset="-128"/>
                <a:ea typeface="メイリオ" panose="020B0604030504040204" pitchFamily="50" charset="-128"/>
              </a:rPr>
              <a:t>1</a:t>
            </a:r>
            <a:r>
              <a:rPr lang="ja-JP" altLang="en-US" sz="2000" b="1" dirty="0" err="1">
                <a:solidFill>
                  <a:schemeClr val="bg1"/>
                </a:solidFill>
                <a:latin typeface="メイリオ" panose="020B0604030504040204" pitchFamily="50" charset="-128"/>
                <a:ea typeface="メイリオ" panose="020B0604030504040204" pitchFamily="50" charset="-128"/>
              </a:rPr>
              <a:t>つの</a:t>
            </a:r>
            <a:r>
              <a:rPr lang="ja-JP" altLang="en-US" sz="2000" b="1" dirty="0">
                <a:solidFill>
                  <a:schemeClr val="bg1"/>
                </a:solidFill>
                <a:latin typeface="メイリオ" panose="020B0604030504040204" pitchFamily="50" charset="-128"/>
                <a:ea typeface="メイリオ" panose="020B0604030504040204" pitchFamily="50" charset="-128"/>
              </a:rPr>
              <a:t>リージョン</a:t>
            </a:r>
            <a:endParaRPr lang="en-US" altLang="ja-JP" sz="2000" b="1" dirty="0">
              <a:solidFill>
                <a:schemeClr val="bg1"/>
              </a:solidFill>
              <a:latin typeface="メイリオ" panose="020B0604030504040204" pitchFamily="50" charset="-128"/>
              <a:ea typeface="メイリオ" panose="020B0604030504040204" pitchFamily="50" charset="-128"/>
            </a:endParaRPr>
          </a:p>
        </p:txBody>
      </p:sp>
      <p:sp>
        <p:nvSpPr>
          <p:cNvPr id="14" name="四角形: 角を丸くする 13">
            <a:extLst>
              <a:ext uri="{FF2B5EF4-FFF2-40B4-BE49-F238E27FC236}">
                <a16:creationId xmlns:a16="http://schemas.microsoft.com/office/drawing/2014/main" id="{2AC5DBF5-26D7-46A7-85EA-2048A92440DD}"/>
              </a:ext>
            </a:extLst>
          </p:cNvPr>
          <p:cNvSpPr/>
          <p:nvPr/>
        </p:nvSpPr>
        <p:spPr bwMode="auto">
          <a:xfrm>
            <a:off x="1568624" y="2276872"/>
            <a:ext cx="6696744" cy="3685294"/>
          </a:xfrm>
          <a:prstGeom prst="roundRect">
            <a:avLst/>
          </a:prstGeom>
          <a:solidFill>
            <a:schemeClr val="bg1"/>
          </a:solidFill>
          <a:ln w="12700" cap="flat" cmpd="sng" algn="ctr">
            <a:solidFill>
              <a:srgbClr val="F0861E"/>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ja-JP" altLang="en-US" sz="1600" b="0" i="0" u="none" strike="noStrike" cap="none" normalizeH="0" baseline="0">
              <a:ln>
                <a:noFill/>
              </a:ln>
              <a:solidFill>
                <a:schemeClr val="tx1"/>
              </a:solidFill>
              <a:effectLst/>
              <a:latin typeface="ＭＳ Ｐゴシック" pitchFamily="50" charset="-128"/>
              <a:ea typeface="ＭＳ Ｐゴシック" pitchFamily="50" charset="-128"/>
            </a:endParaRPr>
          </a:p>
        </p:txBody>
      </p:sp>
      <p:pic>
        <p:nvPicPr>
          <p:cNvPr id="15" name="Picture 2" descr="ãVPC ã¢ã¤ã³ã³ãã®ç»åæ¤ç´¢çµæ">
            <a:extLst>
              <a:ext uri="{FF2B5EF4-FFF2-40B4-BE49-F238E27FC236}">
                <a16:creationId xmlns:a16="http://schemas.microsoft.com/office/drawing/2014/main" id="{881F580F-A421-4F01-A883-C7080CBD10C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65194" y="1628800"/>
            <a:ext cx="936104" cy="936104"/>
          </a:xfrm>
          <a:prstGeom prst="rect">
            <a:avLst/>
          </a:prstGeom>
          <a:noFill/>
          <a:extLst>
            <a:ext uri="{909E8E84-426E-40DD-AFC4-6F175D3DCCD1}">
              <a14:hiddenFill xmlns:a14="http://schemas.microsoft.com/office/drawing/2010/main">
                <a:solidFill>
                  <a:srgbClr val="FFFFFF"/>
                </a:solidFill>
              </a14:hiddenFill>
            </a:ext>
          </a:extLst>
        </p:spPr>
      </p:pic>
      <p:sp>
        <p:nvSpPr>
          <p:cNvPr id="16" name="正方形/長方形 15">
            <a:extLst>
              <a:ext uri="{FF2B5EF4-FFF2-40B4-BE49-F238E27FC236}">
                <a16:creationId xmlns:a16="http://schemas.microsoft.com/office/drawing/2014/main" id="{5BA3480C-2B61-4185-BF1E-3F8DF9B74909}"/>
              </a:ext>
            </a:extLst>
          </p:cNvPr>
          <p:cNvSpPr/>
          <p:nvPr/>
        </p:nvSpPr>
        <p:spPr bwMode="auto">
          <a:xfrm>
            <a:off x="1820893" y="2564904"/>
            <a:ext cx="6156443" cy="3277671"/>
          </a:xfrm>
          <a:prstGeom prst="rect">
            <a:avLst/>
          </a:prstGeom>
          <a:solidFill>
            <a:srgbClr val="FFC000"/>
          </a:solidFill>
          <a:ln w="12700" cap="flat" cmpd="sng" algn="ctr">
            <a:no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altLang="ja-JP" sz="1400" b="1" dirty="0">
                <a:solidFill>
                  <a:schemeClr val="bg1"/>
                </a:solidFill>
                <a:latin typeface="メイリオ" panose="020B0604030504040204" pitchFamily="50" charset="-128"/>
                <a:ea typeface="メイリオ" panose="020B0604030504040204" pitchFamily="50" charset="-128"/>
              </a:rPr>
              <a:t>AZ</a:t>
            </a:r>
            <a:endParaRPr kumimoji="1" lang="ja-JP" altLang="en-US" sz="1400" b="1"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endParaRPr>
          </a:p>
        </p:txBody>
      </p:sp>
      <p:sp>
        <p:nvSpPr>
          <p:cNvPr id="18" name="四角形: 角を丸くする 17">
            <a:extLst>
              <a:ext uri="{FF2B5EF4-FFF2-40B4-BE49-F238E27FC236}">
                <a16:creationId xmlns:a16="http://schemas.microsoft.com/office/drawing/2014/main" id="{46F17E49-1E1C-44E9-B703-E2BCA6524A8B}"/>
              </a:ext>
            </a:extLst>
          </p:cNvPr>
          <p:cNvSpPr/>
          <p:nvPr/>
        </p:nvSpPr>
        <p:spPr bwMode="auto">
          <a:xfrm>
            <a:off x="2072680" y="2852936"/>
            <a:ext cx="5688632" cy="2808108"/>
          </a:xfrm>
          <a:prstGeom prst="roundRect">
            <a:avLst/>
          </a:prstGeom>
          <a:noFill/>
          <a:ln w="12700" cap="flat" cmpd="sng" algn="ctr">
            <a:solidFill>
              <a:srgbClr val="F0861E"/>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kumimoji="1" lang="ja-JP" altLang="en-US" sz="1600" b="1"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rPr>
              <a:t>サブネット</a:t>
            </a:r>
            <a:r>
              <a:rPr kumimoji="1" lang="en-US" altLang="ja-JP" sz="1600" b="0"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rPr>
              <a:t>10.0</a:t>
            </a:r>
            <a:r>
              <a:rPr lang="en-US" altLang="ja-JP" dirty="0">
                <a:solidFill>
                  <a:srgbClr val="FF0000"/>
                </a:solidFill>
                <a:latin typeface="メイリオ" panose="020B0604030504040204" pitchFamily="50" charset="-128"/>
                <a:ea typeface="メイリオ" panose="020B0604030504040204" pitchFamily="50" charset="-128"/>
              </a:rPr>
              <a:t>.1</a:t>
            </a:r>
            <a:r>
              <a:rPr kumimoji="1" lang="en-US" altLang="ja-JP" sz="1600" b="0"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rPr>
              <a:t>.0</a:t>
            </a:r>
            <a:r>
              <a:rPr lang="en-US" altLang="ja-JP" dirty="0">
                <a:solidFill>
                  <a:srgbClr val="FF0000"/>
                </a:solidFill>
                <a:latin typeface="メイリオ" panose="020B0604030504040204" pitchFamily="50" charset="-128"/>
                <a:ea typeface="メイリオ" panose="020B0604030504040204" pitchFamily="50" charset="-128"/>
              </a:rPr>
              <a:t>/24	</a:t>
            </a:r>
            <a:endParaRPr kumimoji="1" lang="ja-JP" altLang="en-US" sz="1600" b="0"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endParaRPr>
          </a:p>
        </p:txBody>
      </p:sp>
      <p:pic>
        <p:nvPicPr>
          <p:cNvPr id="7" name="図 6">
            <a:extLst>
              <a:ext uri="{FF2B5EF4-FFF2-40B4-BE49-F238E27FC236}">
                <a16:creationId xmlns:a16="http://schemas.microsoft.com/office/drawing/2014/main" id="{027B3AEC-FA49-4E62-A9D4-6B8847183D2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448944" y="3212976"/>
            <a:ext cx="737311" cy="737311"/>
          </a:xfrm>
          <a:prstGeom prst="rect">
            <a:avLst/>
          </a:prstGeom>
        </p:spPr>
      </p:pic>
      <p:pic>
        <p:nvPicPr>
          <p:cNvPr id="24" name="図 23" descr="音楽 が含まれている画像&#10;&#10;自動的に生成された説明">
            <a:extLst>
              <a:ext uri="{FF2B5EF4-FFF2-40B4-BE49-F238E27FC236}">
                <a16:creationId xmlns:a16="http://schemas.microsoft.com/office/drawing/2014/main" id="{57EC0B87-721A-461A-AA17-F8D7164881B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368824" y="4755588"/>
            <a:ext cx="690767" cy="828920"/>
          </a:xfrm>
          <a:prstGeom prst="rect">
            <a:avLst/>
          </a:prstGeom>
        </p:spPr>
      </p:pic>
      <p:sp>
        <p:nvSpPr>
          <p:cNvPr id="25" name="テキスト ボックス 24">
            <a:extLst>
              <a:ext uri="{FF2B5EF4-FFF2-40B4-BE49-F238E27FC236}">
                <a16:creationId xmlns:a16="http://schemas.microsoft.com/office/drawing/2014/main" id="{9F1D613A-F4AA-4224-87EF-460C00CB695B}"/>
              </a:ext>
            </a:extLst>
          </p:cNvPr>
          <p:cNvSpPr txBox="1"/>
          <p:nvPr/>
        </p:nvSpPr>
        <p:spPr>
          <a:xfrm>
            <a:off x="3425506" y="5538718"/>
            <a:ext cx="577402" cy="338554"/>
          </a:xfrm>
          <a:prstGeom prst="rect">
            <a:avLst/>
          </a:prstGeom>
          <a:noFill/>
        </p:spPr>
        <p:txBody>
          <a:bodyPr wrap="none" rtlCol="0">
            <a:spAutoFit/>
          </a:bodyPr>
          <a:lstStyle/>
          <a:p>
            <a:pPr algn="ctr"/>
            <a:r>
              <a:rPr kumimoji="1" lang="en-US" altLang="ja-JP" dirty="0">
                <a:latin typeface="メイリオ" panose="020B0604030504040204" pitchFamily="50" charset="-128"/>
                <a:ea typeface="メイリオ" panose="020B0604030504040204" pitchFamily="50" charset="-128"/>
              </a:rPr>
              <a:t>EC2</a:t>
            </a:r>
          </a:p>
        </p:txBody>
      </p:sp>
      <p:sp>
        <p:nvSpPr>
          <p:cNvPr id="26" name="テキスト ボックス 25">
            <a:extLst>
              <a:ext uri="{FF2B5EF4-FFF2-40B4-BE49-F238E27FC236}">
                <a16:creationId xmlns:a16="http://schemas.microsoft.com/office/drawing/2014/main" id="{8AAF900A-EBBB-4A08-B8E6-5855A00E630F}"/>
              </a:ext>
            </a:extLst>
          </p:cNvPr>
          <p:cNvSpPr txBox="1"/>
          <p:nvPr/>
        </p:nvSpPr>
        <p:spPr>
          <a:xfrm>
            <a:off x="4306435" y="3429000"/>
            <a:ext cx="1022331" cy="338554"/>
          </a:xfrm>
          <a:prstGeom prst="rect">
            <a:avLst/>
          </a:prstGeom>
          <a:noFill/>
        </p:spPr>
        <p:txBody>
          <a:bodyPr wrap="none" rtlCol="0">
            <a:spAutoFit/>
          </a:bodyPr>
          <a:lstStyle/>
          <a:p>
            <a:pPr algn="ctr"/>
            <a:r>
              <a:rPr kumimoji="1" lang="en-US" altLang="ja-JP" dirty="0">
                <a:latin typeface="メイリオ" panose="020B0604030504040204" pitchFamily="50" charset="-128"/>
                <a:ea typeface="メイリオ" panose="020B0604030504040204" pitchFamily="50" charset="-128"/>
              </a:rPr>
              <a:t>Route53</a:t>
            </a:r>
          </a:p>
        </p:txBody>
      </p:sp>
      <p:pic>
        <p:nvPicPr>
          <p:cNvPr id="28" name="図 27" descr="音楽 が含まれている画像&#10;&#10;自動的に生成された説明">
            <a:extLst>
              <a:ext uri="{FF2B5EF4-FFF2-40B4-BE49-F238E27FC236}">
                <a16:creationId xmlns:a16="http://schemas.microsoft.com/office/drawing/2014/main" id="{F6FB3802-42FB-4816-A36C-19093A56CC4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687251" y="4755588"/>
            <a:ext cx="690767" cy="828920"/>
          </a:xfrm>
          <a:prstGeom prst="rect">
            <a:avLst/>
          </a:prstGeom>
        </p:spPr>
      </p:pic>
      <p:sp>
        <p:nvSpPr>
          <p:cNvPr id="29" name="テキスト ボックス 28">
            <a:extLst>
              <a:ext uri="{FF2B5EF4-FFF2-40B4-BE49-F238E27FC236}">
                <a16:creationId xmlns:a16="http://schemas.microsoft.com/office/drawing/2014/main" id="{E762BC8A-837A-47F0-B0B0-84875AD2066B}"/>
              </a:ext>
            </a:extLst>
          </p:cNvPr>
          <p:cNvSpPr txBox="1"/>
          <p:nvPr/>
        </p:nvSpPr>
        <p:spPr>
          <a:xfrm>
            <a:off x="5743933" y="5538718"/>
            <a:ext cx="577402" cy="338554"/>
          </a:xfrm>
          <a:prstGeom prst="rect">
            <a:avLst/>
          </a:prstGeom>
          <a:noFill/>
        </p:spPr>
        <p:txBody>
          <a:bodyPr wrap="none" rtlCol="0">
            <a:spAutoFit/>
          </a:bodyPr>
          <a:lstStyle/>
          <a:p>
            <a:pPr algn="ctr"/>
            <a:r>
              <a:rPr kumimoji="1" lang="en-US" altLang="ja-JP" dirty="0">
                <a:latin typeface="メイリオ" panose="020B0604030504040204" pitchFamily="50" charset="-128"/>
                <a:ea typeface="メイリオ" panose="020B0604030504040204" pitchFamily="50" charset="-128"/>
              </a:rPr>
              <a:t>EC2</a:t>
            </a:r>
          </a:p>
        </p:txBody>
      </p:sp>
      <p:sp>
        <p:nvSpPr>
          <p:cNvPr id="31" name="四角形: 角を丸くする 30">
            <a:extLst>
              <a:ext uri="{FF2B5EF4-FFF2-40B4-BE49-F238E27FC236}">
                <a16:creationId xmlns:a16="http://schemas.microsoft.com/office/drawing/2014/main" id="{86BE2642-83BC-4119-92AB-F71C5C377FA8}"/>
              </a:ext>
            </a:extLst>
          </p:cNvPr>
          <p:cNvSpPr/>
          <p:nvPr/>
        </p:nvSpPr>
        <p:spPr bwMode="auto">
          <a:xfrm>
            <a:off x="4345404" y="4143735"/>
            <a:ext cx="964875" cy="466778"/>
          </a:xfrm>
          <a:prstGeom prst="roundRect">
            <a:avLst/>
          </a:prstGeom>
          <a:solidFill>
            <a:srgbClr val="F0861E"/>
          </a:solidFill>
          <a:ln w="12700" cap="flat" cmpd="sng" algn="ctr">
            <a:noFill/>
            <a:prstDash val="solid"/>
            <a:round/>
            <a:headEnd type="none" w="med" len="med"/>
            <a:tailEnd type="none" w="med" len="med"/>
          </a:ln>
          <a:effectLst/>
        </p:spPr>
        <p:txBody>
          <a:bodyPr vert="horz" wrap="square" lIns="36000" tIns="36000" rIns="36000" bIns="360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ja-JP" sz="1600" b="1" i="0" u="none" strike="noStrike" cap="none" normalizeH="0" baseline="0" dirty="0">
                <a:ln>
                  <a:noFill/>
                </a:ln>
                <a:solidFill>
                  <a:schemeClr val="bg1"/>
                </a:solidFill>
                <a:effectLst/>
                <a:latin typeface="ＭＳ Ｐゴシック" pitchFamily="50" charset="-128"/>
                <a:ea typeface="ＭＳ Ｐゴシック" pitchFamily="50" charset="-128"/>
              </a:rPr>
              <a:t>Elastic</a:t>
            </a:r>
            <a:r>
              <a:rPr kumimoji="1" lang="ja-JP" altLang="en-US" sz="1600" b="1" i="0" u="none" strike="noStrike" cap="none" normalizeH="0" baseline="0" dirty="0">
                <a:ln>
                  <a:noFill/>
                </a:ln>
                <a:solidFill>
                  <a:schemeClr val="bg1"/>
                </a:solidFill>
                <a:effectLst/>
                <a:latin typeface="ＭＳ Ｐゴシック" pitchFamily="50" charset="-128"/>
                <a:ea typeface="ＭＳ Ｐゴシック" pitchFamily="50" charset="-128"/>
              </a:rPr>
              <a:t> </a:t>
            </a:r>
            <a:r>
              <a:rPr kumimoji="1" lang="en-US" altLang="ja-JP" sz="1600" b="1" i="0" u="none" strike="noStrike" cap="none" normalizeH="0" baseline="0" dirty="0">
                <a:ln>
                  <a:noFill/>
                </a:ln>
                <a:solidFill>
                  <a:schemeClr val="bg1"/>
                </a:solidFill>
                <a:effectLst/>
                <a:latin typeface="ＭＳ Ｐゴシック" pitchFamily="50" charset="-128"/>
                <a:ea typeface="ＭＳ Ｐゴシック" pitchFamily="50" charset="-128"/>
              </a:rPr>
              <a:t>IP</a:t>
            </a:r>
            <a:endParaRPr kumimoji="1" lang="ja-JP" altLang="en-US" sz="1600" b="1" i="0" u="none" strike="noStrike" cap="none" normalizeH="0" baseline="0" dirty="0">
              <a:ln>
                <a:noFill/>
              </a:ln>
              <a:solidFill>
                <a:schemeClr val="bg1"/>
              </a:solidFill>
              <a:effectLst/>
              <a:latin typeface="ＭＳ Ｐゴシック" pitchFamily="50" charset="-128"/>
              <a:ea typeface="ＭＳ Ｐゴシック" pitchFamily="50" charset="-128"/>
            </a:endParaRPr>
          </a:p>
        </p:txBody>
      </p:sp>
      <p:cxnSp>
        <p:nvCxnSpPr>
          <p:cNvPr id="33" name="直線コネクタ 32">
            <a:extLst>
              <a:ext uri="{FF2B5EF4-FFF2-40B4-BE49-F238E27FC236}">
                <a16:creationId xmlns:a16="http://schemas.microsoft.com/office/drawing/2014/main" id="{C32B008A-2382-46F7-A767-EF09E86010CF}"/>
              </a:ext>
            </a:extLst>
          </p:cNvPr>
          <p:cNvCxnSpPr>
            <a:cxnSpLocks/>
            <a:endCxn id="31" idx="0"/>
          </p:cNvCxnSpPr>
          <p:nvPr/>
        </p:nvCxnSpPr>
        <p:spPr bwMode="auto">
          <a:xfrm flipH="1">
            <a:off x="4827842" y="3927711"/>
            <a:ext cx="6690" cy="216024"/>
          </a:xfrm>
          <a:prstGeom prst="line">
            <a:avLst/>
          </a:prstGeom>
          <a:noFill/>
          <a:ln w="31750" cap="flat" cmpd="sng" algn="ctr">
            <a:solidFill>
              <a:srgbClr val="FF0000"/>
            </a:solidFill>
            <a:prstDash val="solid"/>
            <a:round/>
            <a:headEnd type="none" w="med" len="med"/>
            <a:tailEnd type="triangle" w="med" len="med"/>
          </a:ln>
          <a:effectLst/>
        </p:spPr>
      </p:cxnSp>
      <p:cxnSp>
        <p:nvCxnSpPr>
          <p:cNvPr id="37" name="直線コネクタ 36">
            <a:extLst>
              <a:ext uri="{FF2B5EF4-FFF2-40B4-BE49-F238E27FC236}">
                <a16:creationId xmlns:a16="http://schemas.microsoft.com/office/drawing/2014/main" id="{AE4914D5-9BA4-4C79-9FEC-AF62A82D17F2}"/>
              </a:ext>
            </a:extLst>
          </p:cNvPr>
          <p:cNvCxnSpPr>
            <a:cxnSpLocks/>
            <a:stCxn id="31" idx="2"/>
            <a:endCxn id="24" idx="3"/>
          </p:cNvCxnSpPr>
          <p:nvPr/>
        </p:nvCxnSpPr>
        <p:spPr bwMode="auto">
          <a:xfrm flipH="1">
            <a:off x="4059591" y="4610513"/>
            <a:ext cx="768251" cy="559535"/>
          </a:xfrm>
          <a:prstGeom prst="line">
            <a:avLst/>
          </a:prstGeom>
          <a:noFill/>
          <a:ln w="31750" cap="flat" cmpd="sng" algn="ctr">
            <a:solidFill>
              <a:srgbClr val="FF0000"/>
            </a:solidFill>
            <a:prstDash val="solid"/>
            <a:round/>
            <a:headEnd type="none" w="med" len="med"/>
            <a:tailEnd type="triangle" w="med" len="med"/>
          </a:ln>
          <a:effectLst/>
        </p:spPr>
      </p:cxnSp>
      <p:cxnSp>
        <p:nvCxnSpPr>
          <p:cNvPr id="40" name="直線コネクタ 39">
            <a:extLst>
              <a:ext uri="{FF2B5EF4-FFF2-40B4-BE49-F238E27FC236}">
                <a16:creationId xmlns:a16="http://schemas.microsoft.com/office/drawing/2014/main" id="{64CFB858-E186-4229-AD6D-7D6D59236560}"/>
              </a:ext>
            </a:extLst>
          </p:cNvPr>
          <p:cNvCxnSpPr>
            <a:cxnSpLocks/>
            <a:stCxn id="31" idx="2"/>
            <a:endCxn id="28" idx="1"/>
          </p:cNvCxnSpPr>
          <p:nvPr/>
        </p:nvCxnSpPr>
        <p:spPr bwMode="auto">
          <a:xfrm>
            <a:off x="4827842" y="4610513"/>
            <a:ext cx="859409" cy="559535"/>
          </a:xfrm>
          <a:prstGeom prst="line">
            <a:avLst/>
          </a:prstGeom>
          <a:noFill/>
          <a:ln w="31750" cap="flat" cmpd="sng" algn="ctr">
            <a:solidFill>
              <a:srgbClr val="FF0000"/>
            </a:solidFill>
            <a:prstDash val="solid"/>
            <a:round/>
            <a:headEnd type="none" w="med" len="med"/>
            <a:tailEnd type="triangle" w="med" len="med"/>
          </a:ln>
          <a:effectLst/>
        </p:spPr>
      </p:cxnSp>
      <p:sp>
        <p:nvSpPr>
          <p:cNvPr id="41" name="乗算記号 40">
            <a:extLst>
              <a:ext uri="{FF2B5EF4-FFF2-40B4-BE49-F238E27FC236}">
                <a16:creationId xmlns:a16="http://schemas.microsoft.com/office/drawing/2014/main" id="{25F23BBA-2B6D-499E-A012-57286A1B5151}"/>
              </a:ext>
            </a:extLst>
          </p:cNvPr>
          <p:cNvSpPr/>
          <p:nvPr/>
        </p:nvSpPr>
        <p:spPr bwMode="auto">
          <a:xfrm>
            <a:off x="3152800" y="4437112"/>
            <a:ext cx="1153635" cy="1147396"/>
          </a:xfrm>
          <a:prstGeom prst="mathMultiply">
            <a:avLst/>
          </a:prstGeom>
          <a:solidFill>
            <a:srgbClr val="FF0000"/>
          </a:solidFill>
          <a:ln w="12700" cap="flat" cmpd="sng" algn="ctr">
            <a:no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ja-JP" altLang="en-US" sz="1600" b="0" i="0" u="none" strike="noStrike" cap="none" normalizeH="0" baseline="0">
              <a:ln>
                <a:noFill/>
              </a:ln>
              <a:solidFill>
                <a:schemeClr val="tx1"/>
              </a:solidFill>
              <a:effectLst/>
              <a:latin typeface="ＭＳ Ｐゴシック" pitchFamily="50" charset="-128"/>
              <a:ea typeface="ＭＳ Ｐゴシック" pitchFamily="50" charset="-128"/>
            </a:endParaRPr>
          </a:p>
        </p:txBody>
      </p:sp>
    </p:spTree>
    <p:extLst>
      <p:ext uri="{BB962C8B-B14F-4D97-AF65-F5344CB8AC3E}">
        <p14:creationId xmlns:p14="http://schemas.microsoft.com/office/powerpoint/2010/main" val="1299945649"/>
      </p:ext>
    </p:extLst>
  </p:cSld>
  <p:clrMapOvr>
    <a:masterClrMapping/>
  </p:clrMapOvr>
  <mc:AlternateContent xmlns:mc="http://schemas.openxmlformats.org/markup-compatibility/2006" xmlns:p14="http://schemas.microsoft.com/office/powerpoint/2010/main">
    <mc:Choice Requires="p14">
      <p:transition spd="slow" p14:dur="2000" advTm="52643"/>
    </mc:Choice>
    <mc:Fallback xmlns="">
      <p:transition spd="slow" advTm="52643"/>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タイトル 1">
            <a:extLst>
              <a:ext uri="{FF2B5EF4-FFF2-40B4-BE49-F238E27FC236}">
                <a16:creationId xmlns:a16="http://schemas.microsoft.com/office/drawing/2014/main" id="{48F80BE1-D063-4240-BFC7-C8D243720250}"/>
              </a:ext>
            </a:extLst>
          </p:cNvPr>
          <p:cNvSpPr txBox="1">
            <a:spLocks/>
          </p:cNvSpPr>
          <p:nvPr/>
        </p:nvSpPr>
        <p:spPr bwMode="auto">
          <a:xfrm>
            <a:off x="631222" y="201863"/>
            <a:ext cx="8642258" cy="50208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rtl="0" fontAlgn="base">
              <a:lnSpc>
                <a:spcPct val="90000"/>
              </a:lnSpc>
              <a:spcBef>
                <a:spcPct val="0"/>
              </a:spcBef>
              <a:spcAft>
                <a:spcPct val="0"/>
              </a:spcAft>
              <a:defRPr kumimoji="1" sz="2000">
                <a:solidFill>
                  <a:schemeClr val="tx2"/>
                </a:solidFill>
                <a:latin typeface="游明朝" panose="02020400000000000000" pitchFamily="18" charset="-128"/>
                <a:ea typeface="游明朝" panose="02020400000000000000" pitchFamily="18" charset="-128"/>
                <a:cs typeface="+mj-cs"/>
              </a:defRPr>
            </a:lvl1pPr>
            <a:lvl2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2pPr>
            <a:lvl3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3pPr>
            <a:lvl4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4pPr>
            <a:lvl5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5pPr>
            <a:lvl6pPr marL="4572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6pPr>
            <a:lvl7pPr marL="9144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7pPr>
            <a:lvl8pPr marL="13716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8pPr>
            <a:lvl9pPr marL="18288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9pPr>
          </a:lstStyle>
          <a:p>
            <a:pPr algn="l">
              <a:lnSpc>
                <a:spcPct val="100000"/>
              </a:lnSpc>
            </a:pPr>
            <a:r>
              <a:rPr lang="ja-JP" altLang="en-US" sz="3000" dirty="0">
                <a:solidFill>
                  <a:schemeClr val="tx1"/>
                </a:solidFill>
                <a:latin typeface="メイリオ" panose="020B0604030504040204" pitchFamily="50" charset="-128"/>
                <a:ea typeface="メイリオ" panose="020B0604030504040204" pitchFamily="50" charset="-128"/>
              </a:rPr>
              <a:t>単一障害点の排除</a:t>
            </a:r>
          </a:p>
          <a:p>
            <a:pPr algn="l">
              <a:lnSpc>
                <a:spcPct val="100000"/>
              </a:lnSpc>
            </a:pPr>
            <a:endParaRPr lang="en-US" altLang="ja-JP" sz="3000" dirty="0">
              <a:solidFill>
                <a:schemeClr val="tx1"/>
              </a:solidFill>
              <a:latin typeface="メイリオ" panose="020B0604030504040204" pitchFamily="50" charset="-128"/>
              <a:ea typeface="メイリオ" panose="020B0604030504040204" pitchFamily="50" charset="-128"/>
            </a:endParaRPr>
          </a:p>
        </p:txBody>
      </p:sp>
      <p:sp>
        <p:nvSpPr>
          <p:cNvPr id="5" name="コンテンツ プレースホルダー 2">
            <a:extLst>
              <a:ext uri="{FF2B5EF4-FFF2-40B4-BE49-F238E27FC236}">
                <a16:creationId xmlns:a16="http://schemas.microsoft.com/office/drawing/2014/main" id="{4223C7E6-23C7-4433-B315-D26905B0474C}"/>
              </a:ext>
            </a:extLst>
          </p:cNvPr>
          <p:cNvSpPr txBox="1">
            <a:spLocks/>
          </p:cNvSpPr>
          <p:nvPr/>
        </p:nvSpPr>
        <p:spPr>
          <a:xfrm>
            <a:off x="631222" y="799401"/>
            <a:ext cx="8858282" cy="325343"/>
          </a:xfrm>
          <a:prstGeom prst="rect">
            <a:avLst/>
          </a:prstGeom>
        </p:spPr>
        <p:txBody>
          <a:bodyPr vert="horz" lIns="74295" tIns="37148" rIns="74295" bIns="37148" rtlCol="0">
            <a:noAutofit/>
          </a:bodyPr>
          <a:lstStyle>
            <a:lvl1pPr marL="228600" indent="-228600" algn="l" defTabSz="914400" rtl="0" eaLnBrk="1" latinLnBrk="0" hangingPunct="1">
              <a:lnSpc>
                <a:spcPct val="90000"/>
              </a:lnSpc>
              <a:spcBef>
                <a:spcPts val="1000"/>
              </a:spcBef>
              <a:buFont typeface="Wingdings 2" pitchFamily="18" charset="2"/>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2" pitchFamily="18" charset="2"/>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2" pitchFamily="18" charset="2"/>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5pPr>
            <a:lvl6pPr marL="25146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6pPr>
            <a:lvl7pPr marL="29718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7pPr>
            <a:lvl8pPr marL="34290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8pPr>
            <a:lvl9pPr marL="38862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9pPr>
          </a:lstStyle>
          <a:p>
            <a:pPr marL="0" indent="0">
              <a:buNone/>
            </a:pPr>
            <a:r>
              <a:rPr lang="ja-JP" altLang="en-US" sz="2400" kern="0" dirty="0">
                <a:solidFill>
                  <a:srgbClr val="002060"/>
                </a:solidFill>
                <a:latin typeface="メイリオ" panose="020B0604030504040204" pitchFamily="50" charset="-128"/>
                <a:ea typeface="メイリオ" panose="020B0604030504040204" pitchFamily="50" charset="-128"/>
              </a:rPr>
              <a:t>インスタンス障害に対しては</a:t>
            </a:r>
            <a:r>
              <a:rPr lang="en-US" altLang="ja-JP" sz="2400" kern="0" dirty="0">
                <a:solidFill>
                  <a:srgbClr val="002060"/>
                </a:solidFill>
                <a:latin typeface="メイリオ" panose="020B0604030504040204" pitchFamily="50" charset="-128"/>
                <a:ea typeface="メイリオ" panose="020B0604030504040204" pitchFamily="50" charset="-128"/>
              </a:rPr>
              <a:t>Elastic IP</a:t>
            </a:r>
            <a:r>
              <a:rPr lang="ja-JP" altLang="en-US" sz="2400" kern="0" dirty="0">
                <a:solidFill>
                  <a:srgbClr val="002060"/>
                </a:solidFill>
                <a:latin typeface="メイリオ" panose="020B0604030504040204" pitchFamily="50" charset="-128"/>
                <a:ea typeface="メイリオ" panose="020B0604030504040204" pitchFamily="50" charset="-128"/>
              </a:rPr>
              <a:t>を設定して、同じパブリック</a:t>
            </a:r>
            <a:r>
              <a:rPr lang="en-US" altLang="ja-JP" sz="2400" kern="0" dirty="0">
                <a:solidFill>
                  <a:srgbClr val="002060"/>
                </a:solidFill>
                <a:latin typeface="メイリオ" panose="020B0604030504040204" pitchFamily="50" charset="-128"/>
                <a:ea typeface="メイリオ" panose="020B0604030504040204" pitchFamily="50" charset="-128"/>
              </a:rPr>
              <a:t>IP</a:t>
            </a:r>
            <a:r>
              <a:rPr lang="ja-JP" altLang="en-US" sz="2400" kern="0" dirty="0">
                <a:solidFill>
                  <a:srgbClr val="002060"/>
                </a:solidFill>
                <a:latin typeface="メイリオ" panose="020B0604030504040204" pitchFamily="50" charset="-128"/>
                <a:ea typeface="メイリオ" panose="020B0604030504040204" pitchFamily="50" charset="-128"/>
              </a:rPr>
              <a:t>を持つ別のインスタンスに</a:t>
            </a:r>
            <a:r>
              <a:rPr lang="en-US" altLang="ja-JP" sz="2400" kern="0" dirty="0">
                <a:solidFill>
                  <a:srgbClr val="002060"/>
                </a:solidFill>
                <a:latin typeface="メイリオ" panose="020B0604030504040204" pitchFamily="50" charset="-128"/>
                <a:ea typeface="メイリオ" panose="020B0604030504040204" pitchFamily="50" charset="-128"/>
              </a:rPr>
              <a:t>IP</a:t>
            </a:r>
            <a:r>
              <a:rPr lang="ja-JP" altLang="en-US" sz="2400" kern="0" dirty="0">
                <a:solidFill>
                  <a:srgbClr val="002060"/>
                </a:solidFill>
                <a:latin typeface="メイリオ" panose="020B0604030504040204" pitchFamily="50" charset="-128"/>
                <a:ea typeface="メイリオ" panose="020B0604030504040204" pitchFamily="50" charset="-128"/>
              </a:rPr>
              <a:t>をフローティングする</a:t>
            </a:r>
            <a:endParaRPr lang="en-US" altLang="ja-JP" sz="2400" kern="0" dirty="0">
              <a:solidFill>
                <a:srgbClr val="002060"/>
              </a:solidFill>
              <a:latin typeface="メイリオ" panose="020B0604030504040204" pitchFamily="50" charset="-128"/>
              <a:ea typeface="メイリオ" panose="020B0604030504040204" pitchFamily="50" charset="-128"/>
            </a:endParaRPr>
          </a:p>
        </p:txBody>
      </p:sp>
      <p:sp>
        <p:nvSpPr>
          <p:cNvPr id="13" name="正方形/長方形 12">
            <a:extLst>
              <a:ext uri="{FF2B5EF4-FFF2-40B4-BE49-F238E27FC236}">
                <a16:creationId xmlns:a16="http://schemas.microsoft.com/office/drawing/2014/main" id="{7872FBAC-FA33-45B6-8A8D-209616975D80}"/>
              </a:ext>
            </a:extLst>
          </p:cNvPr>
          <p:cNvSpPr/>
          <p:nvPr/>
        </p:nvSpPr>
        <p:spPr bwMode="auto">
          <a:xfrm>
            <a:off x="1280592" y="1700808"/>
            <a:ext cx="7200800" cy="4739305"/>
          </a:xfrm>
          <a:prstGeom prst="rect">
            <a:avLst/>
          </a:prstGeom>
          <a:solidFill>
            <a:srgbClr val="F0861E"/>
          </a:solidFill>
          <a:ln w="12700" cap="flat" cmpd="sng" algn="ctr">
            <a:no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algn="ctr"/>
            <a:r>
              <a:rPr lang="en-US" altLang="ja-JP" sz="2000" b="1" dirty="0">
                <a:solidFill>
                  <a:schemeClr val="bg1"/>
                </a:solidFill>
                <a:latin typeface="メイリオ" panose="020B0604030504040204" pitchFamily="50" charset="-128"/>
                <a:ea typeface="メイリオ" panose="020B0604030504040204" pitchFamily="50" charset="-128"/>
              </a:rPr>
              <a:t>1</a:t>
            </a:r>
            <a:r>
              <a:rPr lang="ja-JP" altLang="en-US" sz="2000" b="1" dirty="0" err="1">
                <a:solidFill>
                  <a:schemeClr val="bg1"/>
                </a:solidFill>
                <a:latin typeface="メイリオ" panose="020B0604030504040204" pitchFamily="50" charset="-128"/>
                <a:ea typeface="メイリオ" panose="020B0604030504040204" pitchFamily="50" charset="-128"/>
              </a:rPr>
              <a:t>つの</a:t>
            </a:r>
            <a:r>
              <a:rPr lang="ja-JP" altLang="en-US" sz="2000" b="1" dirty="0">
                <a:solidFill>
                  <a:schemeClr val="bg1"/>
                </a:solidFill>
                <a:latin typeface="メイリオ" panose="020B0604030504040204" pitchFamily="50" charset="-128"/>
                <a:ea typeface="メイリオ" panose="020B0604030504040204" pitchFamily="50" charset="-128"/>
              </a:rPr>
              <a:t>リージョン</a:t>
            </a:r>
            <a:endParaRPr lang="en-US" altLang="ja-JP" sz="2000" b="1" dirty="0">
              <a:solidFill>
                <a:schemeClr val="bg1"/>
              </a:solidFill>
              <a:latin typeface="メイリオ" panose="020B0604030504040204" pitchFamily="50" charset="-128"/>
              <a:ea typeface="メイリオ" panose="020B0604030504040204" pitchFamily="50" charset="-128"/>
            </a:endParaRPr>
          </a:p>
        </p:txBody>
      </p:sp>
      <p:sp>
        <p:nvSpPr>
          <p:cNvPr id="14" name="四角形: 角を丸くする 13">
            <a:extLst>
              <a:ext uri="{FF2B5EF4-FFF2-40B4-BE49-F238E27FC236}">
                <a16:creationId xmlns:a16="http://schemas.microsoft.com/office/drawing/2014/main" id="{2AC5DBF5-26D7-46A7-85EA-2048A92440DD}"/>
              </a:ext>
            </a:extLst>
          </p:cNvPr>
          <p:cNvSpPr/>
          <p:nvPr/>
        </p:nvSpPr>
        <p:spPr bwMode="auto">
          <a:xfrm>
            <a:off x="1568624" y="2276872"/>
            <a:ext cx="6696744" cy="3685294"/>
          </a:xfrm>
          <a:prstGeom prst="roundRect">
            <a:avLst/>
          </a:prstGeom>
          <a:solidFill>
            <a:schemeClr val="bg1"/>
          </a:solidFill>
          <a:ln w="12700" cap="flat" cmpd="sng" algn="ctr">
            <a:solidFill>
              <a:srgbClr val="F0861E"/>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ja-JP" altLang="en-US" sz="1600" b="0" i="0" u="none" strike="noStrike" cap="none" normalizeH="0" baseline="0">
              <a:ln>
                <a:noFill/>
              </a:ln>
              <a:solidFill>
                <a:schemeClr val="tx1"/>
              </a:solidFill>
              <a:effectLst/>
              <a:latin typeface="ＭＳ Ｐゴシック" pitchFamily="50" charset="-128"/>
              <a:ea typeface="ＭＳ Ｐゴシック" pitchFamily="50" charset="-128"/>
            </a:endParaRPr>
          </a:p>
        </p:txBody>
      </p:sp>
      <p:pic>
        <p:nvPicPr>
          <p:cNvPr id="15" name="Picture 2" descr="ãVPC ã¢ã¤ã³ã³ãã®ç»åæ¤ç´¢çµæ">
            <a:extLst>
              <a:ext uri="{FF2B5EF4-FFF2-40B4-BE49-F238E27FC236}">
                <a16:creationId xmlns:a16="http://schemas.microsoft.com/office/drawing/2014/main" id="{881F580F-A421-4F01-A883-C7080CBD10C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65194" y="1628800"/>
            <a:ext cx="936104" cy="936104"/>
          </a:xfrm>
          <a:prstGeom prst="rect">
            <a:avLst/>
          </a:prstGeom>
          <a:noFill/>
          <a:extLst>
            <a:ext uri="{909E8E84-426E-40DD-AFC4-6F175D3DCCD1}">
              <a14:hiddenFill xmlns:a14="http://schemas.microsoft.com/office/drawing/2010/main">
                <a:solidFill>
                  <a:srgbClr val="FFFFFF"/>
                </a:solidFill>
              </a14:hiddenFill>
            </a:ext>
          </a:extLst>
        </p:spPr>
      </p:pic>
      <p:sp>
        <p:nvSpPr>
          <p:cNvPr id="16" name="正方形/長方形 15">
            <a:extLst>
              <a:ext uri="{FF2B5EF4-FFF2-40B4-BE49-F238E27FC236}">
                <a16:creationId xmlns:a16="http://schemas.microsoft.com/office/drawing/2014/main" id="{5BA3480C-2B61-4185-BF1E-3F8DF9B74909}"/>
              </a:ext>
            </a:extLst>
          </p:cNvPr>
          <p:cNvSpPr/>
          <p:nvPr/>
        </p:nvSpPr>
        <p:spPr bwMode="auto">
          <a:xfrm>
            <a:off x="1820893" y="2564904"/>
            <a:ext cx="6156443" cy="3277671"/>
          </a:xfrm>
          <a:prstGeom prst="rect">
            <a:avLst/>
          </a:prstGeom>
          <a:solidFill>
            <a:srgbClr val="FFC000"/>
          </a:solidFill>
          <a:ln w="12700" cap="flat" cmpd="sng" algn="ctr">
            <a:no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altLang="ja-JP" sz="1400" b="1" dirty="0">
                <a:solidFill>
                  <a:schemeClr val="bg1"/>
                </a:solidFill>
                <a:latin typeface="メイリオ" panose="020B0604030504040204" pitchFamily="50" charset="-128"/>
                <a:ea typeface="メイリオ" panose="020B0604030504040204" pitchFamily="50" charset="-128"/>
              </a:rPr>
              <a:t>AZ</a:t>
            </a:r>
            <a:endParaRPr kumimoji="1" lang="ja-JP" altLang="en-US" sz="1400" b="1"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endParaRPr>
          </a:p>
        </p:txBody>
      </p:sp>
      <p:sp>
        <p:nvSpPr>
          <p:cNvPr id="18" name="四角形: 角を丸くする 17">
            <a:extLst>
              <a:ext uri="{FF2B5EF4-FFF2-40B4-BE49-F238E27FC236}">
                <a16:creationId xmlns:a16="http://schemas.microsoft.com/office/drawing/2014/main" id="{46F17E49-1E1C-44E9-B703-E2BCA6524A8B}"/>
              </a:ext>
            </a:extLst>
          </p:cNvPr>
          <p:cNvSpPr/>
          <p:nvPr/>
        </p:nvSpPr>
        <p:spPr bwMode="auto">
          <a:xfrm>
            <a:off x="2072680" y="2852936"/>
            <a:ext cx="5688632" cy="2808108"/>
          </a:xfrm>
          <a:prstGeom prst="roundRect">
            <a:avLst/>
          </a:prstGeom>
          <a:noFill/>
          <a:ln w="12700" cap="flat" cmpd="sng" algn="ctr">
            <a:solidFill>
              <a:srgbClr val="F0861E"/>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kumimoji="1" lang="ja-JP" altLang="en-US" sz="1600" b="1"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rPr>
              <a:t>サブネット</a:t>
            </a:r>
            <a:r>
              <a:rPr kumimoji="1" lang="en-US" altLang="ja-JP" sz="1600" b="0"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rPr>
              <a:t>10.0</a:t>
            </a:r>
            <a:r>
              <a:rPr lang="en-US" altLang="ja-JP" dirty="0">
                <a:solidFill>
                  <a:srgbClr val="FF0000"/>
                </a:solidFill>
                <a:latin typeface="メイリオ" panose="020B0604030504040204" pitchFamily="50" charset="-128"/>
                <a:ea typeface="メイリオ" panose="020B0604030504040204" pitchFamily="50" charset="-128"/>
              </a:rPr>
              <a:t>.1</a:t>
            </a:r>
            <a:r>
              <a:rPr kumimoji="1" lang="en-US" altLang="ja-JP" sz="1600" b="0"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rPr>
              <a:t>.0</a:t>
            </a:r>
            <a:r>
              <a:rPr lang="en-US" altLang="ja-JP" dirty="0">
                <a:solidFill>
                  <a:srgbClr val="FF0000"/>
                </a:solidFill>
                <a:latin typeface="メイリオ" panose="020B0604030504040204" pitchFamily="50" charset="-128"/>
                <a:ea typeface="メイリオ" panose="020B0604030504040204" pitchFamily="50" charset="-128"/>
              </a:rPr>
              <a:t>/24	</a:t>
            </a:r>
            <a:endParaRPr kumimoji="1" lang="ja-JP" altLang="en-US" sz="1600" b="0"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endParaRPr>
          </a:p>
        </p:txBody>
      </p:sp>
      <p:pic>
        <p:nvPicPr>
          <p:cNvPr id="7" name="図 6">
            <a:extLst>
              <a:ext uri="{FF2B5EF4-FFF2-40B4-BE49-F238E27FC236}">
                <a16:creationId xmlns:a16="http://schemas.microsoft.com/office/drawing/2014/main" id="{027B3AEC-FA49-4E62-A9D4-6B8847183D2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448944" y="3212976"/>
            <a:ext cx="737311" cy="737311"/>
          </a:xfrm>
          <a:prstGeom prst="rect">
            <a:avLst/>
          </a:prstGeom>
        </p:spPr>
      </p:pic>
      <p:pic>
        <p:nvPicPr>
          <p:cNvPr id="24" name="図 23" descr="音楽 が含まれている画像&#10;&#10;自動的に生成された説明">
            <a:extLst>
              <a:ext uri="{FF2B5EF4-FFF2-40B4-BE49-F238E27FC236}">
                <a16:creationId xmlns:a16="http://schemas.microsoft.com/office/drawing/2014/main" id="{57EC0B87-721A-461A-AA17-F8D7164881B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368824" y="4755588"/>
            <a:ext cx="690767" cy="828920"/>
          </a:xfrm>
          <a:prstGeom prst="rect">
            <a:avLst/>
          </a:prstGeom>
        </p:spPr>
      </p:pic>
      <p:sp>
        <p:nvSpPr>
          <p:cNvPr id="25" name="テキスト ボックス 24">
            <a:extLst>
              <a:ext uri="{FF2B5EF4-FFF2-40B4-BE49-F238E27FC236}">
                <a16:creationId xmlns:a16="http://schemas.microsoft.com/office/drawing/2014/main" id="{9F1D613A-F4AA-4224-87EF-460C00CB695B}"/>
              </a:ext>
            </a:extLst>
          </p:cNvPr>
          <p:cNvSpPr txBox="1"/>
          <p:nvPr/>
        </p:nvSpPr>
        <p:spPr>
          <a:xfrm>
            <a:off x="3425506" y="5538718"/>
            <a:ext cx="577402" cy="338554"/>
          </a:xfrm>
          <a:prstGeom prst="rect">
            <a:avLst/>
          </a:prstGeom>
          <a:noFill/>
        </p:spPr>
        <p:txBody>
          <a:bodyPr wrap="none" rtlCol="0">
            <a:spAutoFit/>
          </a:bodyPr>
          <a:lstStyle/>
          <a:p>
            <a:pPr algn="ctr"/>
            <a:r>
              <a:rPr kumimoji="1" lang="en-US" altLang="ja-JP" dirty="0">
                <a:latin typeface="メイリオ" panose="020B0604030504040204" pitchFamily="50" charset="-128"/>
                <a:ea typeface="メイリオ" panose="020B0604030504040204" pitchFamily="50" charset="-128"/>
              </a:rPr>
              <a:t>EC2</a:t>
            </a:r>
          </a:p>
        </p:txBody>
      </p:sp>
      <p:sp>
        <p:nvSpPr>
          <p:cNvPr id="26" name="テキスト ボックス 25">
            <a:extLst>
              <a:ext uri="{FF2B5EF4-FFF2-40B4-BE49-F238E27FC236}">
                <a16:creationId xmlns:a16="http://schemas.microsoft.com/office/drawing/2014/main" id="{8AAF900A-EBBB-4A08-B8E6-5855A00E630F}"/>
              </a:ext>
            </a:extLst>
          </p:cNvPr>
          <p:cNvSpPr txBox="1"/>
          <p:nvPr/>
        </p:nvSpPr>
        <p:spPr>
          <a:xfrm>
            <a:off x="4306435" y="3429000"/>
            <a:ext cx="1022331" cy="338554"/>
          </a:xfrm>
          <a:prstGeom prst="rect">
            <a:avLst/>
          </a:prstGeom>
          <a:noFill/>
        </p:spPr>
        <p:txBody>
          <a:bodyPr wrap="none" rtlCol="0">
            <a:spAutoFit/>
          </a:bodyPr>
          <a:lstStyle/>
          <a:p>
            <a:pPr algn="ctr"/>
            <a:r>
              <a:rPr kumimoji="1" lang="en-US" altLang="ja-JP" dirty="0">
                <a:latin typeface="メイリオ" panose="020B0604030504040204" pitchFamily="50" charset="-128"/>
                <a:ea typeface="メイリオ" panose="020B0604030504040204" pitchFamily="50" charset="-128"/>
              </a:rPr>
              <a:t>Route53</a:t>
            </a:r>
          </a:p>
        </p:txBody>
      </p:sp>
      <p:pic>
        <p:nvPicPr>
          <p:cNvPr id="28" name="図 27" descr="音楽 が含まれている画像&#10;&#10;自動的に生成された説明">
            <a:extLst>
              <a:ext uri="{FF2B5EF4-FFF2-40B4-BE49-F238E27FC236}">
                <a16:creationId xmlns:a16="http://schemas.microsoft.com/office/drawing/2014/main" id="{F6FB3802-42FB-4816-A36C-19093A56CC4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687251" y="4755588"/>
            <a:ext cx="690767" cy="828920"/>
          </a:xfrm>
          <a:prstGeom prst="rect">
            <a:avLst/>
          </a:prstGeom>
        </p:spPr>
      </p:pic>
      <p:sp>
        <p:nvSpPr>
          <p:cNvPr id="29" name="テキスト ボックス 28">
            <a:extLst>
              <a:ext uri="{FF2B5EF4-FFF2-40B4-BE49-F238E27FC236}">
                <a16:creationId xmlns:a16="http://schemas.microsoft.com/office/drawing/2014/main" id="{E762BC8A-837A-47F0-B0B0-84875AD2066B}"/>
              </a:ext>
            </a:extLst>
          </p:cNvPr>
          <p:cNvSpPr txBox="1"/>
          <p:nvPr/>
        </p:nvSpPr>
        <p:spPr>
          <a:xfrm>
            <a:off x="5743933" y="5538718"/>
            <a:ext cx="577402" cy="338554"/>
          </a:xfrm>
          <a:prstGeom prst="rect">
            <a:avLst/>
          </a:prstGeom>
          <a:noFill/>
        </p:spPr>
        <p:txBody>
          <a:bodyPr wrap="none" rtlCol="0">
            <a:spAutoFit/>
          </a:bodyPr>
          <a:lstStyle/>
          <a:p>
            <a:pPr algn="ctr"/>
            <a:r>
              <a:rPr kumimoji="1" lang="en-US" altLang="ja-JP" dirty="0">
                <a:latin typeface="メイリオ" panose="020B0604030504040204" pitchFamily="50" charset="-128"/>
                <a:ea typeface="メイリオ" panose="020B0604030504040204" pitchFamily="50" charset="-128"/>
              </a:rPr>
              <a:t>EC2</a:t>
            </a:r>
          </a:p>
        </p:txBody>
      </p:sp>
      <p:sp>
        <p:nvSpPr>
          <p:cNvPr id="31" name="四角形: 角を丸くする 30">
            <a:extLst>
              <a:ext uri="{FF2B5EF4-FFF2-40B4-BE49-F238E27FC236}">
                <a16:creationId xmlns:a16="http://schemas.microsoft.com/office/drawing/2014/main" id="{86BE2642-83BC-4119-92AB-F71C5C377FA8}"/>
              </a:ext>
            </a:extLst>
          </p:cNvPr>
          <p:cNvSpPr/>
          <p:nvPr/>
        </p:nvSpPr>
        <p:spPr bwMode="auto">
          <a:xfrm>
            <a:off x="4345404" y="4143735"/>
            <a:ext cx="964875" cy="466778"/>
          </a:xfrm>
          <a:prstGeom prst="roundRect">
            <a:avLst/>
          </a:prstGeom>
          <a:solidFill>
            <a:srgbClr val="F0861E"/>
          </a:solidFill>
          <a:ln w="12700" cap="flat" cmpd="sng" algn="ctr">
            <a:noFill/>
            <a:prstDash val="solid"/>
            <a:round/>
            <a:headEnd type="none" w="med" len="med"/>
            <a:tailEnd type="none" w="med" len="med"/>
          </a:ln>
          <a:effectLst/>
        </p:spPr>
        <p:txBody>
          <a:bodyPr vert="horz" wrap="square" lIns="36000" tIns="36000" rIns="36000" bIns="360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ja-JP" sz="1600" b="1" i="0" u="none" strike="noStrike" cap="none" normalizeH="0" baseline="0" dirty="0">
                <a:ln>
                  <a:noFill/>
                </a:ln>
                <a:solidFill>
                  <a:schemeClr val="bg1"/>
                </a:solidFill>
                <a:effectLst/>
                <a:latin typeface="ＭＳ Ｐゴシック" pitchFamily="50" charset="-128"/>
                <a:ea typeface="ＭＳ Ｐゴシック" pitchFamily="50" charset="-128"/>
              </a:rPr>
              <a:t>Elastic</a:t>
            </a:r>
            <a:r>
              <a:rPr kumimoji="1" lang="ja-JP" altLang="en-US" sz="1600" b="1" i="0" u="none" strike="noStrike" cap="none" normalizeH="0" baseline="0" dirty="0">
                <a:ln>
                  <a:noFill/>
                </a:ln>
                <a:solidFill>
                  <a:schemeClr val="bg1"/>
                </a:solidFill>
                <a:effectLst/>
                <a:latin typeface="ＭＳ Ｐゴシック" pitchFamily="50" charset="-128"/>
                <a:ea typeface="ＭＳ Ｐゴシック" pitchFamily="50" charset="-128"/>
              </a:rPr>
              <a:t> </a:t>
            </a:r>
            <a:r>
              <a:rPr kumimoji="1" lang="en-US" altLang="ja-JP" sz="1600" b="1" i="0" u="none" strike="noStrike" cap="none" normalizeH="0" baseline="0" dirty="0">
                <a:ln>
                  <a:noFill/>
                </a:ln>
                <a:solidFill>
                  <a:schemeClr val="bg1"/>
                </a:solidFill>
                <a:effectLst/>
                <a:latin typeface="ＭＳ Ｐゴシック" pitchFamily="50" charset="-128"/>
                <a:ea typeface="ＭＳ Ｐゴシック" pitchFamily="50" charset="-128"/>
              </a:rPr>
              <a:t>IP</a:t>
            </a:r>
            <a:endParaRPr kumimoji="1" lang="ja-JP" altLang="en-US" sz="1600" b="1" i="0" u="none" strike="noStrike" cap="none" normalizeH="0" baseline="0" dirty="0">
              <a:ln>
                <a:noFill/>
              </a:ln>
              <a:solidFill>
                <a:schemeClr val="bg1"/>
              </a:solidFill>
              <a:effectLst/>
              <a:latin typeface="ＭＳ Ｐゴシック" pitchFamily="50" charset="-128"/>
              <a:ea typeface="ＭＳ Ｐゴシック" pitchFamily="50" charset="-128"/>
            </a:endParaRPr>
          </a:p>
        </p:txBody>
      </p:sp>
      <p:cxnSp>
        <p:nvCxnSpPr>
          <p:cNvPr id="33" name="直線コネクタ 32">
            <a:extLst>
              <a:ext uri="{FF2B5EF4-FFF2-40B4-BE49-F238E27FC236}">
                <a16:creationId xmlns:a16="http://schemas.microsoft.com/office/drawing/2014/main" id="{C32B008A-2382-46F7-A767-EF09E86010CF}"/>
              </a:ext>
            </a:extLst>
          </p:cNvPr>
          <p:cNvCxnSpPr>
            <a:cxnSpLocks/>
            <a:endCxn id="31" idx="0"/>
          </p:cNvCxnSpPr>
          <p:nvPr/>
        </p:nvCxnSpPr>
        <p:spPr bwMode="auto">
          <a:xfrm flipH="1">
            <a:off x="4827842" y="3927711"/>
            <a:ext cx="6690" cy="216024"/>
          </a:xfrm>
          <a:prstGeom prst="line">
            <a:avLst/>
          </a:prstGeom>
          <a:noFill/>
          <a:ln w="31750" cap="flat" cmpd="sng" algn="ctr">
            <a:solidFill>
              <a:srgbClr val="FF0000"/>
            </a:solidFill>
            <a:prstDash val="solid"/>
            <a:round/>
            <a:headEnd type="none" w="med" len="med"/>
            <a:tailEnd type="triangle" w="med" len="med"/>
          </a:ln>
          <a:effectLst/>
        </p:spPr>
      </p:cxnSp>
      <p:cxnSp>
        <p:nvCxnSpPr>
          <p:cNvPr id="37" name="直線コネクタ 36">
            <a:extLst>
              <a:ext uri="{FF2B5EF4-FFF2-40B4-BE49-F238E27FC236}">
                <a16:creationId xmlns:a16="http://schemas.microsoft.com/office/drawing/2014/main" id="{AE4914D5-9BA4-4C79-9FEC-AF62A82D17F2}"/>
              </a:ext>
            </a:extLst>
          </p:cNvPr>
          <p:cNvCxnSpPr>
            <a:cxnSpLocks/>
            <a:stCxn id="31" idx="2"/>
            <a:endCxn id="24" idx="3"/>
          </p:cNvCxnSpPr>
          <p:nvPr/>
        </p:nvCxnSpPr>
        <p:spPr bwMode="auto">
          <a:xfrm flipH="1">
            <a:off x="4059591" y="4610513"/>
            <a:ext cx="768251" cy="559535"/>
          </a:xfrm>
          <a:prstGeom prst="line">
            <a:avLst/>
          </a:prstGeom>
          <a:noFill/>
          <a:ln w="31750" cap="flat" cmpd="sng" algn="ctr">
            <a:solidFill>
              <a:srgbClr val="FF0000"/>
            </a:solidFill>
            <a:prstDash val="solid"/>
            <a:round/>
            <a:headEnd type="none" w="med" len="med"/>
            <a:tailEnd type="triangle" w="med" len="med"/>
          </a:ln>
          <a:effectLst/>
        </p:spPr>
      </p:cxnSp>
      <p:cxnSp>
        <p:nvCxnSpPr>
          <p:cNvPr id="40" name="直線コネクタ 39">
            <a:extLst>
              <a:ext uri="{FF2B5EF4-FFF2-40B4-BE49-F238E27FC236}">
                <a16:creationId xmlns:a16="http://schemas.microsoft.com/office/drawing/2014/main" id="{64CFB858-E186-4229-AD6D-7D6D59236560}"/>
              </a:ext>
            </a:extLst>
          </p:cNvPr>
          <p:cNvCxnSpPr>
            <a:cxnSpLocks/>
            <a:stCxn id="31" idx="2"/>
            <a:endCxn id="28" idx="1"/>
          </p:cNvCxnSpPr>
          <p:nvPr/>
        </p:nvCxnSpPr>
        <p:spPr bwMode="auto">
          <a:xfrm>
            <a:off x="4827842" y="4610513"/>
            <a:ext cx="859409" cy="559535"/>
          </a:xfrm>
          <a:prstGeom prst="line">
            <a:avLst/>
          </a:prstGeom>
          <a:noFill/>
          <a:ln w="31750" cap="flat" cmpd="sng" algn="ctr">
            <a:solidFill>
              <a:srgbClr val="FF0000"/>
            </a:solidFill>
            <a:prstDash val="solid"/>
            <a:round/>
            <a:headEnd type="none" w="med" len="med"/>
            <a:tailEnd type="triangle" w="med" len="med"/>
          </a:ln>
          <a:effectLst/>
        </p:spPr>
      </p:cxnSp>
      <p:sp>
        <p:nvSpPr>
          <p:cNvPr id="41" name="乗算記号 40">
            <a:extLst>
              <a:ext uri="{FF2B5EF4-FFF2-40B4-BE49-F238E27FC236}">
                <a16:creationId xmlns:a16="http://schemas.microsoft.com/office/drawing/2014/main" id="{25F23BBA-2B6D-499E-A012-57286A1B5151}"/>
              </a:ext>
            </a:extLst>
          </p:cNvPr>
          <p:cNvSpPr/>
          <p:nvPr/>
        </p:nvSpPr>
        <p:spPr bwMode="auto">
          <a:xfrm>
            <a:off x="3152800" y="4437112"/>
            <a:ext cx="1153635" cy="1147396"/>
          </a:xfrm>
          <a:prstGeom prst="mathMultiply">
            <a:avLst/>
          </a:prstGeom>
          <a:solidFill>
            <a:srgbClr val="FF0000"/>
          </a:solidFill>
          <a:ln w="12700" cap="flat" cmpd="sng" algn="ctr">
            <a:no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ja-JP" altLang="en-US" sz="1600" b="0" i="0" u="none" strike="noStrike" cap="none" normalizeH="0" baseline="0">
              <a:ln>
                <a:noFill/>
              </a:ln>
              <a:solidFill>
                <a:schemeClr val="tx1"/>
              </a:solidFill>
              <a:effectLst/>
              <a:latin typeface="ＭＳ Ｐゴシック" pitchFamily="50" charset="-128"/>
              <a:ea typeface="ＭＳ Ｐゴシック" pitchFamily="50" charset="-128"/>
            </a:endParaRPr>
          </a:p>
        </p:txBody>
      </p:sp>
      <p:sp>
        <p:nvSpPr>
          <p:cNvPr id="2" name="矢印: 右 1">
            <a:extLst>
              <a:ext uri="{FF2B5EF4-FFF2-40B4-BE49-F238E27FC236}">
                <a16:creationId xmlns:a16="http://schemas.microsoft.com/office/drawing/2014/main" id="{34C2DECD-8CBD-49D5-BCFF-3ECA4557A78C}"/>
              </a:ext>
            </a:extLst>
          </p:cNvPr>
          <p:cNvSpPr/>
          <p:nvPr/>
        </p:nvSpPr>
        <p:spPr bwMode="auto">
          <a:xfrm>
            <a:off x="4362134" y="4797152"/>
            <a:ext cx="1156475" cy="736017"/>
          </a:xfrm>
          <a:prstGeom prst="rightArrow">
            <a:avLst/>
          </a:prstGeom>
          <a:solidFill>
            <a:schemeClr val="accent2"/>
          </a:solidFill>
          <a:ln w="12700" cap="flat" cmpd="sng" algn="ctr">
            <a:no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1" lang="en-US" altLang="ja-JP" sz="1600" b="0" i="0" u="none" strike="noStrike" cap="none" normalizeH="0" baseline="0" dirty="0">
                <a:ln>
                  <a:noFill/>
                </a:ln>
                <a:solidFill>
                  <a:schemeClr val="tx1"/>
                </a:solidFill>
                <a:effectLst/>
                <a:latin typeface="ＭＳ Ｐゴシック" pitchFamily="50" charset="-128"/>
                <a:ea typeface="ＭＳ Ｐゴシック" pitchFamily="50" charset="-128"/>
              </a:rPr>
              <a:t>IP</a:t>
            </a:r>
            <a:r>
              <a:rPr kumimoji="1" lang="ja-JP" altLang="en-US" sz="1600" b="0" i="0" u="none" strike="noStrike" cap="none" normalizeH="0" baseline="0" dirty="0">
                <a:ln>
                  <a:noFill/>
                </a:ln>
                <a:solidFill>
                  <a:schemeClr val="tx1"/>
                </a:solidFill>
                <a:effectLst/>
                <a:latin typeface="ＭＳ Ｐゴシック" pitchFamily="50" charset="-128"/>
                <a:ea typeface="ＭＳ Ｐゴシック" pitchFamily="50" charset="-128"/>
              </a:rPr>
              <a:t>の移動</a:t>
            </a:r>
          </a:p>
        </p:txBody>
      </p:sp>
    </p:spTree>
    <p:extLst>
      <p:ext uri="{BB962C8B-B14F-4D97-AF65-F5344CB8AC3E}">
        <p14:creationId xmlns:p14="http://schemas.microsoft.com/office/powerpoint/2010/main" val="4161885970"/>
      </p:ext>
    </p:extLst>
  </p:cSld>
  <p:clrMapOvr>
    <a:masterClrMapping/>
  </p:clrMapOvr>
  <mc:AlternateContent xmlns:mc="http://schemas.openxmlformats.org/markup-compatibility/2006" xmlns:p14="http://schemas.microsoft.com/office/powerpoint/2010/main">
    <mc:Choice Requires="p14">
      <p:transition spd="slow" p14:dur="2000" advTm="16730"/>
    </mc:Choice>
    <mc:Fallback xmlns="">
      <p:transition spd="slow" advTm="16730"/>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正方形/長方形 3"/>
          <p:cNvSpPr/>
          <p:nvPr/>
        </p:nvSpPr>
        <p:spPr bwMode="auto">
          <a:xfrm>
            <a:off x="2793240" y="2817072"/>
            <a:ext cx="4320000" cy="1260000"/>
          </a:xfrm>
          <a:prstGeom prst="rect">
            <a:avLst/>
          </a:prstGeom>
          <a:no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vert="horz" wrap="square" lIns="0" tIns="0" rIns="0" bIns="0" numCol="1" rtlCol="0" anchor="ctr" anchorCtr="0" compatLnSpc="1">
            <a:prstTxWarp prst="textNoShape">
              <a:avLst/>
            </a:prstTxWarp>
          </a:bodyPr>
          <a:lstStyle/>
          <a:p>
            <a:pPr algn="ctr"/>
            <a:r>
              <a:rPr lang="ja-JP" altLang="en-US" sz="2800" kern="0" dirty="0">
                <a:latin typeface="メイリオ" panose="020B0604030504040204" pitchFamily="50" charset="-128"/>
                <a:ea typeface="メイリオ" panose="020B0604030504040204" pitchFamily="50" charset="-128"/>
              </a:rPr>
              <a:t>信頼性の高い</a:t>
            </a:r>
            <a:br>
              <a:rPr lang="en-US" altLang="ja-JP" sz="2800" kern="0" dirty="0">
                <a:latin typeface="メイリオ" panose="020B0604030504040204" pitchFamily="50" charset="-128"/>
                <a:ea typeface="メイリオ" panose="020B0604030504040204" pitchFamily="50" charset="-128"/>
              </a:rPr>
            </a:br>
            <a:r>
              <a:rPr lang="ja-JP" altLang="en-US" sz="2800" kern="0" dirty="0">
                <a:latin typeface="メイリオ" panose="020B0604030504040204" pitchFamily="50" charset="-128"/>
                <a:ea typeface="メイリオ" panose="020B0604030504040204" pitchFamily="50" charset="-128"/>
              </a:rPr>
              <a:t>アーキテクチャ構築実践</a:t>
            </a:r>
            <a:endParaRPr lang="en-US" altLang="ja-JP" sz="2800" kern="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597321880"/>
      </p:ext>
    </p:extLst>
  </p:cSld>
  <p:clrMapOvr>
    <a:masterClrMapping/>
  </p:clrMapOvr>
  <mc:AlternateContent xmlns:mc="http://schemas.openxmlformats.org/markup-compatibility/2006" xmlns:p14="http://schemas.microsoft.com/office/powerpoint/2010/main">
    <mc:Choice Requires="p14">
      <p:transition spd="slow" p14:dur="2000" advTm="15140"/>
    </mc:Choice>
    <mc:Fallback xmlns="">
      <p:transition spd="slow" advTm="15140"/>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四角形: 角を丸くする 3">
            <a:extLst>
              <a:ext uri="{FF2B5EF4-FFF2-40B4-BE49-F238E27FC236}">
                <a16:creationId xmlns:a16="http://schemas.microsoft.com/office/drawing/2014/main" id="{C87F7B2C-1880-4B60-8AC9-CF61C01889AB}"/>
              </a:ext>
            </a:extLst>
          </p:cNvPr>
          <p:cNvSpPr/>
          <p:nvPr/>
        </p:nvSpPr>
        <p:spPr bwMode="auto">
          <a:xfrm>
            <a:off x="992560" y="966761"/>
            <a:ext cx="8208912" cy="5321881"/>
          </a:xfrm>
          <a:prstGeom prst="roundRect">
            <a:avLst/>
          </a:prstGeom>
          <a:solidFill>
            <a:schemeClr val="bg1"/>
          </a:solidFill>
          <a:ln w="12700" cap="flat" cmpd="sng" algn="ctr">
            <a:solidFill>
              <a:srgbClr val="F0861E"/>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ja-JP" altLang="en-US" sz="1400" b="0" i="0" u="none" strike="noStrike" cap="none" normalizeH="0" baseline="0">
              <a:ln>
                <a:noFill/>
              </a:ln>
              <a:solidFill>
                <a:schemeClr val="tx1"/>
              </a:solidFill>
              <a:effectLst/>
              <a:latin typeface="ＭＳ Ｐゴシック" pitchFamily="50" charset="-128"/>
              <a:ea typeface="ＭＳ Ｐゴシック" pitchFamily="50" charset="-128"/>
            </a:endParaRPr>
          </a:p>
        </p:txBody>
      </p:sp>
      <p:sp>
        <p:nvSpPr>
          <p:cNvPr id="30" name="正方形/長方形 29">
            <a:extLst>
              <a:ext uri="{FF2B5EF4-FFF2-40B4-BE49-F238E27FC236}">
                <a16:creationId xmlns:a16="http://schemas.microsoft.com/office/drawing/2014/main" id="{779A921B-5F5F-41CF-ABB5-F1E78B301100}"/>
              </a:ext>
            </a:extLst>
          </p:cNvPr>
          <p:cNvSpPr/>
          <p:nvPr/>
        </p:nvSpPr>
        <p:spPr bwMode="auto">
          <a:xfrm>
            <a:off x="5280146" y="1372204"/>
            <a:ext cx="3256634" cy="4537251"/>
          </a:xfrm>
          <a:prstGeom prst="rect">
            <a:avLst/>
          </a:prstGeom>
          <a:solidFill>
            <a:srgbClr val="FFC000"/>
          </a:solidFill>
          <a:ln w="12700" cap="flat" cmpd="sng" algn="ctr">
            <a:no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altLang="ja-JP" sz="1400" b="1" dirty="0">
                <a:solidFill>
                  <a:schemeClr val="bg1"/>
                </a:solidFill>
                <a:latin typeface="メイリオ" panose="020B0604030504040204" pitchFamily="50" charset="-128"/>
                <a:ea typeface="メイリオ" panose="020B0604030504040204" pitchFamily="50" charset="-128"/>
              </a:rPr>
              <a:t>AZ</a:t>
            </a:r>
            <a:endParaRPr kumimoji="1" lang="ja-JP" altLang="en-US" sz="1400" b="1"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endParaRPr>
          </a:p>
        </p:txBody>
      </p:sp>
      <p:sp>
        <p:nvSpPr>
          <p:cNvPr id="27" name="タイトル 1">
            <a:extLst>
              <a:ext uri="{FF2B5EF4-FFF2-40B4-BE49-F238E27FC236}">
                <a16:creationId xmlns:a16="http://schemas.microsoft.com/office/drawing/2014/main" id="{48F80BE1-D063-4240-BFC7-C8D243720250}"/>
              </a:ext>
            </a:extLst>
          </p:cNvPr>
          <p:cNvSpPr txBox="1">
            <a:spLocks/>
          </p:cNvSpPr>
          <p:nvPr/>
        </p:nvSpPr>
        <p:spPr bwMode="auto">
          <a:xfrm>
            <a:off x="631222" y="201863"/>
            <a:ext cx="8642258" cy="50208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rtl="0" fontAlgn="base">
              <a:lnSpc>
                <a:spcPct val="90000"/>
              </a:lnSpc>
              <a:spcBef>
                <a:spcPct val="0"/>
              </a:spcBef>
              <a:spcAft>
                <a:spcPct val="0"/>
              </a:spcAft>
              <a:defRPr kumimoji="1" sz="2000">
                <a:solidFill>
                  <a:schemeClr val="tx2"/>
                </a:solidFill>
                <a:latin typeface="游明朝" panose="02020400000000000000" pitchFamily="18" charset="-128"/>
                <a:ea typeface="游明朝" panose="02020400000000000000" pitchFamily="18" charset="-128"/>
                <a:cs typeface="+mj-cs"/>
              </a:defRPr>
            </a:lvl1pPr>
            <a:lvl2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2pPr>
            <a:lvl3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3pPr>
            <a:lvl4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4pPr>
            <a:lvl5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5pPr>
            <a:lvl6pPr marL="4572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6pPr>
            <a:lvl7pPr marL="9144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7pPr>
            <a:lvl8pPr marL="13716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8pPr>
            <a:lvl9pPr marL="18288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9pPr>
          </a:lstStyle>
          <a:p>
            <a:pPr algn="l"/>
            <a:r>
              <a:rPr lang="ja-JP" altLang="en-US" sz="3000" dirty="0">
                <a:latin typeface="メイリオ" panose="020B0604030504040204" pitchFamily="50" charset="-128"/>
                <a:ea typeface="メイリオ" panose="020B0604030504040204" pitchFamily="50" charset="-128"/>
              </a:rPr>
              <a:t>今回構築するアーキテクチャ</a:t>
            </a:r>
          </a:p>
        </p:txBody>
      </p:sp>
      <p:sp>
        <p:nvSpPr>
          <p:cNvPr id="2" name="正方形/長方形 1">
            <a:extLst>
              <a:ext uri="{FF2B5EF4-FFF2-40B4-BE49-F238E27FC236}">
                <a16:creationId xmlns:a16="http://schemas.microsoft.com/office/drawing/2014/main" id="{2C522B5A-5DBC-4FC0-BCBE-401D0496F254}"/>
              </a:ext>
            </a:extLst>
          </p:cNvPr>
          <p:cNvSpPr/>
          <p:nvPr/>
        </p:nvSpPr>
        <p:spPr bwMode="auto">
          <a:xfrm>
            <a:off x="704528" y="836712"/>
            <a:ext cx="8640960" cy="5544616"/>
          </a:xfrm>
          <a:prstGeom prst="rect">
            <a:avLst/>
          </a:prstGeom>
          <a:noFill/>
          <a:ln w="12700" cap="flat" cmpd="sng" algn="ctr">
            <a:solidFill>
              <a:schemeClr val="tx1"/>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ja-JP" altLang="en-US" sz="1600" b="0" i="0" u="none" strike="noStrike" cap="none" normalizeH="0" baseline="0">
              <a:ln>
                <a:noFill/>
              </a:ln>
              <a:solidFill>
                <a:schemeClr val="tx1"/>
              </a:solidFill>
              <a:effectLst/>
              <a:latin typeface="ＭＳ Ｐゴシック" pitchFamily="50" charset="-128"/>
              <a:ea typeface="ＭＳ Ｐゴシック" pitchFamily="50" charset="-128"/>
            </a:endParaRPr>
          </a:p>
        </p:txBody>
      </p:sp>
      <p:sp>
        <p:nvSpPr>
          <p:cNvPr id="6" name="正方形/長方形 5">
            <a:extLst>
              <a:ext uri="{FF2B5EF4-FFF2-40B4-BE49-F238E27FC236}">
                <a16:creationId xmlns:a16="http://schemas.microsoft.com/office/drawing/2014/main" id="{1EA0A630-B9F7-4A0F-BCE8-2E94169DBDE1}"/>
              </a:ext>
            </a:extLst>
          </p:cNvPr>
          <p:cNvSpPr/>
          <p:nvPr/>
        </p:nvSpPr>
        <p:spPr bwMode="auto">
          <a:xfrm>
            <a:off x="1537757" y="1372204"/>
            <a:ext cx="3256634" cy="4537251"/>
          </a:xfrm>
          <a:prstGeom prst="rect">
            <a:avLst/>
          </a:prstGeom>
          <a:solidFill>
            <a:srgbClr val="FFC000"/>
          </a:solidFill>
          <a:ln w="12700" cap="flat" cmpd="sng" algn="ctr">
            <a:no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altLang="ja-JP" sz="1400" b="1" dirty="0">
                <a:solidFill>
                  <a:schemeClr val="bg1"/>
                </a:solidFill>
                <a:latin typeface="メイリオ" panose="020B0604030504040204" pitchFamily="50" charset="-128"/>
                <a:ea typeface="メイリオ" panose="020B0604030504040204" pitchFamily="50" charset="-128"/>
              </a:rPr>
              <a:t>AZ</a:t>
            </a:r>
            <a:endParaRPr kumimoji="1" lang="ja-JP" altLang="en-US" sz="1400" b="1"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endParaRPr>
          </a:p>
        </p:txBody>
      </p:sp>
      <p:pic>
        <p:nvPicPr>
          <p:cNvPr id="7" name="Picture 2" descr="ãVPC ã¢ã¤ã³ã³ãã®ç»åæ¤ç´¢çµæ">
            <a:extLst>
              <a:ext uri="{FF2B5EF4-FFF2-40B4-BE49-F238E27FC236}">
                <a16:creationId xmlns:a16="http://schemas.microsoft.com/office/drawing/2014/main" id="{08E65A2E-1443-436D-A065-21B30D257D5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3311" y="596453"/>
            <a:ext cx="838961" cy="832646"/>
          </a:xfrm>
          <a:prstGeom prst="rect">
            <a:avLst/>
          </a:prstGeom>
          <a:noFill/>
          <a:extLst>
            <a:ext uri="{909E8E84-426E-40DD-AFC4-6F175D3DCCD1}">
              <a14:hiddenFill xmlns:a14="http://schemas.microsoft.com/office/drawing/2010/main">
                <a:solidFill>
                  <a:srgbClr val="FFFFFF"/>
                </a:solidFill>
              </a14:hiddenFill>
            </a:ext>
          </a:extLst>
        </p:spPr>
      </p:pic>
      <p:sp>
        <p:nvSpPr>
          <p:cNvPr id="8" name="四角形: 角を丸くする 7">
            <a:extLst>
              <a:ext uri="{FF2B5EF4-FFF2-40B4-BE49-F238E27FC236}">
                <a16:creationId xmlns:a16="http://schemas.microsoft.com/office/drawing/2014/main" id="{9E5D6B59-FDF8-4CD4-9E0E-16D775507CF1}"/>
              </a:ext>
            </a:extLst>
          </p:cNvPr>
          <p:cNvSpPr/>
          <p:nvPr/>
        </p:nvSpPr>
        <p:spPr bwMode="auto">
          <a:xfrm>
            <a:off x="1928664" y="3789039"/>
            <a:ext cx="2387812" cy="1738449"/>
          </a:xfrm>
          <a:prstGeom prst="roundRect">
            <a:avLst/>
          </a:prstGeom>
          <a:solidFill>
            <a:schemeClr val="bg1"/>
          </a:solidFill>
          <a:ln w="12700" cap="flat" cmpd="sng" algn="ctr">
            <a:solidFill>
              <a:srgbClr val="F0861E"/>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kumimoji="1" lang="ja-JP" altLang="en-US" sz="1400" b="1"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rPr>
              <a:t>プライベートサブネット</a:t>
            </a:r>
            <a:r>
              <a:rPr kumimoji="1" lang="en-US" altLang="ja-JP" sz="1400" b="0"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rPr>
              <a:t>10.0.1.0/24</a:t>
            </a:r>
            <a:endParaRPr kumimoji="1" lang="ja-JP" altLang="en-US" sz="1400" b="0"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endParaRPr>
          </a:p>
        </p:txBody>
      </p:sp>
      <p:sp>
        <p:nvSpPr>
          <p:cNvPr id="10" name="四角形: 角を丸くする 9">
            <a:extLst>
              <a:ext uri="{FF2B5EF4-FFF2-40B4-BE49-F238E27FC236}">
                <a16:creationId xmlns:a16="http://schemas.microsoft.com/office/drawing/2014/main" id="{3CD98C52-3635-465F-B70D-A5C84D505081}"/>
              </a:ext>
            </a:extLst>
          </p:cNvPr>
          <p:cNvSpPr/>
          <p:nvPr/>
        </p:nvSpPr>
        <p:spPr bwMode="auto">
          <a:xfrm>
            <a:off x="5733540" y="3789039"/>
            <a:ext cx="2387812" cy="1738449"/>
          </a:xfrm>
          <a:prstGeom prst="roundRect">
            <a:avLst/>
          </a:prstGeom>
          <a:solidFill>
            <a:schemeClr val="bg1"/>
          </a:solidFill>
          <a:ln w="12700" cap="flat" cmpd="sng" algn="ctr">
            <a:solidFill>
              <a:srgbClr val="F0861E"/>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kumimoji="1" lang="ja-JP" altLang="en-US" sz="1400" b="1"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rPr>
              <a:t>プライベートサブネット　　　</a:t>
            </a:r>
            <a:endParaRPr kumimoji="1" lang="en-US" altLang="ja-JP" sz="1400" b="1"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endParaRPr>
          </a:p>
          <a:p>
            <a:pPr marL="0" marR="0" indent="0" defTabSz="914400" rtl="0" eaLnBrk="1" fontAlgn="base" latinLnBrk="0" hangingPunct="1">
              <a:lnSpc>
                <a:spcPct val="100000"/>
              </a:lnSpc>
              <a:spcBef>
                <a:spcPct val="0"/>
              </a:spcBef>
              <a:spcAft>
                <a:spcPct val="0"/>
              </a:spcAft>
              <a:buClrTx/>
              <a:buSzTx/>
              <a:buFontTx/>
              <a:buNone/>
              <a:tabLst/>
            </a:pPr>
            <a:r>
              <a:rPr lang="ja-JP" altLang="en-US" sz="1400" b="1" dirty="0">
                <a:latin typeface="メイリオ" panose="020B0604030504040204" pitchFamily="50" charset="-128"/>
                <a:ea typeface="メイリオ" panose="020B0604030504040204" pitchFamily="50" charset="-128"/>
              </a:rPr>
              <a:t>　</a:t>
            </a:r>
            <a:r>
              <a:rPr kumimoji="1" lang="en-US" altLang="ja-JP" sz="1400" b="0"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rPr>
              <a:t>10.0.3.0/24</a:t>
            </a:r>
            <a:endParaRPr lang="en-US" altLang="ja-JP" sz="1400" dirty="0">
              <a:solidFill>
                <a:srgbClr val="FF0000"/>
              </a:solidFill>
              <a:latin typeface="メイリオ" panose="020B0604030504040204" pitchFamily="50" charset="-128"/>
              <a:ea typeface="メイリオ" panose="020B0604030504040204" pitchFamily="50" charset="-128"/>
            </a:endParaRPr>
          </a:p>
          <a:p>
            <a:pPr marL="0" marR="0" indent="0" defTabSz="914400" rtl="0" eaLnBrk="1" fontAlgn="base" latinLnBrk="0" hangingPunct="1">
              <a:lnSpc>
                <a:spcPct val="100000"/>
              </a:lnSpc>
              <a:spcBef>
                <a:spcPct val="0"/>
              </a:spcBef>
              <a:spcAft>
                <a:spcPct val="0"/>
              </a:spcAft>
              <a:buClrTx/>
              <a:buSzTx/>
              <a:buFontTx/>
              <a:buNone/>
              <a:tabLst/>
            </a:pPr>
            <a:endParaRPr lang="en-US" altLang="ja-JP" sz="1400" dirty="0">
              <a:solidFill>
                <a:srgbClr val="FF0000"/>
              </a:solidFill>
              <a:latin typeface="メイリオ" panose="020B0604030504040204" pitchFamily="50" charset="-128"/>
              <a:ea typeface="メイリオ" panose="020B0604030504040204" pitchFamily="50" charset="-128"/>
            </a:endParaRPr>
          </a:p>
          <a:p>
            <a:pPr marL="0" marR="0" indent="0" defTabSz="914400" rtl="0" eaLnBrk="1" fontAlgn="base" latinLnBrk="0" hangingPunct="1">
              <a:lnSpc>
                <a:spcPct val="100000"/>
              </a:lnSpc>
              <a:spcBef>
                <a:spcPct val="0"/>
              </a:spcBef>
              <a:spcAft>
                <a:spcPct val="0"/>
              </a:spcAft>
              <a:buClrTx/>
              <a:buSzTx/>
              <a:buFontTx/>
              <a:buNone/>
              <a:tabLst/>
            </a:pPr>
            <a:endParaRPr lang="en-US" altLang="ja-JP" sz="1400" dirty="0">
              <a:solidFill>
                <a:srgbClr val="FF0000"/>
              </a:solidFill>
              <a:latin typeface="メイリオ" panose="020B0604030504040204" pitchFamily="50" charset="-128"/>
              <a:ea typeface="メイリオ" panose="020B0604030504040204" pitchFamily="50" charset="-128"/>
            </a:endParaRPr>
          </a:p>
          <a:p>
            <a:pPr marL="0" marR="0" indent="0" defTabSz="914400" rtl="0" eaLnBrk="1" fontAlgn="base" latinLnBrk="0" hangingPunct="1">
              <a:lnSpc>
                <a:spcPct val="100000"/>
              </a:lnSpc>
              <a:spcBef>
                <a:spcPct val="0"/>
              </a:spcBef>
              <a:spcAft>
                <a:spcPct val="0"/>
              </a:spcAft>
              <a:buClrTx/>
              <a:buSzTx/>
              <a:buFontTx/>
              <a:buNone/>
              <a:tabLst/>
            </a:pPr>
            <a:endParaRPr lang="en-US" altLang="ja-JP" sz="1400" dirty="0">
              <a:solidFill>
                <a:srgbClr val="FF0000"/>
              </a:solidFill>
              <a:latin typeface="メイリオ" panose="020B0604030504040204" pitchFamily="50" charset="-128"/>
              <a:ea typeface="メイリオ" panose="020B0604030504040204" pitchFamily="50" charset="-128"/>
            </a:endParaRPr>
          </a:p>
          <a:p>
            <a:pPr marL="0" marR="0" indent="0" defTabSz="914400" rtl="0" eaLnBrk="1" fontAlgn="base" latinLnBrk="0" hangingPunct="1">
              <a:lnSpc>
                <a:spcPct val="100000"/>
              </a:lnSpc>
              <a:spcBef>
                <a:spcPct val="0"/>
              </a:spcBef>
              <a:spcAft>
                <a:spcPct val="0"/>
              </a:spcAft>
              <a:buClrTx/>
              <a:buSzTx/>
              <a:buFontTx/>
              <a:buNone/>
              <a:tabLst/>
            </a:pPr>
            <a:endParaRPr lang="en-US" altLang="ja-JP" sz="1400" dirty="0">
              <a:solidFill>
                <a:srgbClr val="FF0000"/>
              </a:solidFill>
              <a:latin typeface="メイリオ" panose="020B0604030504040204" pitchFamily="50" charset="-128"/>
              <a:ea typeface="メイリオ" panose="020B0604030504040204" pitchFamily="50" charset="-128"/>
            </a:endParaRPr>
          </a:p>
          <a:p>
            <a:pPr marL="0" marR="0" indent="0" defTabSz="914400" rtl="0" eaLnBrk="1" fontAlgn="base" latinLnBrk="0" hangingPunct="1">
              <a:lnSpc>
                <a:spcPct val="100000"/>
              </a:lnSpc>
              <a:spcBef>
                <a:spcPct val="0"/>
              </a:spcBef>
              <a:spcAft>
                <a:spcPct val="0"/>
              </a:spcAft>
              <a:buClrTx/>
              <a:buSzTx/>
              <a:buFontTx/>
              <a:buNone/>
              <a:tabLst/>
            </a:pPr>
            <a:endParaRPr lang="en-US" altLang="ja-JP" sz="1400" dirty="0">
              <a:solidFill>
                <a:srgbClr val="FF0000"/>
              </a:solidFill>
              <a:latin typeface="メイリオ" panose="020B0604030504040204" pitchFamily="50" charset="-128"/>
              <a:ea typeface="メイリオ" panose="020B0604030504040204" pitchFamily="50" charset="-128"/>
            </a:endParaRPr>
          </a:p>
          <a:p>
            <a:pPr marL="0" marR="0" indent="0" defTabSz="914400" rtl="0" eaLnBrk="1" fontAlgn="base" latinLnBrk="0" hangingPunct="1">
              <a:lnSpc>
                <a:spcPct val="100000"/>
              </a:lnSpc>
              <a:spcBef>
                <a:spcPct val="0"/>
              </a:spcBef>
              <a:spcAft>
                <a:spcPct val="0"/>
              </a:spcAft>
              <a:buClrTx/>
              <a:buSzTx/>
              <a:buFontTx/>
              <a:buNone/>
              <a:tabLst/>
            </a:pPr>
            <a:endParaRPr lang="en-US" altLang="ja-JP" sz="1400" dirty="0">
              <a:solidFill>
                <a:srgbClr val="FF0000"/>
              </a:solidFill>
              <a:latin typeface="メイリオ" panose="020B0604030504040204" pitchFamily="50" charset="-128"/>
              <a:ea typeface="メイリオ" panose="020B0604030504040204" pitchFamily="50" charset="-128"/>
            </a:endParaRPr>
          </a:p>
        </p:txBody>
      </p:sp>
      <p:sp>
        <p:nvSpPr>
          <p:cNvPr id="12" name="コンテンツ プレースホルダー 2">
            <a:extLst>
              <a:ext uri="{FF2B5EF4-FFF2-40B4-BE49-F238E27FC236}">
                <a16:creationId xmlns:a16="http://schemas.microsoft.com/office/drawing/2014/main" id="{40DB0CDD-695E-45E4-A903-9C957545E18B}"/>
              </a:ext>
            </a:extLst>
          </p:cNvPr>
          <p:cNvSpPr txBox="1">
            <a:spLocks/>
          </p:cNvSpPr>
          <p:nvPr/>
        </p:nvSpPr>
        <p:spPr>
          <a:xfrm>
            <a:off x="1928664" y="1043043"/>
            <a:ext cx="2033449" cy="289386"/>
          </a:xfrm>
          <a:prstGeom prst="rect">
            <a:avLst/>
          </a:prstGeom>
        </p:spPr>
        <p:txBody>
          <a:bodyPr vert="horz" lIns="74295" tIns="37148" rIns="74295" bIns="37148" rtlCol="0">
            <a:noAutofit/>
          </a:bodyPr>
          <a:lstStyle>
            <a:lvl1pPr marL="228600" indent="-228600" algn="l" defTabSz="914400" rtl="0" eaLnBrk="1" latinLnBrk="0" hangingPunct="1">
              <a:lnSpc>
                <a:spcPct val="90000"/>
              </a:lnSpc>
              <a:spcBef>
                <a:spcPts val="1000"/>
              </a:spcBef>
              <a:buFont typeface="Wingdings 2" pitchFamily="18" charset="2"/>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2" pitchFamily="18" charset="2"/>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2" pitchFamily="18" charset="2"/>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5pPr>
            <a:lvl6pPr marL="25146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6pPr>
            <a:lvl7pPr marL="29718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7pPr>
            <a:lvl8pPr marL="34290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8pPr>
            <a:lvl9pPr marL="38862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9pPr>
          </a:lstStyle>
          <a:p>
            <a:pPr marL="0" indent="0">
              <a:buNone/>
            </a:pPr>
            <a:r>
              <a:rPr lang="en-US" altLang="ja-JP" sz="1400" dirty="0">
                <a:solidFill>
                  <a:srgbClr val="FF0000"/>
                </a:solidFill>
                <a:latin typeface="メイリオ" panose="020B0604030504040204" pitchFamily="50" charset="-128"/>
                <a:ea typeface="メイリオ" panose="020B0604030504040204" pitchFamily="50" charset="-128"/>
              </a:rPr>
              <a:t>10.0.0.0/16</a:t>
            </a:r>
          </a:p>
        </p:txBody>
      </p:sp>
      <p:pic>
        <p:nvPicPr>
          <p:cNvPr id="13" name="図 12">
            <a:extLst>
              <a:ext uri="{FF2B5EF4-FFF2-40B4-BE49-F238E27FC236}">
                <a16:creationId xmlns:a16="http://schemas.microsoft.com/office/drawing/2014/main" id="{FAD99AC1-B9C9-4142-8746-8CAFBF470F8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794391" y="681479"/>
            <a:ext cx="529267" cy="550699"/>
          </a:xfrm>
          <a:prstGeom prst="rect">
            <a:avLst/>
          </a:prstGeom>
        </p:spPr>
      </p:pic>
      <p:cxnSp>
        <p:nvCxnSpPr>
          <p:cNvPr id="17" name="コネクタ: カギ線 23">
            <a:extLst>
              <a:ext uri="{FF2B5EF4-FFF2-40B4-BE49-F238E27FC236}">
                <a16:creationId xmlns:a16="http://schemas.microsoft.com/office/drawing/2014/main" id="{60D83496-92A4-492E-8EF7-2465DDF9E75A}"/>
              </a:ext>
            </a:extLst>
          </p:cNvPr>
          <p:cNvCxnSpPr>
            <a:cxnSpLocks/>
            <a:stCxn id="13" idx="2"/>
            <a:endCxn id="50" idx="0"/>
          </p:cNvCxnSpPr>
          <p:nvPr/>
        </p:nvCxnSpPr>
        <p:spPr bwMode="auto">
          <a:xfrm flipH="1">
            <a:off x="5059024" y="1232178"/>
            <a:ext cx="1" cy="569561"/>
          </a:xfrm>
          <a:prstGeom prst="straightConnector1">
            <a:avLst/>
          </a:prstGeom>
          <a:noFill/>
          <a:ln w="31750" cap="flat" cmpd="sng" algn="ctr">
            <a:solidFill>
              <a:srgbClr val="FF0000"/>
            </a:solidFill>
            <a:prstDash val="solid"/>
            <a:round/>
            <a:headEnd type="none" w="med" len="med"/>
            <a:tailEnd type="triangle"/>
          </a:ln>
          <a:effectLst/>
        </p:spPr>
      </p:cxnSp>
      <p:pic>
        <p:nvPicPr>
          <p:cNvPr id="21" name="図 20" descr="容器 が含まれている画像&#10;&#10;自動的に生成された説明">
            <a:extLst>
              <a:ext uri="{FF2B5EF4-FFF2-40B4-BE49-F238E27FC236}">
                <a16:creationId xmlns:a16="http://schemas.microsoft.com/office/drawing/2014/main" id="{23B8DE19-AFD4-4F6C-B362-3AA9C7FE96E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928664" y="6294651"/>
            <a:ext cx="460974" cy="474449"/>
          </a:xfrm>
          <a:prstGeom prst="rect">
            <a:avLst/>
          </a:prstGeom>
        </p:spPr>
      </p:pic>
      <p:cxnSp>
        <p:nvCxnSpPr>
          <p:cNvPr id="22" name="コネクタ: カギ線 23">
            <a:extLst>
              <a:ext uri="{FF2B5EF4-FFF2-40B4-BE49-F238E27FC236}">
                <a16:creationId xmlns:a16="http://schemas.microsoft.com/office/drawing/2014/main" id="{4FBE7B23-53D7-42E9-8965-8624202E04FA}"/>
              </a:ext>
            </a:extLst>
          </p:cNvPr>
          <p:cNvCxnSpPr>
            <a:cxnSpLocks/>
            <a:stCxn id="23" idx="1"/>
            <a:endCxn id="21" idx="3"/>
          </p:cNvCxnSpPr>
          <p:nvPr/>
        </p:nvCxnSpPr>
        <p:spPr bwMode="auto">
          <a:xfrm flipH="1">
            <a:off x="2389638" y="6065650"/>
            <a:ext cx="1545513" cy="466226"/>
          </a:xfrm>
          <a:prstGeom prst="straightConnector1">
            <a:avLst/>
          </a:prstGeom>
          <a:noFill/>
          <a:ln w="31750" cap="flat" cmpd="sng" algn="ctr">
            <a:solidFill>
              <a:srgbClr val="002060"/>
            </a:solidFill>
            <a:prstDash val="solid"/>
            <a:round/>
            <a:headEnd type="none" w="med" len="med"/>
            <a:tailEnd type="triangle"/>
          </a:ln>
          <a:effectLst/>
        </p:spPr>
      </p:cxnSp>
      <p:pic>
        <p:nvPicPr>
          <p:cNvPr id="23" name="図 22">
            <a:extLst>
              <a:ext uri="{FF2B5EF4-FFF2-40B4-BE49-F238E27FC236}">
                <a16:creationId xmlns:a16="http://schemas.microsoft.com/office/drawing/2014/main" id="{EF2934CE-BCC3-441D-AB6C-35ED25F7605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935151" y="5790300"/>
            <a:ext cx="529267" cy="550699"/>
          </a:xfrm>
          <a:prstGeom prst="rect">
            <a:avLst/>
          </a:prstGeom>
        </p:spPr>
      </p:pic>
      <p:sp>
        <p:nvSpPr>
          <p:cNvPr id="24" name="テキスト ボックス 23">
            <a:extLst>
              <a:ext uri="{FF2B5EF4-FFF2-40B4-BE49-F238E27FC236}">
                <a16:creationId xmlns:a16="http://schemas.microsoft.com/office/drawing/2014/main" id="{B212C528-7247-44F4-8F07-5F030A78132B}"/>
              </a:ext>
            </a:extLst>
          </p:cNvPr>
          <p:cNvSpPr txBox="1"/>
          <p:nvPr/>
        </p:nvSpPr>
        <p:spPr>
          <a:xfrm>
            <a:off x="1944990" y="6397269"/>
            <a:ext cx="428323" cy="307777"/>
          </a:xfrm>
          <a:prstGeom prst="rect">
            <a:avLst/>
          </a:prstGeom>
          <a:noFill/>
        </p:spPr>
        <p:txBody>
          <a:bodyPr wrap="none" rtlCol="0">
            <a:spAutoFit/>
          </a:bodyPr>
          <a:lstStyle/>
          <a:p>
            <a:pPr algn="ctr"/>
            <a:r>
              <a:rPr kumimoji="1" lang="en-US" altLang="ja-JP" sz="1400" b="1" dirty="0">
                <a:solidFill>
                  <a:schemeClr val="bg1"/>
                </a:solidFill>
                <a:latin typeface="メイリオ" panose="020B0604030504040204" pitchFamily="50" charset="-128"/>
                <a:ea typeface="メイリオ" panose="020B0604030504040204" pitchFamily="50" charset="-128"/>
              </a:rPr>
              <a:t>S3</a:t>
            </a:r>
          </a:p>
        </p:txBody>
      </p:sp>
      <p:sp>
        <p:nvSpPr>
          <p:cNvPr id="25" name="テキスト ボックス 24">
            <a:extLst>
              <a:ext uri="{FF2B5EF4-FFF2-40B4-BE49-F238E27FC236}">
                <a16:creationId xmlns:a16="http://schemas.microsoft.com/office/drawing/2014/main" id="{D7C42C81-727F-445F-A611-88025D05433D}"/>
              </a:ext>
            </a:extLst>
          </p:cNvPr>
          <p:cNvSpPr txBox="1"/>
          <p:nvPr/>
        </p:nvSpPr>
        <p:spPr>
          <a:xfrm>
            <a:off x="4411177" y="5956613"/>
            <a:ext cx="1082348" cy="246221"/>
          </a:xfrm>
          <a:prstGeom prst="rect">
            <a:avLst/>
          </a:prstGeom>
          <a:noFill/>
        </p:spPr>
        <p:txBody>
          <a:bodyPr wrap="none" rtlCol="0">
            <a:spAutoFit/>
          </a:bodyPr>
          <a:lstStyle/>
          <a:p>
            <a:pPr algn="ctr"/>
            <a:r>
              <a:rPr kumimoji="1" lang="ja-JP" altLang="en-US" sz="1000" b="1" dirty="0">
                <a:latin typeface="メイリオ" panose="020B0604030504040204" pitchFamily="50" charset="-128"/>
                <a:ea typeface="メイリオ" panose="020B0604030504040204" pitchFamily="50" charset="-128"/>
              </a:rPr>
              <a:t>エンドポイント</a:t>
            </a:r>
            <a:endParaRPr lang="en-US" altLang="ja-JP" sz="1000" b="1" dirty="0">
              <a:latin typeface="メイリオ" panose="020B0604030504040204" pitchFamily="50" charset="-128"/>
              <a:ea typeface="メイリオ" panose="020B0604030504040204" pitchFamily="50" charset="-128"/>
            </a:endParaRPr>
          </a:p>
        </p:txBody>
      </p:sp>
      <p:sp>
        <p:nvSpPr>
          <p:cNvPr id="34" name="四角形: 角を丸くする 33">
            <a:extLst>
              <a:ext uri="{FF2B5EF4-FFF2-40B4-BE49-F238E27FC236}">
                <a16:creationId xmlns:a16="http://schemas.microsoft.com/office/drawing/2014/main" id="{BEF47C67-D55F-4ECD-9869-013386558229}"/>
              </a:ext>
            </a:extLst>
          </p:cNvPr>
          <p:cNvSpPr/>
          <p:nvPr/>
        </p:nvSpPr>
        <p:spPr bwMode="auto">
          <a:xfrm>
            <a:off x="1928664" y="1836283"/>
            <a:ext cx="2387812" cy="1738449"/>
          </a:xfrm>
          <a:prstGeom prst="roundRect">
            <a:avLst/>
          </a:prstGeom>
          <a:solidFill>
            <a:schemeClr val="bg1"/>
          </a:solidFill>
          <a:ln w="12700" cap="flat" cmpd="sng" algn="ctr">
            <a:solidFill>
              <a:srgbClr val="F0861E"/>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kumimoji="1" lang="ja-JP" altLang="en-US" sz="1400" b="1"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rPr>
              <a:t>パブリックサブネット</a:t>
            </a:r>
            <a:r>
              <a:rPr kumimoji="1" lang="en-US" altLang="ja-JP" sz="1400" b="0"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rPr>
              <a:t>10.0.0.0/24</a:t>
            </a:r>
            <a:r>
              <a:rPr lang="en-US" altLang="ja-JP" sz="1400" dirty="0">
                <a:solidFill>
                  <a:srgbClr val="FF0000"/>
                </a:solidFill>
                <a:latin typeface="メイリオ" panose="020B0604030504040204" pitchFamily="50" charset="-128"/>
                <a:ea typeface="メイリオ" panose="020B0604030504040204" pitchFamily="50" charset="-128"/>
              </a:rPr>
              <a:t>	</a:t>
            </a:r>
            <a:endParaRPr kumimoji="1" lang="ja-JP" altLang="en-US" sz="1400" b="0"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endParaRPr>
          </a:p>
        </p:txBody>
      </p:sp>
      <p:sp>
        <p:nvSpPr>
          <p:cNvPr id="35" name="四角形: 角を丸くする 34">
            <a:extLst>
              <a:ext uri="{FF2B5EF4-FFF2-40B4-BE49-F238E27FC236}">
                <a16:creationId xmlns:a16="http://schemas.microsoft.com/office/drawing/2014/main" id="{9D88FD03-7603-4A95-AE1E-B0B2B690FD17}"/>
              </a:ext>
            </a:extLst>
          </p:cNvPr>
          <p:cNvSpPr/>
          <p:nvPr/>
        </p:nvSpPr>
        <p:spPr bwMode="auto">
          <a:xfrm>
            <a:off x="5733540" y="1836283"/>
            <a:ext cx="2387812" cy="1738449"/>
          </a:xfrm>
          <a:prstGeom prst="roundRect">
            <a:avLst/>
          </a:prstGeom>
          <a:solidFill>
            <a:schemeClr val="bg1"/>
          </a:solidFill>
          <a:ln w="12700" cap="flat" cmpd="sng" algn="ctr">
            <a:solidFill>
              <a:srgbClr val="F0861E"/>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lang="ja-JP" altLang="en-US" sz="1400" b="1" dirty="0">
                <a:latin typeface="メイリオ" panose="020B0604030504040204" pitchFamily="50" charset="-128"/>
                <a:ea typeface="メイリオ" panose="020B0604030504040204" pitchFamily="50" charset="-128"/>
              </a:rPr>
              <a:t>パブリック</a:t>
            </a:r>
            <a:r>
              <a:rPr kumimoji="1" lang="ja-JP" altLang="en-US" sz="1400" b="1"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rPr>
              <a:t>サブネット　　　</a:t>
            </a:r>
            <a:endParaRPr kumimoji="1" lang="en-US" altLang="ja-JP" sz="1400" b="1"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endParaRPr>
          </a:p>
          <a:p>
            <a:pPr marL="0" marR="0" indent="0" defTabSz="914400" rtl="0" eaLnBrk="1" fontAlgn="base" latinLnBrk="0" hangingPunct="1">
              <a:lnSpc>
                <a:spcPct val="100000"/>
              </a:lnSpc>
              <a:spcBef>
                <a:spcPct val="0"/>
              </a:spcBef>
              <a:spcAft>
                <a:spcPct val="0"/>
              </a:spcAft>
              <a:buClrTx/>
              <a:buSzTx/>
              <a:buFontTx/>
              <a:buNone/>
              <a:tabLst/>
            </a:pPr>
            <a:r>
              <a:rPr lang="ja-JP" altLang="en-US" sz="1400" b="1" dirty="0">
                <a:latin typeface="メイリオ" panose="020B0604030504040204" pitchFamily="50" charset="-128"/>
                <a:ea typeface="メイリオ" panose="020B0604030504040204" pitchFamily="50" charset="-128"/>
              </a:rPr>
              <a:t>　</a:t>
            </a:r>
            <a:r>
              <a:rPr kumimoji="1" lang="en-US" altLang="ja-JP" sz="1400" b="0"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rPr>
              <a:t>10.0.2.0/24</a:t>
            </a:r>
            <a:endParaRPr lang="en-US" altLang="ja-JP" sz="1400" dirty="0">
              <a:solidFill>
                <a:srgbClr val="FF0000"/>
              </a:solidFill>
              <a:latin typeface="メイリオ" panose="020B0604030504040204" pitchFamily="50" charset="-128"/>
              <a:ea typeface="メイリオ" panose="020B0604030504040204" pitchFamily="50" charset="-128"/>
            </a:endParaRPr>
          </a:p>
          <a:p>
            <a:pPr marL="0" marR="0" indent="0" defTabSz="914400" rtl="0" eaLnBrk="1" fontAlgn="base" latinLnBrk="0" hangingPunct="1">
              <a:lnSpc>
                <a:spcPct val="100000"/>
              </a:lnSpc>
              <a:spcBef>
                <a:spcPct val="0"/>
              </a:spcBef>
              <a:spcAft>
                <a:spcPct val="0"/>
              </a:spcAft>
              <a:buClrTx/>
              <a:buSzTx/>
              <a:buFontTx/>
              <a:buNone/>
              <a:tabLst/>
            </a:pPr>
            <a:endParaRPr lang="en-US" altLang="ja-JP" sz="1400" dirty="0">
              <a:solidFill>
                <a:srgbClr val="FF0000"/>
              </a:solidFill>
              <a:latin typeface="メイリオ" panose="020B0604030504040204" pitchFamily="50" charset="-128"/>
              <a:ea typeface="メイリオ" panose="020B0604030504040204" pitchFamily="50" charset="-128"/>
            </a:endParaRPr>
          </a:p>
          <a:p>
            <a:pPr marL="0" marR="0" indent="0" defTabSz="914400" rtl="0" eaLnBrk="1" fontAlgn="base" latinLnBrk="0" hangingPunct="1">
              <a:lnSpc>
                <a:spcPct val="100000"/>
              </a:lnSpc>
              <a:spcBef>
                <a:spcPct val="0"/>
              </a:spcBef>
              <a:spcAft>
                <a:spcPct val="0"/>
              </a:spcAft>
              <a:buClrTx/>
              <a:buSzTx/>
              <a:buFontTx/>
              <a:buNone/>
              <a:tabLst/>
            </a:pPr>
            <a:endParaRPr lang="en-US" altLang="ja-JP" sz="1400" dirty="0">
              <a:solidFill>
                <a:srgbClr val="FF0000"/>
              </a:solidFill>
              <a:latin typeface="メイリオ" panose="020B0604030504040204" pitchFamily="50" charset="-128"/>
              <a:ea typeface="メイリオ" panose="020B0604030504040204" pitchFamily="50" charset="-128"/>
            </a:endParaRPr>
          </a:p>
          <a:p>
            <a:pPr marL="0" marR="0" indent="0" defTabSz="914400" rtl="0" eaLnBrk="1" fontAlgn="base" latinLnBrk="0" hangingPunct="1">
              <a:lnSpc>
                <a:spcPct val="100000"/>
              </a:lnSpc>
              <a:spcBef>
                <a:spcPct val="0"/>
              </a:spcBef>
              <a:spcAft>
                <a:spcPct val="0"/>
              </a:spcAft>
              <a:buClrTx/>
              <a:buSzTx/>
              <a:buFontTx/>
              <a:buNone/>
              <a:tabLst/>
            </a:pPr>
            <a:endParaRPr lang="en-US" altLang="ja-JP" sz="1400" dirty="0">
              <a:solidFill>
                <a:srgbClr val="FF0000"/>
              </a:solidFill>
              <a:latin typeface="メイリオ" panose="020B0604030504040204" pitchFamily="50" charset="-128"/>
              <a:ea typeface="メイリオ" panose="020B0604030504040204" pitchFamily="50" charset="-128"/>
            </a:endParaRPr>
          </a:p>
          <a:p>
            <a:pPr marL="0" marR="0" indent="0" defTabSz="914400" rtl="0" eaLnBrk="1" fontAlgn="base" latinLnBrk="0" hangingPunct="1">
              <a:lnSpc>
                <a:spcPct val="100000"/>
              </a:lnSpc>
              <a:spcBef>
                <a:spcPct val="0"/>
              </a:spcBef>
              <a:spcAft>
                <a:spcPct val="0"/>
              </a:spcAft>
              <a:buClrTx/>
              <a:buSzTx/>
              <a:buFontTx/>
              <a:buNone/>
              <a:tabLst/>
            </a:pPr>
            <a:endParaRPr lang="en-US" altLang="ja-JP" sz="1400" dirty="0">
              <a:solidFill>
                <a:srgbClr val="FF0000"/>
              </a:solidFill>
              <a:latin typeface="メイリオ" panose="020B0604030504040204" pitchFamily="50" charset="-128"/>
              <a:ea typeface="メイリオ" panose="020B0604030504040204" pitchFamily="50" charset="-128"/>
            </a:endParaRPr>
          </a:p>
          <a:p>
            <a:pPr marL="0" marR="0" indent="0" defTabSz="914400" rtl="0" eaLnBrk="1" fontAlgn="base" latinLnBrk="0" hangingPunct="1">
              <a:lnSpc>
                <a:spcPct val="100000"/>
              </a:lnSpc>
              <a:spcBef>
                <a:spcPct val="0"/>
              </a:spcBef>
              <a:spcAft>
                <a:spcPct val="0"/>
              </a:spcAft>
              <a:buClrTx/>
              <a:buSzTx/>
              <a:buFontTx/>
              <a:buNone/>
              <a:tabLst/>
            </a:pPr>
            <a:endParaRPr lang="en-US" altLang="ja-JP" sz="1400" dirty="0">
              <a:solidFill>
                <a:srgbClr val="FF0000"/>
              </a:solidFill>
              <a:latin typeface="メイリオ" panose="020B0604030504040204" pitchFamily="50" charset="-128"/>
              <a:ea typeface="メイリオ" panose="020B0604030504040204" pitchFamily="50" charset="-128"/>
            </a:endParaRPr>
          </a:p>
          <a:p>
            <a:pPr marL="0" marR="0" indent="0" defTabSz="914400" rtl="0" eaLnBrk="1" fontAlgn="base" latinLnBrk="0" hangingPunct="1">
              <a:lnSpc>
                <a:spcPct val="100000"/>
              </a:lnSpc>
              <a:spcBef>
                <a:spcPct val="0"/>
              </a:spcBef>
              <a:spcAft>
                <a:spcPct val="0"/>
              </a:spcAft>
              <a:buClrTx/>
              <a:buSzTx/>
              <a:buFontTx/>
              <a:buNone/>
              <a:tabLst/>
            </a:pPr>
            <a:endParaRPr lang="en-US" altLang="ja-JP" sz="1400" dirty="0">
              <a:solidFill>
                <a:srgbClr val="FF0000"/>
              </a:solidFill>
              <a:latin typeface="メイリオ" panose="020B0604030504040204" pitchFamily="50" charset="-128"/>
              <a:ea typeface="メイリオ" panose="020B0604030504040204" pitchFamily="50" charset="-128"/>
            </a:endParaRPr>
          </a:p>
        </p:txBody>
      </p:sp>
      <p:pic>
        <p:nvPicPr>
          <p:cNvPr id="42" name="図 41" descr="音楽 が含まれている画像&#10;&#10;自動的に生成された説明">
            <a:extLst>
              <a:ext uri="{FF2B5EF4-FFF2-40B4-BE49-F238E27FC236}">
                <a16:creationId xmlns:a16="http://schemas.microsoft.com/office/drawing/2014/main" id="{8F8A08E4-3459-4AC2-B707-7FCB5CE9FD79}"/>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768676" y="2675915"/>
            <a:ext cx="571869" cy="681077"/>
          </a:xfrm>
          <a:prstGeom prst="rect">
            <a:avLst/>
          </a:prstGeom>
        </p:spPr>
      </p:pic>
      <p:sp>
        <p:nvSpPr>
          <p:cNvPr id="43" name="テキスト ボックス 42">
            <a:extLst>
              <a:ext uri="{FF2B5EF4-FFF2-40B4-BE49-F238E27FC236}">
                <a16:creationId xmlns:a16="http://schemas.microsoft.com/office/drawing/2014/main" id="{49796086-0647-4B4C-AB8E-57EE20BAAE24}"/>
              </a:ext>
            </a:extLst>
          </p:cNvPr>
          <p:cNvSpPr txBox="1"/>
          <p:nvPr/>
        </p:nvSpPr>
        <p:spPr>
          <a:xfrm>
            <a:off x="2791867" y="2976592"/>
            <a:ext cx="495649" cy="276999"/>
          </a:xfrm>
          <a:prstGeom prst="rect">
            <a:avLst/>
          </a:prstGeom>
          <a:noFill/>
        </p:spPr>
        <p:txBody>
          <a:bodyPr wrap="none" rtlCol="0">
            <a:spAutoFit/>
          </a:bodyPr>
          <a:lstStyle/>
          <a:p>
            <a:pPr algn="ctr"/>
            <a:r>
              <a:rPr kumimoji="1" lang="en-US" altLang="ja-JP" sz="1200" b="1" dirty="0">
                <a:solidFill>
                  <a:schemeClr val="bg1"/>
                </a:solidFill>
                <a:latin typeface="メイリオ" panose="020B0604030504040204" pitchFamily="50" charset="-128"/>
                <a:ea typeface="メイリオ" panose="020B0604030504040204" pitchFamily="50" charset="-128"/>
              </a:rPr>
              <a:t>EC2</a:t>
            </a:r>
          </a:p>
        </p:txBody>
      </p:sp>
      <p:cxnSp>
        <p:nvCxnSpPr>
          <p:cNvPr id="49" name="コネクタ: カギ線 48">
            <a:extLst>
              <a:ext uri="{FF2B5EF4-FFF2-40B4-BE49-F238E27FC236}">
                <a16:creationId xmlns:a16="http://schemas.microsoft.com/office/drawing/2014/main" id="{17934989-AD9B-4DB2-A114-0FBAE7D98973}"/>
              </a:ext>
            </a:extLst>
          </p:cNvPr>
          <p:cNvCxnSpPr>
            <a:cxnSpLocks/>
            <a:stCxn id="50" idx="2"/>
            <a:endCxn id="42" idx="0"/>
          </p:cNvCxnSpPr>
          <p:nvPr/>
        </p:nvCxnSpPr>
        <p:spPr bwMode="auto">
          <a:xfrm rot="5400000">
            <a:off x="3888423" y="1505313"/>
            <a:ext cx="336791" cy="2004413"/>
          </a:xfrm>
          <a:prstGeom prst="bentConnector3">
            <a:avLst>
              <a:gd name="adj1" fmla="val 50000"/>
            </a:avLst>
          </a:prstGeom>
          <a:noFill/>
          <a:ln w="31750" cap="flat" cmpd="sng" algn="ctr">
            <a:solidFill>
              <a:srgbClr val="FF0000"/>
            </a:solidFill>
            <a:prstDash val="solid"/>
            <a:round/>
            <a:headEnd type="none" w="med" len="med"/>
            <a:tailEnd type="triangle"/>
          </a:ln>
          <a:effectLst/>
        </p:spPr>
      </p:cxnSp>
      <p:pic>
        <p:nvPicPr>
          <p:cNvPr id="50" name="図 49">
            <a:extLst>
              <a:ext uri="{FF2B5EF4-FFF2-40B4-BE49-F238E27FC236}">
                <a16:creationId xmlns:a16="http://schemas.microsoft.com/office/drawing/2014/main" id="{91E526BE-5C42-4DBB-8E6B-A2408502405B}"/>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4802733" y="1801739"/>
            <a:ext cx="512582" cy="537385"/>
          </a:xfrm>
          <a:prstGeom prst="rect">
            <a:avLst/>
          </a:prstGeom>
        </p:spPr>
      </p:pic>
      <p:cxnSp>
        <p:nvCxnSpPr>
          <p:cNvPr id="57" name="コネクタ: カギ線 56">
            <a:extLst>
              <a:ext uri="{FF2B5EF4-FFF2-40B4-BE49-F238E27FC236}">
                <a16:creationId xmlns:a16="http://schemas.microsoft.com/office/drawing/2014/main" id="{7121B37B-9BDF-4068-B432-5969109C4B59}"/>
              </a:ext>
            </a:extLst>
          </p:cNvPr>
          <p:cNvCxnSpPr>
            <a:cxnSpLocks/>
            <a:stCxn id="50" idx="2"/>
            <a:endCxn id="59" idx="0"/>
          </p:cNvCxnSpPr>
          <p:nvPr/>
        </p:nvCxnSpPr>
        <p:spPr bwMode="auto">
          <a:xfrm rot="16200000" flipH="1">
            <a:off x="5839551" y="1558596"/>
            <a:ext cx="336791" cy="1897845"/>
          </a:xfrm>
          <a:prstGeom prst="bentConnector3">
            <a:avLst>
              <a:gd name="adj1" fmla="val 50000"/>
            </a:avLst>
          </a:prstGeom>
          <a:noFill/>
          <a:ln w="31750" cap="flat" cmpd="sng" algn="ctr">
            <a:solidFill>
              <a:srgbClr val="FF0000"/>
            </a:solidFill>
            <a:prstDash val="solid"/>
            <a:round/>
            <a:headEnd type="none" w="med" len="med"/>
            <a:tailEnd type="triangle"/>
          </a:ln>
          <a:effectLst/>
        </p:spPr>
      </p:cxnSp>
      <p:pic>
        <p:nvPicPr>
          <p:cNvPr id="59" name="図 58" descr="音楽 が含まれている画像&#10;&#10;自動的に生成された説明">
            <a:extLst>
              <a:ext uri="{FF2B5EF4-FFF2-40B4-BE49-F238E27FC236}">
                <a16:creationId xmlns:a16="http://schemas.microsoft.com/office/drawing/2014/main" id="{1F3FE59D-F52B-4CBE-9CCA-DA326D100F20}"/>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670934" y="2675915"/>
            <a:ext cx="571869" cy="681077"/>
          </a:xfrm>
          <a:prstGeom prst="rect">
            <a:avLst/>
          </a:prstGeom>
        </p:spPr>
      </p:pic>
      <p:sp>
        <p:nvSpPr>
          <p:cNvPr id="60" name="テキスト ボックス 59">
            <a:extLst>
              <a:ext uri="{FF2B5EF4-FFF2-40B4-BE49-F238E27FC236}">
                <a16:creationId xmlns:a16="http://schemas.microsoft.com/office/drawing/2014/main" id="{9166DD9E-B101-4D1D-BF60-3F46479193D1}"/>
              </a:ext>
            </a:extLst>
          </p:cNvPr>
          <p:cNvSpPr txBox="1"/>
          <p:nvPr/>
        </p:nvSpPr>
        <p:spPr>
          <a:xfrm>
            <a:off x="6694125" y="2976592"/>
            <a:ext cx="495649" cy="276999"/>
          </a:xfrm>
          <a:prstGeom prst="rect">
            <a:avLst/>
          </a:prstGeom>
          <a:noFill/>
        </p:spPr>
        <p:txBody>
          <a:bodyPr wrap="none" rtlCol="0">
            <a:spAutoFit/>
          </a:bodyPr>
          <a:lstStyle/>
          <a:p>
            <a:pPr algn="ctr"/>
            <a:r>
              <a:rPr kumimoji="1" lang="en-US" altLang="ja-JP" sz="1200" b="1" dirty="0">
                <a:solidFill>
                  <a:schemeClr val="bg1"/>
                </a:solidFill>
                <a:latin typeface="メイリオ" panose="020B0604030504040204" pitchFamily="50" charset="-128"/>
                <a:ea typeface="メイリオ" panose="020B0604030504040204" pitchFamily="50" charset="-128"/>
              </a:rPr>
              <a:t>EC2</a:t>
            </a:r>
          </a:p>
        </p:txBody>
      </p:sp>
      <p:cxnSp>
        <p:nvCxnSpPr>
          <p:cNvPr id="74" name="コネクタ: カギ線 23">
            <a:extLst>
              <a:ext uri="{FF2B5EF4-FFF2-40B4-BE49-F238E27FC236}">
                <a16:creationId xmlns:a16="http://schemas.microsoft.com/office/drawing/2014/main" id="{4BFF34D5-84EA-4DD5-9484-2D7DAFCC29D3}"/>
              </a:ext>
            </a:extLst>
          </p:cNvPr>
          <p:cNvCxnSpPr>
            <a:cxnSpLocks/>
            <a:stCxn id="42" idx="2"/>
          </p:cNvCxnSpPr>
          <p:nvPr/>
        </p:nvCxnSpPr>
        <p:spPr bwMode="auto">
          <a:xfrm>
            <a:off x="3054611" y="3356992"/>
            <a:ext cx="0" cy="1175685"/>
          </a:xfrm>
          <a:prstGeom prst="straightConnector1">
            <a:avLst/>
          </a:prstGeom>
          <a:noFill/>
          <a:ln w="31750" cap="flat" cmpd="sng" algn="ctr">
            <a:solidFill>
              <a:srgbClr val="FF0000"/>
            </a:solidFill>
            <a:prstDash val="solid"/>
            <a:round/>
            <a:headEnd type="none" w="med" len="med"/>
            <a:tailEnd type="triangle"/>
          </a:ln>
          <a:effectLst/>
        </p:spPr>
      </p:cxnSp>
      <p:cxnSp>
        <p:nvCxnSpPr>
          <p:cNvPr id="83" name="コネクタ: カギ線 23">
            <a:extLst>
              <a:ext uri="{FF2B5EF4-FFF2-40B4-BE49-F238E27FC236}">
                <a16:creationId xmlns:a16="http://schemas.microsoft.com/office/drawing/2014/main" id="{72DD591A-6AE1-4039-9F17-B6993A9EFD4F}"/>
              </a:ext>
            </a:extLst>
          </p:cNvPr>
          <p:cNvCxnSpPr>
            <a:cxnSpLocks/>
            <a:endCxn id="23" idx="0"/>
          </p:cNvCxnSpPr>
          <p:nvPr/>
        </p:nvCxnSpPr>
        <p:spPr bwMode="auto">
          <a:xfrm>
            <a:off x="3287516" y="4945618"/>
            <a:ext cx="912269" cy="844682"/>
          </a:xfrm>
          <a:prstGeom prst="straightConnector1">
            <a:avLst/>
          </a:prstGeom>
          <a:noFill/>
          <a:ln w="31750" cap="flat" cmpd="sng" algn="ctr">
            <a:solidFill>
              <a:srgbClr val="002060"/>
            </a:solidFill>
            <a:prstDash val="solid"/>
            <a:round/>
            <a:headEnd type="none" w="med" len="med"/>
            <a:tailEnd type="triangle"/>
          </a:ln>
          <a:effectLst/>
        </p:spPr>
      </p:cxnSp>
      <p:sp>
        <p:nvSpPr>
          <p:cNvPr id="93" name="テキスト ボックス 92">
            <a:extLst>
              <a:ext uri="{FF2B5EF4-FFF2-40B4-BE49-F238E27FC236}">
                <a16:creationId xmlns:a16="http://schemas.microsoft.com/office/drawing/2014/main" id="{6E27F6B4-061C-4883-9A91-6583071CE89B}"/>
              </a:ext>
            </a:extLst>
          </p:cNvPr>
          <p:cNvSpPr txBox="1"/>
          <p:nvPr/>
        </p:nvSpPr>
        <p:spPr>
          <a:xfrm>
            <a:off x="4997446" y="2264832"/>
            <a:ext cx="439544" cy="246221"/>
          </a:xfrm>
          <a:prstGeom prst="rect">
            <a:avLst/>
          </a:prstGeom>
          <a:noFill/>
        </p:spPr>
        <p:txBody>
          <a:bodyPr wrap="none" rtlCol="0">
            <a:spAutoFit/>
          </a:bodyPr>
          <a:lstStyle/>
          <a:p>
            <a:pPr algn="ctr"/>
            <a:r>
              <a:rPr kumimoji="1" lang="en-US" altLang="ja-JP" sz="1000" b="1" dirty="0">
                <a:latin typeface="メイリオ" panose="020B0604030504040204" pitchFamily="50" charset="-128"/>
                <a:ea typeface="メイリオ" panose="020B0604030504040204" pitchFamily="50" charset="-128"/>
              </a:rPr>
              <a:t>ELB</a:t>
            </a:r>
            <a:endParaRPr lang="en-US" altLang="ja-JP" sz="1000" b="1" dirty="0">
              <a:latin typeface="メイリオ" panose="020B0604030504040204" pitchFamily="50" charset="-128"/>
              <a:ea typeface="メイリオ" panose="020B0604030504040204" pitchFamily="50" charset="-128"/>
            </a:endParaRPr>
          </a:p>
        </p:txBody>
      </p:sp>
      <p:sp>
        <p:nvSpPr>
          <p:cNvPr id="94" name="テキスト ボックス 93">
            <a:extLst>
              <a:ext uri="{FF2B5EF4-FFF2-40B4-BE49-F238E27FC236}">
                <a16:creationId xmlns:a16="http://schemas.microsoft.com/office/drawing/2014/main" id="{A8011C9A-A2D5-4F16-B832-B997B6BA0F95}"/>
              </a:ext>
            </a:extLst>
          </p:cNvPr>
          <p:cNvSpPr txBox="1"/>
          <p:nvPr/>
        </p:nvSpPr>
        <p:spPr>
          <a:xfrm>
            <a:off x="2792653" y="5127575"/>
            <a:ext cx="526105" cy="461665"/>
          </a:xfrm>
          <a:prstGeom prst="rect">
            <a:avLst/>
          </a:prstGeom>
          <a:noFill/>
        </p:spPr>
        <p:txBody>
          <a:bodyPr wrap="none" rtlCol="0">
            <a:spAutoFit/>
          </a:bodyPr>
          <a:lstStyle/>
          <a:p>
            <a:pPr algn="ctr"/>
            <a:r>
              <a:rPr lang="en-US" altLang="ja-JP" sz="1200" b="1" dirty="0">
                <a:latin typeface="メイリオ" panose="020B0604030504040204" pitchFamily="50" charset="-128"/>
                <a:ea typeface="メイリオ" panose="020B0604030504040204" pitchFamily="50" charset="-128"/>
              </a:rPr>
              <a:t>RDS</a:t>
            </a:r>
            <a:br>
              <a:rPr kumimoji="1" lang="en-US" altLang="ja-JP" sz="1200" b="1" dirty="0">
                <a:latin typeface="メイリオ" panose="020B0604030504040204" pitchFamily="50" charset="-128"/>
                <a:ea typeface="メイリオ" panose="020B0604030504040204" pitchFamily="50" charset="-128"/>
              </a:rPr>
            </a:br>
            <a:endParaRPr kumimoji="1" lang="en-US" altLang="ja-JP" sz="1200" b="1" dirty="0">
              <a:latin typeface="メイリオ" panose="020B0604030504040204" pitchFamily="50" charset="-128"/>
              <a:ea typeface="メイリオ" panose="020B0604030504040204" pitchFamily="50" charset="-128"/>
            </a:endParaRPr>
          </a:p>
        </p:txBody>
      </p:sp>
      <p:pic>
        <p:nvPicPr>
          <p:cNvPr id="95" name="図 94">
            <a:extLst>
              <a:ext uri="{FF2B5EF4-FFF2-40B4-BE49-F238E27FC236}">
                <a16:creationId xmlns:a16="http://schemas.microsoft.com/office/drawing/2014/main" id="{21FFEA76-8EE7-497A-AF12-378B0633C637}"/>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2761061" y="4480018"/>
            <a:ext cx="619125" cy="704850"/>
          </a:xfrm>
          <a:prstGeom prst="rect">
            <a:avLst/>
          </a:prstGeom>
        </p:spPr>
      </p:pic>
      <p:sp>
        <p:nvSpPr>
          <p:cNvPr id="96" name="テキスト ボックス 95">
            <a:extLst>
              <a:ext uri="{FF2B5EF4-FFF2-40B4-BE49-F238E27FC236}">
                <a16:creationId xmlns:a16="http://schemas.microsoft.com/office/drawing/2014/main" id="{8757FF4B-6116-4CE3-A606-485AD9C071F0}"/>
              </a:ext>
            </a:extLst>
          </p:cNvPr>
          <p:cNvSpPr txBox="1"/>
          <p:nvPr/>
        </p:nvSpPr>
        <p:spPr>
          <a:xfrm>
            <a:off x="6741731" y="5127575"/>
            <a:ext cx="526105" cy="461665"/>
          </a:xfrm>
          <a:prstGeom prst="rect">
            <a:avLst/>
          </a:prstGeom>
          <a:noFill/>
        </p:spPr>
        <p:txBody>
          <a:bodyPr wrap="none" rtlCol="0">
            <a:spAutoFit/>
          </a:bodyPr>
          <a:lstStyle/>
          <a:p>
            <a:pPr algn="ctr"/>
            <a:r>
              <a:rPr lang="en-US" altLang="ja-JP" sz="1200" b="1" dirty="0">
                <a:latin typeface="メイリオ" panose="020B0604030504040204" pitchFamily="50" charset="-128"/>
                <a:ea typeface="メイリオ" panose="020B0604030504040204" pitchFamily="50" charset="-128"/>
              </a:rPr>
              <a:t>RDS</a:t>
            </a:r>
            <a:br>
              <a:rPr kumimoji="1" lang="en-US" altLang="ja-JP" sz="1200" b="1" dirty="0">
                <a:latin typeface="メイリオ" panose="020B0604030504040204" pitchFamily="50" charset="-128"/>
                <a:ea typeface="メイリオ" panose="020B0604030504040204" pitchFamily="50" charset="-128"/>
              </a:rPr>
            </a:br>
            <a:endParaRPr kumimoji="1" lang="en-US" altLang="ja-JP" sz="1200" b="1" dirty="0">
              <a:latin typeface="メイリオ" panose="020B0604030504040204" pitchFamily="50" charset="-128"/>
              <a:ea typeface="メイリオ" panose="020B0604030504040204" pitchFamily="50" charset="-128"/>
            </a:endParaRPr>
          </a:p>
        </p:txBody>
      </p:sp>
      <p:pic>
        <p:nvPicPr>
          <p:cNvPr id="97" name="図 96">
            <a:extLst>
              <a:ext uri="{FF2B5EF4-FFF2-40B4-BE49-F238E27FC236}">
                <a16:creationId xmlns:a16="http://schemas.microsoft.com/office/drawing/2014/main" id="{D08BC7F4-0792-4423-BB20-3001E72F88FF}"/>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6710139" y="4480018"/>
            <a:ext cx="619125" cy="704850"/>
          </a:xfrm>
          <a:prstGeom prst="rect">
            <a:avLst/>
          </a:prstGeom>
        </p:spPr>
      </p:pic>
      <p:cxnSp>
        <p:nvCxnSpPr>
          <p:cNvPr id="99" name="コネクタ: カギ線 23">
            <a:extLst>
              <a:ext uri="{FF2B5EF4-FFF2-40B4-BE49-F238E27FC236}">
                <a16:creationId xmlns:a16="http://schemas.microsoft.com/office/drawing/2014/main" id="{A206B5A1-05D4-4465-8003-7982EA200E49}"/>
              </a:ext>
            </a:extLst>
          </p:cNvPr>
          <p:cNvCxnSpPr>
            <a:cxnSpLocks/>
          </p:cNvCxnSpPr>
          <p:nvPr/>
        </p:nvCxnSpPr>
        <p:spPr bwMode="auto">
          <a:xfrm flipH="1">
            <a:off x="3318758" y="3253591"/>
            <a:ext cx="3623193" cy="1316951"/>
          </a:xfrm>
          <a:prstGeom prst="straightConnector1">
            <a:avLst/>
          </a:prstGeom>
          <a:noFill/>
          <a:ln w="31750" cap="flat" cmpd="sng" algn="ctr">
            <a:solidFill>
              <a:srgbClr val="FF0000"/>
            </a:solidFill>
            <a:prstDash val="solid"/>
            <a:round/>
            <a:headEnd type="none" w="med" len="med"/>
            <a:tailEnd type="triangle"/>
          </a:ln>
          <a:effectLst/>
        </p:spPr>
      </p:cxnSp>
      <p:sp>
        <p:nvSpPr>
          <p:cNvPr id="100" name="テキスト ボックス 99">
            <a:extLst>
              <a:ext uri="{FF2B5EF4-FFF2-40B4-BE49-F238E27FC236}">
                <a16:creationId xmlns:a16="http://schemas.microsoft.com/office/drawing/2014/main" id="{FDC9ADF5-F996-4C57-9196-970F0D9CC92E}"/>
              </a:ext>
            </a:extLst>
          </p:cNvPr>
          <p:cNvSpPr txBox="1"/>
          <p:nvPr/>
        </p:nvSpPr>
        <p:spPr>
          <a:xfrm>
            <a:off x="4218824" y="4920375"/>
            <a:ext cx="1467068" cy="246221"/>
          </a:xfrm>
          <a:prstGeom prst="rect">
            <a:avLst/>
          </a:prstGeom>
          <a:noFill/>
        </p:spPr>
        <p:txBody>
          <a:bodyPr wrap="none" rtlCol="0">
            <a:spAutoFit/>
          </a:bodyPr>
          <a:lstStyle/>
          <a:p>
            <a:pPr algn="ctr"/>
            <a:r>
              <a:rPr lang="ja-JP" altLang="en-US" sz="1000" b="1" dirty="0">
                <a:latin typeface="メイリオ" panose="020B0604030504040204" pitchFamily="50" charset="-128"/>
                <a:ea typeface="メイリオ" panose="020B0604030504040204" pitchFamily="50" charset="-128"/>
              </a:rPr>
              <a:t>自動フェイルオーバー</a:t>
            </a:r>
            <a:endParaRPr lang="en-US" altLang="ja-JP" sz="1000" b="1" dirty="0">
              <a:latin typeface="メイリオ" panose="020B0604030504040204" pitchFamily="50" charset="-128"/>
              <a:ea typeface="メイリオ" panose="020B0604030504040204" pitchFamily="50" charset="-128"/>
            </a:endParaRPr>
          </a:p>
        </p:txBody>
      </p:sp>
      <p:cxnSp>
        <p:nvCxnSpPr>
          <p:cNvPr id="101" name="コネクタ: カギ線 23">
            <a:extLst>
              <a:ext uri="{FF2B5EF4-FFF2-40B4-BE49-F238E27FC236}">
                <a16:creationId xmlns:a16="http://schemas.microsoft.com/office/drawing/2014/main" id="{F0F50028-F4D8-4B55-A6FF-50FE873E77AC}"/>
              </a:ext>
            </a:extLst>
          </p:cNvPr>
          <p:cNvCxnSpPr>
            <a:cxnSpLocks/>
          </p:cNvCxnSpPr>
          <p:nvPr/>
        </p:nvCxnSpPr>
        <p:spPr bwMode="auto">
          <a:xfrm>
            <a:off x="3340545" y="4873216"/>
            <a:ext cx="3353580" cy="0"/>
          </a:xfrm>
          <a:prstGeom prst="straightConnector1">
            <a:avLst/>
          </a:prstGeom>
          <a:noFill/>
          <a:ln w="31750" cap="flat" cmpd="sng" algn="ctr">
            <a:solidFill>
              <a:srgbClr val="002060"/>
            </a:solidFill>
            <a:prstDash val="solid"/>
            <a:round/>
            <a:headEnd type="none" w="med" len="med"/>
            <a:tailEnd type="triangle"/>
          </a:ln>
          <a:effectLst/>
        </p:spPr>
      </p:cxnSp>
      <p:sp>
        <p:nvSpPr>
          <p:cNvPr id="102" name="テキスト ボックス 101">
            <a:extLst>
              <a:ext uri="{FF2B5EF4-FFF2-40B4-BE49-F238E27FC236}">
                <a16:creationId xmlns:a16="http://schemas.microsoft.com/office/drawing/2014/main" id="{0A4A7EFC-7257-4A03-99B9-57570D620D83}"/>
              </a:ext>
            </a:extLst>
          </p:cNvPr>
          <p:cNvSpPr txBox="1"/>
          <p:nvPr/>
        </p:nvSpPr>
        <p:spPr>
          <a:xfrm>
            <a:off x="1055737" y="6447864"/>
            <a:ext cx="954108" cy="246221"/>
          </a:xfrm>
          <a:prstGeom prst="rect">
            <a:avLst/>
          </a:prstGeom>
          <a:noFill/>
        </p:spPr>
        <p:txBody>
          <a:bodyPr wrap="none" rtlCol="0">
            <a:spAutoFit/>
          </a:bodyPr>
          <a:lstStyle/>
          <a:p>
            <a:pPr algn="ctr"/>
            <a:r>
              <a:rPr lang="ja-JP" altLang="en-US" sz="1000" b="1" dirty="0">
                <a:latin typeface="メイリオ" panose="020B0604030504040204" pitchFamily="50" charset="-128"/>
                <a:ea typeface="メイリオ" panose="020B0604030504040204" pitchFamily="50" charset="-128"/>
              </a:rPr>
              <a:t>バックアップ</a:t>
            </a:r>
            <a:endParaRPr lang="en-US" altLang="ja-JP" sz="1000" b="1" dirty="0">
              <a:latin typeface="メイリオ" panose="020B0604030504040204" pitchFamily="50" charset="-128"/>
              <a:ea typeface="メイリオ" panose="020B0604030504040204" pitchFamily="50" charset="-128"/>
            </a:endParaRPr>
          </a:p>
        </p:txBody>
      </p:sp>
      <p:sp>
        <p:nvSpPr>
          <p:cNvPr id="5" name="四角形: 角を丸くする 4">
            <a:extLst>
              <a:ext uri="{FF2B5EF4-FFF2-40B4-BE49-F238E27FC236}">
                <a16:creationId xmlns:a16="http://schemas.microsoft.com/office/drawing/2014/main" id="{EBCA0153-F83F-4A15-8D5F-D167F38B236B}"/>
              </a:ext>
            </a:extLst>
          </p:cNvPr>
          <p:cNvSpPr/>
          <p:nvPr/>
        </p:nvSpPr>
        <p:spPr bwMode="auto">
          <a:xfrm>
            <a:off x="2576736" y="2564904"/>
            <a:ext cx="5027957" cy="852656"/>
          </a:xfrm>
          <a:prstGeom prst="roundRect">
            <a:avLst/>
          </a:prstGeom>
          <a:solidFill>
            <a:schemeClr val="accent2">
              <a:lumMod val="20000"/>
              <a:lumOff val="80000"/>
              <a:alpha val="60000"/>
            </a:schemeClr>
          </a:solidFill>
          <a:ln w="12700" cap="flat" cmpd="sng" algn="ctr">
            <a:noFill/>
            <a:prstDash val="solid"/>
            <a:round/>
            <a:headEnd type="none" w="med" len="med"/>
            <a:tailEnd type="none" w="med" len="med"/>
          </a:ln>
          <a:effectLst/>
        </p:spPr>
        <p:txBody>
          <a:bodyPr vert="horz" wrap="square" lIns="36000" tIns="36000" rIns="36000" bIns="360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altLang="ja-JP" sz="1600" b="0"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endParaRPr>
          </a:p>
        </p:txBody>
      </p:sp>
      <p:pic>
        <p:nvPicPr>
          <p:cNvPr id="14" name="図 13">
            <a:extLst>
              <a:ext uri="{FF2B5EF4-FFF2-40B4-BE49-F238E27FC236}">
                <a16:creationId xmlns:a16="http://schemas.microsoft.com/office/drawing/2014/main" id="{5C09A97E-D183-4E1B-8C87-0147168921D2}"/>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4708835" y="2682322"/>
            <a:ext cx="685800" cy="666750"/>
          </a:xfrm>
          <a:prstGeom prst="rect">
            <a:avLst/>
          </a:prstGeom>
        </p:spPr>
      </p:pic>
      <p:sp>
        <p:nvSpPr>
          <p:cNvPr id="47" name="テキスト ボックス 46">
            <a:extLst>
              <a:ext uri="{FF2B5EF4-FFF2-40B4-BE49-F238E27FC236}">
                <a16:creationId xmlns:a16="http://schemas.microsoft.com/office/drawing/2014/main" id="{8D91D7F5-80CE-4BC7-B177-7633D3EA153C}"/>
              </a:ext>
            </a:extLst>
          </p:cNvPr>
          <p:cNvSpPr txBox="1"/>
          <p:nvPr/>
        </p:nvSpPr>
        <p:spPr>
          <a:xfrm>
            <a:off x="4520952" y="2544017"/>
            <a:ext cx="1032655" cy="246221"/>
          </a:xfrm>
          <a:prstGeom prst="rect">
            <a:avLst/>
          </a:prstGeom>
          <a:noFill/>
        </p:spPr>
        <p:txBody>
          <a:bodyPr wrap="none" rtlCol="0">
            <a:spAutoFit/>
          </a:bodyPr>
          <a:lstStyle/>
          <a:p>
            <a:pPr algn="ctr"/>
            <a:r>
              <a:rPr kumimoji="1" lang="en-US" altLang="ja-JP" sz="1000" b="1" dirty="0">
                <a:latin typeface="メイリオ" panose="020B0604030504040204" pitchFamily="50" charset="-128"/>
                <a:ea typeface="メイリオ" panose="020B0604030504040204" pitchFamily="50" charset="-128"/>
              </a:rPr>
              <a:t>Auto</a:t>
            </a:r>
            <a:r>
              <a:rPr kumimoji="1" lang="ja-JP" altLang="en-US" sz="1000" b="1" dirty="0">
                <a:latin typeface="メイリオ" panose="020B0604030504040204" pitchFamily="50" charset="-128"/>
                <a:ea typeface="メイリオ" panose="020B0604030504040204" pitchFamily="50" charset="-128"/>
              </a:rPr>
              <a:t> </a:t>
            </a:r>
            <a:r>
              <a:rPr kumimoji="1" lang="en-US" altLang="ja-JP" sz="1000" b="1" dirty="0">
                <a:latin typeface="メイリオ" panose="020B0604030504040204" pitchFamily="50" charset="-128"/>
                <a:ea typeface="メイリオ" panose="020B0604030504040204" pitchFamily="50" charset="-128"/>
              </a:rPr>
              <a:t>Scaling</a:t>
            </a:r>
            <a:endParaRPr lang="en-US" altLang="ja-JP" sz="1000" b="1"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2318300"/>
      </p:ext>
    </p:extLst>
  </p:cSld>
  <p:clrMapOvr>
    <a:masterClrMapping/>
  </p:clrMapOvr>
  <mc:AlternateContent xmlns:mc="http://schemas.openxmlformats.org/markup-compatibility/2006" xmlns:p14="http://schemas.microsoft.com/office/powerpoint/2010/main">
    <mc:Choice Requires="p14">
      <p:transition spd="slow" p14:dur="2000" advTm="26430"/>
    </mc:Choice>
    <mc:Fallback xmlns="">
      <p:transition spd="slow" advTm="26430"/>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四角形: 角を丸くする 3">
            <a:extLst>
              <a:ext uri="{FF2B5EF4-FFF2-40B4-BE49-F238E27FC236}">
                <a16:creationId xmlns:a16="http://schemas.microsoft.com/office/drawing/2014/main" id="{C87F7B2C-1880-4B60-8AC9-CF61C01889AB}"/>
              </a:ext>
            </a:extLst>
          </p:cNvPr>
          <p:cNvSpPr/>
          <p:nvPr/>
        </p:nvSpPr>
        <p:spPr bwMode="auto">
          <a:xfrm>
            <a:off x="992560" y="956829"/>
            <a:ext cx="8208912" cy="5321881"/>
          </a:xfrm>
          <a:prstGeom prst="roundRect">
            <a:avLst/>
          </a:prstGeom>
          <a:solidFill>
            <a:schemeClr val="bg1"/>
          </a:solidFill>
          <a:ln w="12700" cap="flat" cmpd="sng" algn="ctr">
            <a:solidFill>
              <a:srgbClr val="F0861E"/>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ja-JP" altLang="en-US" sz="1400" b="0" i="0" u="none" strike="noStrike" cap="none" normalizeH="0" baseline="0">
              <a:ln>
                <a:noFill/>
              </a:ln>
              <a:solidFill>
                <a:schemeClr val="tx1"/>
              </a:solidFill>
              <a:effectLst/>
              <a:latin typeface="ＭＳ Ｐゴシック" pitchFamily="50" charset="-128"/>
              <a:ea typeface="ＭＳ Ｐゴシック" pitchFamily="50" charset="-128"/>
            </a:endParaRPr>
          </a:p>
        </p:txBody>
      </p:sp>
      <p:sp>
        <p:nvSpPr>
          <p:cNvPr id="30" name="正方形/長方形 29">
            <a:extLst>
              <a:ext uri="{FF2B5EF4-FFF2-40B4-BE49-F238E27FC236}">
                <a16:creationId xmlns:a16="http://schemas.microsoft.com/office/drawing/2014/main" id="{779A921B-5F5F-41CF-ABB5-F1E78B301100}"/>
              </a:ext>
            </a:extLst>
          </p:cNvPr>
          <p:cNvSpPr/>
          <p:nvPr/>
        </p:nvSpPr>
        <p:spPr bwMode="auto">
          <a:xfrm>
            <a:off x="5280146" y="1372204"/>
            <a:ext cx="3256634" cy="4537251"/>
          </a:xfrm>
          <a:prstGeom prst="rect">
            <a:avLst/>
          </a:prstGeom>
          <a:solidFill>
            <a:srgbClr val="FFC000"/>
          </a:solidFill>
          <a:ln w="12700" cap="flat" cmpd="sng" algn="ctr">
            <a:no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altLang="ja-JP" sz="1400" b="1" dirty="0">
                <a:solidFill>
                  <a:schemeClr val="bg1"/>
                </a:solidFill>
                <a:latin typeface="メイリオ" panose="020B0604030504040204" pitchFamily="50" charset="-128"/>
                <a:ea typeface="メイリオ" panose="020B0604030504040204" pitchFamily="50" charset="-128"/>
              </a:rPr>
              <a:t>AZ</a:t>
            </a:r>
            <a:endParaRPr kumimoji="1" lang="ja-JP" altLang="en-US" sz="1400" b="1"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endParaRPr>
          </a:p>
        </p:txBody>
      </p:sp>
      <p:sp>
        <p:nvSpPr>
          <p:cNvPr id="27" name="タイトル 1">
            <a:extLst>
              <a:ext uri="{FF2B5EF4-FFF2-40B4-BE49-F238E27FC236}">
                <a16:creationId xmlns:a16="http://schemas.microsoft.com/office/drawing/2014/main" id="{48F80BE1-D063-4240-BFC7-C8D243720250}"/>
              </a:ext>
            </a:extLst>
          </p:cNvPr>
          <p:cNvSpPr txBox="1">
            <a:spLocks/>
          </p:cNvSpPr>
          <p:nvPr/>
        </p:nvSpPr>
        <p:spPr bwMode="auto">
          <a:xfrm>
            <a:off x="631222" y="201863"/>
            <a:ext cx="8642258" cy="50208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rtl="0" fontAlgn="base">
              <a:lnSpc>
                <a:spcPct val="90000"/>
              </a:lnSpc>
              <a:spcBef>
                <a:spcPct val="0"/>
              </a:spcBef>
              <a:spcAft>
                <a:spcPct val="0"/>
              </a:spcAft>
              <a:defRPr kumimoji="1" sz="2000">
                <a:solidFill>
                  <a:schemeClr val="tx2"/>
                </a:solidFill>
                <a:latin typeface="游明朝" panose="02020400000000000000" pitchFamily="18" charset="-128"/>
                <a:ea typeface="游明朝" panose="02020400000000000000" pitchFamily="18" charset="-128"/>
                <a:cs typeface="+mj-cs"/>
              </a:defRPr>
            </a:lvl1pPr>
            <a:lvl2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2pPr>
            <a:lvl3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3pPr>
            <a:lvl4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4pPr>
            <a:lvl5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5pPr>
            <a:lvl6pPr marL="4572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6pPr>
            <a:lvl7pPr marL="9144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7pPr>
            <a:lvl8pPr marL="13716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8pPr>
            <a:lvl9pPr marL="18288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9pPr>
          </a:lstStyle>
          <a:p>
            <a:pPr algn="l"/>
            <a:r>
              <a:rPr lang="ja-JP" altLang="en-US" sz="3000" dirty="0">
                <a:latin typeface="メイリオ" panose="020B0604030504040204" pitchFamily="50" charset="-128"/>
                <a:ea typeface="メイリオ" panose="020B0604030504040204" pitchFamily="50" charset="-128"/>
              </a:rPr>
              <a:t>今回構築するアーキテクチャ①</a:t>
            </a:r>
          </a:p>
        </p:txBody>
      </p:sp>
      <p:sp>
        <p:nvSpPr>
          <p:cNvPr id="2" name="正方形/長方形 1">
            <a:extLst>
              <a:ext uri="{FF2B5EF4-FFF2-40B4-BE49-F238E27FC236}">
                <a16:creationId xmlns:a16="http://schemas.microsoft.com/office/drawing/2014/main" id="{2C522B5A-5DBC-4FC0-BCBE-401D0496F254}"/>
              </a:ext>
            </a:extLst>
          </p:cNvPr>
          <p:cNvSpPr/>
          <p:nvPr/>
        </p:nvSpPr>
        <p:spPr bwMode="auto">
          <a:xfrm>
            <a:off x="704528" y="836712"/>
            <a:ext cx="8640960" cy="5544616"/>
          </a:xfrm>
          <a:prstGeom prst="rect">
            <a:avLst/>
          </a:prstGeom>
          <a:noFill/>
          <a:ln w="12700" cap="flat" cmpd="sng" algn="ctr">
            <a:solidFill>
              <a:schemeClr val="tx1"/>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ja-JP" altLang="en-US" sz="1600" b="0" i="0" u="none" strike="noStrike" cap="none" normalizeH="0" baseline="0">
              <a:ln>
                <a:noFill/>
              </a:ln>
              <a:solidFill>
                <a:schemeClr val="tx1"/>
              </a:solidFill>
              <a:effectLst/>
              <a:latin typeface="ＭＳ Ｐゴシック" pitchFamily="50" charset="-128"/>
              <a:ea typeface="ＭＳ Ｐゴシック" pitchFamily="50" charset="-128"/>
            </a:endParaRPr>
          </a:p>
        </p:txBody>
      </p:sp>
      <p:sp>
        <p:nvSpPr>
          <p:cNvPr id="6" name="正方形/長方形 5">
            <a:extLst>
              <a:ext uri="{FF2B5EF4-FFF2-40B4-BE49-F238E27FC236}">
                <a16:creationId xmlns:a16="http://schemas.microsoft.com/office/drawing/2014/main" id="{1EA0A630-B9F7-4A0F-BCE8-2E94169DBDE1}"/>
              </a:ext>
            </a:extLst>
          </p:cNvPr>
          <p:cNvSpPr/>
          <p:nvPr/>
        </p:nvSpPr>
        <p:spPr bwMode="auto">
          <a:xfrm>
            <a:off x="1537757" y="1372204"/>
            <a:ext cx="3256634" cy="4537251"/>
          </a:xfrm>
          <a:prstGeom prst="rect">
            <a:avLst/>
          </a:prstGeom>
          <a:solidFill>
            <a:srgbClr val="FFC000"/>
          </a:solidFill>
          <a:ln w="12700" cap="flat" cmpd="sng" algn="ctr">
            <a:no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altLang="ja-JP" sz="1400" b="1" dirty="0">
                <a:solidFill>
                  <a:schemeClr val="bg1"/>
                </a:solidFill>
                <a:latin typeface="メイリオ" panose="020B0604030504040204" pitchFamily="50" charset="-128"/>
                <a:ea typeface="メイリオ" panose="020B0604030504040204" pitchFamily="50" charset="-128"/>
              </a:rPr>
              <a:t>AZ</a:t>
            </a:r>
            <a:endParaRPr kumimoji="1" lang="ja-JP" altLang="en-US" sz="1400" b="1"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endParaRPr>
          </a:p>
        </p:txBody>
      </p:sp>
      <p:pic>
        <p:nvPicPr>
          <p:cNvPr id="7" name="Picture 2" descr="ãVPC ã¢ã¤ã³ã³ãã®ç»åæ¤ç´¢çµæ">
            <a:extLst>
              <a:ext uri="{FF2B5EF4-FFF2-40B4-BE49-F238E27FC236}">
                <a16:creationId xmlns:a16="http://schemas.microsoft.com/office/drawing/2014/main" id="{08E65A2E-1443-436D-A065-21B30D257D5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3311" y="596453"/>
            <a:ext cx="838961" cy="832646"/>
          </a:xfrm>
          <a:prstGeom prst="rect">
            <a:avLst/>
          </a:prstGeom>
          <a:noFill/>
          <a:extLst>
            <a:ext uri="{909E8E84-426E-40DD-AFC4-6F175D3DCCD1}">
              <a14:hiddenFill xmlns:a14="http://schemas.microsoft.com/office/drawing/2010/main">
                <a:solidFill>
                  <a:srgbClr val="FFFFFF"/>
                </a:solidFill>
              </a14:hiddenFill>
            </a:ext>
          </a:extLst>
        </p:spPr>
      </p:pic>
      <p:sp>
        <p:nvSpPr>
          <p:cNvPr id="8" name="四角形: 角を丸くする 7">
            <a:extLst>
              <a:ext uri="{FF2B5EF4-FFF2-40B4-BE49-F238E27FC236}">
                <a16:creationId xmlns:a16="http://schemas.microsoft.com/office/drawing/2014/main" id="{9E5D6B59-FDF8-4CD4-9E0E-16D775507CF1}"/>
              </a:ext>
            </a:extLst>
          </p:cNvPr>
          <p:cNvSpPr/>
          <p:nvPr/>
        </p:nvSpPr>
        <p:spPr bwMode="auto">
          <a:xfrm>
            <a:off x="1928664" y="3789039"/>
            <a:ext cx="2387812" cy="1738449"/>
          </a:xfrm>
          <a:prstGeom prst="roundRect">
            <a:avLst/>
          </a:prstGeom>
          <a:solidFill>
            <a:schemeClr val="bg1"/>
          </a:solidFill>
          <a:ln w="12700" cap="flat" cmpd="sng" algn="ctr">
            <a:solidFill>
              <a:srgbClr val="F0861E"/>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kumimoji="1" lang="ja-JP" altLang="en-US" sz="1400" b="1"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rPr>
              <a:t>プライベートサブネット</a:t>
            </a:r>
            <a:r>
              <a:rPr kumimoji="1" lang="en-US" altLang="ja-JP" sz="1400" b="0"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rPr>
              <a:t>10.0.1.0/24</a:t>
            </a:r>
            <a:endParaRPr kumimoji="1" lang="ja-JP" altLang="en-US" sz="1400" b="0"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endParaRPr>
          </a:p>
        </p:txBody>
      </p:sp>
      <p:sp>
        <p:nvSpPr>
          <p:cNvPr id="10" name="四角形: 角を丸くする 9">
            <a:extLst>
              <a:ext uri="{FF2B5EF4-FFF2-40B4-BE49-F238E27FC236}">
                <a16:creationId xmlns:a16="http://schemas.microsoft.com/office/drawing/2014/main" id="{3CD98C52-3635-465F-B70D-A5C84D505081}"/>
              </a:ext>
            </a:extLst>
          </p:cNvPr>
          <p:cNvSpPr/>
          <p:nvPr/>
        </p:nvSpPr>
        <p:spPr bwMode="auto">
          <a:xfrm>
            <a:off x="5733540" y="3789039"/>
            <a:ext cx="2387812" cy="1738449"/>
          </a:xfrm>
          <a:prstGeom prst="roundRect">
            <a:avLst/>
          </a:prstGeom>
          <a:solidFill>
            <a:schemeClr val="bg1"/>
          </a:solidFill>
          <a:ln w="12700" cap="flat" cmpd="sng" algn="ctr">
            <a:solidFill>
              <a:srgbClr val="F0861E"/>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kumimoji="1" lang="ja-JP" altLang="en-US" sz="1400" b="1"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rPr>
              <a:t>プライベートサブネット　　　</a:t>
            </a:r>
            <a:endParaRPr kumimoji="1" lang="en-US" altLang="ja-JP" sz="1400" b="1"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endParaRPr>
          </a:p>
          <a:p>
            <a:pPr marL="0" marR="0" indent="0" defTabSz="914400" rtl="0" eaLnBrk="1" fontAlgn="base" latinLnBrk="0" hangingPunct="1">
              <a:lnSpc>
                <a:spcPct val="100000"/>
              </a:lnSpc>
              <a:spcBef>
                <a:spcPct val="0"/>
              </a:spcBef>
              <a:spcAft>
                <a:spcPct val="0"/>
              </a:spcAft>
              <a:buClrTx/>
              <a:buSzTx/>
              <a:buFontTx/>
              <a:buNone/>
              <a:tabLst/>
            </a:pPr>
            <a:r>
              <a:rPr lang="ja-JP" altLang="en-US" sz="1400" b="1" dirty="0">
                <a:latin typeface="メイリオ" panose="020B0604030504040204" pitchFamily="50" charset="-128"/>
                <a:ea typeface="メイリオ" panose="020B0604030504040204" pitchFamily="50" charset="-128"/>
              </a:rPr>
              <a:t>　</a:t>
            </a:r>
            <a:r>
              <a:rPr kumimoji="1" lang="en-US" altLang="ja-JP" sz="1400" b="0"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rPr>
              <a:t>10.0.3.0/24</a:t>
            </a:r>
            <a:endParaRPr lang="en-US" altLang="ja-JP" sz="1400" dirty="0">
              <a:solidFill>
                <a:srgbClr val="FF0000"/>
              </a:solidFill>
              <a:latin typeface="メイリオ" panose="020B0604030504040204" pitchFamily="50" charset="-128"/>
              <a:ea typeface="メイリオ" panose="020B0604030504040204" pitchFamily="50" charset="-128"/>
            </a:endParaRPr>
          </a:p>
          <a:p>
            <a:pPr marL="0" marR="0" indent="0" defTabSz="914400" rtl="0" eaLnBrk="1" fontAlgn="base" latinLnBrk="0" hangingPunct="1">
              <a:lnSpc>
                <a:spcPct val="100000"/>
              </a:lnSpc>
              <a:spcBef>
                <a:spcPct val="0"/>
              </a:spcBef>
              <a:spcAft>
                <a:spcPct val="0"/>
              </a:spcAft>
              <a:buClrTx/>
              <a:buSzTx/>
              <a:buFontTx/>
              <a:buNone/>
              <a:tabLst/>
            </a:pPr>
            <a:endParaRPr lang="en-US" altLang="ja-JP" sz="1400" dirty="0">
              <a:solidFill>
                <a:srgbClr val="FF0000"/>
              </a:solidFill>
              <a:latin typeface="メイリオ" panose="020B0604030504040204" pitchFamily="50" charset="-128"/>
              <a:ea typeface="メイリオ" panose="020B0604030504040204" pitchFamily="50" charset="-128"/>
            </a:endParaRPr>
          </a:p>
          <a:p>
            <a:pPr marL="0" marR="0" indent="0" defTabSz="914400" rtl="0" eaLnBrk="1" fontAlgn="base" latinLnBrk="0" hangingPunct="1">
              <a:lnSpc>
                <a:spcPct val="100000"/>
              </a:lnSpc>
              <a:spcBef>
                <a:spcPct val="0"/>
              </a:spcBef>
              <a:spcAft>
                <a:spcPct val="0"/>
              </a:spcAft>
              <a:buClrTx/>
              <a:buSzTx/>
              <a:buFontTx/>
              <a:buNone/>
              <a:tabLst/>
            </a:pPr>
            <a:endParaRPr lang="en-US" altLang="ja-JP" sz="1400" dirty="0">
              <a:solidFill>
                <a:srgbClr val="FF0000"/>
              </a:solidFill>
              <a:latin typeface="メイリオ" panose="020B0604030504040204" pitchFamily="50" charset="-128"/>
              <a:ea typeface="メイリオ" panose="020B0604030504040204" pitchFamily="50" charset="-128"/>
            </a:endParaRPr>
          </a:p>
          <a:p>
            <a:pPr marL="0" marR="0" indent="0" defTabSz="914400" rtl="0" eaLnBrk="1" fontAlgn="base" latinLnBrk="0" hangingPunct="1">
              <a:lnSpc>
                <a:spcPct val="100000"/>
              </a:lnSpc>
              <a:spcBef>
                <a:spcPct val="0"/>
              </a:spcBef>
              <a:spcAft>
                <a:spcPct val="0"/>
              </a:spcAft>
              <a:buClrTx/>
              <a:buSzTx/>
              <a:buFontTx/>
              <a:buNone/>
              <a:tabLst/>
            </a:pPr>
            <a:endParaRPr lang="en-US" altLang="ja-JP" sz="1400" dirty="0">
              <a:solidFill>
                <a:srgbClr val="FF0000"/>
              </a:solidFill>
              <a:latin typeface="メイリオ" panose="020B0604030504040204" pitchFamily="50" charset="-128"/>
              <a:ea typeface="メイリオ" panose="020B0604030504040204" pitchFamily="50" charset="-128"/>
            </a:endParaRPr>
          </a:p>
          <a:p>
            <a:pPr marL="0" marR="0" indent="0" defTabSz="914400" rtl="0" eaLnBrk="1" fontAlgn="base" latinLnBrk="0" hangingPunct="1">
              <a:lnSpc>
                <a:spcPct val="100000"/>
              </a:lnSpc>
              <a:spcBef>
                <a:spcPct val="0"/>
              </a:spcBef>
              <a:spcAft>
                <a:spcPct val="0"/>
              </a:spcAft>
              <a:buClrTx/>
              <a:buSzTx/>
              <a:buFontTx/>
              <a:buNone/>
              <a:tabLst/>
            </a:pPr>
            <a:endParaRPr lang="en-US" altLang="ja-JP" sz="1400" dirty="0">
              <a:solidFill>
                <a:srgbClr val="FF0000"/>
              </a:solidFill>
              <a:latin typeface="メイリオ" panose="020B0604030504040204" pitchFamily="50" charset="-128"/>
              <a:ea typeface="メイリオ" panose="020B0604030504040204" pitchFamily="50" charset="-128"/>
            </a:endParaRPr>
          </a:p>
          <a:p>
            <a:pPr marL="0" marR="0" indent="0" defTabSz="914400" rtl="0" eaLnBrk="1" fontAlgn="base" latinLnBrk="0" hangingPunct="1">
              <a:lnSpc>
                <a:spcPct val="100000"/>
              </a:lnSpc>
              <a:spcBef>
                <a:spcPct val="0"/>
              </a:spcBef>
              <a:spcAft>
                <a:spcPct val="0"/>
              </a:spcAft>
              <a:buClrTx/>
              <a:buSzTx/>
              <a:buFontTx/>
              <a:buNone/>
              <a:tabLst/>
            </a:pPr>
            <a:endParaRPr lang="en-US" altLang="ja-JP" sz="1400" dirty="0">
              <a:solidFill>
                <a:srgbClr val="FF0000"/>
              </a:solidFill>
              <a:latin typeface="メイリオ" panose="020B0604030504040204" pitchFamily="50" charset="-128"/>
              <a:ea typeface="メイリオ" panose="020B0604030504040204" pitchFamily="50" charset="-128"/>
            </a:endParaRPr>
          </a:p>
          <a:p>
            <a:pPr marL="0" marR="0" indent="0" defTabSz="914400" rtl="0" eaLnBrk="1" fontAlgn="base" latinLnBrk="0" hangingPunct="1">
              <a:lnSpc>
                <a:spcPct val="100000"/>
              </a:lnSpc>
              <a:spcBef>
                <a:spcPct val="0"/>
              </a:spcBef>
              <a:spcAft>
                <a:spcPct val="0"/>
              </a:spcAft>
              <a:buClrTx/>
              <a:buSzTx/>
              <a:buFontTx/>
              <a:buNone/>
              <a:tabLst/>
            </a:pPr>
            <a:endParaRPr lang="en-US" altLang="ja-JP" sz="1400" dirty="0">
              <a:solidFill>
                <a:srgbClr val="FF0000"/>
              </a:solidFill>
              <a:latin typeface="メイリオ" panose="020B0604030504040204" pitchFamily="50" charset="-128"/>
              <a:ea typeface="メイリオ" panose="020B0604030504040204" pitchFamily="50" charset="-128"/>
            </a:endParaRPr>
          </a:p>
        </p:txBody>
      </p:sp>
      <p:sp>
        <p:nvSpPr>
          <p:cNvPr id="12" name="コンテンツ プレースホルダー 2">
            <a:extLst>
              <a:ext uri="{FF2B5EF4-FFF2-40B4-BE49-F238E27FC236}">
                <a16:creationId xmlns:a16="http://schemas.microsoft.com/office/drawing/2014/main" id="{40DB0CDD-695E-45E4-A903-9C957545E18B}"/>
              </a:ext>
            </a:extLst>
          </p:cNvPr>
          <p:cNvSpPr txBox="1">
            <a:spLocks/>
          </p:cNvSpPr>
          <p:nvPr/>
        </p:nvSpPr>
        <p:spPr>
          <a:xfrm>
            <a:off x="1928664" y="1043043"/>
            <a:ext cx="2033449" cy="289386"/>
          </a:xfrm>
          <a:prstGeom prst="rect">
            <a:avLst/>
          </a:prstGeom>
        </p:spPr>
        <p:txBody>
          <a:bodyPr vert="horz" lIns="74295" tIns="37148" rIns="74295" bIns="37148" rtlCol="0">
            <a:noAutofit/>
          </a:bodyPr>
          <a:lstStyle>
            <a:lvl1pPr marL="228600" indent="-228600" algn="l" defTabSz="914400" rtl="0" eaLnBrk="1" latinLnBrk="0" hangingPunct="1">
              <a:lnSpc>
                <a:spcPct val="90000"/>
              </a:lnSpc>
              <a:spcBef>
                <a:spcPts val="1000"/>
              </a:spcBef>
              <a:buFont typeface="Wingdings 2" pitchFamily="18" charset="2"/>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2" pitchFamily="18" charset="2"/>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2" pitchFamily="18" charset="2"/>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5pPr>
            <a:lvl6pPr marL="25146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6pPr>
            <a:lvl7pPr marL="29718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7pPr>
            <a:lvl8pPr marL="34290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8pPr>
            <a:lvl9pPr marL="38862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9pPr>
          </a:lstStyle>
          <a:p>
            <a:pPr marL="0" indent="0">
              <a:buNone/>
            </a:pPr>
            <a:r>
              <a:rPr lang="en-US" altLang="ja-JP" sz="1400" dirty="0">
                <a:solidFill>
                  <a:srgbClr val="FF0000"/>
                </a:solidFill>
                <a:latin typeface="メイリオ" panose="020B0604030504040204" pitchFamily="50" charset="-128"/>
                <a:ea typeface="メイリオ" panose="020B0604030504040204" pitchFamily="50" charset="-128"/>
              </a:rPr>
              <a:t>10.0.0.0/16</a:t>
            </a:r>
          </a:p>
        </p:txBody>
      </p:sp>
      <p:pic>
        <p:nvPicPr>
          <p:cNvPr id="13" name="図 12">
            <a:extLst>
              <a:ext uri="{FF2B5EF4-FFF2-40B4-BE49-F238E27FC236}">
                <a16:creationId xmlns:a16="http://schemas.microsoft.com/office/drawing/2014/main" id="{FAD99AC1-B9C9-4142-8746-8CAFBF470F8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794391" y="681479"/>
            <a:ext cx="529267" cy="550699"/>
          </a:xfrm>
          <a:prstGeom prst="rect">
            <a:avLst/>
          </a:prstGeom>
        </p:spPr>
      </p:pic>
      <p:cxnSp>
        <p:nvCxnSpPr>
          <p:cNvPr id="17" name="コネクタ: カギ線 23">
            <a:extLst>
              <a:ext uri="{FF2B5EF4-FFF2-40B4-BE49-F238E27FC236}">
                <a16:creationId xmlns:a16="http://schemas.microsoft.com/office/drawing/2014/main" id="{60D83496-92A4-492E-8EF7-2465DDF9E75A}"/>
              </a:ext>
            </a:extLst>
          </p:cNvPr>
          <p:cNvCxnSpPr>
            <a:cxnSpLocks/>
            <a:stCxn id="13" idx="2"/>
            <a:endCxn id="50" idx="0"/>
          </p:cNvCxnSpPr>
          <p:nvPr/>
        </p:nvCxnSpPr>
        <p:spPr bwMode="auto">
          <a:xfrm flipH="1">
            <a:off x="5059024" y="1232178"/>
            <a:ext cx="1" cy="569561"/>
          </a:xfrm>
          <a:prstGeom prst="straightConnector1">
            <a:avLst/>
          </a:prstGeom>
          <a:noFill/>
          <a:ln w="31750" cap="flat" cmpd="sng" algn="ctr">
            <a:solidFill>
              <a:srgbClr val="FF0000"/>
            </a:solidFill>
            <a:prstDash val="solid"/>
            <a:round/>
            <a:headEnd type="none" w="med" len="med"/>
            <a:tailEnd type="triangle"/>
          </a:ln>
          <a:effectLst/>
        </p:spPr>
      </p:cxnSp>
      <p:cxnSp>
        <p:nvCxnSpPr>
          <p:cNvPr id="18" name="コネクタ: カギ線 23">
            <a:extLst>
              <a:ext uri="{FF2B5EF4-FFF2-40B4-BE49-F238E27FC236}">
                <a16:creationId xmlns:a16="http://schemas.microsoft.com/office/drawing/2014/main" id="{D67FB349-8395-4722-A35A-930A15887515}"/>
              </a:ext>
            </a:extLst>
          </p:cNvPr>
          <p:cNvCxnSpPr>
            <a:cxnSpLocks/>
          </p:cNvCxnSpPr>
          <p:nvPr/>
        </p:nvCxnSpPr>
        <p:spPr bwMode="auto">
          <a:xfrm flipV="1">
            <a:off x="4207430" y="2347175"/>
            <a:ext cx="0" cy="561662"/>
          </a:xfrm>
          <a:prstGeom prst="straightConnector1">
            <a:avLst/>
          </a:prstGeom>
          <a:noFill/>
          <a:ln w="31750" cap="flat" cmpd="sng" algn="ctr">
            <a:solidFill>
              <a:srgbClr val="FF0000"/>
            </a:solidFill>
            <a:prstDash val="solid"/>
            <a:round/>
            <a:headEnd type="none" w="med" len="med"/>
            <a:tailEnd type="triangle"/>
          </a:ln>
          <a:effectLst/>
        </p:spPr>
      </p:cxnSp>
      <p:sp>
        <p:nvSpPr>
          <p:cNvPr id="34" name="四角形: 角を丸くする 33">
            <a:extLst>
              <a:ext uri="{FF2B5EF4-FFF2-40B4-BE49-F238E27FC236}">
                <a16:creationId xmlns:a16="http://schemas.microsoft.com/office/drawing/2014/main" id="{BEF47C67-D55F-4ECD-9869-013386558229}"/>
              </a:ext>
            </a:extLst>
          </p:cNvPr>
          <p:cNvSpPr/>
          <p:nvPr/>
        </p:nvSpPr>
        <p:spPr bwMode="auto">
          <a:xfrm>
            <a:off x="1928664" y="1836283"/>
            <a:ext cx="2387812" cy="1738449"/>
          </a:xfrm>
          <a:prstGeom prst="roundRect">
            <a:avLst/>
          </a:prstGeom>
          <a:solidFill>
            <a:schemeClr val="bg1"/>
          </a:solidFill>
          <a:ln w="12700" cap="flat" cmpd="sng" algn="ctr">
            <a:solidFill>
              <a:srgbClr val="F0861E"/>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kumimoji="1" lang="ja-JP" altLang="en-US" sz="1400" b="1"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rPr>
              <a:t>パブリックサブネット</a:t>
            </a:r>
            <a:r>
              <a:rPr kumimoji="1" lang="en-US" altLang="ja-JP" sz="1400" b="0"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rPr>
              <a:t>10.0.0.0/24</a:t>
            </a:r>
            <a:r>
              <a:rPr lang="en-US" altLang="ja-JP" sz="1400" dirty="0">
                <a:solidFill>
                  <a:srgbClr val="FF0000"/>
                </a:solidFill>
                <a:latin typeface="メイリオ" panose="020B0604030504040204" pitchFamily="50" charset="-128"/>
                <a:ea typeface="メイリオ" panose="020B0604030504040204" pitchFamily="50" charset="-128"/>
              </a:rPr>
              <a:t>	</a:t>
            </a:r>
            <a:endParaRPr kumimoji="1" lang="ja-JP" altLang="en-US" sz="1400" b="0"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endParaRPr>
          </a:p>
        </p:txBody>
      </p:sp>
      <p:sp>
        <p:nvSpPr>
          <p:cNvPr id="35" name="四角形: 角を丸くする 34">
            <a:extLst>
              <a:ext uri="{FF2B5EF4-FFF2-40B4-BE49-F238E27FC236}">
                <a16:creationId xmlns:a16="http://schemas.microsoft.com/office/drawing/2014/main" id="{9D88FD03-7603-4A95-AE1E-B0B2B690FD17}"/>
              </a:ext>
            </a:extLst>
          </p:cNvPr>
          <p:cNvSpPr/>
          <p:nvPr/>
        </p:nvSpPr>
        <p:spPr bwMode="auto">
          <a:xfrm>
            <a:off x="5733540" y="1836283"/>
            <a:ext cx="2387812" cy="1738449"/>
          </a:xfrm>
          <a:prstGeom prst="roundRect">
            <a:avLst/>
          </a:prstGeom>
          <a:solidFill>
            <a:schemeClr val="bg1"/>
          </a:solidFill>
          <a:ln w="12700" cap="flat" cmpd="sng" algn="ctr">
            <a:solidFill>
              <a:srgbClr val="F0861E"/>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lang="ja-JP" altLang="en-US" sz="1400" b="1" dirty="0">
                <a:latin typeface="メイリオ" panose="020B0604030504040204" pitchFamily="50" charset="-128"/>
                <a:ea typeface="メイリオ" panose="020B0604030504040204" pitchFamily="50" charset="-128"/>
              </a:rPr>
              <a:t>パブリック</a:t>
            </a:r>
            <a:r>
              <a:rPr kumimoji="1" lang="ja-JP" altLang="en-US" sz="1400" b="1"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rPr>
              <a:t>サブネット　　　</a:t>
            </a:r>
            <a:endParaRPr kumimoji="1" lang="en-US" altLang="ja-JP" sz="1400" b="1"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endParaRPr>
          </a:p>
          <a:p>
            <a:pPr marL="0" marR="0" indent="0" defTabSz="914400" rtl="0" eaLnBrk="1" fontAlgn="base" latinLnBrk="0" hangingPunct="1">
              <a:lnSpc>
                <a:spcPct val="100000"/>
              </a:lnSpc>
              <a:spcBef>
                <a:spcPct val="0"/>
              </a:spcBef>
              <a:spcAft>
                <a:spcPct val="0"/>
              </a:spcAft>
              <a:buClrTx/>
              <a:buSzTx/>
              <a:buFontTx/>
              <a:buNone/>
              <a:tabLst/>
            </a:pPr>
            <a:r>
              <a:rPr lang="ja-JP" altLang="en-US" sz="1400" b="1" dirty="0">
                <a:latin typeface="メイリオ" panose="020B0604030504040204" pitchFamily="50" charset="-128"/>
                <a:ea typeface="メイリオ" panose="020B0604030504040204" pitchFamily="50" charset="-128"/>
              </a:rPr>
              <a:t>　</a:t>
            </a:r>
            <a:r>
              <a:rPr kumimoji="1" lang="en-US" altLang="ja-JP" sz="1400" b="0"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rPr>
              <a:t>10.0.2.0/24</a:t>
            </a:r>
            <a:endParaRPr lang="en-US" altLang="ja-JP" sz="1400" dirty="0">
              <a:solidFill>
                <a:srgbClr val="FF0000"/>
              </a:solidFill>
              <a:latin typeface="メイリオ" panose="020B0604030504040204" pitchFamily="50" charset="-128"/>
              <a:ea typeface="メイリオ" panose="020B0604030504040204" pitchFamily="50" charset="-128"/>
            </a:endParaRPr>
          </a:p>
          <a:p>
            <a:pPr marL="0" marR="0" indent="0" defTabSz="914400" rtl="0" eaLnBrk="1" fontAlgn="base" latinLnBrk="0" hangingPunct="1">
              <a:lnSpc>
                <a:spcPct val="100000"/>
              </a:lnSpc>
              <a:spcBef>
                <a:spcPct val="0"/>
              </a:spcBef>
              <a:spcAft>
                <a:spcPct val="0"/>
              </a:spcAft>
              <a:buClrTx/>
              <a:buSzTx/>
              <a:buFontTx/>
              <a:buNone/>
              <a:tabLst/>
            </a:pPr>
            <a:endParaRPr lang="en-US" altLang="ja-JP" sz="1400" dirty="0">
              <a:solidFill>
                <a:srgbClr val="FF0000"/>
              </a:solidFill>
              <a:latin typeface="メイリオ" panose="020B0604030504040204" pitchFamily="50" charset="-128"/>
              <a:ea typeface="メイリオ" panose="020B0604030504040204" pitchFamily="50" charset="-128"/>
            </a:endParaRPr>
          </a:p>
          <a:p>
            <a:pPr marL="0" marR="0" indent="0" defTabSz="914400" rtl="0" eaLnBrk="1" fontAlgn="base" latinLnBrk="0" hangingPunct="1">
              <a:lnSpc>
                <a:spcPct val="100000"/>
              </a:lnSpc>
              <a:spcBef>
                <a:spcPct val="0"/>
              </a:spcBef>
              <a:spcAft>
                <a:spcPct val="0"/>
              </a:spcAft>
              <a:buClrTx/>
              <a:buSzTx/>
              <a:buFontTx/>
              <a:buNone/>
              <a:tabLst/>
            </a:pPr>
            <a:endParaRPr lang="en-US" altLang="ja-JP" sz="1400" dirty="0">
              <a:solidFill>
                <a:srgbClr val="FF0000"/>
              </a:solidFill>
              <a:latin typeface="メイリオ" panose="020B0604030504040204" pitchFamily="50" charset="-128"/>
              <a:ea typeface="メイリオ" panose="020B0604030504040204" pitchFamily="50" charset="-128"/>
            </a:endParaRPr>
          </a:p>
          <a:p>
            <a:pPr marL="0" marR="0" indent="0" defTabSz="914400" rtl="0" eaLnBrk="1" fontAlgn="base" latinLnBrk="0" hangingPunct="1">
              <a:lnSpc>
                <a:spcPct val="100000"/>
              </a:lnSpc>
              <a:spcBef>
                <a:spcPct val="0"/>
              </a:spcBef>
              <a:spcAft>
                <a:spcPct val="0"/>
              </a:spcAft>
              <a:buClrTx/>
              <a:buSzTx/>
              <a:buFontTx/>
              <a:buNone/>
              <a:tabLst/>
            </a:pPr>
            <a:endParaRPr lang="en-US" altLang="ja-JP" sz="1400" dirty="0">
              <a:solidFill>
                <a:srgbClr val="FF0000"/>
              </a:solidFill>
              <a:latin typeface="メイリオ" panose="020B0604030504040204" pitchFamily="50" charset="-128"/>
              <a:ea typeface="メイリオ" panose="020B0604030504040204" pitchFamily="50" charset="-128"/>
            </a:endParaRPr>
          </a:p>
          <a:p>
            <a:pPr marL="0" marR="0" indent="0" defTabSz="914400" rtl="0" eaLnBrk="1" fontAlgn="base" latinLnBrk="0" hangingPunct="1">
              <a:lnSpc>
                <a:spcPct val="100000"/>
              </a:lnSpc>
              <a:spcBef>
                <a:spcPct val="0"/>
              </a:spcBef>
              <a:spcAft>
                <a:spcPct val="0"/>
              </a:spcAft>
              <a:buClrTx/>
              <a:buSzTx/>
              <a:buFontTx/>
              <a:buNone/>
              <a:tabLst/>
            </a:pPr>
            <a:endParaRPr lang="en-US" altLang="ja-JP" sz="1400" dirty="0">
              <a:solidFill>
                <a:srgbClr val="FF0000"/>
              </a:solidFill>
              <a:latin typeface="メイリオ" panose="020B0604030504040204" pitchFamily="50" charset="-128"/>
              <a:ea typeface="メイリオ" panose="020B0604030504040204" pitchFamily="50" charset="-128"/>
            </a:endParaRPr>
          </a:p>
          <a:p>
            <a:pPr marL="0" marR="0" indent="0" defTabSz="914400" rtl="0" eaLnBrk="1" fontAlgn="base" latinLnBrk="0" hangingPunct="1">
              <a:lnSpc>
                <a:spcPct val="100000"/>
              </a:lnSpc>
              <a:spcBef>
                <a:spcPct val="0"/>
              </a:spcBef>
              <a:spcAft>
                <a:spcPct val="0"/>
              </a:spcAft>
              <a:buClrTx/>
              <a:buSzTx/>
              <a:buFontTx/>
              <a:buNone/>
              <a:tabLst/>
            </a:pPr>
            <a:endParaRPr lang="en-US" altLang="ja-JP" sz="1400" dirty="0">
              <a:solidFill>
                <a:srgbClr val="FF0000"/>
              </a:solidFill>
              <a:latin typeface="メイリオ" panose="020B0604030504040204" pitchFamily="50" charset="-128"/>
              <a:ea typeface="メイリオ" panose="020B0604030504040204" pitchFamily="50" charset="-128"/>
            </a:endParaRPr>
          </a:p>
          <a:p>
            <a:pPr marL="0" marR="0" indent="0" defTabSz="914400" rtl="0" eaLnBrk="1" fontAlgn="base" latinLnBrk="0" hangingPunct="1">
              <a:lnSpc>
                <a:spcPct val="100000"/>
              </a:lnSpc>
              <a:spcBef>
                <a:spcPct val="0"/>
              </a:spcBef>
              <a:spcAft>
                <a:spcPct val="0"/>
              </a:spcAft>
              <a:buClrTx/>
              <a:buSzTx/>
              <a:buFontTx/>
              <a:buNone/>
              <a:tabLst/>
            </a:pPr>
            <a:endParaRPr lang="en-US" altLang="ja-JP" sz="1400" dirty="0">
              <a:solidFill>
                <a:srgbClr val="FF0000"/>
              </a:solidFill>
              <a:latin typeface="メイリオ" panose="020B0604030504040204" pitchFamily="50" charset="-128"/>
              <a:ea typeface="メイリオ" panose="020B0604030504040204" pitchFamily="50" charset="-128"/>
            </a:endParaRPr>
          </a:p>
        </p:txBody>
      </p:sp>
      <p:pic>
        <p:nvPicPr>
          <p:cNvPr id="42" name="図 41" descr="音楽 が含まれている画像&#10;&#10;自動的に生成された説明">
            <a:extLst>
              <a:ext uri="{FF2B5EF4-FFF2-40B4-BE49-F238E27FC236}">
                <a16:creationId xmlns:a16="http://schemas.microsoft.com/office/drawing/2014/main" id="{8F8A08E4-3459-4AC2-B707-7FCB5CE9FD7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768676" y="2675915"/>
            <a:ext cx="571869" cy="681077"/>
          </a:xfrm>
          <a:prstGeom prst="rect">
            <a:avLst/>
          </a:prstGeom>
        </p:spPr>
      </p:pic>
      <p:sp>
        <p:nvSpPr>
          <p:cNvPr id="43" name="テキスト ボックス 42">
            <a:extLst>
              <a:ext uri="{FF2B5EF4-FFF2-40B4-BE49-F238E27FC236}">
                <a16:creationId xmlns:a16="http://schemas.microsoft.com/office/drawing/2014/main" id="{49796086-0647-4B4C-AB8E-57EE20BAAE24}"/>
              </a:ext>
            </a:extLst>
          </p:cNvPr>
          <p:cNvSpPr txBox="1"/>
          <p:nvPr/>
        </p:nvSpPr>
        <p:spPr>
          <a:xfrm>
            <a:off x="2791867" y="2976592"/>
            <a:ext cx="495649" cy="276999"/>
          </a:xfrm>
          <a:prstGeom prst="rect">
            <a:avLst/>
          </a:prstGeom>
          <a:noFill/>
        </p:spPr>
        <p:txBody>
          <a:bodyPr wrap="none" rtlCol="0">
            <a:spAutoFit/>
          </a:bodyPr>
          <a:lstStyle/>
          <a:p>
            <a:pPr algn="ctr"/>
            <a:r>
              <a:rPr kumimoji="1" lang="en-US" altLang="ja-JP" sz="1200" b="1" dirty="0">
                <a:solidFill>
                  <a:schemeClr val="bg1"/>
                </a:solidFill>
                <a:latin typeface="メイリオ" panose="020B0604030504040204" pitchFamily="50" charset="-128"/>
                <a:ea typeface="メイリオ" panose="020B0604030504040204" pitchFamily="50" charset="-128"/>
              </a:rPr>
              <a:t>EC2</a:t>
            </a:r>
          </a:p>
        </p:txBody>
      </p:sp>
      <p:cxnSp>
        <p:nvCxnSpPr>
          <p:cNvPr id="49" name="コネクタ: カギ線 48">
            <a:extLst>
              <a:ext uri="{FF2B5EF4-FFF2-40B4-BE49-F238E27FC236}">
                <a16:creationId xmlns:a16="http://schemas.microsoft.com/office/drawing/2014/main" id="{17934989-AD9B-4DB2-A114-0FBAE7D98973}"/>
              </a:ext>
            </a:extLst>
          </p:cNvPr>
          <p:cNvCxnSpPr>
            <a:cxnSpLocks/>
            <a:stCxn id="50" idx="2"/>
            <a:endCxn id="42" idx="0"/>
          </p:cNvCxnSpPr>
          <p:nvPr/>
        </p:nvCxnSpPr>
        <p:spPr bwMode="auto">
          <a:xfrm rot="5400000">
            <a:off x="3888423" y="1505313"/>
            <a:ext cx="336791" cy="2004413"/>
          </a:xfrm>
          <a:prstGeom prst="bentConnector3">
            <a:avLst>
              <a:gd name="adj1" fmla="val 50000"/>
            </a:avLst>
          </a:prstGeom>
          <a:noFill/>
          <a:ln w="31750" cap="flat" cmpd="sng" algn="ctr">
            <a:solidFill>
              <a:srgbClr val="FF0000"/>
            </a:solidFill>
            <a:prstDash val="solid"/>
            <a:round/>
            <a:headEnd type="none" w="med" len="med"/>
            <a:tailEnd type="triangle"/>
          </a:ln>
          <a:effectLst/>
        </p:spPr>
      </p:cxnSp>
      <p:pic>
        <p:nvPicPr>
          <p:cNvPr id="50" name="図 49">
            <a:extLst>
              <a:ext uri="{FF2B5EF4-FFF2-40B4-BE49-F238E27FC236}">
                <a16:creationId xmlns:a16="http://schemas.microsoft.com/office/drawing/2014/main" id="{91E526BE-5C42-4DBB-8E6B-A2408502405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802733" y="1801739"/>
            <a:ext cx="512582" cy="537385"/>
          </a:xfrm>
          <a:prstGeom prst="rect">
            <a:avLst/>
          </a:prstGeom>
        </p:spPr>
      </p:pic>
      <p:cxnSp>
        <p:nvCxnSpPr>
          <p:cNvPr id="57" name="コネクタ: カギ線 56">
            <a:extLst>
              <a:ext uri="{FF2B5EF4-FFF2-40B4-BE49-F238E27FC236}">
                <a16:creationId xmlns:a16="http://schemas.microsoft.com/office/drawing/2014/main" id="{7121B37B-9BDF-4068-B432-5969109C4B59}"/>
              </a:ext>
            </a:extLst>
          </p:cNvPr>
          <p:cNvCxnSpPr>
            <a:cxnSpLocks/>
            <a:stCxn id="50" idx="2"/>
            <a:endCxn id="59" idx="0"/>
          </p:cNvCxnSpPr>
          <p:nvPr/>
        </p:nvCxnSpPr>
        <p:spPr bwMode="auto">
          <a:xfrm rot="16200000" flipH="1">
            <a:off x="5839551" y="1558596"/>
            <a:ext cx="336791" cy="1897845"/>
          </a:xfrm>
          <a:prstGeom prst="bentConnector3">
            <a:avLst>
              <a:gd name="adj1" fmla="val 50000"/>
            </a:avLst>
          </a:prstGeom>
          <a:noFill/>
          <a:ln w="31750" cap="flat" cmpd="sng" algn="ctr">
            <a:solidFill>
              <a:srgbClr val="FF0000"/>
            </a:solidFill>
            <a:prstDash val="solid"/>
            <a:round/>
            <a:headEnd type="none" w="med" len="med"/>
            <a:tailEnd type="triangle"/>
          </a:ln>
          <a:effectLst/>
        </p:spPr>
      </p:cxnSp>
      <p:pic>
        <p:nvPicPr>
          <p:cNvPr id="59" name="図 58" descr="音楽 が含まれている画像&#10;&#10;自動的に生成された説明">
            <a:extLst>
              <a:ext uri="{FF2B5EF4-FFF2-40B4-BE49-F238E27FC236}">
                <a16:creationId xmlns:a16="http://schemas.microsoft.com/office/drawing/2014/main" id="{1F3FE59D-F52B-4CBE-9CCA-DA326D100F2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670934" y="2675915"/>
            <a:ext cx="571869" cy="681077"/>
          </a:xfrm>
          <a:prstGeom prst="rect">
            <a:avLst/>
          </a:prstGeom>
        </p:spPr>
      </p:pic>
      <p:sp>
        <p:nvSpPr>
          <p:cNvPr id="60" name="テキスト ボックス 59">
            <a:extLst>
              <a:ext uri="{FF2B5EF4-FFF2-40B4-BE49-F238E27FC236}">
                <a16:creationId xmlns:a16="http://schemas.microsoft.com/office/drawing/2014/main" id="{9166DD9E-B101-4D1D-BF60-3F46479193D1}"/>
              </a:ext>
            </a:extLst>
          </p:cNvPr>
          <p:cNvSpPr txBox="1"/>
          <p:nvPr/>
        </p:nvSpPr>
        <p:spPr>
          <a:xfrm>
            <a:off x="6694125" y="2976592"/>
            <a:ext cx="495649" cy="276999"/>
          </a:xfrm>
          <a:prstGeom prst="rect">
            <a:avLst/>
          </a:prstGeom>
          <a:noFill/>
        </p:spPr>
        <p:txBody>
          <a:bodyPr wrap="none" rtlCol="0">
            <a:spAutoFit/>
          </a:bodyPr>
          <a:lstStyle/>
          <a:p>
            <a:pPr algn="ctr"/>
            <a:r>
              <a:rPr kumimoji="1" lang="en-US" altLang="ja-JP" sz="1200" b="1" dirty="0">
                <a:solidFill>
                  <a:schemeClr val="bg1"/>
                </a:solidFill>
                <a:latin typeface="メイリオ" panose="020B0604030504040204" pitchFamily="50" charset="-128"/>
                <a:ea typeface="メイリオ" panose="020B0604030504040204" pitchFamily="50" charset="-128"/>
              </a:rPr>
              <a:t>EC2</a:t>
            </a:r>
          </a:p>
        </p:txBody>
      </p:sp>
      <p:sp>
        <p:nvSpPr>
          <p:cNvPr id="93" name="テキスト ボックス 92">
            <a:extLst>
              <a:ext uri="{FF2B5EF4-FFF2-40B4-BE49-F238E27FC236}">
                <a16:creationId xmlns:a16="http://schemas.microsoft.com/office/drawing/2014/main" id="{6E27F6B4-061C-4883-9A91-6583071CE89B}"/>
              </a:ext>
            </a:extLst>
          </p:cNvPr>
          <p:cNvSpPr txBox="1"/>
          <p:nvPr/>
        </p:nvSpPr>
        <p:spPr>
          <a:xfrm>
            <a:off x="4997446" y="2264832"/>
            <a:ext cx="439544" cy="246221"/>
          </a:xfrm>
          <a:prstGeom prst="rect">
            <a:avLst/>
          </a:prstGeom>
          <a:noFill/>
        </p:spPr>
        <p:txBody>
          <a:bodyPr wrap="none" rtlCol="0">
            <a:spAutoFit/>
          </a:bodyPr>
          <a:lstStyle/>
          <a:p>
            <a:pPr algn="ctr"/>
            <a:r>
              <a:rPr kumimoji="1" lang="en-US" altLang="ja-JP" sz="1000" b="1" dirty="0">
                <a:latin typeface="メイリオ" panose="020B0604030504040204" pitchFamily="50" charset="-128"/>
                <a:ea typeface="メイリオ" panose="020B0604030504040204" pitchFamily="50" charset="-128"/>
              </a:rPr>
              <a:t>ELB</a:t>
            </a:r>
            <a:endParaRPr lang="en-US" altLang="ja-JP" sz="1000" b="1"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4001630203"/>
      </p:ext>
    </p:extLst>
  </p:cSld>
  <p:clrMapOvr>
    <a:masterClrMapping/>
  </p:clrMapOvr>
  <mc:AlternateContent xmlns:mc="http://schemas.openxmlformats.org/markup-compatibility/2006" xmlns:p14="http://schemas.microsoft.com/office/powerpoint/2010/main">
    <mc:Choice Requires="p14">
      <p:transition spd="slow" p14:dur="2000" advTm="44755"/>
    </mc:Choice>
    <mc:Fallback xmlns="">
      <p:transition spd="slow" advTm="44755"/>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四角形: 角を丸くする 3">
            <a:extLst>
              <a:ext uri="{FF2B5EF4-FFF2-40B4-BE49-F238E27FC236}">
                <a16:creationId xmlns:a16="http://schemas.microsoft.com/office/drawing/2014/main" id="{C87F7B2C-1880-4B60-8AC9-CF61C01889AB}"/>
              </a:ext>
            </a:extLst>
          </p:cNvPr>
          <p:cNvSpPr/>
          <p:nvPr/>
        </p:nvSpPr>
        <p:spPr bwMode="auto">
          <a:xfrm>
            <a:off x="992560" y="966761"/>
            <a:ext cx="8208912" cy="5321881"/>
          </a:xfrm>
          <a:prstGeom prst="roundRect">
            <a:avLst/>
          </a:prstGeom>
          <a:solidFill>
            <a:schemeClr val="bg1"/>
          </a:solidFill>
          <a:ln w="12700" cap="flat" cmpd="sng" algn="ctr">
            <a:solidFill>
              <a:srgbClr val="F0861E"/>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ja-JP" altLang="en-US" sz="1400" b="0" i="0" u="none" strike="noStrike" cap="none" normalizeH="0" baseline="0">
              <a:ln>
                <a:noFill/>
              </a:ln>
              <a:solidFill>
                <a:schemeClr val="tx1"/>
              </a:solidFill>
              <a:effectLst/>
              <a:latin typeface="ＭＳ Ｐゴシック" pitchFamily="50" charset="-128"/>
              <a:ea typeface="ＭＳ Ｐゴシック" pitchFamily="50" charset="-128"/>
            </a:endParaRPr>
          </a:p>
        </p:txBody>
      </p:sp>
      <p:sp>
        <p:nvSpPr>
          <p:cNvPr id="30" name="正方形/長方形 29">
            <a:extLst>
              <a:ext uri="{FF2B5EF4-FFF2-40B4-BE49-F238E27FC236}">
                <a16:creationId xmlns:a16="http://schemas.microsoft.com/office/drawing/2014/main" id="{779A921B-5F5F-41CF-ABB5-F1E78B301100}"/>
              </a:ext>
            </a:extLst>
          </p:cNvPr>
          <p:cNvSpPr/>
          <p:nvPr/>
        </p:nvSpPr>
        <p:spPr bwMode="auto">
          <a:xfrm>
            <a:off x="5280146" y="1372204"/>
            <a:ext cx="3256634" cy="4537251"/>
          </a:xfrm>
          <a:prstGeom prst="rect">
            <a:avLst/>
          </a:prstGeom>
          <a:solidFill>
            <a:srgbClr val="FFC000"/>
          </a:solidFill>
          <a:ln w="12700" cap="flat" cmpd="sng" algn="ctr">
            <a:no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altLang="ja-JP" sz="1400" b="1" dirty="0">
                <a:solidFill>
                  <a:schemeClr val="bg1"/>
                </a:solidFill>
                <a:latin typeface="メイリオ" panose="020B0604030504040204" pitchFamily="50" charset="-128"/>
                <a:ea typeface="メイリオ" panose="020B0604030504040204" pitchFamily="50" charset="-128"/>
              </a:rPr>
              <a:t>AZ</a:t>
            </a:r>
            <a:endParaRPr kumimoji="1" lang="ja-JP" altLang="en-US" sz="1400" b="1"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endParaRPr>
          </a:p>
        </p:txBody>
      </p:sp>
      <p:sp>
        <p:nvSpPr>
          <p:cNvPr id="27" name="タイトル 1">
            <a:extLst>
              <a:ext uri="{FF2B5EF4-FFF2-40B4-BE49-F238E27FC236}">
                <a16:creationId xmlns:a16="http://schemas.microsoft.com/office/drawing/2014/main" id="{48F80BE1-D063-4240-BFC7-C8D243720250}"/>
              </a:ext>
            </a:extLst>
          </p:cNvPr>
          <p:cNvSpPr txBox="1">
            <a:spLocks/>
          </p:cNvSpPr>
          <p:nvPr/>
        </p:nvSpPr>
        <p:spPr bwMode="auto">
          <a:xfrm>
            <a:off x="631222" y="201863"/>
            <a:ext cx="8642258" cy="50208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rtl="0" fontAlgn="base">
              <a:lnSpc>
                <a:spcPct val="90000"/>
              </a:lnSpc>
              <a:spcBef>
                <a:spcPct val="0"/>
              </a:spcBef>
              <a:spcAft>
                <a:spcPct val="0"/>
              </a:spcAft>
              <a:defRPr kumimoji="1" sz="2000">
                <a:solidFill>
                  <a:schemeClr val="tx2"/>
                </a:solidFill>
                <a:latin typeface="游明朝" panose="02020400000000000000" pitchFamily="18" charset="-128"/>
                <a:ea typeface="游明朝" panose="02020400000000000000" pitchFamily="18" charset="-128"/>
                <a:cs typeface="+mj-cs"/>
              </a:defRPr>
            </a:lvl1pPr>
            <a:lvl2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2pPr>
            <a:lvl3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3pPr>
            <a:lvl4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4pPr>
            <a:lvl5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5pPr>
            <a:lvl6pPr marL="4572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6pPr>
            <a:lvl7pPr marL="9144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7pPr>
            <a:lvl8pPr marL="13716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8pPr>
            <a:lvl9pPr marL="18288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9pPr>
          </a:lstStyle>
          <a:p>
            <a:pPr algn="l"/>
            <a:r>
              <a:rPr lang="ja-JP" altLang="en-US" sz="3000" dirty="0">
                <a:latin typeface="メイリオ" panose="020B0604030504040204" pitchFamily="50" charset="-128"/>
                <a:ea typeface="メイリオ" panose="020B0604030504040204" pitchFamily="50" charset="-128"/>
              </a:rPr>
              <a:t>今回構築するアーキテクチャ②</a:t>
            </a:r>
          </a:p>
        </p:txBody>
      </p:sp>
      <p:sp>
        <p:nvSpPr>
          <p:cNvPr id="2" name="正方形/長方形 1">
            <a:extLst>
              <a:ext uri="{FF2B5EF4-FFF2-40B4-BE49-F238E27FC236}">
                <a16:creationId xmlns:a16="http://schemas.microsoft.com/office/drawing/2014/main" id="{2C522B5A-5DBC-4FC0-BCBE-401D0496F254}"/>
              </a:ext>
            </a:extLst>
          </p:cNvPr>
          <p:cNvSpPr/>
          <p:nvPr/>
        </p:nvSpPr>
        <p:spPr bwMode="auto">
          <a:xfrm>
            <a:off x="704528" y="836712"/>
            <a:ext cx="8640960" cy="5544616"/>
          </a:xfrm>
          <a:prstGeom prst="rect">
            <a:avLst/>
          </a:prstGeom>
          <a:noFill/>
          <a:ln w="12700" cap="flat" cmpd="sng" algn="ctr">
            <a:solidFill>
              <a:schemeClr val="tx1"/>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ja-JP" altLang="en-US" sz="1600" b="0" i="0" u="none" strike="noStrike" cap="none" normalizeH="0" baseline="0">
              <a:ln>
                <a:noFill/>
              </a:ln>
              <a:solidFill>
                <a:schemeClr val="tx1"/>
              </a:solidFill>
              <a:effectLst/>
              <a:latin typeface="ＭＳ Ｐゴシック" pitchFamily="50" charset="-128"/>
              <a:ea typeface="ＭＳ Ｐゴシック" pitchFamily="50" charset="-128"/>
            </a:endParaRPr>
          </a:p>
        </p:txBody>
      </p:sp>
      <p:sp>
        <p:nvSpPr>
          <p:cNvPr id="6" name="正方形/長方形 5">
            <a:extLst>
              <a:ext uri="{FF2B5EF4-FFF2-40B4-BE49-F238E27FC236}">
                <a16:creationId xmlns:a16="http://schemas.microsoft.com/office/drawing/2014/main" id="{1EA0A630-B9F7-4A0F-BCE8-2E94169DBDE1}"/>
              </a:ext>
            </a:extLst>
          </p:cNvPr>
          <p:cNvSpPr/>
          <p:nvPr/>
        </p:nvSpPr>
        <p:spPr bwMode="auto">
          <a:xfrm>
            <a:off x="1537757" y="1372204"/>
            <a:ext cx="3256634" cy="4537251"/>
          </a:xfrm>
          <a:prstGeom prst="rect">
            <a:avLst/>
          </a:prstGeom>
          <a:solidFill>
            <a:srgbClr val="FFC000"/>
          </a:solidFill>
          <a:ln w="12700" cap="flat" cmpd="sng" algn="ctr">
            <a:no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altLang="ja-JP" sz="1400" b="1" dirty="0">
                <a:solidFill>
                  <a:schemeClr val="bg1"/>
                </a:solidFill>
                <a:latin typeface="メイリオ" panose="020B0604030504040204" pitchFamily="50" charset="-128"/>
                <a:ea typeface="メイリオ" panose="020B0604030504040204" pitchFamily="50" charset="-128"/>
              </a:rPr>
              <a:t>AZ</a:t>
            </a:r>
            <a:endParaRPr kumimoji="1" lang="ja-JP" altLang="en-US" sz="1400" b="1"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endParaRPr>
          </a:p>
        </p:txBody>
      </p:sp>
      <p:pic>
        <p:nvPicPr>
          <p:cNvPr id="7" name="Picture 2" descr="ãVPC ã¢ã¤ã³ã³ãã®ç»åæ¤ç´¢çµæ">
            <a:extLst>
              <a:ext uri="{FF2B5EF4-FFF2-40B4-BE49-F238E27FC236}">
                <a16:creationId xmlns:a16="http://schemas.microsoft.com/office/drawing/2014/main" id="{08E65A2E-1443-436D-A065-21B30D257D5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3311" y="596453"/>
            <a:ext cx="838961" cy="832646"/>
          </a:xfrm>
          <a:prstGeom prst="rect">
            <a:avLst/>
          </a:prstGeom>
          <a:noFill/>
          <a:extLst>
            <a:ext uri="{909E8E84-426E-40DD-AFC4-6F175D3DCCD1}">
              <a14:hiddenFill xmlns:a14="http://schemas.microsoft.com/office/drawing/2010/main">
                <a:solidFill>
                  <a:srgbClr val="FFFFFF"/>
                </a:solidFill>
              </a14:hiddenFill>
            </a:ext>
          </a:extLst>
        </p:spPr>
      </p:pic>
      <p:sp>
        <p:nvSpPr>
          <p:cNvPr id="8" name="四角形: 角を丸くする 7">
            <a:extLst>
              <a:ext uri="{FF2B5EF4-FFF2-40B4-BE49-F238E27FC236}">
                <a16:creationId xmlns:a16="http://schemas.microsoft.com/office/drawing/2014/main" id="{9E5D6B59-FDF8-4CD4-9E0E-16D775507CF1}"/>
              </a:ext>
            </a:extLst>
          </p:cNvPr>
          <p:cNvSpPr/>
          <p:nvPr/>
        </p:nvSpPr>
        <p:spPr bwMode="auto">
          <a:xfrm>
            <a:off x="1928664" y="3789039"/>
            <a:ext cx="2387812" cy="1738449"/>
          </a:xfrm>
          <a:prstGeom prst="roundRect">
            <a:avLst/>
          </a:prstGeom>
          <a:solidFill>
            <a:schemeClr val="bg1"/>
          </a:solidFill>
          <a:ln w="12700" cap="flat" cmpd="sng" algn="ctr">
            <a:solidFill>
              <a:srgbClr val="F0861E"/>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kumimoji="1" lang="ja-JP" altLang="en-US" sz="1400" b="1"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rPr>
              <a:t>プライベートサブネット</a:t>
            </a:r>
            <a:r>
              <a:rPr kumimoji="1" lang="en-US" altLang="ja-JP" sz="1400" b="0"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rPr>
              <a:t>10.0.1.0/24</a:t>
            </a:r>
            <a:endParaRPr kumimoji="1" lang="ja-JP" altLang="en-US" sz="1400" b="0"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endParaRPr>
          </a:p>
        </p:txBody>
      </p:sp>
      <p:sp>
        <p:nvSpPr>
          <p:cNvPr id="10" name="四角形: 角を丸くする 9">
            <a:extLst>
              <a:ext uri="{FF2B5EF4-FFF2-40B4-BE49-F238E27FC236}">
                <a16:creationId xmlns:a16="http://schemas.microsoft.com/office/drawing/2014/main" id="{3CD98C52-3635-465F-B70D-A5C84D505081}"/>
              </a:ext>
            </a:extLst>
          </p:cNvPr>
          <p:cNvSpPr/>
          <p:nvPr/>
        </p:nvSpPr>
        <p:spPr bwMode="auto">
          <a:xfrm>
            <a:off x="5733540" y="3789039"/>
            <a:ext cx="2387812" cy="1738449"/>
          </a:xfrm>
          <a:prstGeom prst="roundRect">
            <a:avLst/>
          </a:prstGeom>
          <a:solidFill>
            <a:schemeClr val="bg1"/>
          </a:solidFill>
          <a:ln w="12700" cap="flat" cmpd="sng" algn="ctr">
            <a:solidFill>
              <a:srgbClr val="F0861E"/>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kumimoji="1" lang="ja-JP" altLang="en-US" sz="1400" b="1"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rPr>
              <a:t>プライベートサブネット　　　</a:t>
            </a:r>
            <a:endParaRPr kumimoji="1" lang="en-US" altLang="ja-JP" sz="1400" b="1"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endParaRPr>
          </a:p>
          <a:p>
            <a:pPr marL="0" marR="0" indent="0" defTabSz="914400" rtl="0" eaLnBrk="1" fontAlgn="base" latinLnBrk="0" hangingPunct="1">
              <a:lnSpc>
                <a:spcPct val="100000"/>
              </a:lnSpc>
              <a:spcBef>
                <a:spcPct val="0"/>
              </a:spcBef>
              <a:spcAft>
                <a:spcPct val="0"/>
              </a:spcAft>
              <a:buClrTx/>
              <a:buSzTx/>
              <a:buFontTx/>
              <a:buNone/>
              <a:tabLst/>
            </a:pPr>
            <a:r>
              <a:rPr lang="ja-JP" altLang="en-US" sz="1400" b="1" dirty="0">
                <a:latin typeface="メイリオ" panose="020B0604030504040204" pitchFamily="50" charset="-128"/>
                <a:ea typeface="メイリオ" panose="020B0604030504040204" pitchFamily="50" charset="-128"/>
              </a:rPr>
              <a:t>　</a:t>
            </a:r>
            <a:r>
              <a:rPr kumimoji="1" lang="en-US" altLang="ja-JP" sz="1400" b="0"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rPr>
              <a:t>10.0.3.0/24</a:t>
            </a:r>
            <a:endParaRPr lang="en-US" altLang="ja-JP" sz="1400" dirty="0">
              <a:solidFill>
                <a:srgbClr val="FF0000"/>
              </a:solidFill>
              <a:latin typeface="メイリオ" panose="020B0604030504040204" pitchFamily="50" charset="-128"/>
              <a:ea typeface="メイリオ" panose="020B0604030504040204" pitchFamily="50" charset="-128"/>
            </a:endParaRPr>
          </a:p>
          <a:p>
            <a:pPr marL="0" marR="0" indent="0" defTabSz="914400" rtl="0" eaLnBrk="1" fontAlgn="base" latinLnBrk="0" hangingPunct="1">
              <a:lnSpc>
                <a:spcPct val="100000"/>
              </a:lnSpc>
              <a:spcBef>
                <a:spcPct val="0"/>
              </a:spcBef>
              <a:spcAft>
                <a:spcPct val="0"/>
              </a:spcAft>
              <a:buClrTx/>
              <a:buSzTx/>
              <a:buFontTx/>
              <a:buNone/>
              <a:tabLst/>
            </a:pPr>
            <a:endParaRPr lang="en-US" altLang="ja-JP" sz="1400" dirty="0">
              <a:solidFill>
                <a:srgbClr val="FF0000"/>
              </a:solidFill>
              <a:latin typeface="メイリオ" panose="020B0604030504040204" pitchFamily="50" charset="-128"/>
              <a:ea typeface="メイリオ" panose="020B0604030504040204" pitchFamily="50" charset="-128"/>
            </a:endParaRPr>
          </a:p>
          <a:p>
            <a:pPr marL="0" marR="0" indent="0" defTabSz="914400" rtl="0" eaLnBrk="1" fontAlgn="base" latinLnBrk="0" hangingPunct="1">
              <a:lnSpc>
                <a:spcPct val="100000"/>
              </a:lnSpc>
              <a:spcBef>
                <a:spcPct val="0"/>
              </a:spcBef>
              <a:spcAft>
                <a:spcPct val="0"/>
              </a:spcAft>
              <a:buClrTx/>
              <a:buSzTx/>
              <a:buFontTx/>
              <a:buNone/>
              <a:tabLst/>
            </a:pPr>
            <a:endParaRPr lang="en-US" altLang="ja-JP" sz="1400" dirty="0">
              <a:solidFill>
                <a:srgbClr val="FF0000"/>
              </a:solidFill>
              <a:latin typeface="メイリオ" panose="020B0604030504040204" pitchFamily="50" charset="-128"/>
              <a:ea typeface="メイリオ" panose="020B0604030504040204" pitchFamily="50" charset="-128"/>
            </a:endParaRPr>
          </a:p>
          <a:p>
            <a:pPr marL="0" marR="0" indent="0" defTabSz="914400" rtl="0" eaLnBrk="1" fontAlgn="base" latinLnBrk="0" hangingPunct="1">
              <a:lnSpc>
                <a:spcPct val="100000"/>
              </a:lnSpc>
              <a:spcBef>
                <a:spcPct val="0"/>
              </a:spcBef>
              <a:spcAft>
                <a:spcPct val="0"/>
              </a:spcAft>
              <a:buClrTx/>
              <a:buSzTx/>
              <a:buFontTx/>
              <a:buNone/>
              <a:tabLst/>
            </a:pPr>
            <a:endParaRPr lang="en-US" altLang="ja-JP" sz="1400" dirty="0">
              <a:solidFill>
                <a:srgbClr val="FF0000"/>
              </a:solidFill>
              <a:latin typeface="メイリオ" panose="020B0604030504040204" pitchFamily="50" charset="-128"/>
              <a:ea typeface="メイリオ" panose="020B0604030504040204" pitchFamily="50" charset="-128"/>
            </a:endParaRPr>
          </a:p>
          <a:p>
            <a:pPr marL="0" marR="0" indent="0" defTabSz="914400" rtl="0" eaLnBrk="1" fontAlgn="base" latinLnBrk="0" hangingPunct="1">
              <a:lnSpc>
                <a:spcPct val="100000"/>
              </a:lnSpc>
              <a:spcBef>
                <a:spcPct val="0"/>
              </a:spcBef>
              <a:spcAft>
                <a:spcPct val="0"/>
              </a:spcAft>
              <a:buClrTx/>
              <a:buSzTx/>
              <a:buFontTx/>
              <a:buNone/>
              <a:tabLst/>
            </a:pPr>
            <a:endParaRPr lang="en-US" altLang="ja-JP" sz="1400" dirty="0">
              <a:solidFill>
                <a:srgbClr val="FF0000"/>
              </a:solidFill>
              <a:latin typeface="メイリオ" panose="020B0604030504040204" pitchFamily="50" charset="-128"/>
              <a:ea typeface="メイリオ" panose="020B0604030504040204" pitchFamily="50" charset="-128"/>
            </a:endParaRPr>
          </a:p>
          <a:p>
            <a:pPr marL="0" marR="0" indent="0" defTabSz="914400" rtl="0" eaLnBrk="1" fontAlgn="base" latinLnBrk="0" hangingPunct="1">
              <a:lnSpc>
                <a:spcPct val="100000"/>
              </a:lnSpc>
              <a:spcBef>
                <a:spcPct val="0"/>
              </a:spcBef>
              <a:spcAft>
                <a:spcPct val="0"/>
              </a:spcAft>
              <a:buClrTx/>
              <a:buSzTx/>
              <a:buFontTx/>
              <a:buNone/>
              <a:tabLst/>
            </a:pPr>
            <a:endParaRPr lang="en-US" altLang="ja-JP" sz="1400" dirty="0">
              <a:solidFill>
                <a:srgbClr val="FF0000"/>
              </a:solidFill>
              <a:latin typeface="メイリオ" panose="020B0604030504040204" pitchFamily="50" charset="-128"/>
              <a:ea typeface="メイリオ" panose="020B0604030504040204" pitchFamily="50" charset="-128"/>
            </a:endParaRPr>
          </a:p>
          <a:p>
            <a:pPr marL="0" marR="0" indent="0" defTabSz="914400" rtl="0" eaLnBrk="1" fontAlgn="base" latinLnBrk="0" hangingPunct="1">
              <a:lnSpc>
                <a:spcPct val="100000"/>
              </a:lnSpc>
              <a:spcBef>
                <a:spcPct val="0"/>
              </a:spcBef>
              <a:spcAft>
                <a:spcPct val="0"/>
              </a:spcAft>
              <a:buClrTx/>
              <a:buSzTx/>
              <a:buFontTx/>
              <a:buNone/>
              <a:tabLst/>
            </a:pPr>
            <a:endParaRPr lang="en-US" altLang="ja-JP" sz="1400" dirty="0">
              <a:solidFill>
                <a:srgbClr val="FF0000"/>
              </a:solidFill>
              <a:latin typeface="メイリオ" panose="020B0604030504040204" pitchFamily="50" charset="-128"/>
              <a:ea typeface="メイリオ" panose="020B0604030504040204" pitchFamily="50" charset="-128"/>
            </a:endParaRPr>
          </a:p>
        </p:txBody>
      </p:sp>
      <p:sp>
        <p:nvSpPr>
          <p:cNvPr id="12" name="コンテンツ プレースホルダー 2">
            <a:extLst>
              <a:ext uri="{FF2B5EF4-FFF2-40B4-BE49-F238E27FC236}">
                <a16:creationId xmlns:a16="http://schemas.microsoft.com/office/drawing/2014/main" id="{40DB0CDD-695E-45E4-A903-9C957545E18B}"/>
              </a:ext>
            </a:extLst>
          </p:cNvPr>
          <p:cNvSpPr txBox="1">
            <a:spLocks/>
          </p:cNvSpPr>
          <p:nvPr/>
        </p:nvSpPr>
        <p:spPr>
          <a:xfrm>
            <a:off x="1928664" y="1043043"/>
            <a:ext cx="2033449" cy="289386"/>
          </a:xfrm>
          <a:prstGeom prst="rect">
            <a:avLst/>
          </a:prstGeom>
        </p:spPr>
        <p:txBody>
          <a:bodyPr vert="horz" lIns="74295" tIns="37148" rIns="74295" bIns="37148" rtlCol="0">
            <a:noAutofit/>
          </a:bodyPr>
          <a:lstStyle>
            <a:lvl1pPr marL="228600" indent="-228600" algn="l" defTabSz="914400" rtl="0" eaLnBrk="1" latinLnBrk="0" hangingPunct="1">
              <a:lnSpc>
                <a:spcPct val="90000"/>
              </a:lnSpc>
              <a:spcBef>
                <a:spcPts val="1000"/>
              </a:spcBef>
              <a:buFont typeface="Wingdings 2" pitchFamily="18" charset="2"/>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2" pitchFamily="18" charset="2"/>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2" pitchFamily="18" charset="2"/>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5pPr>
            <a:lvl6pPr marL="25146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6pPr>
            <a:lvl7pPr marL="29718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7pPr>
            <a:lvl8pPr marL="34290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8pPr>
            <a:lvl9pPr marL="38862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9pPr>
          </a:lstStyle>
          <a:p>
            <a:pPr marL="0" indent="0">
              <a:buNone/>
            </a:pPr>
            <a:r>
              <a:rPr lang="en-US" altLang="ja-JP" sz="1400" dirty="0">
                <a:solidFill>
                  <a:srgbClr val="FF0000"/>
                </a:solidFill>
                <a:latin typeface="メイリオ" panose="020B0604030504040204" pitchFamily="50" charset="-128"/>
                <a:ea typeface="メイリオ" panose="020B0604030504040204" pitchFamily="50" charset="-128"/>
              </a:rPr>
              <a:t>10.0.0.0/16</a:t>
            </a:r>
          </a:p>
        </p:txBody>
      </p:sp>
      <p:pic>
        <p:nvPicPr>
          <p:cNvPr id="13" name="図 12">
            <a:extLst>
              <a:ext uri="{FF2B5EF4-FFF2-40B4-BE49-F238E27FC236}">
                <a16:creationId xmlns:a16="http://schemas.microsoft.com/office/drawing/2014/main" id="{FAD99AC1-B9C9-4142-8746-8CAFBF470F8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794391" y="681479"/>
            <a:ext cx="529267" cy="550699"/>
          </a:xfrm>
          <a:prstGeom prst="rect">
            <a:avLst/>
          </a:prstGeom>
        </p:spPr>
      </p:pic>
      <p:cxnSp>
        <p:nvCxnSpPr>
          <p:cNvPr id="17" name="コネクタ: カギ線 23">
            <a:extLst>
              <a:ext uri="{FF2B5EF4-FFF2-40B4-BE49-F238E27FC236}">
                <a16:creationId xmlns:a16="http://schemas.microsoft.com/office/drawing/2014/main" id="{60D83496-92A4-492E-8EF7-2465DDF9E75A}"/>
              </a:ext>
            </a:extLst>
          </p:cNvPr>
          <p:cNvCxnSpPr>
            <a:cxnSpLocks/>
            <a:stCxn id="13" idx="2"/>
            <a:endCxn id="50" idx="0"/>
          </p:cNvCxnSpPr>
          <p:nvPr/>
        </p:nvCxnSpPr>
        <p:spPr bwMode="auto">
          <a:xfrm flipH="1">
            <a:off x="5059024" y="1232178"/>
            <a:ext cx="1" cy="569561"/>
          </a:xfrm>
          <a:prstGeom prst="straightConnector1">
            <a:avLst/>
          </a:prstGeom>
          <a:noFill/>
          <a:ln w="31750" cap="flat" cmpd="sng" algn="ctr">
            <a:solidFill>
              <a:srgbClr val="FF0000"/>
            </a:solidFill>
            <a:prstDash val="solid"/>
            <a:round/>
            <a:headEnd type="none" w="med" len="med"/>
            <a:tailEnd type="triangle"/>
          </a:ln>
          <a:effectLst/>
        </p:spPr>
      </p:cxnSp>
      <p:sp>
        <p:nvSpPr>
          <p:cNvPr id="34" name="四角形: 角を丸くする 33">
            <a:extLst>
              <a:ext uri="{FF2B5EF4-FFF2-40B4-BE49-F238E27FC236}">
                <a16:creationId xmlns:a16="http://schemas.microsoft.com/office/drawing/2014/main" id="{BEF47C67-D55F-4ECD-9869-013386558229}"/>
              </a:ext>
            </a:extLst>
          </p:cNvPr>
          <p:cNvSpPr/>
          <p:nvPr/>
        </p:nvSpPr>
        <p:spPr bwMode="auto">
          <a:xfrm>
            <a:off x="1928664" y="1836283"/>
            <a:ext cx="2387812" cy="1738449"/>
          </a:xfrm>
          <a:prstGeom prst="roundRect">
            <a:avLst/>
          </a:prstGeom>
          <a:solidFill>
            <a:schemeClr val="bg1"/>
          </a:solidFill>
          <a:ln w="12700" cap="flat" cmpd="sng" algn="ctr">
            <a:solidFill>
              <a:srgbClr val="F0861E"/>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kumimoji="1" lang="ja-JP" altLang="en-US" sz="1400" b="1"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rPr>
              <a:t>パブリックサブネット</a:t>
            </a:r>
            <a:r>
              <a:rPr kumimoji="1" lang="en-US" altLang="ja-JP" sz="1400" b="0"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rPr>
              <a:t>10.0.0.0/24</a:t>
            </a:r>
            <a:r>
              <a:rPr lang="en-US" altLang="ja-JP" sz="1400" dirty="0">
                <a:solidFill>
                  <a:srgbClr val="FF0000"/>
                </a:solidFill>
                <a:latin typeface="メイリオ" panose="020B0604030504040204" pitchFamily="50" charset="-128"/>
                <a:ea typeface="メイリオ" panose="020B0604030504040204" pitchFamily="50" charset="-128"/>
              </a:rPr>
              <a:t>	</a:t>
            </a:r>
            <a:endParaRPr kumimoji="1" lang="ja-JP" altLang="en-US" sz="1400" b="0"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endParaRPr>
          </a:p>
        </p:txBody>
      </p:sp>
      <p:sp>
        <p:nvSpPr>
          <p:cNvPr id="35" name="四角形: 角を丸くする 34">
            <a:extLst>
              <a:ext uri="{FF2B5EF4-FFF2-40B4-BE49-F238E27FC236}">
                <a16:creationId xmlns:a16="http://schemas.microsoft.com/office/drawing/2014/main" id="{9D88FD03-7603-4A95-AE1E-B0B2B690FD17}"/>
              </a:ext>
            </a:extLst>
          </p:cNvPr>
          <p:cNvSpPr/>
          <p:nvPr/>
        </p:nvSpPr>
        <p:spPr bwMode="auto">
          <a:xfrm>
            <a:off x="5733540" y="1836283"/>
            <a:ext cx="2387812" cy="1738449"/>
          </a:xfrm>
          <a:prstGeom prst="roundRect">
            <a:avLst/>
          </a:prstGeom>
          <a:solidFill>
            <a:schemeClr val="bg1"/>
          </a:solidFill>
          <a:ln w="12700" cap="flat" cmpd="sng" algn="ctr">
            <a:solidFill>
              <a:srgbClr val="F0861E"/>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lang="ja-JP" altLang="en-US" sz="1400" b="1" dirty="0">
                <a:latin typeface="メイリオ" panose="020B0604030504040204" pitchFamily="50" charset="-128"/>
                <a:ea typeface="メイリオ" panose="020B0604030504040204" pitchFamily="50" charset="-128"/>
              </a:rPr>
              <a:t>パブリック</a:t>
            </a:r>
            <a:r>
              <a:rPr kumimoji="1" lang="ja-JP" altLang="en-US" sz="1400" b="1"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rPr>
              <a:t>サブネット　　　</a:t>
            </a:r>
            <a:endParaRPr kumimoji="1" lang="en-US" altLang="ja-JP" sz="1400" b="1"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endParaRPr>
          </a:p>
          <a:p>
            <a:pPr marL="0" marR="0" indent="0" defTabSz="914400" rtl="0" eaLnBrk="1" fontAlgn="base" latinLnBrk="0" hangingPunct="1">
              <a:lnSpc>
                <a:spcPct val="100000"/>
              </a:lnSpc>
              <a:spcBef>
                <a:spcPct val="0"/>
              </a:spcBef>
              <a:spcAft>
                <a:spcPct val="0"/>
              </a:spcAft>
              <a:buClrTx/>
              <a:buSzTx/>
              <a:buFontTx/>
              <a:buNone/>
              <a:tabLst/>
            </a:pPr>
            <a:r>
              <a:rPr lang="ja-JP" altLang="en-US" sz="1400" b="1" dirty="0">
                <a:latin typeface="メイリオ" panose="020B0604030504040204" pitchFamily="50" charset="-128"/>
                <a:ea typeface="メイリオ" panose="020B0604030504040204" pitchFamily="50" charset="-128"/>
              </a:rPr>
              <a:t>　</a:t>
            </a:r>
            <a:r>
              <a:rPr kumimoji="1" lang="en-US" altLang="ja-JP" sz="1400" b="0"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rPr>
              <a:t>10.0.2.0/24</a:t>
            </a:r>
            <a:endParaRPr lang="en-US" altLang="ja-JP" sz="1400" dirty="0">
              <a:solidFill>
                <a:srgbClr val="FF0000"/>
              </a:solidFill>
              <a:latin typeface="メイリオ" panose="020B0604030504040204" pitchFamily="50" charset="-128"/>
              <a:ea typeface="メイリオ" panose="020B0604030504040204" pitchFamily="50" charset="-128"/>
            </a:endParaRPr>
          </a:p>
          <a:p>
            <a:pPr marL="0" marR="0" indent="0" defTabSz="914400" rtl="0" eaLnBrk="1" fontAlgn="base" latinLnBrk="0" hangingPunct="1">
              <a:lnSpc>
                <a:spcPct val="100000"/>
              </a:lnSpc>
              <a:spcBef>
                <a:spcPct val="0"/>
              </a:spcBef>
              <a:spcAft>
                <a:spcPct val="0"/>
              </a:spcAft>
              <a:buClrTx/>
              <a:buSzTx/>
              <a:buFontTx/>
              <a:buNone/>
              <a:tabLst/>
            </a:pPr>
            <a:endParaRPr lang="en-US" altLang="ja-JP" sz="1400" dirty="0">
              <a:solidFill>
                <a:srgbClr val="FF0000"/>
              </a:solidFill>
              <a:latin typeface="メイリオ" panose="020B0604030504040204" pitchFamily="50" charset="-128"/>
              <a:ea typeface="メイリオ" panose="020B0604030504040204" pitchFamily="50" charset="-128"/>
            </a:endParaRPr>
          </a:p>
          <a:p>
            <a:pPr marL="0" marR="0" indent="0" defTabSz="914400" rtl="0" eaLnBrk="1" fontAlgn="base" latinLnBrk="0" hangingPunct="1">
              <a:lnSpc>
                <a:spcPct val="100000"/>
              </a:lnSpc>
              <a:spcBef>
                <a:spcPct val="0"/>
              </a:spcBef>
              <a:spcAft>
                <a:spcPct val="0"/>
              </a:spcAft>
              <a:buClrTx/>
              <a:buSzTx/>
              <a:buFontTx/>
              <a:buNone/>
              <a:tabLst/>
            </a:pPr>
            <a:endParaRPr lang="en-US" altLang="ja-JP" sz="1400" dirty="0">
              <a:solidFill>
                <a:srgbClr val="FF0000"/>
              </a:solidFill>
              <a:latin typeface="メイリオ" panose="020B0604030504040204" pitchFamily="50" charset="-128"/>
              <a:ea typeface="メイリオ" panose="020B0604030504040204" pitchFamily="50" charset="-128"/>
            </a:endParaRPr>
          </a:p>
          <a:p>
            <a:pPr marL="0" marR="0" indent="0" defTabSz="914400" rtl="0" eaLnBrk="1" fontAlgn="base" latinLnBrk="0" hangingPunct="1">
              <a:lnSpc>
                <a:spcPct val="100000"/>
              </a:lnSpc>
              <a:spcBef>
                <a:spcPct val="0"/>
              </a:spcBef>
              <a:spcAft>
                <a:spcPct val="0"/>
              </a:spcAft>
              <a:buClrTx/>
              <a:buSzTx/>
              <a:buFontTx/>
              <a:buNone/>
              <a:tabLst/>
            </a:pPr>
            <a:endParaRPr lang="en-US" altLang="ja-JP" sz="1400" dirty="0">
              <a:solidFill>
                <a:srgbClr val="FF0000"/>
              </a:solidFill>
              <a:latin typeface="メイリオ" panose="020B0604030504040204" pitchFamily="50" charset="-128"/>
              <a:ea typeface="メイリオ" panose="020B0604030504040204" pitchFamily="50" charset="-128"/>
            </a:endParaRPr>
          </a:p>
          <a:p>
            <a:pPr marL="0" marR="0" indent="0" defTabSz="914400" rtl="0" eaLnBrk="1" fontAlgn="base" latinLnBrk="0" hangingPunct="1">
              <a:lnSpc>
                <a:spcPct val="100000"/>
              </a:lnSpc>
              <a:spcBef>
                <a:spcPct val="0"/>
              </a:spcBef>
              <a:spcAft>
                <a:spcPct val="0"/>
              </a:spcAft>
              <a:buClrTx/>
              <a:buSzTx/>
              <a:buFontTx/>
              <a:buNone/>
              <a:tabLst/>
            </a:pPr>
            <a:endParaRPr lang="en-US" altLang="ja-JP" sz="1400" dirty="0">
              <a:solidFill>
                <a:srgbClr val="FF0000"/>
              </a:solidFill>
              <a:latin typeface="メイリオ" panose="020B0604030504040204" pitchFamily="50" charset="-128"/>
              <a:ea typeface="メイリオ" panose="020B0604030504040204" pitchFamily="50" charset="-128"/>
            </a:endParaRPr>
          </a:p>
          <a:p>
            <a:pPr marL="0" marR="0" indent="0" defTabSz="914400" rtl="0" eaLnBrk="1" fontAlgn="base" latinLnBrk="0" hangingPunct="1">
              <a:lnSpc>
                <a:spcPct val="100000"/>
              </a:lnSpc>
              <a:spcBef>
                <a:spcPct val="0"/>
              </a:spcBef>
              <a:spcAft>
                <a:spcPct val="0"/>
              </a:spcAft>
              <a:buClrTx/>
              <a:buSzTx/>
              <a:buFontTx/>
              <a:buNone/>
              <a:tabLst/>
            </a:pPr>
            <a:endParaRPr lang="en-US" altLang="ja-JP" sz="1400" dirty="0">
              <a:solidFill>
                <a:srgbClr val="FF0000"/>
              </a:solidFill>
              <a:latin typeface="メイリオ" panose="020B0604030504040204" pitchFamily="50" charset="-128"/>
              <a:ea typeface="メイリオ" panose="020B0604030504040204" pitchFamily="50" charset="-128"/>
            </a:endParaRPr>
          </a:p>
          <a:p>
            <a:pPr marL="0" marR="0" indent="0" defTabSz="914400" rtl="0" eaLnBrk="1" fontAlgn="base" latinLnBrk="0" hangingPunct="1">
              <a:lnSpc>
                <a:spcPct val="100000"/>
              </a:lnSpc>
              <a:spcBef>
                <a:spcPct val="0"/>
              </a:spcBef>
              <a:spcAft>
                <a:spcPct val="0"/>
              </a:spcAft>
              <a:buClrTx/>
              <a:buSzTx/>
              <a:buFontTx/>
              <a:buNone/>
              <a:tabLst/>
            </a:pPr>
            <a:endParaRPr lang="en-US" altLang="ja-JP" sz="1400" dirty="0">
              <a:solidFill>
                <a:srgbClr val="FF0000"/>
              </a:solidFill>
              <a:latin typeface="メイリオ" panose="020B0604030504040204" pitchFamily="50" charset="-128"/>
              <a:ea typeface="メイリオ" panose="020B0604030504040204" pitchFamily="50" charset="-128"/>
            </a:endParaRPr>
          </a:p>
        </p:txBody>
      </p:sp>
      <p:pic>
        <p:nvPicPr>
          <p:cNvPr id="42" name="図 41" descr="音楽 が含まれている画像&#10;&#10;自動的に生成された説明">
            <a:extLst>
              <a:ext uri="{FF2B5EF4-FFF2-40B4-BE49-F238E27FC236}">
                <a16:creationId xmlns:a16="http://schemas.microsoft.com/office/drawing/2014/main" id="{8F8A08E4-3459-4AC2-B707-7FCB5CE9FD7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768676" y="2675915"/>
            <a:ext cx="571869" cy="681077"/>
          </a:xfrm>
          <a:prstGeom prst="rect">
            <a:avLst/>
          </a:prstGeom>
        </p:spPr>
      </p:pic>
      <p:sp>
        <p:nvSpPr>
          <p:cNvPr id="43" name="テキスト ボックス 42">
            <a:extLst>
              <a:ext uri="{FF2B5EF4-FFF2-40B4-BE49-F238E27FC236}">
                <a16:creationId xmlns:a16="http://schemas.microsoft.com/office/drawing/2014/main" id="{49796086-0647-4B4C-AB8E-57EE20BAAE24}"/>
              </a:ext>
            </a:extLst>
          </p:cNvPr>
          <p:cNvSpPr txBox="1"/>
          <p:nvPr/>
        </p:nvSpPr>
        <p:spPr>
          <a:xfrm>
            <a:off x="2791867" y="2976592"/>
            <a:ext cx="495649" cy="276999"/>
          </a:xfrm>
          <a:prstGeom prst="rect">
            <a:avLst/>
          </a:prstGeom>
          <a:noFill/>
        </p:spPr>
        <p:txBody>
          <a:bodyPr wrap="none" rtlCol="0">
            <a:spAutoFit/>
          </a:bodyPr>
          <a:lstStyle/>
          <a:p>
            <a:pPr algn="ctr"/>
            <a:r>
              <a:rPr kumimoji="1" lang="en-US" altLang="ja-JP" sz="1200" b="1" dirty="0">
                <a:solidFill>
                  <a:schemeClr val="bg1"/>
                </a:solidFill>
                <a:latin typeface="メイリオ" panose="020B0604030504040204" pitchFamily="50" charset="-128"/>
                <a:ea typeface="メイリオ" panose="020B0604030504040204" pitchFamily="50" charset="-128"/>
              </a:rPr>
              <a:t>EC2</a:t>
            </a:r>
          </a:p>
        </p:txBody>
      </p:sp>
      <p:cxnSp>
        <p:nvCxnSpPr>
          <p:cNvPr id="49" name="コネクタ: カギ線 48">
            <a:extLst>
              <a:ext uri="{FF2B5EF4-FFF2-40B4-BE49-F238E27FC236}">
                <a16:creationId xmlns:a16="http://schemas.microsoft.com/office/drawing/2014/main" id="{17934989-AD9B-4DB2-A114-0FBAE7D98973}"/>
              </a:ext>
            </a:extLst>
          </p:cNvPr>
          <p:cNvCxnSpPr>
            <a:cxnSpLocks/>
            <a:stCxn id="50" idx="2"/>
            <a:endCxn id="42" idx="0"/>
          </p:cNvCxnSpPr>
          <p:nvPr/>
        </p:nvCxnSpPr>
        <p:spPr bwMode="auto">
          <a:xfrm rot="5400000">
            <a:off x="3888423" y="1505313"/>
            <a:ext cx="336791" cy="2004413"/>
          </a:xfrm>
          <a:prstGeom prst="bentConnector3">
            <a:avLst>
              <a:gd name="adj1" fmla="val 50000"/>
            </a:avLst>
          </a:prstGeom>
          <a:noFill/>
          <a:ln w="31750" cap="flat" cmpd="sng" algn="ctr">
            <a:solidFill>
              <a:srgbClr val="FF0000"/>
            </a:solidFill>
            <a:prstDash val="solid"/>
            <a:round/>
            <a:headEnd type="none" w="med" len="med"/>
            <a:tailEnd type="triangle"/>
          </a:ln>
          <a:effectLst/>
        </p:spPr>
      </p:cxnSp>
      <p:pic>
        <p:nvPicPr>
          <p:cNvPr id="50" name="図 49">
            <a:extLst>
              <a:ext uri="{FF2B5EF4-FFF2-40B4-BE49-F238E27FC236}">
                <a16:creationId xmlns:a16="http://schemas.microsoft.com/office/drawing/2014/main" id="{91E526BE-5C42-4DBB-8E6B-A2408502405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802733" y="1801739"/>
            <a:ext cx="512582" cy="537385"/>
          </a:xfrm>
          <a:prstGeom prst="rect">
            <a:avLst/>
          </a:prstGeom>
        </p:spPr>
      </p:pic>
      <p:cxnSp>
        <p:nvCxnSpPr>
          <p:cNvPr id="57" name="コネクタ: カギ線 56">
            <a:extLst>
              <a:ext uri="{FF2B5EF4-FFF2-40B4-BE49-F238E27FC236}">
                <a16:creationId xmlns:a16="http://schemas.microsoft.com/office/drawing/2014/main" id="{7121B37B-9BDF-4068-B432-5969109C4B59}"/>
              </a:ext>
            </a:extLst>
          </p:cNvPr>
          <p:cNvCxnSpPr>
            <a:cxnSpLocks/>
            <a:stCxn id="50" idx="2"/>
            <a:endCxn id="59" idx="0"/>
          </p:cNvCxnSpPr>
          <p:nvPr/>
        </p:nvCxnSpPr>
        <p:spPr bwMode="auto">
          <a:xfrm rot="16200000" flipH="1">
            <a:off x="5839551" y="1558596"/>
            <a:ext cx="336791" cy="1897845"/>
          </a:xfrm>
          <a:prstGeom prst="bentConnector3">
            <a:avLst>
              <a:gd name="adj1" fmla="val 50000"/>
            </a:avLst>
          </a:prstGeom>
          <a:noFill/>
          <a:ln w="31750" cap="flat" cmpd="sng" algn="ctr">
            <a:solidFill>
              <a:srgbClr val="FF0000"/>
            </a:solidFill>
            <a:prstDash val="solid"/>
            <a:round/>
            <a:headEnd type="none" w="med" len="med"/>
            <a:tailEnd type="triangle"/>
          </a:ln>
          <a:effectLst/>
        </p:spPr>
      </p:cxnSp>
      <p:pic>
        <p:nvPicPr>
          <p:cNvPr id="59" name="図 58" descr="音楽 が含まれている画像&#10;&#10;自動的に生成された説明">
            <a:extLst>
              <a:ext uri="{FF2B5EF4-FFF2-40B4-BE49-F238E27FC236}">
                <a16:creationId xmlns:a16="http://schemas.microsoft.com/office/drawing/2014/main" id="{1F3FE59D-F52B-4CBE-9CCA-DA326D100F2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670934" y="2675915"/>
            <a:ext cx="571869" cy="681077"/>
          </a:xfrm>
          <a:prstGeom prst="rect">
            <a:avLst/>
          </a:prstGeom>
        </p:spPr>
      </p:pic>
      <p:sp>
        <p:nvSpPr>
          <p:cNvPr id="60" name="テキスト ボックス 59">
            <a:extLst>
              <a:ext uri="{FF2B5EF4-FFF2-40B4-BE49-F238E27FC236}">
                <a16:creationId xmlns:a16="http://schemas.microsoft.com/office/drawing/2014/main" id="{9166DD9E-B101-4D1D-BF60-3F46479193D1}"/>
              </a:ext>
            </a:extLst>
          </p:cNvPr>
          <p:cNvSpPr txBox="1"/>
          <p:nvPr/>
        </p:nvSpPr>
        <p:spPr>
          <a:xfrm>
            <a:off x="6694125" y="2976592"/>
            <a:ext cx="495649" cy="276999"/>
          </a:xfrm>
          <a:prstGeom prst="rect">
            <a:avLst/>
          </a:prstGeom>
          <a:noFill/>
        </p:spPr>
        <p:txBody>
          <a:bodyPr wrap="none" rtlCol="0">
            <a:spAutoFit/>
          </a:bodyPr>
          <a:lstStyle/>
          <a:p>
            <a:pPr algn="ctr"/>
            <a:r>
              <a:rPr kumimoji="1" lang="en-US" altLang="ja-JP" sz="1200" b="1" dirty="0">
                <a:solidFill>
                  <a:schemeClr val="bg1"/>
                </a:solidFill>
                <a:latin typeface="メイリオ" panose="020B0604030504040204" pitchFamily="50" charset="-128"/>
                <a:ea typeface="メイリオ" panose="020B0604030504040204" pitchFamily="50" charset="-128"/>
              </a:rPr>
              <a:t>EC2</a:t>
            </a:r>
          </a:p>
        </p:txBody>
      </p:sp>
      <p:sp>
        <p:nvSpPr>
          <p:cNvPr id="93" name="テキスト ボックス 92">
            <a:extLst>
              <a:ext uri="{FF2B5EF4-FFF2-40B4-BE49-F238E27FC236}">
                <a16:creationId xmlns:a16="http://schemas.microsoft.com/office/drawing/2014/main" id="{6E27F6B4-061C-4883-9A91-6583071CE89B}"/>
              </a:ext>
            </a:extLst>
          </p:cNvPr>
          <p:cNvSpPr txBox="1"/>
          <p:nvPr/>
        </p:nvSpPr>
        <p:spPr>
          <a:xfrm>
            <a:off x="4997446" y="2264832"/>
            <a:ext cx="439544" cy="246221"/>
          </a:xfrm>
          <a:prstGeom prst="rect">
            <a:avLst/>
          </a:prstGeom>
          <a:noFill/>
        </p:spPr>
        <p:txBody>
          <a:bodyPr wrap="none" rtlCol="0">
            <a:spAutoFit/>
          </a:bodyPr>
          <a:lstStyle/>
          <a:p>
            <a:pPr algn="ctr"/>
            <a:r>
              <a:rPr kumimoji="1" lang="en-US" altLang="ja-JP" sz="1000" b="1" dirty="0">
                <a:latin typeface="メイリオ" panose="020B0604030504040204" pitchFamily="50" charset="-128"/>
                <a:ea typeface="メイリオ" panose="020B0604030504040204" pitchFamily="50" charset="-128"/>
              </a:rPr>
              <a:t>ELB</a:t>
            </a:r>
            <a:endParaRPr lang="en-US" altLang="ja-JP" sz="1000" b="1" dirty="0">
              <a:latin typeface="メイリオ" panose="020B0604030504040204" pitchFamily="50" charset="-128"/>
              <a:ea typeface="メイリオ" panose="020B0604030504040204" pitchFamily="50" charset="-128"/>
            </a:endParaRPr>
          </a:p>
        </p:txBody>
      </p:sp>
      <p:sp>
        <p:nvSpPr>
          <p:cNvPr id="5" name="四角形: 角を丸くする 4">
            <a:extLst>
              <a:ext uri="{FF2B5EF4-FFF2-40B4-BE49-F238E27FC236}">
                <a16:creationId xmlns:a16="http://schemas.microsoft.com/office/drawing/2014/main" id="{EBCA0153-F83F-4A15-8D5F-D167F38B236B}"/>
              </a:ext>
            </a:extLst>
          </p:cNvPr>
          <p:cNvSpPr/>
          <p:nvPr/>
        </p:nvSpPr>
        <p:spPr bwMode="auto">
          <a:xfrm>
            <a:off x="2576736" y="2564904"/>
            <a:ext cx="5027957" cy="852656"/>
          </a:xfrm>
          <a:prstGeom prst="roundRect">
            <a:avLst/>
          </a:prstGeom>
          <a:solidFill>
            <a:schemeClr val="accent2">
              <a:lumMod val="20000"/>
              <a:lumOff val="80000"/>
              <a:alpha val="60000"/>
            </a:schemeClr>
          </a:solidFill>
          <a:ln w="12700" cap="flat" cmpd="sng" algn="ctr">
            <a:noFill/>
            <a:prstDash val="solid"/>
            <a:round/>
            <a:headEnd type="none" w="med" len="med"/>
            <a:tailEnd type="none" w="med" len="med"/>
          </a:ln>
          <a:effectLst/>
        </p:spPr>
        <p:txBody>
          <a:bodyPr vert="horz" wrap="square" lIns="36000" tIns="36000" rIns="36000" bIns="360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altLang="ja-JP" sz="1600" b="0"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endParaRPr>
          </a:p>
        </p:txBody>
      </p:sp>
      <p:pic>
        <p:nvPicPr>
          <p:cNvPr id="14" name="図 13">
            <a:extLst>
              <a:ext uri="{FF2B5EF4-FFF2-40B4-BE49-F238E27FC236}">
                <a16:creationId xmlns:a16="http://schemas.microsoft.com/office/drawing/2014/main" id="{5C09A97E-D183-4E1B-8C87-0147168921D2}"/>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708835" y="2682322"/>
            <a:ext cx="685800" cy="666750"/>
          </a:xfrm>
          <a:prstGeom prst="rect">
            <a:avLst/>
          </a:prstGeom>
        </p:spPr>
      </p:pic>
      <p:sp>
        <p:nvSpPr>
          <p:cNvPr id="47" name="テキスト ボックス 46">
            <a:extLst>
              <a:ext uri="{FF2B5EF4-FFF2-40B4-BE49-F238E27FC236}">
                <a16:creationId xmlns:a16="http://schemas.microsoft.com/office/drawing/2014/main" id="{8D91D7F5-80CE-4BC7-B177-7633D3EA153C}"/>
              </a:ext>
            </a:extLst>
          </p:cNvPr>
          <p:cNvSpPr txBox="1"/>
          <p:nvPr/>
        </p:nvSpPr>
        <p:spPr>
          <a:xfrm>
            <a:off x="4520952" y="2544017"/>
            <a:ext cx="1032655" cy="246221"/>
          </a:xfrm>
          <a:prstGeom prst="rect">
            <a:avLst/>
          </a:prstGeom>
          <a:noFill/>
        </p:spPr>
        <p:txBody>
          <a:bodyPr wrap="none" rtlCol="0">
            <a:spAutoFit/>
          </a:bodyPr>
          <a:lstStyle/>
          <a:p>
            <a:pPr algn="ctr"/>
            <a:r>
              <a:rPr kumimoji="1" lang="en-US" altLang="ja-JP" sz="1000" b="1" dirty="0">
                <a:latin typeface="メイリオ" panose="020B0604030504040204" pitchFamily="50" charset="-128"/>
                <a:ea typeface="メイリオ" panose="020B0604030504040204" pitchFamily="50" charset="-128"/>
              </a:rPr>
              <a:t>Auto</a:t>
            </a:r>
            <a:r>
              <a:rPr kumimoji="1" lang="ja-JP" altLang="en-US" sz="1000" b="1" dirty="0">
                <a:latin typeface="メイリオ" panose="020B0604030504040204" pitchFamily="50" charset="-128"/>
                <a:ea typeface="メイリオ" panose="020B0604030504040204" pitchFamily="50" charset="-128"/>
              </a:rPr>
              <a:t> </a:t>
            </a:r>
            <a:r>
              <a:rPr kumimoji="1" lang="en-US" altLang="ja-JP" sz="1000" b="1" dirty="0">
                <a:latin typeface="メイリオ" panose="020B0604030504040204" pitchFamily="50" charset="-128"/>
                <a:ea typeface="メイリオ" panose="020B0604030504040204" pitchFamily="50" charset="-128"/>
              </a:rPr>
              <a:t>Scaling</a:t>
            </a:r>
            <a:endParaRPr lang="en-US" altLang="ja-JP" sz="1000" b="1"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730848284"/>
      </p:ext>
    </p:extLst>
  </p:cSld>
  <p:clrMapOvr>
    <a:masterClrMapping/>
  </p:clrMapOvr>
  <mc:AlternateContent xmlns:mc="http://schemas.openxmlformats.org/markup-compatibility/2006" xmlns:p14="http://schemas.microsoft.com/office/powerpoint/2010/main">
    <mc:Choice Requires="p14">
      <p:transition spd="slow" p14:dur="2000" advTm="24503"/>
    </mc:Choice>
    <mc:Fallback xmlns="">
      <p:transition spd="slow" advTm="24503"/>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四角形: 角を丸くする 3">
            <a:extLst>
              <a:ext uri="{FF2B5EF4-FFF2-40B4-BE49-F238E27FC236}">
                <a16:creationId xmlns:a16="http://schemas.microsoft.com/office/drawing/2014/main" id="{C87F7B2C-1880-4B60-8AC9-CF61C01889AB}"/>
              </a:ext>
            </a:extLst>
          </p:cNvPr>
          <p:cNvSpPr/>
          <p:nvPr/>
        </p:nvSpPr>
        <p:spPr bwMode="auto">
          <a:xfrm>
            <a:off x="992560" y="966761"/>
            <a:ext cx="8208912" cy="5321881"/>
          </a:xfrm>
          <a:prstGeom prst="roundRect">
            <a:avLst/>
          </a:prstGeom>
          <a:solidFill>
            <a:schemeClr val="bg1"/>
          </a:solidFill>
          <a:ln w="12700" cap="flat" cmpd="sng" algn="ctr">
            <a:solidFill>
              <a:srgbClr val="F0861E"/>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ja-JP" altLang="en-US" sz="1400" b="0" i="0" u="none" strike="noStrike" cap="none" normalizeH="0" baseline="0">
              <a:ln>
                <a:noFill/>
              </a:ln>
              <a:solidFill>
                <a:schemeClr val="tx1"/>
              </a:solidFill>
              <a:effectLst/>
              <a:latin typeface="ＭＳ Ｐゴシック" pitchFamily="50" charset="-128"/>
              <a:ea typeface="ＭＳ Ｐゴシック" pitchFamily="50" charset="-128"/>
            </a:endParaRPr>
          </a:p>
        </p:txBody>
      </p:sp>
      <p:sp>
        <p:nvSpPr>
          <p:cNvPr id="30" name="正方形/長方形 29">
            <a:extLst>
              <a:ext uri="{FF2B5EF4-FFF2-40B4-BE49-F238E27FC236}">
                <a16:creationId xmlns:a16="http://schemas.microsoft.com/office/drawing/2014/main" id="{779A921B-5F5F-41CF-ABB5-F1E78B301100}"/>
              </a:ext>
            </a:extLst>
          </p:cNvPr>
          <p:cNvSpPr/>
          <p:nvPr/>
        </p:nvSpPr>
        <p:spPr bwMode="auto">
          <a:xfrm>
            <a:off x="5280146" y="1372204"/>
            <a:ext cx="3256634" cy="4537251"/>
          </a:xfrm>
          <a:prstGeom prst="rect">
            <a:avLst/>
          </a:prstGeom>
          <a:solidFill>
            <a:srgbClr val="FFC000"/>
          </a:solidFill>
          <a:ln w="12700" cap="flat" cmpd="sng" algn="ctr">
            <a:no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altLang="ja-JP" sz="1400" b="1" dirty="0">
                <a:solidFill>
                  <a:schemeClr val="bg1"/>
                </a:solidFill>
                <a:latin typeface="メイリオ" panose="020B0604030504040204" pitchFamily="50" charset="-128"/>
                <a:ea typeface="メイリオ" panose="020B0604030504040204" pitchFamily="50" charset="-128"/>
              </a:rPr>
              <a:t>AZ</a:t>
            </a:r>
            <a:endParaRPr kumimoji="1" lang="ja-JP" altLang="en-US" sz="1400" b="1"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endParaRPr>
          </a:p>
        </p:txBody>
      </p:sp>
      <p:sp>
        <p:nvSpPr>
          <p:cNvPr id="27" name="タイトル 1">
            <a:extLst>
              <a:ext uri="{FF2B5EF4-FFF2-40B4-BE49-F238E27FC236}">
                <a16:creationId xmlns:a16="http://schemas.microsoft.com/office/drawing/2014/main" id="{48F80BE1-D063-4240-BFC7-C8D243720250}"/>
              </a:ext>
            </a:extLst>
          </p:cNvPr>
          <p:cNvSpPr txBox="1">
            <a:spLocks/>
          </p:cNvSpPr>
          <p:nvPr/>
        </p:nvSpPr>
        <p:spPr bwMode="auto">
          <a:xfrm>
            <a:off x="631222" y="201863"/>
            <a:ext cx="8642258" cy="50208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rtl="0" fontAlgn="base">
              <a:lnSpc>
                <a:spcPct val="90000"/>
              </a:lnSpc>
              <a:spcBef>
                <a:spcPct val="0"/>
              </a:spcBef>
              <a:spcAft>
                <a:spcPct val="0"/>
              </a:spcAft>
              <a:defRPr kumimoji="1" sz="2000">
                <a:solidFill>
                  <a:schemeClr val="tx2"/>
                </a:solidFill>
                <a:latin typeface="游明朝" panose="02020400000000000000" pitchFamily="18" charset="-128"/>
                <a:ea typeface="游明朝" panose="02020400000000000000" pitchFamily="18" charset="-128"/>
                <a:cs typeface="+mj-cs"/>
              </a:defRPr>
            </a:lvl1pPr>
            <a:lvl2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2pPr>
            <a:lvl3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3pPr>
            <a:lvl4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4pPr>
            <a:lvl5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5pPr>
            <a:lvl6pPr marL="4572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6pPr>
            <a:lvl7pPr marL="9144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7pPr>
            <a:lvl8pPr marL="13716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8pPr>
            <a:lvl9pPr marL="18288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9pPr>
          </a:lstStyle>
          <a:p>
            <a:pPr algn="l"/>
            <a:r>
              <a:rPr lang="ja-JP" altLang="en-US" sz="3000" dirty="0">
                <a:latin typeface="メイリオ" panose="020B0604030504040204" pitchFamily="50" charset="-128"/>
                <a:ea typeface="メイリオ" panose="020B0604030504040204" pitchFamily="50" charset="-128"/>
              </a:rPr>
              <a:t>今回構築するアーキテクチャ③</a:t>
            </a:r>
          </a:p>
        </p:txBody>
      </p:sp>
      <p:sp>
        <p:nvSpPr>
          <p:cNvPr id="2" name="正方形/長方形 1">
            <a:extLst>
              <a:ext uri="{FF2B5EF4-FFF2-40B4-BE49-F238E27FC236}">
                <a16:creationId xmlns:a16="http://schemas.microsoft.com/office/drawing/2014/main" id="{2C522B5A-5DBC-4FC0-BCBE-401D0496F254}"/>
              </a:ext>
            </a:extLst>
          </p:cNvPr>
          <p:cNvSpPr/>
          <p:nvPr/>
        </p:nvSpPr>
        <p:spPr bwMode="auto">
          <a:xfrm>
            <a:off x="704528" y="836712"/>
            <a:ext cx="8640960" cy="5544616"/>
          </a:xfrm>
          <a:prstGeom prst="rect">
            <a:avLst/>
          </a:prstGeom>
          <a:noFill/>
          <a:ln w="12700" cap="flat" cmpd="sng" algn="ctr">
            <a:solidFill>
              <a:schemeClr val="tx1"/>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ja-JP" altLang="en-US" sz="1600" b="0" i="0" u="none" strike="noStrike" cap="none" normalizeH="0" baseline="0">
              <a:ln>
                <a:noFill/>
              </a:ln>
              <a:solidFill>
                <a:schemeClr val="tx1"/>
              </a:solidFill>
              <a:effectLst/>
              <a:latin typeface="ＭＳ Ｐゴシック" pitchFamily="50" charset="-128"/>
              <a:ea typeface="ＭＳ Ｐゴシック" pitchFamily="50" charset="-128"/>
            </a:endParaRPr>
          </a:p>
        </p:txBody>
      </p:sp>
      <p:sp>
        <p:nvSpPr>
          <p:cNvPr id="6" name="正方形/長方形 5">
            <a:extLst>
              <a:ext uri="{FF2B5EF4-FFF2-40B4-BE49-F238E27FC236}">
                <a16:creationId xmlns:a16="http://schemas.microsoft.com/office/drawing/2014/main" id="{1EA0A630-B9F7-4A0F-BCE8-2E94169DBDE1}"/>
              </a:ext>
            </a:extLst>
          </p:cNvPr>
          <p:cNvSpPr/>
          <p:nvPr/>
        </p:nvSpPr>
        <p:spPr bwMode="auto">
          <a:xfrm>
            <a:off x="1537757" y="1372204"/>
            <a:ext cx="3256634" cy="4537251"/>
          </a:xfrm>
          <a:prstGeom prst="rect">
            <a:avLst/>
          </a:prstGeom>
          <a:solidFill>
            <a:srgbClr val="FFC000"/>
          </a:solidFill>
          <a:ln w="12700" cap="flat" cmpd="sng" algn="ctr">
            <a:no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altLang="ja-JP" sz="1400" b="1" dirty="0">
                <a:solidFill>
                  <a:schemeClr val="bg1"/>
                </a:solidFill>
                <a:latin typeface="メイリオ" panose="020B0604030504040204" pitchFamily="50" charset="-128"/>
                <a:ea typeface="メイリオ" panose="020B0604030504040204" pitchFamily="50" charset="-128"/>
              </a:rPr>
              <a:t>AZ</a:t>
            </a:r>
            <a:endParaRPr kumimoji="1" lang="ja-JP" altLang="en-US" sz="1400" b="1"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endParaRPr>
          </a:p>
        </p:txBody>
      </p:sp>
      <p:pic>
        <p:nvPicPr>
          <p:cNvPr id="7" name="Picture 2" descr="ãVPC ã¢ã¤ã³ã³ãã®ç»åæ¤ç´¢çµæ">
            <a:extLst>
              <a:ext uri="{FF2B5EF4-FFF2-40B4-BE49-F238E27FC236}">
                <a16:creationId xmlns:a16="http://schemas.microsoft.com/office/drawing/2014/main" id="{08E65A2E-1443-436D-A065-21B30D257D5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3311" y="596453"/>
            <a:ext cx="838961" cy="832646"/>
          </a:xfrm>
          <a:prstGeom prst="rect">
            <a:avLst/>
          </a:prstGeom>
          <a:noFill/>
          <a:extLst>
            <a:ext uri="{909E8E84-426E-40DD-AFC4-6F175D3DCCD1}">
              <a14:hiddenFill xmlns:a14="http://schemas.microsoft.com/office/drawing/2010/main">
                <a:solidFill>
                  <a:srgbClr val="FFFFFF"/>
                </a:solidFill>
              </a14:hiddenFill>
            </a:ext>
          </a:extLst>
        </p:spPr>
      </p:pic>
      <p:sp>
        <p:nvSpPr>
          <p:cNvPr id="8" name="四角形: 角を丸くする 7">
            <a:extLst>
              <a:ext uri="{FF2B5EF4-FFF2-40B4-BE49-F238E27FC236}">
                <a16:creationId xmlns:a16="http://schemas.microsoft.com/office/drawing/2014/main" id="{9E5D6B59-FDF8-4CD4-9E0E-16D775507CF1}"/>
              </a:ext>
            </a:extLst>
          </p:cNvPr>
          <p:cNvSpPr/>
          <p:nvPr/>
        </p:nvSpPr>
        <p:spPr bwMode="auto">
          <a:xfrm>
            <a:off x="1928664" y="3789039"/>
            <a:ext cx="2387812" cy="1738449"/>
          </a:xfrm>
          <a:prstGeom prst="roundRect">
            <a:avLst/>
          </a:prstGeom>
          <a:solidFill>
            <a:schemeClr val="bg1"/>
          </a:solidFill>
          <a:ln w="12700" cap="flat" cmpd="sng" algn="ctr">
            <a:solidFill>
              <a:srgbClr val="F0861E"/>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kumimoji="1" lang="ja-JP" altLang="en-US" sz="1400" b="1"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rPr>
              <a:t>プライベートサブネット</a:t>
            </a:r>
            <a:r>
              <a:rPr kumimoji="1" lang="en-US" altLang="ja-JP" sz="1400" b="0"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rPr>
              <a:t>10.0.1.0/24</a:t>
            </a:r>
            <a:endParaRPr kumimoji="1" lang="ja-JP" altLang="en-US" sz="1400" b="0"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endParaRPr>
          </a:p>
        </p:txBody>
      </p:sp>
      <p:sp>
        <p:nvSpPr>
          <p:cNvPr id="10" name="四角形: 角を丸くする 9">
            <a:extLst>
              <a:ext uri="{FF2B5EF4-FFF2-40B4-BE49-F238E27FC236}">
                <a16:creationId xmlns:a16="http://schemas.microsoft.com/office/drawing/2014/main" id="{3CD98C52-3635-465F-B70D-A5C84D505081}"/>
              </a:ext>
            </a:extLst>
          </p:cNvPr>
          <p:cNvSpPr/>
          <p:nvPr/>
        </p:nvSpPr>
        <p:spPr bwMode="auto">
          <a:xfrm>
            <a:off x="5733540" y="3789039"/>
            <a:ext cx="2387812" cy="1738449"/>
          </a:xfrm>
          <a:prstGeom prst="roundRect">
            <a:avLst/>
          </a:prstGeom>
          <a:solidFill>
            <a:schemeClr val="bg1"/>
          </a:solidFill>
          <a:ln w="12700" cap="flat" cmpd="sng" algn="ctr">
            <a:solidFill>
              <a:srgbClr val="F0861E"/>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kumimoji="1" lang="ja-JP" altLang="en-US" sz="1400" b="1"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rPr>
              <a:t>プライベートサブネット　　　</a:t>
            </a:r>
            <a:endParaRPr kumimoji="1" lang="en-US" altLang="ja-JP" sz="1400" b="1"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endParaRPr>
          </a:p>
          <a:p>
            <a:pPr marL="0" marR="0" indent="0" defTabSz="914400" rtl="0" eaLnBrk="1" fontAlgn="base" latinLnBrk="0" hangingPunct="1">
              <a:lnSpc>
                <a:spcPct val="100000"/>
              </a:lnSpc>
              <a:spcBef>
                <a:spcPct val="0"/>
              </a:spcBef>
              <a:spcAft>
                <a:spcPct val="0"/>
              </a:spcAft>
              <a:buClrTx/>
              <a:buSzTx/>
              <a:buFontTx/>
              <a:buNone/>
              <a:tabLst/>
            </a:pPr>
            <a:r>
              <a:rPr lang="ja-JP" altLang="en-US" sz="1400" b="1" dirty="0">
                <a:latin typeface="メイリオ" panose="020B0604030504040204" pitchFamily="50" charset="-128"/>
                <a:ea typeface="メイリオ" panose="020B0604030504040204" pitchFamily="50" charset="-128"/>
              </a:rPr>
              <a:t>　</a:t>
            </a:r>
            <a:r>
              <a:rPr kumimoji="1" lang="en-US" altLang="ja-JP" sz="1400" b="0"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rPr>
              <a:t>10.0.3.0/24</a:t>
            </a:r>
            <a:endParaRPr lang="en-US" altLang="ja-JP" sz="1400" dirty="0">
              <a:solidFill>
                <a:srgbClr val="FF0000"/>
              </a:solidFill>
              <a:latin typeface="メイリオ" panose="020B0604030504040204" pitchFamily="50" charset="-128"/>
              <a:ea typeface="メイリオ" panose="020B0604030504040204" pitchFamily="50" charset="-128"/>
            </a:endParaRPr>
          </a:p>
          <a:p>
            <a:pPr marL="0" marR="0" indent="0" defTabSz="914400" rtl="0" eaLnBrk="1" fontAlgn="base" latinLnBrk="0" hangingPunct="1">
              <a:lnSpc>
                <a:spcPct val="100000"/>
              </a:lnSpc>
              <a:spcBef>
                <a:spcPct val="0"/>
              </a:spcBef>
              <a:spcAft>
                <a:spcPct val="0"/>
              </a:spcAft>
              <a:buClrTx/>
              <a:buSzTx/>
              <a:buFontTx/>
              <a:buNone/>
              <a:tabLst/>
            </a:pPr>
            <a:endParaRPr lang="en-US" altLang="ja-JP" sz="1400" dirty="0">
              <a:solidFill>
                <a:srgbClr val="FF0000"/>
              </a:solidFill>
              <a:latin typeface="メイリオ" panose="020B0604030504040204" pitchFamily="50" charset="-128"/>
              <a:ea typeface="メイリオ" panose="020B0604030504040204" pitchFamily="50" charset="-128"/>
            </a:endParaRPr>
          </a:p>
          <a:p>
            <a:pPr marL="0" marR="0" indent="0" defTabSz="914400" rtl="0" eaLnBrk="1" fontAlgn="base" latinLnBrk="0" hangingPunct="1">
              <a:lnSpc>
                <a:spcPct val="100000"/>
              </a:lnSpc>
              <a:spcBef>
                <a:spcPct val="0"/>
              </a:spcBef>
              <a:spcAft>
                <a:spcPct val="0"/>
              </a:spcAft>
              <a:buClrTx/>
              <a:buSzTx/>
              <a:buFontTx/>
              <a:buNone/>
              <a:tabLst/>
            </a:pPr>
            <a:endParaRPr lang="en-US" altLang="ja-JP" sz="1400" dirty="0">
              <a:solidFill>
                <a:srgbClr val="FF0000"/>
              </a:solidFill>
              <a:latin typeface="メイリオ" panose="020B0604030504040204" pitchFamily="50" charset="-128"/>
              <a:ea typeface="メイリオ" panose="020B0604030504040204" pitchFamily="50" charset="-128"/>
            </a:endParaRPr>
          </a:p>
          <a:p>
            <a:pPr marL="0" marR="0" indent="0" defTabSz="914400" rtl="0" eaLnBrk="1" fontAlgn="base" latinLnBrk="0" hangingPunct="1">
              <a:lnSpc>
                <a:spcPct val="100000"/>
              </a:lnSpc>
              <a:spcBef>
                <a:spcPct val="0"/>
              </a:spcBef>
              <a:spcAft>
                <a:spcPct val="0"/>
              </a:spcAft>
              <a:buClrTx/>
              <a:buSzTx/>
              <a:buFontTx/>
              <a:buNone/>
              <a:tabLst/>
            </a:pPr>
            <a:endParaRPr lang="en-US" altLang="ja-JP" sz="1400" dirty="0">
              <a:solidFill>
                <a:srgbClr val="FF0000"/>
              </a:solidFill>
              <a:latin typeface="メイリオ" panose="020B0604030504040204" pitchFamily="50" charset="-128"/>
              <a:ea typeface="メイリオ" panose="020B0604030504040204" pitchFamily="50" charset="-128"/>
            </a:endParaRPr>
          </a:p>
          <a:p>
            <a:pPr marL="0" marR="0" indent="0" defTabSz="914400" rtl="0" eaLnBrk="1" fontAlgn="base" latinLnBrk="0" hangingPunct="1">
              <a:lnSpc>
                <a:spcPct val="100000"/>
              </a:lnSpc>
              <a:spcBef>
                <a:spcPct val="0"/>
              </a:spcBef>
              <a:spcAft>
                <a:spcPct val="0"/>
              </a:spcAft>
              <a:buClrTx/>
              <a:buSzTx/>
              <a:buFontTx/>
              <a:buNone/>
              <a:tabLst/>
            </a:pPr>
            <a:endParaRPr lang="en-US" altLang="ja-JP" sz="1400" dirty="0">
              <a:solidFill>
                <a:srgbClr val="FF0000"/>
              </a:solidFill>
              <a:latin typeface="メイリオ" panose="020B0604030504040204" pitchFamily="50" charset="-128"/>
              <a:ea typeface="メイリオ" panose="020B0604030504040204" pitchFamily="50" charset="-128"/>
            </a:endParaRPr>
          </a:p>
          <a:p>
            <a:pPr marL="0" marR="0" indent="0" defTabSz="914400" rtl="0" eaLnBrk="1" fontAlgn="base" latinLnBrk="0" hangingPunct="1">
              <a:lnSpc>
                <a:spcPct val="100000"/>
              </a:lnSpc>
              <a:spcBef>
                <a:spcPct val="0"/>
              </a:spcBef>
              <a:spcAft>
                <a:spcPct val="0"/>
              </a:spcAft>
              <a:buClrTx/>
              <a:buSzTx/>
              <a:buFontTx/>
              <a:buNone/>
              <a:tabLst/>
            </a:pPr>
            <a:endParaRPr lang="en-US" altLang="ja-JP" sz="1400" dirty="0">
              <a:solidFill>
                <a:srgbClr val="FF0000"/>
              </a:solidFill>
              <a:latin typeface="メイリオ" panose="020B0604030504040204" pitchFamily="50" charset="-128"/>
              <a:ea typeface="メイリオ" panose="020B0604030504040204" pitchFamily="50" charset="-128"/>
            </a:endParaRPr>
          </a:p>
          <a:p>
            <a:pPr marL="0" marR="0" indent="0" defTabSz="914400" rtl="0" eaLnBrk="1" fontAlgn="base" latinLnBrk="0" hangingPunct="1">
              <a:lnSpc>
                <a:spcPct val="100000"/>
              </a:lnSpc>
              <a:spcBef>
                <a:spcPct val="0"/>
              </a:spcBef>
              <a:spcAft>
                <a:spcPct val="0"/>
              </a:spcAft>
              <a:buClrTx/>
              <a:buSzTx/>
              <a:buFontTx/>
              <a:buNone/>
              <a:tabLst/>
            </a:pPr>
            <a:endParaRPr lang="en-US" altLang="ja-JP" sz="1400" dirty="0">
              <a:solidFill>
                <a:srgbClr val="FF0000"/>
              </a:solidFill>
              <a:latin typeface="メイリオ" panose="020B0604030504040204" pitchFamily="50" charset="-128"/>
              <a:ea typeface="メイリオ" panose="020B0604030504040204" pitchFamily="50" charset="-128"/>
            </a:endParaRPr>
          </a:p>
        </p:txBody>
      </p:sp>
      <p:sp>
        <p:nvSpPr>
          <p:cNvPr id="12" name="コンテンツ プレースホルダー 2">
            <a:extLst>
              <a:ext uri="{FF2B5EF4-FFF2-40B4-BE49-F238E27FC236}">
                <a16:creationId xmlns:a16="http://schemas.microsoft.com/office/drawing/2014/main" id="{40DB0CDD-695E-45E4-A903-9C957545E18B}"/>
              </a:ext>
            </a:extLst>
          </p:cNvPr>
          <p:cNvSpPr txBox="1">
            <a:spLocks/>
          </p:cNvSpPr>
          <p:nvPr/>
        </p:nvSpPr>
        <p:spPr>
          <a:xfrm>
            <a:off x="1928664" y="1043043"/>
            <a:ext cx="2033449" cy="289386"/>
          </a:xfrm>
          <a:prstGeom prst="rect">
            <a:avLst/>
          </a:prstGeom>
        </p:spPr>
        <p:txBody>
          <a:bodyPr vert="horz" lIns="74295" tIns="37148" rIns="74295" bIns="37148" rtlCol="0">
            <a:noAutofit/>
          </a:bodyPr>
          <a:lstStyle>
            <a:lvl1pPr marL="228600" indent="-228600" algn="l" defTabSz="914400" rtl="0" eaLnBrk="1" latinLnBrk="0" hangingPunct="1">
              <a:lnSpc>
                <a:spcPct val="90000"/>
              </a:lnSpc>
              <a:spcBef>
                <a:spcPts val="1000"/>
              </a:spcBef>
              <a:buFont typeface="Wingdings 2" pitchFamily="18" charset="2"/>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2" pitchFamily="18" charset="2"/>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2" pitchFamily="18" charset="2"/>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5pPr>
            <a:lvl6pPr marL="25146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6pPr>
            <a:lvl7pPr marL="29718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7pPr>
            <a:lvl8pPr marL="34290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8pPr>
            <a:lvl9pPr marL="38862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9pPr>
          </a:lstStyle>
          <a:p>
            <a:pPr marL="0" indent="0">
              <a:buNone/>
            </a:pPr>
            <a:r>
              <a:rPr lang="en-US" altLang="ja-JP" sz="1400" dirty="0">
                <a:solidFill>
                  <a:srgbClr val="FF0000"/>
                </a:solidFill>
                <a:latin typeface="メイリオ" panose="020B0604030504040204" pitchFamily="50" charset="-128"/>
                <a:ea typeface="メイリオ" panose="020B0604030504040204" pitchFamily="50" charset="-128"/>
              </a:rPr>
              <a:t>10.0.0.0/16</a:t>
            </a:r>
          </a:p>
        </p:txBody>
      </p:sp>
      <p:pic>
        <p:nvPicPr>
          <p:cNvPr id="13" name="図 12">
            <a:extLst>
              <a:ext uri="{FF2B5EF4-FFF2-40B4-BE49-F238E27FC236}">
                <a16:creationId xmlns:a16="http://schemas.microsoft.com/office/drawing/2014/main" id="{FAD99AC1-B9C9-4142-8746-8CAFBF470F8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794391" y="681479"/>
            <a:ext cx="529267" cy="550699"/>
          </a:xfrm>
          <a:prstGeom prst="rect">
            <a:avLst/>
          </a:prstGeom>
        </p:spPr>
      </p:pic>
      <p:cxnSp>
        <p:nvCxnSpPr>
          <p:cNvPr id="17" name="コネクタ: カギ線 23">
            <a:extLst>
              <a:ext uri="{FF2B5EF4-FFF2-40B4-BE49-F238E27FC236}">
                <a16:creationId xmlns:a16="http://schemas.microsoft.com/office/drawing/2014/main" id="{60D83496-92A4-492E-8EF7-2465DDF9E75A}"/>
              </a:ext>
            </a:extLst>
          </p:cNvPr>
          <p:cNvCxnSpPr>
            <a:cxnSpLocks/>
            <a:stCxn id="13" idx="2"/>
            <a:endCxn id="50" idx="0"/>
          </p:cNvCxnSpPr>
          <p:nvPr/>
        </p:nvCxnSpPr>
        <p:spPr bwMode="auto">
          <a:xfrm flipH="1">
            <a:off x="5059024" y="1232178"/>
            <a:ext cx="1" cy="569561"/>
          </a:xfrm>
          <a:prstGeom prst="straightConnector1">
            <a:avLst/>
          </a:prstGeom>
          <a:noFill/>
          <a:ln w="31750" cap="flat" cmpd="sng" algn="ctr">
            <a:solidFill>
              <a:srgbClr val="FF0000"/>
            </a:solidFill>
            <a:prstDash val="solid"/>
            <a:round/>
            <a:headEnd type="none" w="med" len="med"/>
            <a:tailEnd type="triangle"/>
          </a:ln>
          <a:effectLst/>
        </p:spPr>
      </p:cxnSp>
      <p:sp>
        <p:nvSpPr>
          <p:cNvPr id="25" name="テキスト ボックス 24">
            <a:extLst>
              <a:ext uri="{FF2B5EF4-FFF2-40B4-BE49-F238E27FC236}">
                <a16:creationId xmlns:a16="http://schemas.microsoft.com/office/drawing/2014/main" id="{D7C42C81-727F-445F-A611-88025D05433D}"/>
              </a:ext>
            </a:extLst>
          </p:cNvPr>
          <p:cNvSpPr txBox="1"/>
          <p:nvPr/>
        </p:nvSpPr>
        <p:spPr>
          <a:xfrm>
            <a:off x="4411177" y="5956613"/>
            <a:ext cx="1082348" cy="246221"/>
          </a:xfrm>
          <a:prstGeom prst="rect">
            <a:avLst/>
          </a:prstGeom>
          <a:noFill/>
        </p:spPr>
        <p:txBody>
          <a:bodyPr wrap="none" rtlCol="0">
            <a:spAutoFit/>
          </a:bodyPr>
          <a:lstStyle/>
          <a:p>
            <a:pPr algn="ctr"/>
            <a:r>
              <a:rPr kumimoji="1" lang="ja-JP" altLang="en-US" sz="1000" b="1" dirty="0">
                <a:latin typeface="メイリオ" panose="020B0604030504040204" pitchFamily="50" charset="-128"/>
                <a:ea typeface="メイリオ" panose="020B0604030504040204" pitchFamily="50" charset="-128"/>
              </a:rPr>
              <a:t>エンドポイント</a:t>
            </a:r>
            <a:endParaRPr lang="en-US" altLang="ja-JP" sz="1000" b="1" dirty="0">
              <a:latin typeface="メイリオ" panose="020B0604030504040204" pitchFamily="50" charset="-128"/>
              <a:ea typeface="メイリオ" panose="020B0604030504040204" pitchFamily="50" charset="-128"/>
            </a:endParaRPr>
          </a:p>
        </p:txBody>
      </p:sp>
      <p:sp>
        <p:nvSpPr>
          <p:cNvPr id="34" name="四角形: 角を丸くする 33">
            <a:extLst>
              <a:ext uri="{FF2B5EF4-FFF2-40B4-BE49-F238E27FC236}">
                <a16:creationId xmlns:a16="http://schemas.microsoft.com/office/drawing/2014/main" id="{BEF47C67-D55F-4ECD-9869-013386558229}"/>
              </a:ext>
            </a:extLst>
          </p:cNvPr>
          <p:cNvSpPr/>
          <p:nvPr/>
        </p:nvSpPr>
        <p:spPr bwMode="auto">
          <a:xfrm>
            <a:off x="1928664" y="1836283"/>
            <a:ext cx="2387812" cy="1738449"/>
          </a:xfrm>
          <a:prstGeom prst="roundRect">
            <a:avLst/>
          </a:prstGeom>
          <a:solidFill>
            <a:schemeClr val="bg1"/>
          </a:solidFill>
          <a:ln w="12700" cap="flat" cmpd="sng" algn="ctr">
            <a:solidFill>
              <a:srgbClr val="F0861E"/>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kumimoji="1" lang="ja-JP" altLang="en-US" sz="1400" b="1"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rPr>
              <a:t>パブリックサブネット</a:t>
            </a:r>
            <a:r>
              <a:rPr kumimoji="1" lang="en-US" altLang="ja-JP" sz="1400" b="0"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rPr>
              <a:t>10.0.0.0/24</a:t>
            </a:r>
            <a:r>
              <a:rPr lang="en-US" altLang="ja-JP" sz="1400" dirty="0">
                <a:solidFill>
                  <a:srgbClr val="FF0000"/>
                </a:solidFill>
                <a:latin typeface="メイリオ" panose="020B0604030504040204" pitchFamily="50" charset="-128"/>
                <a:ea typeface="メイリオ" panose="020B0604030504040204" pitchFamily="50" charset="-128"/>
              </a:rPr>
              <a:t>	</a:t>
            </a:r>
            <a:endParaRPr kumimoji="1" lang="ja-JP" altLang="en-US" sz="1400" b="0"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endParaRPr>
          </a:p>
        </p:txBody>
      </p:sp>
      <p:sp>
        <p:nvSpPr>
          <p:cNvPr id="35" name="四角形: 角を丸くする 34">
            <a:extLst>
              <a:ext uri="{FF2B5EF4-FFF2-40B4-BE49-F238E27FC236}">
                <a16:creationId xmlns:a16="http://schemas.microsoft.com/office/drawing/2014/main" id="{9D88FD03-7603-4A95-AE1E-B0B2B690FD17}"/>
              </a:ext>
            </a:extLst>
          </p:cNvPr>
          <p:cNvSpPr/>
          <p:nvPr/>
        </p:nvSpPr>
        <p:spPr bwMode="auto">
          <a:xfrm>
            <a:off x="5733540" y="1836283"/>
            <a:ext cx="2387812" cy="1738449"/>
          </a:xfrm>
          <a:prstGeom prst="roundRect">
            <a:avLst/>
          </a:prstGeom>
          <a:solidFill>
            <a:schemeClr val="bg1"/>
          </a:solidFill>
          <a:ln w="12700" cap="flat" cmpd="sng" algn="ctr">
            <a:solidFill>
              <a:srgbClr val="F0861E"/>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lang="ja-JP" altLang="en-US" sz="1400" b="1" dirty="0">
                <a:latin typeface="メイリオ" panose="020B0604030504040204" pitchFamily="50" charset="-128"/>
                <a:ea typeface="メイリオ" panose="020B0604030504040204" pitchFamily="50" charset="-128"/>
              </a:rPr>
              <a:t>パブリック</a:t>
            </a:r>
            <a:r>
              <a:rPr kumimoji="1" lang="ja-JP" altLang="en-US" sz="1400" b="1"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rPr>
              <a:t>サブネット　　　</a:t>
            </a:r>
            <a:endParaRPr kumimoji="1" lang="en-US" altLang="ja-JP" sz="1400" b="1"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endParaRPr>
          </a:p>
          <a:p>
            <a:pPr marL="0" marR="0" indent="0" defTabSz="914400" rtl="0" eaLnBrk="1" fontAlgn="base" latinLnBrk="0" hangingPunct="1">
              <a:lnSpc>
                <a:spcPct val="100000"/>
              </a:lnSpc>
              <a:spcBef>
                <a:spcPct val="0"/>
              </a:spcBef>
              <a:spcAft>
                <a:spcPct val="0"/>
              </a:spcAft>
              <a:buClrTx/>
              <a:buSzTx/>
              <a:buFontTx/>
              <a:buNone/>
              <a:tabLst/>
            </a:pPr>
            <a:r>
              <a:rPr lang="ja-JP" altLang="en-US" sz="1400" b="1" dirty="0">
                <a:latin typeface="メイリオ" panose="020B0604030504040204" pitchFamily="50" charset="-128"/>
                <a:ea typeface="メイリオ" panose="020B0604030504040204" pitchFamily="50" charset="-128"/>
              </a:rPr>
              <a:t>　</a:t>
            </a:r>
            <a:r>
              <a:rPr kumimoji="1" lang="en-US" altLang="ja-JP" sz="1400" b="0"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rPr>
              <a:t>10.0.2.0/24</a:t>
            </a:r>
            <a:endParaRPr lang="en-US" altLang="ja-JP" sz="1400" dirty="0">
              <a:solidFill>
                <a:srgbClr val="FF0000"/>
              </a:solidFill>
              <a:latin typeface="メイリオ" panose="020B0604030504040204" pitchFamily="50" charset="-128"/>
              <a:ea typeface="メイリオ" panose="020B0604030504040204" pitchFamily="50" charset="-128"/>
            </a:endParaRPr>
          </a:p>
          <a:p>
            <a:pPr marL="0" marR="0" indent="0" defTabSz="914400" rtl="0" eaLnBrk="1" fontAlgn="base" latinLnBrk="0" hangingPunct="1">
              <a:lnSpc>
                <a:spcPct val="100000"/>
              </a:lnSpc>
              <a:spcBef>
                <a:spcPct val="0"/>
              </a:spcBef>
              <a:spcAft>
                <a:spcPct val="0"/>
              </a:spcAft>
              <a:buClrTx/>
              <a:buSzTx/>
              <a:buFontTx/>
              <a:buNone/>
              <a:tabLst/>
            </a:pPr>
            <a:endParaRPr lang="en-US" altLang="ja-JP" sz="1400" dirty="0">
              <a:solidFill>
                <a:srgbClr val="FF0000"/>
              </a:solidFill>
              <a:latin typeface="メイリオ" panose="020B0604030504040204" pitchFamily="50" charset="-128"/>
              <a:ea typeface="メイリオ" panose="020B0604030504040204" pitchFamily="50" charset="-128"/>
            </a:endParaRPr>
          </a:p>
          <a:p>
            <a:pPr marL="0" marR="0" indent="0" defTabSz="914400" rtl="0" eaLnBrk="1" fontAlgn="base" latinLnBrk="0" hangingPunct="1">
              <a:lnSpc>
                <a:spcPct val="100000"/>
              </a:lnSpc>
              <a:spcBef>
                <a:spcPct val="0"/>
              </a:spcBef>
              <a:spcAft>
                <a:spcPct val="0"/>
              </a:spcAft>
              <a:buClrTx/>
              <a:buSzTx/>
              <a:buFontTx/>
              <a:buNone/>
              <a:tabLst/>
            </a:pPr>
            <a:endParaRPr lang="en-US" altLang="ja-JP" sz="1400" dirty="0">
              <a:solidFill>
                <a:srgbClr val="FF0000"/>
              </a:solidFill>
              <a:latin typeface="メイリオ" panose="020B0604030504040204" pitchFamily="50" charset="-128"/>
              <a:ea typeface="メイリオ" panose="020B0604030504040204" pitchFamily="50" charset="-128"/>
            </a:endParaRPr>
          </a:p>
          <a:p>
            <a:pPr marL="0" marR="0" indent="0" defTabSz="914400" rtl="0" eaLnBrk="1" fontAlgn="base" latinLnBrk="0" hangingPunct="1">
              <a:lnSpc>
                <a:spcPct val="100000"/>
              </a:lnSpc>
              <a:spcBef>
                <a:spcPct val="0"/>
              </a:spcBef>
              <a:spcAft>
                <a:spcPct val="0"/>
              </a:spcAft>
              <a:buClrTx/>
              <a:buSzTx/>
              <a:buFontTx/>
              <a:buNone/>
              <a:tabLst/>
            </a:pPr>
            <a:endParaRPr lang="en-US" altLang="ja-JP" sz="1400" dirty="0">
              <a:solidFill>
                <a:srgbClr val="FF0000"/>
              </a:solidFill>
              <a:latin typeface="メイリオ" panose="020B0604030504040204" pitchFamily="50" charset="-128"/>
              <a:ea typeface="メイリオ" panose="020B0604030504040204" pitchFamily="50" charset="-128"/>
            </a:endParaRPr>
          </a:p>
          <a:p>
            <a:pPr marL="0" marR="0" indent="0" defTabSz="914400" rtl="0" eaLnBrk="1" fontAlgn="base" latinLnBrk="0" hangingPunct="1">
              <a:lnSpc>
                <a:spcPct val="100000"/>
              </a:lnSpc>
              <a:spcBef>
                <a:spcPct val="0"/>
              </a:spcBef>
              <a:spcAft>
                <a:spcPct val="0"/>
              </a:spcAft>
              <a:buClrTx/>
              <a:buSzTx/>
              <a:buFontTx/>
              <a:buNone/>
              <a:tabLst/>
            </a:pPr>
            <a:endParaRPr lang="en-US" altLang="ja-JP" sz="1400" dirty="0">
              <a:solidFill>
                <a:srgbClr val="FF0000"/>
              </a:solidFill>
              <a:latin typeface="メイリオ" panose="020B0604030504040204" pitchFamily="50" charset="-128"/>
              <a:ea typeface="メイリオ" panose="020B0604030504040204" pitchFamily="50" charset="-128"/>
            </a:endParaRPr>
          </a:p>
          <a:p>
            <a:pPr marL="0" marR="0" indent="0" defTabSz="914400" rtl="0" eaLnBrk="1" fontAlgn="base" latinLnBrk="0" hangingPunct="1">
              <a:lnSpc>
                <a:spcPct val="100000"/>
              </a:lnSpc>
              <a:spcBef>
                <a:spcPct val="0"/>
              </a:spcBef>
              <a:spcAft>
                <a:spcPct val="0"/>
              </a:spcAft>
              <a:buClrTx/>
              <a:buSzTx/>
              <a:buFontTx/>
              <a:buNone/>
              <a:tabLst/>
            </a:pPr>
            <a:endParaRPr lang="en-US" altLang="ja-JP" sz="1400" dirty="0">
              <a:solidFill>
                <a:srgbClr val="FF0000"/>
              </a:solidFill>
              <a:latin typeface="メイリオ" panose="020B0604030504040204" pitchFamily="50" charset="-128"/>
              <a:ea typeface="メイリオ" panose="020B0604030504040204" pitchFamily="50" charset="-128"/>
            </a:endParaRPr>
          </a:p>
          <a:p>
            <a:pPr marL="0" marR="0" indent="0" defTabSz="914400" rtl="0" eaLnBrk="1" fontAlgn="base" latinLnBrk="0" hangingPunct="1">
              <a:lnSpc>
                <a:spcPct val="100000"/>
              </a:lnSpc>
              <a:spcBef>
                <a:spcPct val="0"/>
              </a:spcBef>
              <a:spcAft>
                <a:spcPct val="0"/>
              </a:spcAft>
              <a:buClrTx/>
              <a:buSzTx/>
              <a:buFontTx/>
              <a:buNone/>
              <a:tabLst/>
            </a:pPr>
            <a:endParaRPr lang="en-US" altLang="ja-JP" sz="1400" dirty="0">
              <a:solidFill>
                <a:srgbClr val="FF0000"/>
              </a:solidFill>
              <a:latin typeface="メイリオ" panose="020B0604030504040204" pitchFamily="50" charset="-128"/>
              <a:ea typeface="メイリオ" panose="020B0604030504040204" pitchFamily="50" charset="-128"/>
            </a:endParaRPr>
          </a:p>
        </p:txBody>
      </p:sp>
      <p:pic>
        <p:nvPicPr>
          <p:cNvPr id="42" name="図 41" descr="音楽 が含まれている画像&#10;&#10;自動的に生成された説明">
            <a:extLst>
              <a:ext uri="{FF2B5EF4-FFF2-40B4-BE49-F238E27FC236}">
                <a16:creationId xmlns:a16="http://schemas.microsoft.com/office/drawing/2014/main" id="{8F8A08E4-3459-4AC2-B707-7FCB5CE9FD7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768676" y="2675915"/>
            <a:ext cx="571869" cy="681077"/>
          </a:xfrm>
          <a:prstGeom prst="rect">
            <a:avLst/>
          </a:prstGeom>
        </p:spPr>
      </p:pic>
      <p:sp>
        <p:nvSpPr>
          <p:cNvPr id="43" name="テキスト ボックス 42">
            <a:extLst>
              <a:ext uri="{FF2B5EF4-FFF2-40B4-BE49-F238E27FC236}">
                <a16:creationId xmlns:a16="http://schemas.microsoft.com/office/drawing/2014/main" id="{49796086-0647-4B4C-AB8E-57EE20BAAE24}"/>
              </a:ext>
            </a:extLst>
          </p:cNvPr>
          <p:cNvSpPr txBox="1"/>
          <p:nvPr/>
        </p:nvSpPr>
        <p:spPr>
          <a:xfrm>
            <a:off x="2791867" y="2976592"/>
            <a:ext cx="495649" cy="276999"/>
          </a:xfrm>
          <a:prstGeom prst="rect">
            <a:avLst/>
          </a:prstGeom>
          <a:noFill/>
        </p:spPr>
        <p:txBody>
          <a:bodyPr wrap="none" rtlCol="0">
            <a:spAutoFit/>
          </a:bodyPr>
          <a:lstStyle/>
          <a:p>
            <a:pPr algn="ctr"/>
            <a:r>
              <a:rPr kumimoji="1" lang="en-US" altLang="ja-JP" sz="1200" b="1" dirty="0">
                <a:solidFill>
                  <a:schemeClr val="bg1"/>
                </a:solidFill>
                <a:latin typeface="メイリオ" panose="020B0604030504040204" pitchFamily="50" charset="-128"/>
                <a:ea typeface="メイリオ" panose="020B0604030504040204" pitchFamily="50" charset="-128"/>
              </a:rPr>
              <a:t>EC2</a:t>
            </a:r>
          </a:p>
        </p:txBody>
      </p:sp>
      <p:cxnSp>
        <p:nvCxnSpPr>
          <p:cNvPr id="49" name="コネクタ: カギ線 48">
            <a:extLst>
              <a:ext uri="{FF2B5EF4-FFF2-40B4-BE49-F238E27FC236}">
                <a16:creationId xmlns:a16="http://schemas.microsoft.com/office/drawing/2014/main" id="{17934989-AD9B-4DB2-A114-0FBAE7D98973}"/>
              </a:ext>
            </a:extLst>
          </p:cNvPr>
          <p:cNvCxnSpPr>
            <a:cxnSpLocks/>
            <a:stCxn id="50" idx="2"/>
            <a:endCxn id="42" idx="0"/>
          </p:cNvCxnSpPr>
          <p:nvPr/>
        </p:nvCxnSpPr>
        <p:spPr bwMode="auto">
          <a:xfrm rot="5400000">
            <a:off x="3888423" y="1505313"/>
            <a:ext cx="336791" cy="2004413"/>
          </a:xfrm>
          <a:prstGeom prst="bentConnector3">
            <a:avLst>
              <a:gd name="adj1" fmla="val 50000"/>
            </a:avLst>
          </a:prstGeom>
          <a:noFill/>
          <a:ln w="31750" cap="flat" cmpd="sng" algn="ctr">
            <a:solidFill>
              <a:srgbClr val="FF0000"/>
            </a:solidFill>
            <a:prstDash val="solid"/>
            <a:round/>
            <a:headEnd type="none" w="med" len="med"/>
            <a:tailEnd type="triangle"/>
          </a:ln>
          <a:effectLst/>
        </p:spPr>
      </p:cxnSp>
      <p:pic>
        <p:nvPicPr>
          <p:cNvPr id="50" name="図 49">
            <a:extLst>
              <a:ext uri="{FF2B5EF4-FFF2-40B4-BE49-F238E27FC236}">
                <a16:creationId xmlns:a16="http://schemas.microsoft.com/office/drawing/2014/main" id="{91E526BE-5C42-4DBB-8E6B-A2408502405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802733" y="1801739"/>
            <a:ext cx="512582" cy="537385"/>
          </a:xfrm>
          <a:prstGeom prst="rect">
            <a:avLst/>
          </a:prstGeom>
        </p:spPr>
      </p:pic>
      <p:cxnSp>
        <p:nvCxnSpPr>
          <p:cNvPr id="57" name="コネクタ: カギ線 56">
            <a:extLst>
              <a:ext uri="{FF2B5EF4-FFF2-40B4-BE49-F238E27FC236}">
                <a16:creationId xmlns:a16="http://schemas.microsoft.com/office/drawing/2014/main" id="{7121B37B-9BDF-4068-B432-5969109C4B59}"/>
              </a:ext>
            </a:extLst>
          </p:cNvPr>
          <p:cNvCxnSpPr>
            <a:cxnSpLocks/>
            <a:stCxn id="50" idx="2"/>
            <a:endCxn id="59" idx="0"/>
          </p:cNvCxnSpPr>
          <p:nvPr/>
        </p:nvCxnSpPr>
        <p:spPr bwMode="auto">
          <a:xfrm rot="16200000" flipH="1">
            <a:off x="5839551" y="1558596"/>
            <a:ext cx="336791" cy="1897845"/>
          </a:xfrm>
          <a:prstGeom prst="bentConnector3">
            <a:avLst>
              <a:gd name="adj1" fmla="val 50000"/>
            </a:avLst>
          </a:prstGeom>
          <a:noFill/>
          <a:ln w="31750" cap="flat" cmpd="sng" algn="ctr">
            <a:solidFill>
              <a:srgbClr val="FF0000"/>
            </a:solidFill>
            <a:prstDash val="solid"/>
            <a:round/>
            <a:headEnd type="none" w="med" len="med"/>
            <a:tailEnd type="triangle"/>
          </a:ln>
          <a:effectLst/>
        </p:spPr>
      </p:cxnSp>
      <p:pic>
        <p:nvPicPr>
          <p:cNvPr id="59" name="図 58" descr="音楽 が含まれている画像&#10;&#10;自動的に生成された説明">
            <a:extLst>
              <a:ext uri="{FF2B5EF4-FFF2-40B4-BE49-F238E27FC236}">
                <a16:creationId xmlns:a16="http://schemas.microsoft.com/office/drawing/2014/main" id="{1F3FE59D-F52B-4CBE-9CCA-DA326D100F2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670934" y="2675915"/>
            <a:ext cx="571869" cy="681077"/>
          </a:xfrm>
          <a:prstGeom prst="rect">
            <a:avLst/>
          </a:prstGeom>
        </p:spPr>
      </p:pic>
      <p:sp>
        <p:nvSpPr>
          <p:cNvPr id="60" name="テキスト ボックス 59">
            <a:extLst>
              <a:ext uri="{FF2B5EF4-FFF2-40B4-BE49-F238E27FC236}">
                <a16:creationId xmlns:a16="http://schemas.microsoft.com/office/drawing/2014/main" id="{9166DD9E-B101-4D1D-BF60-3F46479193D1}"/>
              </a:ext>
            </a:extLst>
          </p:cNvPr>
          <p:cNvSpPr txBox="1"/>
          <p:nvPr/>
        </p:nvSpPr>
        <p:spPr>
          <a:xfrm>
            <a:off x="6694125" y="2976592"/>
            <a:ext cx="495649" cy="276999"/>
          </a:xfrm>
          <a:prstGeom prst="rect">
            <a:avLst/>
          </a:prstGeom>
          <a:noFill/>
        </p:spPr>
        <p:txBody>
          <a:bodyPr wrap="none" rtlCol="0">
            <a:spAutoFit/>
          </a:bodyPr>
          <a:lstStyle/>
          <a:p>
            <a:pPr algn="ctr"/>
            <a:r>
              <a:rPr kumimoji="1" lang="en-US" altLang="ja-JP" sz="1200" b="1" dirty="0">
                <a:solidFill>
                  <a:schemeClr val="bg1"/>
                </a:solidFill>
                <a:latin typeface="メイリオ" panose="020B0604030504040204" pitchFamily="50" charset="-128"/>
                <a:ea typeface="メイリオ" panose="020B0604030504040204" pitchFamily="50" charset="-128"/>
              </a:rPr>
              <a:t>EC2</a:t>
            </a:r>
          </a:p>
        </p:txBody>
      </p:sp>
      <p:cxnSp>
        <p:nvCxnSpPr>
          <p:cNvPr id="74" name="コネクタ: カギ線 23">
            <a:extLst>
              <a:ext uri="{FF2B5EF4-FFF2-40B4-BE49-F238E27FC236}">
                <a16:creationId xmlns:a16="http://schemas.microsoft.com/office/drawing/2014/main" id="{4BFF34D5-84EA-4DD5-9484-2D7DAFCC29D3}"/>
              </a:ext>
            </a:extLst>
          </p:cNvPr>
          <p:cNvCxnSpPr>
            <a:cxnSpLocks/>
            <a:stCxn id="42" idx="2"/>
          </p:cNvCxnSpPr>
          <p:nvPr/>
        </p:nvCxnSpPr>
        <p:spPr bwMode="auto">
          <a:xfrm>
            <a:off x="3054611" y="3356992"/>
            <a:ext cx="0" cy="1175685"/>
          </a:xfrm>
          <a:prstGeom prst="straightConnector1">
            <a:avLst/>
          </a:prstGeom>
          <a:noFill/>
          <a:ln w="31750" cap="flat" cmpd="sng" algn="ctr">
            <a:solidFill>
              <a:srgbClr val="FF0000"/>
            </a:solidFill>
            <a:prstDash val="solid"/>
            <a:round/>
            <a:headEnd type="none" w="med" len="med"/>
            <a:tailEnd type="triangle"/>
          </a:ln>
          <a:effectLst/>
        </p:spPr>
      </p:cxnSp>
      <p:sp>
        <p:nvSpPr>
          <p:cNvPr id="93" name="テキスト ボックス 92">
            <a:extLst>
              <a:ext uri="{FF2B5EF4-FFF2-40B4-BE49-F238E27FC236}">
                <a16:creationId xmlns:a16="http://schemas.microsoft.com/office/drawing/2014/main" id="{6E27F6B4-061C-4883-9A91-6583071CE89B}"/>
              </a:ext>
            </a:extLst>
          </p:cNvPr>
          <p:cNvSpPr txBox="1"/>
          <p:nvPr/>
        </p:nvSpPr>
        <p:spPr>
          <a:xfrm>
            <a:off x="4997446" y="2264832"/>
            <a:ext cx="439544" cy="246221"/>
          </a:xfrm>
          <a:prstGeom prst="rect">
            <a:avLst/>
          </a:prstGeom>
          <a:noFill/>
        </p:spPr>
        <p:txBody>
          <a:bodyPr wrap="none" rtlCol="0">
            <a:spAutoFit/>
          </a:bodyPr>
          <a:lstStyle/>
          <a:p>
            <a:pPr algn="ctr"/>
            <a:r>
              <a:rPr kumimoji="1" lang="en-US" altLang="ja-JP" sz="1000" b="1" dirty="0">
                <a:latin typeface="メイリオ" panose="020B0604030504040204" pitchFamily="50" charset="-128"/>
                <a:ea typeface="メイリオ" panose="020B0604030504040204" pitchFamily="50" charset="-128"/>
              </a:rPr>
              <a:t>ELB</a:t>
            </a:r>
            <a:endParaRPr lang="en-US" altLang="ja-JP" sz="1000" b="1" dirty="0">
              <a:latin typeface="メイリオ" panose="020B0604030504040204" pitchFamily="50" charset="-128"/>
              <a:ea typeface="メイリオ" panose="020B0604030504040204" pitchFamily="50" charset="-128"/>
            </a:endParaRPr>
          </a:p>
        </p:txBody>
      </p:sp>
      <p:sp>
        <p:nvSpPr>
          <p:cNvPr id="94" name="テキスト ボックス 93">
            <a:extLst>
              <a:ext uri="{FF2B5EF4-FFF2-40B4-BE49-F238E27FC236}">
                <a16:creationId xmlns:a16="http://schemas.microsoft.com/office/drawing/2014/main" id="{A8011C9A-A2D5-4F16-B832-B997B6BA0F95}"/>
              </a:ext>
            </a:extLst>
          </p:cNvPr>
          <p:cNvSpPr txBox="1"/>
          <p:nvPr/>
        </p:nvSpPr>
        <p:spPr>
          <a:xfrm>
            <a:off x="2792653" y="5127575"/>
            <a:ext cx="526105" cy="461665"/>
          </a:xfrm>
          <a:prstGeom prst="rect">
            <a:avLst/>
          </a:prstGeom>
          <a:noFill/>
        </p:spPr>
        <p:txBody>
          <a:bodyPr wrap="none" rtlCol="0">
            <a:spAutoFit/>
          </a:bodyPr>
          <a:lstStyle/>
          <a:p>
            <a:pPr algn="ctr"/>
            <a:r>
              <a:rPr lang="en-US" altLang="ja-JP" sz="1200" b="1" dirty="0">
                <a:latin typeface="メイリオ" panose="020B0604030504040204" pitchFamily="50" charset="-128"/>
                <a:ea typeface="メイリオ" panose="020B0604030504040204" pitchFamily="50" charset="-128"/>
              </a:rPr>
              <a:t>RDS</a:t>
            </a:r>
            <a:br>
              <a:rPr kumimoji="1" lang="en-US" altLang="ja-JP" sz="1200" b="1" dirty="0">
                <a:latin typeface="メイリオ" panose="020B0604030504040204" pitchFamily="50" charset="-128"/>
                <a:ea typeface="メイリオ" panose="020B0604030504040204" pitchFamily="50" charset="-128"/>
              </a:rPr>
            </a:br>
            <a:endParaRPr kumimoji="1" lang="en-US" altLang="ja-JP" sz="1200" b="1" dirty="0">
              <a:latin typeface="メイリオ" panose="020B0604030504040204" pitchFamily="50" charset="-128"/>
              <a:ea typeface="メイリオ" panose="020B0604030504040204" pitchFamily="50" charset="-128"/>
            </a:endParaRPr>
          </a:p>
        </p:txBody>
      </p:sp>
      <p:pic>
        <p:nvPicPr>
          <p:cNvPr id="95" name="図 94">
            <a:extLst>
              <a:ext uri="{FF2B5EF4-FFF2-40B4-BE49-F238E27FC236}">
                <a16:creationId xmlns:a16="http://schemas.microsoft.com/office/drawing/2014/main" id="{21FFEA76-8EE7-497A-AF12-378B0633C637}"/>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761061" y="4480018"/>
            <a:ext cx="619125" cy="704850"/>
          </a:xfrm>
          <a:prstGeom prst="rect">
            <a:avLst/>
          </a:prstGeom>
        </p:spPr>
      </p:pic>
      <p:cxnSp>
        <p:nvCxnSpPr>
          <p:cNvPr id="99" name="コネクタ: カギ線 23">
            <a:extLst>
              <a:ext uri="{FF2B5EF4-FFF2-40B4-BE49-F238E27FC236}">
                <a16:creationId xmlns:a16="http://schemas.microsoft.com/office/drawing/2014/main" id="{A206B5A1-05D4-4465-8003-7982EA200E49}"/>
              </a:ext>
            </a:extLst>
          </p:cNvPr>
          <p:cNvCxnSpPr>
            <a:cxnSpLocks/>
          </p:cNvCxnSpPr>
          <p:nvPr/>
        </p:nvCxnSpPr>
        <p:spPr bwMode="auto">
          <a:xfrm flipH="1">
            <a:off x="3318758" y="3253591"/>
            <a:ext cx="3623193" cy="1316951"/>
          </a:xfrm>
          <a:prstGeom prst="straightConnector1">
            <a:avLst/>
          </a:prstGeom>
          <a:noFill/>
          <a:ln w="31750" cap="flat" cmpd="sng" algn="ctr">
            <a:solidFill>
              <a:srgbClr val="FF0000"/>
            </a:solidFill>
            <a:prstDash val="solid"/>
            <a:round/>
            <a:headEnd type="none" w="med" len="med"/>
            <a:tailEnd type="triangle"/>
          </a:ln>
          <a:effectLst/>
        </p:spPr>
      </p:cxnSp>
      <p:sp>
        <p:nvSpPr>
          <p:cNvPr id="5" name="四角形: 角を丸くする 4">
            <a:extLst>
              <a:ext uri="{FF2B5EF4-FFF2-40B4-BE49-F238E27FC236}">
                <a16:creationId xmlns:a16="http://schemas.microsoft.com/office/drawing/2014/main" id="{EBCA0153-F83F-4A15-8D5F-D167F38B236B}"/>
              </a:ext>
            </a:extLst>
          </p:cNvPr>
          <p:cNvSpPr/>
          <p:nvPr/>
        </p:nvSpPr>
        <p:spPr bwMode="auto">
          <a:xfrm>
            <a:off x="2576736" y="2564904"/>
            <a:ext cx="5027957" cy="852656"/>
          </a:xfrm>
          <a:prstGeom prst="roundRect">
            <a:avLst/>
          </a:prstGeom>
          <a:solidFill>
            <a:schemeClr val="accent2">
              <a:lumMod val="20000"/>
              <a:lumOff val="80000"/>
              <a:alpha val="60000"/>
            </a:schemeClr>
          </a:solidFill>
          <a:ln w="12700" cap="flat" cmpd="sng" algn="ctr">
            <a:noFill/>
            <a:prstDash val="solid"/>
            <a:round/>
            <a:headEnd type="none" w="med" len="med"/>
            <a:tailEnd type="none" w="med" len="med"/>
          </a:ln>
          <a:effectLst/>
        </p:spPr>
        <p:txBody>
          <a:bodyPr vert="horz" wrap="square" lIns="36000" tIns="36000" rIns="36000" bIns="360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altLang="ja-JP" sz="1600" b="0"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endParaRPr>
          </a:p>
        </p:txBody>
      </p:sp>
      <p:pic>
        <p:nvPicPr>
          <p:cNvPr id="14" name="図 13">
            <a:extLst>
              <a:ext uri="{FF2B5EF4-FFF2-40B4-BE49-F238E27FC236}">
                <a16:creationId xmlns:a16="http://schemas.microsoft.com/office/drawing/2014/main" id="{5C09A97E-D183-4E1B-8C87-0147168921D2}"/>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4708835" y="2682322"/>
            <a:ext cx="685800" cy="666750"/>
          </a:xfrm>
          <a:prstGeom prst="rect">
            <a:avLst/>
          </a:prstGeom>
        </p:spPr>
      </p:pic>
      <p:sp>
        <p:nvSpPr>
          <p:cNvPr id="47" name="テキスト ボックス 46">
            <a:extLst>
              <a:ext uri="{FF2B5EF4-FFF2-40B4-BE49-F238E27FC236}">
                <a16:creationId xmlns:a16="http://schemas.microsoft.com/office/drawing/2014/main" id="{8D91D7F5-80CE-4BC7-B177-7633D3EA153C}"/>
              </a:ext>
            </a:extLst>
          </p:cNvPr>
          <p:cNvSpPr txBox="1"/>
          <p:nvPr/>
        </p:nvSpPr>
        <p:spPr>
          <a:xfrm>
            <a:off x="4520952" y="2544017"/>
            <a:ext cx="1032655" cy="246221"/>
          </a:xfrm>
          <a:prstGeom prst="rect">
            <a:avLst/>
          </a:prstGeom>
          <a:noFill/>
        </p:spPr>
        <p:txBody>
          <a:bodyPr wrap="none" rtlCol="0">
            <a:spAutoFit/>
          </a:bodyPr>
          <a:lstStyle/>
          <a:p>
            <a:pPr algn="ctr"/>
            <a:r>
              <a:rPr kumimoji="1" lang="en-US" altLang="ja-JP" sz="1000" b="1" dirty="0">
                <a:latin typeface="メイリオ" panose="020B0604030504040204" pitchFamily="50" charset="-128"/>
                <a:ea typeface="メイリオ" panose="020B0604030504040204" pitchFamily="50" charset="-128"/>
              </a:rPr>
              <a:t>Auto</a:t>
            </a:r>
            <a:r>
              <a:rPr kumimoji="1" lang="ja-JP" altLang="en-US" sz="1000" b="1" dirty="0">
                <a:latin typeface="メイリオ" panose="020B0604030504040204" pitchFamily="50" charset="-128"/>
                <a:ea typeface="メイリオ" panose="020B0604030504040204" pitchFamily="50" charset="-128"/>
              </a:rPr>
              <a:t> </a:t>
            </a:r>
            <a:r>
              <a:rPr kumimoji="1" lang="en-US" altLang="ja-JP" sz="1000" b="1" dirty="0">
                <a:latin typeface="メイリオ" panose="020B0604030504040204" pitchFamily="50" charset="-128"/>
                <a:ea typeface="メイリオ" panose="020B0604030504040204" pitchFamily="50" charset="-128"/>
              </a:rPr>
              <a:t>Scaling</a:t>
            </a:r>
            <a:endParaRPr lang="en-US" altLang="ja-JP" sz="1000" b="1"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133810346"/>
      </p:ext>
    </p:extLst>
  </p:cSld>
  <p:clrMapOvr>
    <a:masterClrMapping/>
  </p:clrMapOvr>
  <mc:AlternateContent xmlns:mc="http://schemas.openxmlformats.org/markup-compatibility/2006" xmlns:p14="http://schemas.microsoft.com/office/powerpoint/2010/main">
    <mc:Choice Requires="p14">
      <p:transition spd="slow" p14:dur="2000" advTm="22033"/>
    </mc:Choice>
    <mc:Fallback xmlns="">
      <p:transition spd="slow" advTm="22033"/>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四角形: 角を丸くする 3">
            <a:extLst>
              <a:ext uri="{FF2B5EF4-FFF2-40B4-BE49-F238E27FC236}">
                <a16:creationId xmlns:a16="http://schemas.microsoft.com/office/drawing/2014/main" id="{C87F7B2C-1880-4B60-8AC9-CF61C01889AB}"/>
              </a:ext>
            </a:extLst>
          </p:cNvPr>
          <p:cNvSpPr/>
          <p:nvPr/>
        </p:nvSpPr>
        <p:spPr bwMode="auto">
          <a:xfrm>
            <a:off x="992560" y="966761"/>
            <a:ext cx="8208912" cy="5321881"/>
          </a:xfrm>
          <a:prstGeom prst="roundRect">
            <a:avLst/>
          </a:prstGeom>
          <a:solidFill>
            <a:schemeClr val="bg1"/>
          </a:solidFill>
          <a:ln w="12700" cap="flat" cmpd="sng" algn="ctr">
            <a:solidFill>
              <a:srgbClr val="F0861E"/>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ja-JP" altLang="en-US" sz="1400" b="0" i="0" u="none" strike="noStrike" cap="none" normalizeH="0" baseline="0">
              <a:ln>
                <a:noFill/>
              </a:ln>
              <a:solidFill>
                <a:schemeClr val="tx1"/>
              </a:solidFill>
              <a:effectLst/>
              <a:latin typeface="ＭＳ Ｐゴシック" pitchFamily="50" charset="-128"/>
              <a:ea typeface="ＭＳ Ｐゴシック" pitchFamily="50" charset="-128"/>
            </a:endParaRPr>
          </a:p>
        </p:txBody>
      </p:sp>
      <p:sp>
        <p:nvSpPr>
          <p:cNvPr id="30" name="正方形/長方形 29">
            <a:extLst>
              <a:ext uri="{FF2B5EF4-FFF2-40B4-BE49-F238E27FC236}">
                <a16:creationId xmlns:a16="http://schemas.microsoft.com/office/drawing/2014/main" id="{779A921B-5F5F-41CF-ABB5-F1E78B301100}"/>
              </a:ext>
            </a:extLst>
          </p:cNvPr>
          <p:cNvSpPr/>
          <p:nvPr/>
        </p:nvSpPr>
        <p:spPr bwMode="auto">
          <a:xfrm>
            <a:off x="5280146" y="1372204"/>
            <a:ext cx="3256634" cy="4537251"/>
          </a:xfrm>
          <a:prstGeom prst="rect">
            <a:avLst/>
          </a:prstGeom>
          <a:solidFill>
            <a:srgbClr val="FFC000"/>
          </a:solidFill>
          <a:ln w="12700" cap="flat" cmpd="sng" algn="ctr">
            <a:no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altLang="ja-JP" sz="1400" b="1" dirty="0">
                <a:solidFill>
                  <a:schemeClr val="bg1"/>
                </a:solidFill>
                <a:latin typeface="メイリオ" panose="020B0604030504040204" pitchFamily="50" charset="-128"/>
                <a:ea typeface="メイリオ" panose="020B0604030504040204" pitchFamily="50" charset="-128"/>
              </a:rPr>
              <a:t>AZ</a:t>
            </a:r>
            <a:endParaRPr kumimoji="1" lang="ja-JP" altLang="en-US" sz="1400" b="1"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endParaRPr>
          </a:p>
        </p:txBody>
      </p:sp>
      <p:sp>
        <p:nvSpPr>
          <p:cNvPr id="27" name="タイトル 1">
            <a:extLst>
              <a:ext uri="{FF2B5EF4-FFF2-40B4-BE49-F238E27FC236}">
                <a16:creationId xmlns:a16="http://schemas.microsoft.com/office/drawing/2014/main" id="{48F80BE1-D063-4240-BFC7-C8D243720250}"/>
              </a:ext>
            </a:extLst>
          </p:cNvPr>
          <p:cNvSpPr txBox="1">
            <a:spLocks/>
          </p:cNvSpPr>
          <p:nvPr/>
        </p:nvSpPr>
        <p:spPr bwMode="auto">
          <a:xfrm>
            <a:off x="631222" y="201863"/>
            <a:ext cx="8642258" cy="50208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rtl="0" fontAlgn="base">
              <a:lnSpc>
                <a:spcPct val="90000"/>
              </a:lnSpc>
              <a:spcBef>
                <a:spcPct val="0"/>
              </a:spcBef>
              <a:spcAft>
                <a:spcPct val="0"/>
              </a:spcAft>
              <a:defRPr kumimoji="1" sz="2000">
                <a:solidFill>
                  <a:schemeClr val="tx2"/>
                </a:solidFill>
                <a:latin typeface="游明朝" panose="02020400000000000000" pitchFamily="18" charset="-128"/>
                <a:ea typeface="游明朝" panose="02020400000000000000" pitchFamily="18" charset="-128"/>
                <a:cs typeface="+mj-cs"/>
              </a:defRPr>
            </a:lvl1pPr>
            <a:lvl2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2pPr>
            <a:lvl3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3pPr>
            <a:lvl4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4pPr>
            <a:lvl5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5pPr>
            <a:lvl6pPr marL="4572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6pPr>
            <a:lvl7pPr marL="9144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7pPr>
            <a:lvl8pPr marL="13716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8pPr>
            <a:lvl9pPr marL="18288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9pPr>
          </a:lstStyle>
          <a:p>
            <a:pPr algn="l"/>
            <a:r>
              <a:rPr lang="ja-JP" altLang="en-US" sz="3000" dirty="0">
                <a:latin typeface="メイリオ" panose="020B0604030504040204" pitchFamily="50" charset="-128"/>
                <a:ea typeface="メイリオ" panose="020B0604030504040204" pitchFamily="50" charset="-128"/>
              </a:rPr>
              <a:t>今回構築するアーキテクチャ④</a:t>
            </a:r>
          </a:p>
        </p:txBody>
      </p:sp>
      <p:sp>
        <p:nvSpPr>
          <p:cNvPr id="2" name="正方形/長方形 1">
            <a:extLst>
              <a:ext uri="{FF2B5EF4-FFF2-40B4-BE49-F238E27FC236}">
                <a16:creationId xmlns:a16="http://schemas.microsoft.com/office/drawing/2014/main" id="{2C522B5A-5DBC-4FC0-BCBE-401D0496F254}"/>
              </a:ext>
            </a:extLst>
          </p:cNvPr>
          <p:cNvSpPr/>
          <p:nvPr/>
        </p:nvSpPr>
        <p:spPr bwMode="auto">
          <a:xfrm>
            <a:off x="704528" y="836712"/>
            <a:ext cx="8640960" cy="5544616"/>
          </a:xfrm>
          <a:prstGeom prst="rect">
            <a:avLst/>
          </a:prstGeom>
          <a:noFill/>
          <a:ln w="12700" cap="flat" cmpd="sng" algn="ctr">
            <a:solidFill>
              <a:schemeClr val="tx1"/>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ja-JP" altLang="en-US" sz="1600" b="0" i="0" u="none" strike="noStrike" cap="none" normalizeH="0" baseline="0">
              <a:ln>
                <a:noFill/>
              </a:ln>
              <a:solidFill>
                <a:schemeClr val="tx1"/>
              </a:solidFill>
              <a:effectLst/>
              <a:latin typeface="ＭＳ Ｐゴシック" pitchFamily="50" charset="-128"/>
              <a:ea typeface="ＭＳ Ｐゴシック" pitchFamily="50" charset="-128"/>
            </a:endParaRPr>
          </a:p>
        </p:txBody>
      </p:sp>
      <p:sp>
        <p:nvSpPr>
          <p:cNvPr id="6" name="正方形/長方形 5">
            <a:extLst>
              <a:ext uri="{FF2B5EF4-FFF2-40B4-BE49-F238E27FC236}">
                <a16:creationId xmlns:a16="http://schemas.microsoft.com/office/drawing/2014/main" id="{1EA0A630-B9F7-4A0F-BCE8-2E94169DBDE1}"/>
              </a:ext>
            </a:extLst>
          </p:cNvPr>
          <p:cNvSpPr/>
          <p:nvPr/>
        </p:nvSpPr>
        <p:spPr bwMode="auto">
          <a:xfrm>
            <a:off x="1537757" y="1372204"/>
            <a:ext cx="3256634" cy="4537251"/>
          </a:xfrm>
          <a:prstGeom prst="rect">
            <a:avLst/>
          </a:prstGeom>
          <a:solidFill>
            <a:srgbClr val="FFC000"/>
          </a:solidFill>
          <a:ln w="12700" cap="flat" cmpd="sng" algn="ctr">
            <a:no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altLang="ja-JP" sz="1400" b="1" dirty="0">
                <a:solidFill>
                  <a:schemeClr val="bg1"/>
                </a:solidFill>
                <a:latin typeface="メイリオ" panose="020B0604030504040204" pitchFamily="50" charset="-128"/>
                <a:ea typeface="メイリオ" panose="020B0604030504040204" pitchFamily="50" charset="-128"/>
              </a:rPr>
              <a:t>AZ</a:t>
            </a:r>
            <a:endParaRPr kumimoji="1" lang="ja-JP" altLang="en-US" sz="1400" b="1"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endParaRPr>
          </a:p>
        </p:txBody>
      </p:sp>
      <p:pic>
        <p:nvPicPr>
          <p:cNvPr id="7" name="Picture 2" descr="ãVPC ã¢ã¤ã³ã³ãã®ç»åæ¤ç´¢çµæ">
            <a:extLst>
              <a:ext uri="{FF2B5EF4-FFF2-40B4-BE49-F238E27FC236}">
                <a16:creationId xmlns:a16="http://schemas.microsoft.com/office/drawing/2014/main" id="{08E65A2E-1443-436D-A065-21B30D257D5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3311" y="596453"/>
            <a:ext cx="838961" cy="832646"/>
          </a:xfrm>
          <a:prstGeom prst="rect">
            <a:avLst/>
          </a:prstGeom>
          <a:noFill/>
          <a:extLst>
            <a:ext uri="{909E8E84-426E-40DD-AFC4-6F175D3DCCD1}">
              <a14:hiddenFill xmlns:a14="http://schemas.microsoft.com/office/drawing/2010/main">
                <a:solidFill>
                  <a:srgbClr val="FFFFFF"/>
                </a:solidFill>
              </a14:hiddenFill>
            </a:ext>
          </a:extLst>
        </p:spPr>
      </p:pic>
      <p:sp>
        <p:nvSpPr>
          <p:cNvPr id="8" name="四角形: 角を丸くする 7">
            <a:extLst>
              <a:ext uri="{FF2B5EF4-FFF2-40B4-BE49-F238E27FC236}">
                <a16:creationId xmlns:a16="http://schemas.microsoft.com/office/drawing/2014/main" id="{9E5D6B59-FDF8-4CD4-9E0E-16D775507CF1}"/>
              </a:ext>
            </a:extLst>
          </p:cNvPr>
          <p:cNvSpPr/>
          <p:nvPr/>
        </p:nvSpPr>
        <p:spPr bwMode="auto">
          <a:xfrm>
            <a:off x="1928664" y="3789039"/>
            <a:ext cx="2387812" cy="1738449"/>
          </a:xfrm>
          <a:prstGeom prst="roundRect">
            <a:avLst/>
          </a:prstGeom>
          <a:solidFill>
            <a:schemeClr val="bg1"/>
          </a:solidFill>
          <a:ln w="12700" cap="flat" cmpd="sng" algn="ctr">
            <a:solidFill>
              <a:srgbClr val="F0861E"/>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kumimoji="1" lang="ja-JP" altLang="en-US" sz="1400" b="1"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rPr>
              <a:t>プライベートサブネット</a:t>
            </a:r>
            <a:r>
              <a:rPr kumimoji="1" lang="en-US" altLang="ja-JP" sz="1400" b="0"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rPr>
              <a:t>10.0.1.0/24</a:t>
            </a:r>
            <a:endParaRPr kumimoji="1" lang="ja-JP" altLang="en-US" sz="1400" b="0"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endParaRPr>
          </a:p>
        </p:txBody>
      </p:sp>
      <p:sp>
        <p:nvSpPr>
          <p:cNvPr id="10" name="四角形: 角を丸くする 9">
            <a:extLst>
              <a:ext uri="{FF2B5EF4-FFF2-40B4-BE49-F238E27FC236}">
                <a16:creationId xmlns:a16="http://schemas.microsoft.com/office/drawing/2014/main" id="{3CD98C52-3635-465F-B70D-A5C84D505081}"/>
              </a:ext>
            </a:extLst>
          </p:cNvPr>
          <p:cNvSpPr/>
          <p:nvPr/>
        </p:nvSpPr>
        <p:spPr bwMode="auto">
          <a:xfrm>
            <a:off x="5733540" y="3789039"/>
            <a:ext cx="2387812" cy="1738449"/>
          </a:xfrm>
          <a:prstGeom prst="roundRect">
            <a:avLst/>
          </a:prstGeom>
          <a:solidFill>
            <a:schemeClr val="bg1"/>
          </a:solidFill>
          <a:ln w="12700" cap="flat" cmpd="sng" algn="ctr">
            <a:solidFill>
              <a:srgbClr val="F0861E"/>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kumimoji="1" lang="ja-JP" altLang="en-US" sz="1400" b="1"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rPr>
              <a:t>プライベートサブネット　　　</a:t>
            </a:r>
            <a:endParaRPr kumimoji="1" lang="en-US" altLang="ja-JP" sz="1400" b="1"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endParaRPr>
          </a:p>
          <a:p>
            <a:pPr marL="0" marR="0" indent="0" defTabSz="914400" rtl="0" eaLnBrk="1" fontAlgn="base" latinLnBrk="0" hangingPunct="1">
              <a:lnSpc>
                <a:spcPct val="100000"/>
              </a:lnSpc>
              <a:spcBef>
                <a:spcPct val="0"/>
              </a:spcBef>
              <a:spcAft>
                <a:spcPct val="0"/>
              </a:spcAft>
              <a:buClrTx/>
              <a:buSzTx/>
              <a:buFontTx/>
              <a:buNone/>
              <a:tabLst/>
            </a:pPr>
            <a:r>
              <a:rPr lang="ja-JP" altLang="en-US" sz="1400" b="1" dirty="0">
                <a:latin typeface="メイリオ" panose="020B0604030504040204" pitchFamily="50" charset="-128"/>
                <a:ea typeface="メイリオ" panose="020B0604030504040204" pitchFamily="50" charset="-128"/>
              </a:rPr>
              <a:t>　</a:t>
            </a:r>
            <a:r>
              <a:rPr kumimoji="1" lang="en-US" altLang="ja-JP" sz="1400" b="0"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rPr>
              <a:t>10.0.3.0/24</a:t>
            </a:r>
            <a:endParaRPr lang="en-US" altLang="ja-JP" sz="1400" dirty="0">
              <a:solidFill>
                <a:srgbClr val="FF0000"/>
              </a:solidFill>
              <a:latin typeface="メイリオ" panose="020B0604030504040204" pitchFamily="50" charset="-128"/>
              <a:ea typeface="メイリオ" panose="020B0604030504040204" pitchFamily="50" charset="-128"/>
            </a:endParaRPr>
          </a:p>
          <a:p>
            <a:pPr marL="0" marR="0" indent="0" defTabSz="914400" rtl="0" eaLnBrk="1" fontAlgn="base" latinLnBrk="0" hangingPunct="1">
              <a:lnSpc>
                <a:spcPct val="100000"/>
              </a:lnSpc>
              <a:spcBef>
                <a:spcPct val="0"/>
              </a:spcBef>
              <a:spcAft>
                <a:spcPct val="0"/>
              </a:spcAft>
              <a:buClrTx/>
              <a:buSzTx/>
              <a:buFontTx/>
              <a:buNone/>
              <a:tabLst/>
            </a:pPr>
            <a:endParaRPr lang="en-US" altLang="ja-JP" sz="1400" dirty="0">
              <a:solidFill>
                <a:srgbClr val="FF0000"/>
              </a:solidFill>
              <a:latin typeface="メイリオ" panose="020B0604030504040204" pitchFamily="50" charset="-128"/>
              <a:ea typeface="メイリオ" panose="020B0604030504040204" pitchFamily="50" charset="-128"/>
            </a:endParaRPr>
          </a:p>
          <a:p>
            <a:pPr marL="0" marR="0" indent="0" defTabSz="914400" rtl="0" eaLnBrk="1" fontAlgn="base" latinLnBrk="0" hangingPunct="1">
              <a:lnSpc>
                <a:spcPct val="100000"/>
              </a:lnSpc>
              <a:spcBef>
                <a:spcPct val="0"/>
              </a:spcBef>
              <a:spcAft>
                <a:spcPct val="0"/>
              </a:spcAft>
              <a:buClrTx/>
              <a:buSzTx/>
              <a:buFontTx/>
              <a:buNone/>
              <a:tabLst/>
            </a:pPr>
            <a:endParaRPr lang="en-US" altLang="ja-JP" sz="1400" dirty="0">
              <a:solidFill>
                <a:srgbClr val="FF0000"/>
              </a:solidFill>
              <a:latin typeface="メイリオ" panose="020B0604030504040204" pitchFamily="50" charset="-128"/>
              <a:ea typeface="メイリオ" panose="020B0604030504040204" pitchFamily="50" charset="-128"/>
            </a:endParaRPr>
          </a:p>
          <a:p>
            <a:pPr marL="0" marR="0" indent="0" defTabSz="914400" rtl="0" eaLnBrk="1" fontAlgn="base" latinLnBrk="0" hangingPunct="1">
              <a:lnSpc>
                <a:spcPct val="100000"/>
              </a:lnSpc>
              <a:spcBef>
                <a:spcPct val="0"/>
              </a:spcBef>
              <a:spcAft>
                <a:spcPct val="0"/>
              </a:spcAft>
              <a:buClrTx/>
              <a:buSzTx/>
              <a:buFontTx/>
              <a:buNone/>
              <a:tabLst/>
            </a:pPr>
            <a:endParaRPr lang="en-US" altLang="ja-JP" sz="1400" dirty="0">
              <a:solidFill>
                <a:srgbClr val="FF0000"/>
              </a:solidFill>
              <a:latin typeface="メイリオ" panose="020B0604030504040204" pitchFamily="50" charset="-128"/>
              <a:ea typeface="メイリオ" panose="020B0604030504040204" pitchFamily="50" charset="-128"/>
            </a:endParaRPr>
          </a:p>
          <a:p>
            <a:pPr marL="0" marR="0" indent="0" defTabSz="914400" rtl="0" eaLnBrk="1" fontAlgn="base" latinLnBrk="0" hangingPunct="1">
              <a:lnSpc>
                <a:spcPct val="100000"/>
              </a:lnSpc>
              <a:spcBef>
                <a:spcPct val="0"/>
              </a:spcBef>
              <a:spcAft>
                <a:spcPct val="0"/>
              </a:spcAft>
              <a:buClrTx/>
              <a:buSzTx/>
              <a:buFontTx/>
              <a:buNone/>
              <a:tabLst/>
            </a:pPr>
            <a:endParaRPr lang="en-US" altLang="ja-JP" sz="1400" dirty="0">
              <a:solidFill>
                <a:srgbClr val="FF0000"/>
              </a:solidFill>
              <a:latin typeface="メイリオ" panose="020B0604030504040204" pitchFamily="50" charset="-128"/>
              <a:ea typeface="メイリオ" panose="020B0604030504040204" pitchFamily="50" charset="-128"/>
            </a:endParaRPr>
          </a:p>
          <a:p>
            <a:pPr marL="0" marR="0" indent="0" defTabSz="914400" rtl="0" eaLnBrk="1" fontAlgn="base" latinLnBrk="0" hangingPunct="1">
              <a:lnSpc>
                <a:spcPct val="100000"/>
              </a:lnSpc>
              <a:spcBef>
                <a:spcPct val="0"/>
              </a:spcBef>
              <a:spcAft>
                <a:spcPct val="0"/>
              </a:spcAft>
              <a:buClrTx/>
              <a:buSzTx/>
              <a:buFontTx/>
              <a:buNone/>
              <a:tabLst/>
            </a:pPr>
            <a:endParaRPr lang="en-US" altLang="ja-JP" sz="1400" dirty="0">
              <a:solidFill>
                <a:srgbClr val="FF0000"/>
              </a:solidFill>
              <a:latin typeface="メイリオ" panose="020B0604030504040204" pitchFamily="50" charset="-128"/>
              <a:ea typeface="メイリオ" panose="020B0604030504040204" pitchFamily="50" charset="-128"/>
            </a:endParaRPr>
          </a:p>
          <a:p>
            <a:pPr marL="0" marR="0" indent="0" defTabSz="914400" rtl="0" eaLnBrk="1" fontAlgn="base" latinLnBrk="0" hangingPunct="1">
              <a:lnSpc>
                <a:spcPct val="100000"/>
              </a:lnSpc>
              <a:spcBef>
                <a:spcPct val="0"/>
              </a:spcBef>
              <a:spcAft>
                <a:spcPct val="0"/>
              </a:spcAft>
              <a:buClrTx/>
              <a:buSzTx/>
              <a:buFontTx/>
              <a:buNone/>
              <a:tabLst/>
            </a:pPr>
            <a:endParaRPr lang="en-US" altLang="ja-JP" sz="1400" dirty="0">
              <a:solidFill>
                <a:srgbClr val="FF0000"/>
              </a:solidFill>
              <a:latin typeface="メイリオ" panose="020B0604030504040204" pitchFamily="50" charset="-128"/>
              <a:ea typeface="メイリオ" panose="020B0604030504040204" pitchFamily="50" charset="-128"/>
            </a:endParaRPr>
          </a:p>
        </p:txBody>
      </p:sp>
      <p:sp>
        <p:nvSpPr>
          <p:cNvPr id="12" name="コンテンツ プレースホルダー 2">
            <a:extLst>
              <a:ext uri="{FF2B5EF4-FFF2-40B4-BE49-F238E27FC236}">
                <a16:creationId xmlns:a16="http://schemas.microsoft.com/office/drawing/2014/main" id="{40DB0CDD-695E-45E4-A903-9C957545E18B}"/>
              </a:ext>
            </a:extLst>
          </p:cNvPr>
          <p:cNvSpPr txBox="1">
            <a:spLocks/>
          </p:cNvSpPr>
          <p:nvPr/>
        </p:nvSpPr>
        <p:spPr>
          <a:xfrm>
            <a:off x="1928664" y="1043043"/>
            <a:ext cx="2033449" cy="289386"/>
          </a:xfrm>
          <a:prstGeom prst="rect">
            <a:avLst/>
          </a:prstGeom>
        </p:spPr>
        <p:txBody>
          <a:bodyPr vert="horz" lIns="74295" tIns="37148" rIns="74295" bIns="37148" rtlCol="0">
            <a:noAutofit/>
          </a:bodyPr>
          <a:lstStyle>
            <a:lvl1pPr marL="228600" indent="-228600" algn="l" defTabSz="914400" rtl="0" eaLnBrk="1" latinLnBrk="0" hangingPunct="1">
              <a:lnSpc>
                <a:spcPct val="90000"/>
              </a:lnSpc>
              <a:spcBef>
                <a:spcPts val="1000"/>
              </a:spcBef>
              <a:buFont typeface="Wingdings 2" pitchFamily="18" charset="2"/>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2" pitchFamily="18" charset="2"/>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2" pitchFamily="18" charset="2"/>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5pPr>
            <a:lvl6pPr marL="25146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6pPr>
            <a:lvl7pPr marL="29718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7pPr>
            <a:lvl8pPr marL="34290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8pPr>
            <a:lvl9pPr marL="38862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9pPr>
          </a:lstStyle>
          <a:p>
            <a:pPr marL="0" indent="0">
              <a:buNone/>
            </a:pPr>
            <a:r>
              <a:rPr lang="en-US" altLang="ja-JP" sz="1400" dirty="0">
                <a:solidFill>
                  <a:srgbClr val="FF0000"/>
                </a:solidFill>
                <a:latin typeface="メイリオ" panose="020B0604030504040204" pitchFamily="50" charset="-128"/>
                <a:ea typeface="メイリオ" panose="020B0604030504040204" pitchFamily="50" charset="-128"/>
              </a:rPr>
              <a:t>10.0.0.0/16</a:t>
            </a:r>
          </a:p>
        </p:txBody>
      </p:sp>
      <p:pic>
        <p:nvPicPr>
          <p:cNvPr id="13" name="図 12">
            <a:extLst>
              <a:ext uri="{FF2B5EF4-FFF2-40B4-BE49-F238E27FC236}">
                <a16:creationId xmlns:a16="http://schemas.microsoft.com/office/drawing/2014/main" id="{FAD99AC1-B9C9-4142-8746-8CAFBF470F8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794391" y="681479"/>
            <a:ext cx="529267" cy="550699"/>
          </a:xfrm>
          <a:prstGeom prst="rect">
            <a:avLst/>
          </a:prstGeom>
        </p:spPr>
      </p:pic>
      <p:cxnSp>
        <p:nvCxnSpPr>
          <p:cNvPr id="17" name="コネクタ: カギ線 23">
            <a:extLst>
              <a:ext uri="{FF2B5EF4-FFF2-40B4-BE49-F238E27FC236}">
                <a16:creationId xmlns:a16="http://schemas.microsoft.com/office/drawing/2014/main" id="{60D83496-92A4-492E-8EF7-2465DDF9E75A}"/>
              </a:ext>
            </a:extLst>
          </p:cNvPr>
          <p:cNvCxnSpPr>
            <a:cxnSpLocks/>
            <a:stCxn id="13" idx="2"/>
            <a:endCxn id="50" idx="0"/>
          </p:cNvCxnSpPr>
          <p:nvPr/>
        </p:nvCxnSpPr>
        <p:spPr bwMode="auto">
          <a:xfrm flipH="1">
            <a:off x="5059024" y="1232178"/>
            <a:ext cx="1" cy="569561"/>
          </a:xfrm>
          <a:prstGeom prst="straightConnector1">
            <a:avLst/>
          </a:prstGeom>
          <a:noFill/>
          <a:ln w="31750" cap="flat" cmpd="sng" algn="ctr">
            <a:solidFill>
              <a:srgbClr val="FF0000"/>
            </a:solidFill>
            <a:prstDash val="solid"/>
            <a:round/>
            <a:headEnd type="none" w="med" len="med"/>
            <a:tailEnd type="triangle"/>
          </a:ln>
          <a:effectLst/>
        </p:spPr>
      </p:cxnSp>
      <p:sp>
        <p:nvSpPr>
          <p:cNvPr id="25" name="テキスト ボックス 24">
            <a:extLst>
              <a:ext uri="{FF2B5EF4-FFF2-40B4-BE49-F238E27FC236}">
                <a16:creationId xmlns:a16="http://schemas.microsoft.com/office/drawing/2014/main" id="{D7C42C81-727F-445F-A611-88025D05433D}"/>
              </a:ext>
            </a:extLst>
          </p:cNvPr>
          <p:cNvSpPr txBox="1"/>
          <p:nvPr/>
        </p:nvSpPr>
        <p:spPr>
          <a:xfrm>
            <a:off x="4411177" y="5956613"/>
            <a:ext cx="1082348" cy="246221"/>
          </a:xfrm>
          <a:prstGeom prst="rect">
            <a:avLst/>
          </a:prstGeom>
          <a:noFill/>
        </p:spPr>
        <p:txBody>
          <a:bodyPr wrap="none" rtlCol="0">
            <a:spAutoFit/>
          </a:bodyPr>
          <a:lstStyle/>
          <a:p>
            <a:pPr algn="ctr"/>
            <a:r>
              <a:rPr kumimoji="1" lang="ja-JP" altLang="en-US" sz="1000" b="1" dirty="0">
                <a:latin typeface="メイリオ" panose="020B0604030504040204" pitchFamily="50" charset="-128"/>
                <a:ea typeface="メイリオ" panose="020B0604030504040204" pitchFamily="50" charset="-128"/>
              </a:rPr>
              <a:t>エンドポイント</a:t>
            </a:r>
            <a:endParaRPr lang="en-US" altLang="ja-JP" sz="1000" b="1" dirty="0">
              <a:latin typeface="メイリオ" panose="020B0604030504040204" pitchFamily="50" charset="-128"/>
              <a:ea typeface="メイリオ" panose="020B0604030504040204" pitchFamily="50" charset="-128"/>
            </a:endParaRPr>
          </a:p>
        </p:txBody>
      </p:sp>
      <p:sp>
        <p:nvSpPr>
          <p:cNvPr id="34" name="四角形: 角を丸くする 33">
            <a:extLst>
              <a:ext uri="{FF2B5EF4-FFF2-40B4-BE49-F238E27FC236}">
                <a16:creationId xmlns:a16="http://schemas.microsoft.com/office/drawing/2014/main" id="{BEF47C67-D55F-4ECD-9869-013386558229}"/>
              </a:ext>
            </a:extLst>
          </p:cNvPr>
          <p:cNvSpPr/>
          <p:nvPr/>
        </p:nvSpPr>
        <p:spPr bwMode="auto">
          <a:xfrm>
            <a:off x="1928664" y="1836283"/>
            <a:ext cx="2387812" cy="1738449"/>
          </a:xfrm>
          <a:prstGeom prst="roundRect">
            <a:avLst/>
          </a:prstGeom>
          <a:solidFill>
            <a:schemeClr val="bg1"/>
          </a:solidFill>
          <a:ln w="12700" cap="flat" cmpd="sng" algn="ctr">
            <a:solidFill>
              <a:srgbClr val="F0861E"/>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kumimoji="1" lang="ja-JP" altLang="en-US" sz="1400" b="1"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rPr>
              <a:t>パブリックサブネット</a:t>
            </a:r>
            <a:r>
              <a:rPr kumimoji="1" lang="en-US" altLang="ja-JP" sz="1400" b="0"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rPr>
              <a:t>10.0.0.0/24</a:t>
            </a:r>
            <a:r>
              <a:rPr lang="en-US" altLang="ja-JP" sz="1400" dirty="0">
                <a:solidFill>
                  <a:srgbClr val="FF0000"/>
                </a:solidFill>
                <a:latin typeface="メイリオ" panose="020B0604030504040204" pitchFamily="50" charset="-128"/>
                <a:ea typeface="メイリオ" panose="020B0604030504040204" pitchFamily="50" charset="-128"/>
              </a:rPr>
              <a:t>	</a:t>
            </a:r>
            <a:endParaRPr kumimoji="1" lang="ja-JP" altLang="en-US" sz="1400" b="0"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endParaRPr>
          </a:p>
        </p:txBody>
      </p:sp>
      <p:sp>
        <p:nvSpPr>
          <p:cNvPr id="35" name="四角形: 角を丸くする 34">
            <a:extLst>
              <a:ext uri="{FF2B5EF4-FFF2-40B4-BE49-F238E27FC236}">
                <a16:creationId xmlns:a16="http://schemas.microsoft.com/office/drawing/2014/main" id="{9D88FD03-7603-4A95-AE1E-B0B2B690FD17}"/>
              </a:ext>
            </a:extLst>
          </p:cNvPr>
          <p:cNvSpPr/>
          <p:nvPr/>
        </p:nvSpPr>
        <p:spPr bwMode="auto">
          <a:xfrm>
            <a:off x="5733540" y="1836283"/>
            <a:ext cx="2387812" cy="1738449"/>
          </a:xfrm>
          <a:prstGeom prst="roundRect">
            <a:avLst/>
          </a:prstGeom>
          <a:solidFill>
            <a:schemeClr val="bg1"/>
          </a:solidFill>
          <a:ln w="12700" cap="flat" cmpd="sng" algn="ctr">
            <a:solidFill>
              <a:srgbClr val="F0861E"/>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lang="ja-JP" altLang="en-US" sz="1400" b="1" dirty="0">
                <a:latin typeface="メイリオ" panose="020B0604030504040204" pitchFamily="50" charset="-128"/>
                <a:ea typeface="メイリオ" panose="020B0604030504040204" pitchFamily="50" charset="-128"/>
              </a:rPr>
              <a:t>パブリック</a:t>
            </a:r>
            <a:r>
              <a:rPr kumimoji="1" lang="ja-JP" altLang="en-US" sz="1400" b="1"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rPr>
              <a:t>サブネット　　　</a:t>
            </a:r>
            <a:endParaRPr kumimoji="1" lang="en-US" altLang="ja-JP" sz="1400" b="1"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endParaRPr>
          </a:p>
          <a:p>
            <a:pPr marL="0" marR="0" indent="0" defTabSz="914400" rtl="0" eaLnBrk="1" fontAlgn="base" latinLnBrk="0" hangingPunct="1">
              <a:lnSpc>
                <a:spcPct val="100000"/>
              </a:lnSpc>
              <a:spcBef>
                <a:spcPct val="0"/>
              </a:spcBef>
              <a:spcAft>
                <a:spcPct val="0"/>
              </a:spcAft>
              <a:buClrTx/>
              <a:buSzTx/>
              <a:buFontTx/>
              <a:buNone/>
              <a:tabLst/>
            </a:pPr>
            <a:r>
              <a:rPr lang="ja-JP" altLang="en-US" sz="1400" b="1" dirty="0">
                <a:latin typeface="メイリオ" panose="020B0604030504040204" pitchFamily="50" charset="-128"/>
                <a:ea typeface="メイリオ" panose="020B0604030504040204" pitchFamily="50" charset="-128"/>
              </a:rPr>
              <a:t>　</a:t>
            </a:r>
            <a:r>
              <a:rPr kumimoji="1" lang="en-US" altLang="ja-JP" sz="1400" b="0"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rPr>
              <a:t>10.0.2.0/24</a:t>
            </a:r>
            <a:endParaRPr lang="en-US" altLang="ja-JP" sz="1400" dirty="0">
              <a:solidFill>
                <a:srgbClr val="FF0000"/>
              </a:solidFill>
              <a:latin typeface="メイリオ" panose="020B0604030504040204" pitchFamily="50" charset="-128"/>
              <a:ea typeface="メイリオ" panose="020B0604030504040204" pitchFamily="50" charset="-128"/>
            </a:endParaRPr>
          </a:p>
          <a:p>
            <a:pPr marL="0" marR="0" indent="0" defTabSz="914400" rtl="0" eaLnBrk="1" fontAlgn="base" latinLnBrk="0" hangingPunct="1">
              <a:lnSpc>
                <a:spcPct val="100000"/>
              </a:lnSpc>
              <a:spcBef>
                <a:spcPct val="0"/>
              </a:spcBef>
              <a:spcAft>
                <a:spcPct val="0"/>
              </a:spcAft>
              <a:buClrTx/>
              <a:buSzTx/>
              <a:buFontTx/>
              <a:buNone/>
              <a:tabLst/>
            </a:pPr>
            <a:endParaRPr lang="en-US" altLang="ja-JP" sz="1400" dirty="0">
              <a:solidFill>
                <a:srgbClr val="FF0000"/>
              </a:solidFill>
              <a:latin typeface="メイリオ" panose="020B0604030504040204" pitchFamily="50" charset="-128"/>
              <a:ea typeface="メイリオ" panose="020B0604030504040204" pitchFamily="50" charset="-128"/>
            </a:endParaRPr>
          </a:p>
          <a:p>
            <a:pPr marL="0" marR="0" indent="0" defTabSz="914400" rtl="0" eaLnBrk="1" fontAlgn="base" latinLnBrk="0" hangingPunct="1">
              <a:lnSpc>
                <a:spcPct val="100000"/>
              </a:lnSpc>
              <a:spcBef>
                <a:spcPct val="0"/>
              </a:spcBef>
              <a:spcAft>
                <a:spcPct val="0"/>
              </a:spcAft>
              <a:buClrTx/>
              <a:buSzTx/>
              <a:buFontTx/>
              <a:buNone/>
              <a:tabLst/>
            </a:pPr>
            <a:endParaRPr lang="en-US" altLang="ja-JP" sz="1400" dirty="0">
              <a:solidFill>
                <a:srgbClr val="FF0000"/>
              </a:solidFill>
              <a:latin typeface="メイリオ" panose="020B0604030504040204" pitchFamily="50" charset="-128"/>
              <a:ea typeface="メイリオ" panose="020B0604030504040204" pitchFamily="50" charset="-128"/>
            </a:endParaRPr>
          </a:p>
          <a:p>
            <a:pPr marL="0" marR="0" indent="0" defTabSz="914400" rtl="0" eaLnBrk="1" fontAlgn="base" latinLnBrk="0" hangingPunct="1">
              <a:lnSpc>
                <a:spcPct val="100000"/>
              </a:lnSpc>
              <a:spcBef>
                <a:spcPct val="0"/>
              </a:spcBef>
              <a:spcAft>
                <a:spcPct val="0"/>
              </a:spcAft>
              <a:buClrTx/>
              <a:buSzTx/>
              <a:buFontTx/>
              <a:buNone/>
              <a:tabLst/>
            </a:pPr>
            <a:endParaRPr lang="en-US" altLang="ja-JP" sz="1400" dirty="0">
              <a:solidFill>
                <a:srgbClr val="FF0000"/>
              </a:solidFill>
              <a:latin typeface="メイリオ" panose="020B0604030504040204" pitchFamily="50" charset="-128"/>
              <a:ea typeface="メイリオ" panose="020B0604030504040204" pitchFamily="50" charset="-128"/>
            </a:endParaRPr>
          </a:p>
          <a:p>
            <a:pPr marL="0" marR="0" indent="0" defTabSz="914400" rtl="0" eaLnBrk="1" fontAlgn="base" latinLnBrk="0" hangingPunct="1">
              <a:lnSpc>
                <a:spcPct val="100000"/>
              </a:lnSpc>
              <a:spcBef>
                <a:spcPct val="0"/>
              </a:spcBef>
              <a:spcAft>
                <a:spcPct val="0"/>
              </a:spcAft>
              <a:buClrTx/>
              <a:buSzTx/>
              <a:buFontTx/>
              <a:buNone/>
              <a:tabLst/>
            </a:pPr>
            <a:endParaRPr lang="en-US" altLang="ja-JP" sz="1400" dirty="0">
              <a:solidFill>
                <a:srgbClr val="FF0000"/>
              </a:solidFill>
              <a:latin typeface="メイリオ" panose="020B0604030504040204" pitchFamily="50" charset="-128"/>
              <a:ea typeface="メイリオ" panose="020B0604030504040204" pitchFamily="50" charset="-128"/>
            </a:endParaRPr>
          </a:p>
          <a:p>
            <a:pPr marL="0" marR="0" indent="0" defTabSz="914400" rtl="0" eaLnBrk="1" fontAlgn="base" latinLnBrk="0" hangingPunct="1">
              <a:lnSpc>
                <a:spcPct val="100000"/>
              </a:lnSpc>
              <a:spcBef>
                <a:spcPct val="0"/>
              </a:spcBef>
              <a:spcAft>
                <a:spcPct val="0"/>
              </a:spcAft>
              <a:buClrTx/>
              <a:buSzTx/>
              <a:buFontTx/>
              <a:buNone/>
              <a:tabLst/>
            </a:pPr>
            <a:endParaRPr lang="en-US" altLang="ja-JP" sz="1400" dirty="0">
              <a:solidFill>
                <a:srgbClr val="FF0000"/>
              </a:solidFill>
              <a:latin typeface="メイリオ" panose="020B0604030504040204" pitchFamily="50" charset="-128"/>
              <a:ea typeface="メイリオ" panose="020B0604030504040204" pitchFamily="50" charset="-128"/>
            </a:endParaRPr>
          </a:p>
          <a:p>
            <a:pPr marL="0" marR="0" indent="0" defTabSz="914400" rtl="0" eaLnBrk="1" fontAlgn="base" latinLnBrk="0" hangingPunct="1">
              <a:lnSpc>
                <a:spcPct val="100000"/>
              </a:lnSpc>
              <a:spcBef>
                <a:spcPct val="0"/>
              </a:spcBef>
              <a:spcAft>
                <a:spcPct val="0"/>
              </a:spcAft>
              <a:buClrTx/>
              <a:buSzTx/>
              <a:buFontTx/>
              <a:buNone/>
              <a:tabLst/>
            </a:pPr>
            <a:endParaRPr lang="en-US" altLang="ja-JP" sz="1400" dirty="0">
              <a:solidFill>
                <a:srgbClr val="FF0000"/>
              </a:solidFill>
              <a:latin typeface="メイリオ" panose="020B0604030504040204" pitchFamily="50" charset="-128"/>
              <a:ea typeface="メイリオ" panose="020B0604030504040204" pitchFamily="50" charset="-128"/>
            </a:endParaRPr>
          </a:p>
        </p:txBody>
      </p:sp>
      <p:pic>
        <p:nvPicPr>
          <p:cNvPr id="42" name="図 41" descr="音楽 が含まれている画像&#10;&#10;自動的に生成された説明">
            <a:extLst>
              <a:ext uri="{FF2B5EF4-FFF2-40B4-BE49-F238E27FC236}">
                <a16:creationId xmlns:a16="http://schemas.microsoft.com/office/drawing/2014/main" id="{8F8A08E4-3459-4AC2-B707-7FCB5CE9FD7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768676" y="2675915"/>
            <a:ext cx="571869" cy="681077"/>
          </a:xfrm>
          <a:prstGeom prst="rect">
            <a:avLst/>
          </a:prstGeom>
        </p:spPr>
      </p:pic>
      <p:sp>
        <p:nvSpPr>
          <p:cNvPr id="43" name="テキスト ボックス 42">
            <a:extLst>
              <a:ext uri="{FF2B5EF4-FFF2-40B4-BE49-F238E27FC236}">
                <a16:creationId xmlns:a16="http://schemas.microsoft.com/office/drawing/2014/main" id="{49796086-0647-4B4C-AB8E-57EE20BAAE24}"/>
              </a:ext>
            </a:extLst>
          </p:cNvPr>
          <p:cNvSpPr txBox="1"/>
          <p:nvPr/>
        </p:nvSpPr>
        <p:spPr>
          <a:xfrm>
            <a:off x="2791867" y="2976592"/>
            <a:ext cx="495649" cy="276999"/>
          </a:xfrm>
          <a:prstGeom prst="rect">
            <a:avLst/>
          </a:prstGeom>
          <a:noFill/>
        </p:spPr>
        <p:txBody>
          <a:bodyPr wrap="none" rtlCol="0">
            <a:spAutoFit/>
          </a:bodyPr>
          <a:lstStyle/>
          <a:p>
            <a:pPr algn="ctr"/>
            <a:r>
              <a:rPr kumimoji="1" lang="en-US" altLang="ja-JP" sz="1200" b="1" dirty="0">
                <a:solidFill>
                  <a:schemeClr val="bg1"/>
                </a:solidFill>
                <a:latin typeface="メイリオ" panose="020B0604030504040204" pitchFamily="50" charset="-128"/>
                <a:ea typeface="メイリオ" panose="020B0604030504040204" pitchFamily="50" charset="-128"/>
              </a:rPr>
              <a:t>EC2</a:t>
            </a:r>
          </a:p>
        </p:txBody>
      </p:sp>
      <p:cxnSp>
        <p:nvCxnSpPr>
          <p:cNvPr id="49" name="コネクタ: カギ線 48">
            <a:extLst>
              <a:ext uri="{FF2B5EF4-FFF2-40B4-BE49-F238E27FC236}">
                <a16:creationId xmlns:a16="http://schemas.microsoft.com/office/drawing/2014/main" id="{17934989-AD9B-4DB2-A114-0FBAE7D98973}"/>
              </a:ext>
            </a:extLst>
          </p:cNvPr>
          <p:cNvCxnSpPr>
            <a:cxnSpLocks/>
            <a:stCxn id="50" idx="2"/>
            <a:endCxn id="42" idx="0"/>
          </p:cNvCxnSpPr>
          <p:nvPr/>
        </p:nvCxnSpPr>
        <p:spPr bwMode="auto">
          <a:xfrm rot="5400000">
            <a:off x="3888423" y="1505313"/>
            <a:ext cx="336791" cy="2004413"/>
          </a:xfrm>
          <a:prstGeom prst="bentConnector3">
            <a:avLst>
              <a:gd name="adj1" fmla="val 50000"/>
            </a:avLst>
          </a:prstGeom>
          <a:noFill/>
          <a:ln w="31750" cap="flat" cmpd="sng" algn="ctr">
            <a:solidFill>
              <a:srgbClr val="FF0000"/>
            </a:solidFill>
            <a:prstDash val="solid"/>
            <a:round/>
            <a:headEnd type="none" w="med" len="med"/>
            <a:tailEnd type="triangle"/>
          </a:ln>
          <a:effectLst/>
        </p:spPr>
      </p:cxnSp>
      <p:pic>
        <p:nvPicPr>
          <p:cNvPr id="50" name="図 49">
            <a:extLst>
              <a:ext uri="{FF2B5EF4-FFF2-40B4-BE49-F238E27FC236}">
                <a16:creationId xmlns:a16="http://schemas.microsoft.com/office/drawing/2014/main" id="{91E526BE-5C42-4DBB-8E6B-A2408502405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802733" y="1801739"/>
            <a:ext cx="512582" cy="537385"/>
          </a:xfrm>
          <a:prstGeom prst="rect">
            <a:avLst/>
          </a:prstGeom>
        </p:spPr>
      </p:pic>
      <p:cxnSp>
        <p:nvCxnSpPr>
          <p:cNvPr id="57" name="コネクタ: カギ線 56">
            <a:extLst>
              <a:ext uri="{FF2B5EF4-FFF2-40B4-BE49-F238E27FC236}">
                <a16:creationId xmlns:a16="http://schemas.microsoft.com/office/drawing/2014/main" id="{7121B37B-9BDF-4068-B432-5969109C4B59}"/>
              </a:ext>
            </a:extLst>
          </p:cNvPr>
          <p:cNvCxnSpPr>
            <a:cxnSpLocks/>
            <a:stCxn id="50" idx="2"/>
            <a:endCxn id="59" idx="0"/>
          </p:cNvCxnSpPr>
          <p:nvPr/>
        </p:nvCxnSpPr>
        <p:spPr bwMode="auto">
          <a:xfrm rot="16200000" flipH="1">
            <a:off x="5839551" y="1558596"/>
            <a:ext cx="336791" cy="1897845"/>
          </a:xfrm>
          <a:prstGeom prst="bentConnector3">
            <a:avLst>
              <a:gd name="adj1" fmla="val 50000"/>
            </a:avLst>
          </a:prstGeom>
          <a:noFill/>
          <a:ln w="31750" cap="flat" cmpd="sng" algn="ctr">
            <a:solidFill>
              <a:srgbClr val="FF0000"/>
            </a:solidFill>
            <a:prstDash val="solid"/>
            <a:round/>
            <a:headEnd type="none" w="med" len="med"/>
            <a:tailEnd type="triangle"/>
          </a:ln>
          <a:effectLst/>
        </p:spPr>
      </p:cxnSp>
      <p:pic>
        <p:nvPicPr>
          <p:cNvPr id="59" name="図 58" descr="音楽 が含まれている画像&#10;&#10;自動的に生成された説明">
            <a:extLst>
              <a:ext uri="{FF2B5EF4-FFF2-40B4-BE49-F238E27FC236}">
                <a16:creationId xmlns:a16="http://schemas.microsoft.com/office/drawing/2014/main" id="{1F3FE59D-F52B-4CBE-9CCA-DA326D100F2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670934" y="2675915"/>
            <a:ext cx="571869" cy="681077"/>
          </a:xfrm>
          <a:prstGeom prst="rect">
            <a:avLst/>
          </a:prstGeom>
        </p:spPr>
      </p:pic>
      <p:sp>
        <p:nvSpPr>
          <p:cNvPr id="60" name="テキスト ボックス 59">
            <a:extLst>
              <a:ext uri="{FF2B5EF4-FFF2-40B4-BE49-F238E27FC236}">
                <a16:creationId xmlns:a16="http://schemas.microsoft.com/office/drawing/2014/main" id="{9166DD9E-B101-4D1D-BF60-3F46479193D1}"/>
              </a:ext>
            </a:extLst>
          </p:cNvPr>
          <p:cNvSpPr txBox="1"/>
          <p:nvPr/>
        </p:nvSpPr>
        <p:spPr>
          <a:xfrm>
            <a:off x="6694125" y="2976592"/>
            <a:ext cx="495649" cy="276999"/>
          </a:xfrm>
          <a:prstGeom prst="rect">
            <a:avLst/>
          </a:prstGeom>
          <a:noFill/>
        </p:spPr>
        <p:txBody>
          <a:bodyPr wrap="none" rtlCol="0">
            <a:spAutoFit/>
          </a:bodyPr>
          <a:lstStyle/>
          <a:p>
            <a:pPr algn="ctr"/>
            <a:r>
              <a:rPr kumimoji="1" lang="en-US" altLang="ja-JP" sz="1200" b="1" dirty="0">
                <a:solidFill>
                  <a:schemeClr val="bg1"/>
                </a:solidFill>
                <a:latin typeface="メイリオ" panose="020B0604030504040204" pitchFamily="50" charset="-128"/>
                <a:ea typeface="メイリオ" panose="020B0604030504040204" pitchFamily="50" charset="-128"/>
              </a:rPr>
              <a:t>EC2</a:t>
            </a:r>
          </a:p>
        </p:txBody>
      </p:sp>
      <p:cxnSp>
        <p:nvCxnSpPr>
          <p:cNvPr id="74" name="コネクタ: カギ線 23">
            <a:extLst>
              <a:ext uri="{FF2B5EF4-FFF2-40B4-BE49-F238E27FC236}">
                <a16:creationId xmlns:a16="http://schemas.microsoft.com/office/drawing/2014/main" id="{4BFF34D5-84EA-4DD5-9484-2D7DAFCC29D3}"/>
              </a:ext>
            </a:extLst>
          </p:cNvPr>
          <p:cNvCxnSpPr>
            <a:cxnSpLocks/>
            <a:stCxn id="42" idx="2"/>
          </p:cNvCxnSpPr>
          <p:nvPr/>
        </p:nvCxnSpPr>
        <p:spPr bwMode="auto">
          <a:xfrm>
            <a:off x="3054611" y="3356992"/>
            <a:ext cx="0" cy="1175685"/>
          </a:xfrm>
          <a:prstGeom prst="straightConnector1">
            <a:avLst/>
          </a:prstGeom>
          <a:noFill/>
          <a:ln w="31750" cap="flat" cmpd="sng" algn="ctr">
            <a:solidFill>
              <a:srgbClr val="FF0000"/>
            </a:solidFill>
            <a:prstDash val="solid"/>
            <a:round/>
            <a:headEnd type="none" w="med" len="med"/>
            <a:tailEnd type="triangle"/>
          </a:ln>
          <a:effectLst/>
        </p:spPr>
      </p:cxnSp>
      <p:sp>
        <p:nvSpPr>
          <p:cNvPr id="93" name="テキスト ボックス 92">
            <a:extLst>
              <a:ext uri="{FF2B5EF4-FFF2-40B4-BE49-F238E27FC236}">
                <a16:creationId xmlns:a16="http://schemas.microsoft.com/office/drawing/2014/main" id="{6E27F6B4-061C-4883-9A91-6583071CE89B}"/>
              </a:ext>
            </a:extLst>
          </p:cNvPr>
          <p:cNvSpPr txBox="1"/>
          <p:nvPr/>
        </p:nvSpPr>
        <p:spPr>
          <a:xfrm>
            <a:off x="4997446" y="2264832"/>
            <a:ext cx="439544" cy="246221"/>
          </a:xfrm>
          <a:prstGeom prst="rect">
            <a:avLst/>
          </a:prstGeom>
          <a:noFill/>
        </p:spPr>
        <p:txBody>
          <a:bodyPr wrap="none" rtlCol="0">
            <a:spAutoFit/>
          </a:bodyPr>
          <a:lstStyle/>
          <a:p>
            <a:pPr algn="ctr"/>
            <a:r>
              <a:rPr kumimoji="1" lang="en-US" altLang="ja-JP" sz="1000" b="1" dirty="0">
                <a:latin typeface="メイリオ" panose="020B0604030504040204" pitchFamily="50" charset="-128"/>
                <a:ea typeface="メイリオ" panose="020B0604030504040204" pitchFamily="50" charset="-128"/>
              </a:rPr>
              <a:t>ELB</a:t>
            </a:r>
            <a:endParaRPr lang="en-US" altLang="ja-JP" sz="1000" b="1" dirty="0">
              <a:latin typeface="メイリオ" panose="020B0604030504040204" pitchFamily="50" charset="-128"/>
              <a:ea typeface="メイリオ" panose="020B0604030504040204" pitchFamily="50" charset="-128"/>
            </a:endParaRPr>
          </a:p>
        </p:txBody>
      </p:sp>
      <p:sp>
        <p:nvSpPr>
          <p:cNvPr id="94" name="テキスト ボックス 93">
            <a:extLst>
              <a:ext uri="{FF2B5EF4-FFF2-40B4-BE49-F238E27FC236}">
                <a16:creationId xmlns:a16="http://schemas.microsoft.com/office/drawing/2014/main" id="{A8011C9A-A2D5-4F16-B832-B997B6BA0F95}"/>
              </a:ext>
            </a:extLst>
          </p:cNvPr>
          <p:cNvSpPr txBox="1"/>
          <p:nvPr/>
        </p:nvSpPr>
        <p:spPr>
          <a:xfrm>
            <a:off x="2792653" y="5127575"/>
            <a:ext cx="526105" cy="461665"/>
          </a:xfrm>
          <a:prstGeom prst="rect">
            <a:avLst/>
          </a:prstGeom>
          <a:noFill/>
        </p:spPr>
        <p:txBody>
          <a:bodyPr wrap="none" rtlCol="0">
            <a:spAutoFit/>
          </a:bodyPr>
          <a:lstStyle/>
          <a:p>
            <a:pPr algn="ctr"/>
            <a:r>
              <a:rPr lang="en-US" altLang="ja-JP" sz="1200" b="1" dirty="0">
                <a:latin typeface="メイリオ" panose="020B0604030504040204" pitchFamily="50" charset="-128"/>
                <a:ea typeface="メイリオ" panose="020B0604030504040204" pitchFamily="50" charset="-128"/>
              </a:rPr>
              <a:t>RDS</a:t>
            </a:r>
            <a:br>
              <a:rPr kumimoji="1" lang="en-US" altLang="ja-JP" sz="1200" b="1" dirty="0">
                <a:latin typeface="メイリオ" panose="020B0604030504040204" pitchFamily="50" charset="-128"/>
                <a:ea typeface="メイリオ" panose="020B0604030504040204" pitchFamily="50" charset="-128"/>
              </a:rPr>
            </a:br>
            <a:endParaRPr kumimoji="1" lang="en-US" altLang="ja-JP" sz="1200" b="1" dirty="0">
              <a:latin typeface="メイリオ" panose="020B0604030504040204" pitchFamily="50" charset="-128"/>
              <a:ea typeface="メイリオ" panose="020B0604030504040204" pitchFamily="50" charset="-128"/>
            </a:endParaRPr>
          </a:p>
        </p:txBody>
      </p:sp>
      <p:pic>
        <p:nvPicPr>
          <p:cNvPr id="95" name="図 94">
            <a:extLst>
              <a:ext uri="{FF2B5EF4-FFF2-40B4-BE49-F238E27FC236}">
                <a16:creationId xmlns:a16="http://schemas.microsoft.com/office/drawing/2014/main" id="{21FFEA76-8EE7-497A-AF12-378B0633C637}"/>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761061" y="4480018"/>
            <a:ext cx="619125" cy="704850"/>
          </a:xfrm>
          <a:prstGeom prst="rect">
            <a:avLst/>
          </a:prstGeom>
        </p:spPr>
      </p:pic>
      <p:sp>
        <p:nvSpPr>
          <p:cNvPr id="96" name="テキスト ボックス 95">
            <a:extLst>
              <a:ext uri="{FF2B5EF4-FFF2-40B4-BE49-F238E27FC236}">
                <a16:creationId xmlns:a16="http://schemas.microsoft.com/office/drawing/2014/main" id="{8757FF4B-6116-4CE3-A606-485AD9C071F0}"/>
              </a:ext>
            </a:extLst>
          </p:cNvPr>
          <p:cNvSpPr txBox="1"/>
          <p:nvPr/>
        </p:nvSpPr>
        <p:spPr>
          <a:xfrm>
            <a:off x="6741731" y="5127575"/>
            <a:ext cx="526105" cy="461665"/>
          </a:xfrm>
          <a:prstGeom prst="rect">
            <a:avLst/>
          </a:prstGeom>
          <a:noFill/>
        </p:spPr>
        <p:txBody>
          <a:bodyPr wrap="none" rtlCol="0">
            <a:spAutoFit/>
          </a:bodyPr>
          <a:lstStyle/>
          <a:p>
            <a:pPr algn="ctr"/>
            <a:r>
              <a:rPr lang="en-US" altLang="ja-JP" sz="1200" b="1" dirty="0">
                <a:latin typeface="メイリオ" panose="020B0604030504040204" pitchFamily="50" charset="-128"/>
                <a:ea typeface="メイリオ" panose="020B0604030504040204" pitchFamily="50" charset="-128"/>
              </a:rPr>
              <a:t>RDS</a:t>
            </a:r>
            <a:br>
              <a:rPr kumimoji="1" lang="en-US" altLang="ja-JP" sz="1200" b="1" dirty="0">
                <a:latin typeface="メイリオ" panose="020B0604030504040204" pitchFamily="50" charset="-128"/>
                <a:ea typeface="メイリオ" panose="020B0604030504040204" pitchFamily="50" charset="-128"/>
              </a:rPr>
            </a:br>
            <a:endParaRPr kumimoji="1" lang="en-US" altLang="ja-JP" sz="1200" b="1" dirty="0">
              <a:latin typeface="メイリオ" panose="020B0604030504040204" pitchFamily="50" charset="-128"/>
              <a:ea typeface="メイリオ" panose="020B0604030504040204" pitchFamily="50" charset="-128"/>
            </a:endParaRPr>
          </a:p>
        </p:txBody>
      </p:sp>
      <p:pic>
        <p:nvPicPr>
          <p:cNvPr id="97" name="図 96">
            <a:extLst>
              <a:ext uri="{FF2B5EF4-FFF2-40B4-BE49-F238E27FC236}">
                <a16:creationId xmlns:a16="http://schemas.microsoft.com/office/drawing/2014/main" id="{D08BC7F4-0792-4423-BB20-3001E72F88FF}"/>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710139" y="4480018"/>
            <a:ext cx="619125" cy="704850"/>
          </a:xfrm>
          <a:prstGeom prst="rect">
            <a:avLst/>
          </a:prstGeom>
        </p:spPr>
      </p:pic>
      <p:cxnSp>
        <p:nvCxnSpPr>
          <p:cNvPr id="99" name="コネクタ: カギ線 23">
            <a:extLst>
              <a:ext uri="{FF2B5EF4-FFF2-40B4-BE49-F238E27FC236}">
                <a16:creationId xmlns:a16="http://schemas.microsoft.com/office/drawing/2014/main" id="{A206B5A1-05D4-4465-8003-7982EA200E49}"/>
              </a:ext>
            </a:extLst>
          </p:cNvPr>
          <p:cNvCxnSpPr>
            <a:cxnSpLocks/>
          </p:cNvCxnSpPr>
          <p:nvPr/>
        </p:nvCxnSpPr>
        <p:spPr bwMode="auto">
          <a:xfrm flipH="1">
            <a:off x="3318758" y="3253591"/>
            <a:ext cx="3623193" cy="1316951"/>
          </a:xfrm>
          <a:prstGeom prst="straightConnector1">
            <a:avLst/>
          </a:prstGeom>
          <a:noFill/>
          <a:ln w="31750" cap="flat" cmpd="sng" algn="ctr">
            <a:solidFill>
              <a:srgbClr val="FF0000"/>
            </a:solidFill>
            <a:prstDash val="solid"/>
            <a:round/>
            <a:headEnd type="none" w="med" len="med"/>
            <a:tailEnd type="triangle"/>
          </a:ln>
          <a:effectLst/>
        </p:spPr>
      </p:cxnSp>
      <p:sp>
        <p:nvSpPr>
          <p:cNvPr id="100" name="テキスト ボックス 99">
            <a:extLst>
              <a:ext uri="{FF2B5EF4-FFF2-40B4-BE49-F238E27FC236}">
                <a16:creationId xmlns:a16="http://schemas.microsoft.com/office/drawing/2014/main" id="{FDC9ADF5-F996-4C57-9196-970F0D9CC92E}"/>
              </a:ext>
            </a:extLst>
          </p:cNvPr>
          <p:cNvSpPr txBox="1"/>
          <p:nvPr/>
        </p:nvSpPr>
        <p:spPr>
          <a:xfrm>
            <a:off x="4218824" y="4920375"/>
            <a:ext cx="1467068" cy="246221"/>
          </a:xfrm>
          <a:prstGeom prst="rect">
            <a:avLst/>
          </a:prstGeom>
          <a:noFill/>
        </p:spPr>
        <p:txBody>
          <a:bodyPr wrap="none" rtlCol="0">
            <a:spAutoFit/>
          </a:bodyPr>
          <a:lstStyle/>
          <a:p>
            <a:pPr algn="ctr"/>
            <a:r>
              <a:rPr lang="ja-JP" altLang="en-US" sz="1000" b="1" dirty="0">
                <a:latin typeface="メイリオ" panose="020B0604030504040204" pitchFamily="50" charset="-128"/>
                <a:ea typeface="メイリオ" panose="020B0604030504040204" pitchFamily="50" charset="-128"/>
              </a:rPr>
              <a:t>自動フェイルオーバー</a:t>
            </a:r>
            <a:endParaRPr lang="en-US" altLang="ja-JP" sz="1000" b="1" dirty="0">
              <a:latin typeface="メイリオ" panose="020B0604030504040204" pitchFamily="50" charset="-128"/>
              <a:ea typeface="メイリオ" panose="020B0604030504040204" pitchFamily="50" charset="-128"/>
            </a:endParaRPr>
          </a:p>
        </p:txBody>
      </p:sp>
      <p:cxnSp>
        <p:nvCxnSpPr>
          <p:cNvPr id="101" name="コネクタ: カギ線 23">
            <a:extLst>
              <a:ext uri="{FF2B5EF4-FFF2-40B4-BE49-F238E27FC236}">
                <a16:creationId xmlns:a16="http://schemas.microsoft.com/office/drawing/2014/main" id="{F0F50028-F4D8-4B55-A6FF-50FE873E77AC}"/>
              </a:ext>
            </a:extLst>
          </p:cNvPr>
          <p:cNvCxnSpPr>
            <a:cxnSpLocks/>
          </p:cNvCxnSpPr>
          <p:nvPr/>
        </p:nvCxnSpPr>
        <p:spPr bwMode="auto">
          <a:xfrm>
            <a:off x="3340545" y="4873216"/>
            <a:ext cx="3353580" cy="0"/>
          </a:xfrm>
          <a:prstGeom prst="straightConnector1">
            <a:avLst/>
          </a:prstGeom>
          <a:noFill/>
          <a:ln w="31750" cap="flat" cmpd="sng" algn="ctr">
            <a:solidFill>
              <a:srgbClr val="002060"/>
            </a:solidFill>
            <a:prstDash val="solid"/>
            <a:round/>
            <a:headEnd type="none" w="med" len="med"/>
            <a:tailEnd type="triangle"/>
          </a:ln>
          <a:effectLst/>
        </p:spPr>
      </p:cxnSp>
      <p:sp>
        <p:nvSpPr>
          <p:cNvPr id="5" name="四角形: 角を丸くする 4">
            <a:extLst>
              <a:ext uri="{FF2B5EF4-FFF2-40B4-BE49-F238E27FC236}">
                <a16:creationId xmlns:a16="http://schemas.microsoft.com/office/drawing/2014/main" id="{EBCA0153-F83F-4A15-8D5F-D167F38B236B}"/>
              </a:ext>
            </a:extLst>
          </p:cNvPr>
          <p:cNvSpPr/>
          <p:nvPr/>
        </p:nvSpPr>
        <p:spPr bwMode="auto">
          <a:xfrm>
            <a:off x="2576736" y="2564904"/>
            <a:ext cx="5027957" cy="852656"/>
          </a:xfrm>
          <a:prstGeom prst="roundRect">
            <a:avLst/>
          </a:prstGeom>
          <a:solidFill>
            <a:schemeClr val="accent2">
              <a:lumMod val="20000"/>
              <a:lumOff val="80000"/>
              <a:alpha val="60000"/>
            </a:schemeClr>
          </a:solidFill>
          <a:ln w="12700" cap="flat" cmpd="sng" algn="ctr">
            <a:noFill/>
            <a:prstDash val="solid"/>
            <a:round/>
            <a:headEnd type="none" w="med" len="med"/>
            <a:tailEnd type="none" w="med" len="med"/>
          </a:ln>
          <a:effectLst/>
        </p:spPr>
        <p:txBody>
          <a:bodyPr vert="horz" wrap="square" lIns="36000" tIns="36000" rIns="36000" bIns="360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altLang="ja-JP" sz="1600" b="0"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endParaRPr>
          </a:p>
        </p:txBody>
      </p:sp>
      <p:pic>
        <p:nvPicPr>
          <p:cNvPr id="14" name="図 13">
            <a:extLst>
              <a:ext uri="{FF2B5EF4-FFF2-40B4-BE49-F238E27FC236}">
                <a16:creationId xmlns:a16="http://schemas.microsoft.com/office/drawing/2014/main" id="{5C09A97E-D183-4E1B-8C87-0147168921D2}"/>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4708835" y="2682322"/>
            <a:ext cx="685800" cy="666750"/>
          </a:xfrm>
          <a:prstGeom prst="rect">
            <a:avLst/>
          </a:prstGeom>
        </p:spPr>
      </p:pic>
      <p:sp>
        <p:nvSpPr>
          <p:cNvPr id="47" name="テキスト ボックス 46">
            <a:extLst>
              <a:ext uri="{FF2B5EF4-FFF2-40B4-BE49-F238E27FC236}">
                <a16:creationId xmlns:a16="http://schemas.microsoft.com/office/drawing/2014/main" id="{8D91D7F5-80CE-4BC7-B177-7633D3EA153C}"/>
              </a:ext>
            </a:extLst>
          </p:cNvPr>
          <p:cNvSpPr txBox="1"/>
          <p:nvPr/>
        </p:nvSpPr>
        <p:spPr>
          <a:xfrm>
            <a:off x="4520952" y="2544017"/>
            <a:ext cx="1032655" cy="246221"/>
          </a:xfrm>
          <a:prstGeom prst="rect">
            <a:avLst/>
          </a:prstGeom>
          <a:noFill/>
        </p:spPr>
        <p:txBody>
          <a:bodyPr wrap="none" rtlCol="0">
            <a:spAutoFit/>
          </a:bodyPr>
          <a:lstStyle/>
          <a:p>
            <a:pPr algn="ctr"/>
            <a:r>
              <a:rPr kumimoji="1" lang="en-US" altLang="ja-JP" sz="1000" b="1" dirty="0">
                <a:latin typeface="メイリオ" panose="020B0604030504040204" pitchFamily="50" charset="-128"/>
                <a:ea typeface="メイリオ" panose="020B0604030504040204" pitchFamily="50" charset="-128"/>
              </a:rPr>
              <a:t>Auto</a:t>
            </a:r>
            <a:r>
              <a:rPr kumimoji="1" lang="ja-JP" altLang="en-US" sz="1000" b="1" dirty="0">
                <a:latin typeface="メイリオ" panose="020B0604030504040204" pitchFamily="50" charset="-128"/>
                <a:ea typeface="メイリオ" panose="020B0604030504040204" pitchFamily="50" charset="-128"/>
              </a:rPr>
              <a:t> </a:t>
            </a:r>
            <a:r>
              <a:rPr kumimoji="1" lang="en-US" altLang="ja-JP" sz="1000" b="1" dirty="0">
                <a:latin typeface="メイリオ" panose="020B0604030504040204" pitchFamily="50" charset="-128"/>
                <a:ea typeface="メイリオ" panose="020B0604030504040204" pitchFamily="50" charset="-128"/>
              </a:rPr>
              <a:t>Scaling</a:t>
            </a:r>
            <a:endParaRPr lang="en-US" altLang="ja-JP" sz="1000" b="1"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796110388"/>
      </p:ext>
    </p:extLst>
  </p:cSld>
  <p:clrMapOvr>
    <a:masterClrMapping/>
  </p:clrMapOvr>
  <mc:AlternateContent xmlns:mc="http://schemas.openxmlformats.org/markup-compatibility/2006" xmlns:p14="http://schemas.microsoft.com/office/powerpoint/2010/main">
    <mc:Choice Requires="p14">
      <p:transition spd="slow" p14:dur="2000" advTm="21516"/>
    </mc:Choice>
    <mc:Fallback xmlns="">
      <p:transition spd="slow" advTm="21516"/>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四角形: 角を丸くする 3">
            <a:extLst>
              <a:ext uri="{FF2B5EF4-FFF2-40B4-BE49-F238E27FC236}">
                <a16:creationId xmlns:a16="http://schemas.microsoft.com/office/drawing/2014/main" id="{C87F7B2C-1880-4B60-8AC9-CF61C01889AB}"/>
              </a:ext>
            </a:extLst>
          </p:cNvPr>
          <p:cNvSpPr/>
          <p:nvPr/>
        </p:nvSpPr>
        <p:spPr bwMode="auto">
          <a:xfrm>
            <a:off x="992560" y="966761"/>
            <a:ext cx="8208912" cy="5321881"/>
          </a:xfrm>
          <a:prstGeom prst="roundRect">
            <a:avLst/>
          </a:prstGeom>
          <a:solidFill>
            <a:schemeClr val="bg1"/>
          </a:solidFill>
          <a:ln w="12700" cap="flat" cmpd="sng" algn="ctr">
            <a:solidFill>
              <a:srgbClr val="F0861E"/>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ja-JP" altLang="en-US" sz="1400" b="0" i="0" u="none" strike="noStrike" cap="none" normalizeH="0" baseline="0">
              <a:ln>
                <a:noFill/>
              </a:ln>
              <a:solidFill>
                <a:schemeClr val="tx1"/>
              </a:solidFill>
              <a:effectLst/>
              <a:latin typeface="ＭＳ Ｐゴシック" pitchFamily="50" charset="-128"/>
              <a:ea typeface="ＭＳ Ｐゴシック" pitchFamily="50" charset="-128"/>
            </a:endParaRPr>
          </a:p>
        </p:txBody>
      </p:sp>
      <p:sp>
        <p:nvSpPr>
          <p:cNvPr id="30" name="正方形/長方形 29">
            <a:extLst>
              <a:ext uri="{FF2B5EF4-FFF2-40B4-BE49-F238E27FC236}">
                <a16:creationId xmlns:a16="http://schemas.microsoft.com/office/drawing/2014/main" id="{779A921B-5F5F-41CF-ABB5-F1E78B301100}"/>
              </a:ext>
            </a:extLst>
          </p:cNvPr>
          <p:cNvSpPr/>
          <p:nvPr/>
        </p:nvSpPr>
        <p:spPr bwMode="auto">
          <a:xfrm>
            <a:off x="5280146" y="1372204"/>
            <a:ext cx="3256634" cy="4537251"/>
          </a:xfrm>
          <a:prstGeom prst="rect">
            <a:avLst/>
          </a:prstGeom>
          <a:solidFill>
            <a:srgbClr val="FFC000"/>
          </a:solidFill>
          <a:ln w="12700" cap="flat" cmpd="sng" algn="ctr">
            <a:no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altLang="ja-JP" sz="1400" b="1" dirty="0">
                <a:solidFill>
                  <a:schemeClr val="bg1"/>
                </a:solidFill>
                <a:latin typeface="メイリオ" panose="020B0604030504040204" pitchFamily="50" charset="-128"/>
                <a:ea typeface="メイリオ" panose="020B0604030504040204" pitchFamily="50" charset="-128"/>
              </a:rPr>
              <a:t>AZ</a:t>
            </a:r>
            <a:endParaRPr kumimoji="1" lang="ja-JP" altLang="en-US" sz="1400" b="1"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endParaRPr>
          </a:p>
        </p:txBody>
      </p:sp>
      <p:sp>
        <p:nvSpPr>
          <p:cNvPr id="27" name="タイトル 1">
            <a:extLst>
              <a:ext uri="{FF2B5EF4-FFF2-40B4-BE49-F238E27FC236}">
                <a16:creationId xmlns:a16="http://schemas.microsoft.com/office/drawing/2014/main" id="{48F80BE1-D063-4240-BFC7-C8D243720250}"/>
              </a:ext>
            </a:extLst>
          </p:cNvPr>
          <p:cNvSpPr txBox="1">
            <a:spLocks/>
          </p:cNvSpPr>
          <p:nvPr/>
        </p:nvSpPr>
        <p:spPr bwMode="auto">
          <a:xfrm>
            <a:off x="631222" y="201863"/>
            <a:ext cx="8642258" cy="50208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rtl="0" fontAlgn="base">
              <a:lnSpc>
                <a:spcPct val="90000"/>
              </a:lnSpc>
              <a:spcBef>
                <a:spcPct val="0"/>
              </a:spcBef>
              <a:spcAft>
                <a:spcPct val="0"/>
              </a:spcAft>
              <a:defRPr kumimoji="1" sz="2000">
                <a:solidFill>
                  <a:schemeClr val="tx2"/>
                </a:solidFill>
                <a:latin typeface="游明朝" panose="02020400000000000000" pitchFamily="18" charset="-128"/>
                <a:ea typeface="游明朝" panose="02020400000000000000" pitchFamily="18" charset="-128"/>
                <a:cs typeface="+mj-cs"/>
              </a:defRPr>
            </a:lvl1pPr>
            <a:lvl2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2pPr>
            <a:lvl3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3pPr>
            <a:lvl4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4pPr>
            <a:lvl5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5pPr>
            <a:lvl6pPr marL="4572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6pPr>
            <a:lvl7pPr marL="9144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7pPr>
            <a:lvl8pPr marL="13716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8pPr>
            <a:lvl9pPr marL="18288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9pPr>
          </a:lstStyle>
          <a:p>
            <a:pPr algn="l"/>
            <a:r>
              <a:rPr lang="ja-JP" altLang="en-US" sz="3000" dirty="0">
                <a:latin typeface="メイリオ" panose="020B0604030504040204" pitchFamily="50" charset="-128"/>
                <a:ea typeface="メイリオ" panose="020B0604030504040204" pitchFamily="50" charset="-128"/>
              </a:rPr>
              <a:t>今回構築するアーキテクチャ⑤</a:t>
            </a:r>
          </a:p>
        </p:txBody>
      </p:sp>
      <p:sp>
        <p:nvSpPr>
          <p:cNvPr id="2" name="正方形/長方形 1">
            <a:extLst>
              <a:ext uri="{FF2B5EF4-FFF2-40B4-BE49-F238E27FC236}">
                <a16:creationId xmlns:a16="http://schemas.microsoft.com/office/drawing/2014/main" id="{2C522B5A-5DBC-4FC0-BCBE-401D0496F254}"/>
              </a:ext>
            </a:extLst>
          </p:cNvPr>
          <p:cNvSpPr/>
          <p:nvPr/>
        </p:nvSpPr>
        <p:spPr bwMode="auto">
          <a:xfrm>
            <a:off x="704528" y="836712"/>
            <a:ext cx="8640960" cy="5544616"/>
          </a:xfrm>
          <a:prstGeom prst="rect">
            <a:avLst/>
          </a:prstGeom>
          <a:noFill/>
          <a:ln w="12700" cap="flat" cmpd="sng" algn="ctr">
            <a:solidFill>
              <a:schemeClr val="tx1"/>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ja-JP" altLang="en-US" sz="1600" b="0" i="0" u="none" strike="noStrike" cap="none" normalizeH="0" baseline="0">
              <a:ln>
                <a:noFill/>
              </a:ln>
              <a:solidFill>
                <a:schemeClr val="tx1"/>
              </a:solidFill>
              <a:effectLst/>
              <a:latin typeface="ＭＳ Ｐゴシック" pitchFamily="50" charset="-128"/>
              <a:ea typeface="ＭＳ Ｐゴシック" pitchFamily="50" charset="-128"/>
            </a:endParaRPr>
          </a:p>
        </p:txBody>
      </p:sp>
      <p:sp>
        <p:nvSpPr>
          <p:cNvPr id="6" name="正方形/長方形 5">
            <a:extLst>
              <a:ext uri="{FF2B5EF4-FFF2-40B4-BE49-F238E27FC236}">
                <a16:creationId xmlns:a16="http://schemas.microsoft.com/office/drawing/2014/main" id="{1EA0A630-B9F7-4A0F-BCE8-2E94169DBDE1}"/>
              </a:ext>
            </a:extLst>
          </p:cNvPr>
          <p:cNvSpPr/>
          <p:nvPr/>
        </p:nvSpPr>
        <p:spPr bwMode="auto">
          <a:xfrm>
            <a:off x="1537757" y="1372204"/>
            <a:ext cx="3256634" cy="4537251"/>
          </a:xfrm>
          <a:prstGeom prst="rect">
            <a:avLst/>
          </a:prstGeom>
          <a:solidFill>
            <a:srgbClr val="FFC000"/>
          </a:solidFill>
          <a:ln w="12700" cap="flat" cmpd="sng" algn="ctr">
            <a:no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altLang="ja-JP" sz="1400" b="1" dirty="0">
                <a:solidFill>
                  <a:schemeClr val="bg1"/>
                </a:solidFill>
                <a:latin typeface="メイリオ" panose="020B0604030504040204" pitchFamily="50" charset="-128"/>
                <a:ea typeface="メイリオ" panose="020B0604030504040204" pitchFamily="50" charset="-128"/>
              </a:rPr>
              <a:t>AZ</a:t>
            </a:r>
            <a:endParaRPr kumimoji="1" lang="ja-JP" altLang="en-US" sz="1400" b="1"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endParaRPr>
          </a:p>
        </p:txBody>
      </p:sp>
      <p:pic>
        <p:nvPicPr>
          <p:cNvPr id="7" name="Picture 2" descr="ãVPC ã¢ã¤ã³ã³ãã®ç»åæ¤ç´¢çµæ">
            <a:extLst>
              <a:ext uri="{FF2B5EF4-FFF2-40B4-BE49-F238E27FC236}">
                <a16:creationId xmlns:a16="http://schemas.microsoft.com/office/drawing/2014/main" id="{08E65A2E-1443-436D-A065-21B30D257D5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3311" y="596453"/>
            <a:ext cx="838961" cy="832646"/>
          </a:xfrm>
          <a:prstGeom prst="rect">
            <a:avLst/>
          </a:prstGeom>
          <a:noFill/>
          <a:extLst>
            <a:ext uri="{909E8E84-426E-40DD-AFC4-6F175D3DCCD1}">
              <a14:hiddenFill xmlns:a14="http://schemas.microsoft.com/office/drawing/2010/main">
                <a:solidFill>
                  <a:srgbClr val="FFFFFF"/>
                </a:solidFill>
              </a14:hiddenFill>
            </a:ext>
          </a:extLst>
        </p:spPr>
      </p:pic>
      <p:sp>
        <p:nvSpPr>
          <p:cNvPr id="8" name="四角形: 角を丸くする 7">
            <a:extLst>
              <a:ext uri="{FF2B5EF4-FFF2-40B4-BE49-F238E27FC236}">
                <a16:creationId xmlns:a16="http://schemas.microsoft.com/office/drawing/2014/main" id="{9E5D6B59-FDF8-4CD4-9E0E-16D775507CF1}"/>
              </a:ext>
            </a:extLst>
          </p:cNvPr>
          <p:cNvSpPr/>
          <p:nvPr/>
        </p:nvSpPr>
        <p:spPr bwMode="auto">
          <a:xfrm>
            <a:off x="1928664" y="3789039"/>
            <a:ext cx="2387812" cy="1738449"/>
          </a:xfrm>
          <a:prstGeom prst="roundRect">
            <a:avLst/>
          </a:prstGeom>
          <a:solidFill>
            <a:schemeClr val="bg1"/>
          </a:solidFill>
          <a:ln w="12700" cap="flat" cmpd="sng" algn="ctr">
            <a:solidFill>
              <a:srgbClr val="F0861E"/>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kumimoji="1" lang="ja-JP" altLang="en-US" sz="1400" b="1"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rPr>
              <a:t>プライベートサブネット</a:t>
            </a:r>
            <a:r>
              <a:rPr kumimoji="1" lang="en-US" altLang="ja-JP" sz="1400" b="0"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rPr>
              <a:t>10.0.1.0/24</a:t>
            </a:r>
            <a:endParaRPr kumimoji="1" lang="ja-JP" altLang="en-US" sz="1400" b="0"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endParaRPr>
          </a:p>
        </p:txBody>
      </p:sp>
      <p:sp>
        <p:nvSpPr>
          <p:cNvPr id="10" name="四角形: 角を丸くする 9">
            <a:extLst>
              <a:ext uri="{FF2B5EF4-FFF2-40B4-BE49-F238E27FC236}">
                <a16:creationId xmlns:a16="http://schemas.microsoft.com/office/drawing/2014/main" id="{3CD98C52-3635-465F-B70D-A5C84D505081}"/>
              </a:ext>
            </a:extLst>
          </p:cNvPr>
          <p:cNvSpPr/>
          <p:nvPr/>
        </p:nvSpPr>
        <p:spPr bwMode="auto">
          <a:xfrm>
            <a:off x="5733540" y="3789039"/>
            <a:ext cx="2387812" cy="1738449"/>
          </a:xfrm>
          <a:prstGeom prst="roundRect">
            <a:avLst/>
          </a:prstGeom>
          <a:solidFill>
            <a:schemeClr val="bg1"/>
          </a:solidFill>
          <a:ln w="12700" cap="flat" cmpd="sng" algn="ctr">
            <a:solidFill>
              <a:srgbClr val="F0861E"/>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kumimoji="1" lang="ja-JP" altLang="en-US" sz="1400" b="1"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rPr>
              <a:t>プライベートサブネット　　　</a:t>
            </a:r>
            <a:endParaRPr kumimoji="1" lang="en-US" altLang="ja-JP" sz="1400" b="1"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endParaRPr>
          </a:p>
          <a:p>
            <a:pPr marL="0" marR="0" indent="0" defTabSz="914400" rtl="0" eaLnBrk="1" fontAlgn="base" latinLnBrk="0" hangingPunct="1">
              <a:lnSpc>
                <a:spcPct val="100000"/>
              </a:lnSpc>
              <a:spcBef>
                <a:spcPct val="0"/>
              </a:spcBef>
              <a:spcAft>
                <a:spcPct val="0"/>
              </a:spcAft>
              <a:buClrTx/>
              <a:buSzTx/>
              <a:buFontTx/>
              <a:buNone/>
              <a:tabLst/>
            </a:pPr>
            <a:r>
              <a:rPr lang="ja-JP" altLang="en-US" sz="1400" b="1" dirty="0">
                <a:latin typeface="メイリオ" panose="020B0604030504040204" pitchFamily="50" charset="-128"/>
                <a:ea typeface="メイリオ" panose="020B0604030504040204" pitchFamily="50" charset="-128"/>
              </a:rPr>
              <a:t>　</a:t>
            </a:r>
            <a:r>
              <a:rPr kumimoji="1" lang="en-US" altLang="ja-JP" sz="1400" b="0"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rPr>
              <a:t>10.0.3.0/24</a:t>
            </a:r>
            <a:endParaRPr lang="en-US" altLang="ja-JP" sz="1400" dirty="0">
              <a:solidFill>
                <a:srgbClr val="FF0000"/>
              </a:solidFill>
              <a:latin typeface="メイリオ" panose="020B0604030504040204" pitchFamily="50" charset="-128"/>
              <a:ea typeface="メイリオ" panose="020B0604030504040204" pitchFamily="50" charset="-128"/>
            </a:endParaRPr>
          </a:p>
          <a:p>
            <a:pPr marL="0" marR="0" indent="0" defTabSz="914400" rtl="0" eaLnBrk="1" fontAlgn="base" latinLnBrk="0" hangingPunct="1">
              <a:lnSpc>
                <a:spcPct val="100000"/>
              </a:lnSpc>
              <a:spcBef>
                <a:spcPct val="0"/>
              </a:spcBef>
              <a:spcAft>
                <a:spcPct val="0"/>
              </a:spcAft>
              <a:buClrTx/>
              <a:buSzTx/>
              <a:buFontTx/>
              <a:buNone/>
              <a:tabLst/>
            </a:pPr>
            <a:endParaRPr lang="en-US" altLang="ja-JP" sz="1400" dirty="0">
              <a:solidFill>
                <a:srgbClr val="FF0000"/>
              </a:solidFill>
              <a:latin typeface="メイリオ" panose="020B0604030504040204" pitchFamily="50" charset="-128"/>
              <a:ea typeface="メイリオ" panose="020B0604030504040204" pitchFamily="50" charset="-128"/>
            </a:endParaRPr>
          </a:p>
          <a:p>
            <a:pPr marL="0" marR="0" indent="0" defTabSz="914400" rtl="0" eaLnBrk="1" fontAlgn="base" latinLnBrk="0" hangingPunct="1">
              <a:lnSpc>
                <a:spcPct val="100000"/>
              </a:lnSpc>
              <a:spcBef>
                <a:spcPct val="0"/>
              </a:spcBef>
              <a:spcAft>
                <a:spcPct val="0"/>
              </a:spcAft>
              <a:buClrTx/>
              <a:buSzTx/>
              <a:buFontTx/>
              <a:buNone/>
              <a:tabLst/>
            </a:pPr>
            <a:endParaRPr lang="en-US" altLang="ja-JP" sz="1400" dirty="0">
              <a:solidFill>
                <a:srgbClr val="FF0000"/>
              </a:solidFill>
              <a:latin typeface="メイリオ" panose="020B0604030504040204" pitchFamily="50" charset="-128"/>
              <a:ea typeface="メイリオ" panose="020B0604030504040204" pitchFamily="50" charset="-128"/>
            </a:endParaRPr>
          </a:p>
          <a:p>
            <a:pPr marL="0" marR="0" indent="0" defTabSz="914400" rtl="0" eaLnBrk="1" fontAlgn="base" latinLnBrk="0" hangingPunct="1">
              <a:lnSpc>
                <a:spcPct val="100000"/>
              </a:lnSpc>
              <a:spcBef>
                <a:spcPct val="0"/>
              </a:spcBef>
              <a:spcAft>
                <a:spcPct val="0"/>
              </a:spcAft>
              <a:buClrTx/>
              <a:buSzTx/>
              <a:buFontTx/>
              <a:buNone/>
              <a:tabLst/>
            </a:pPr>
            <a:endParaRPr lang="en-US" altLang="ja-JP" sz="1400" dirty="0">
              <a:solidFill>
                <a:srgbClr val="FF0000"/>
              </a:solidFill>
              <a:latin typeface="メイリオ" panose="020B0604030504040204" pitchFamily="50" charset="-128"/>
              <a:ea typeface="メイリオ" panose="020B0604030504040204" pitchFamily="50" charset="-128"/>
            </a:endParaRPr>
          </a:p>
          <a:p>
            <a:pPr marL="0" marR="0" indent="0" defTabSz="914400" rtl="0" eaLnBrk="1" fontAlgn="base" latinLnBrk="0" hangingPunct="1">
              <a:lnSpc>
                <a:spcPct val="100000"/>
              </a:lnSpc>
              <a:spcBef>
                <a:spcPct val="0"/>
              </a:spcBef>
              <a:spcAft>
                <a:spcPct val="0"/>
              </a:spcAft>
              <a:buClrTx/>
              <a:buSzTx/>
              <a:buFontTx/>
              <a:buNone/>
              <a:tabLst/>
            </a:pPr>
            <a:endParaRPr lang="en-US" altLang="ja-JP" sz="1400" dirty="0">
              <a:solidFill>
                <a:srgbClr val="FF0000"/>
              </a:solidFill>
              <a:latin typeface="メイリオ" panose="020B0604030504040204" pitchFamily="50" charset="-128"/>
              <a:ea typeface="メイリオ" panose="020B0604030504040204" pitchFamily="50" charset="-128"/>
            </a:endParaRPr>
          </a:p>
          <a:p>
            <a:pPr marL="0" marR="0" indent="0" defTabSz="914400" rtl="0" eaLnBrk="1" fontAlgn="base" latinLnBrk="0" hangingPunct="1">
              <a:lnSpc>
                <a:spcPct val="100000"/>
              </a:lnSpc>
              <a:spcBef>
                <a:spcPct val="0"/>
              </a:spcBef>
              <a:spcAft>
                <a:spcPct val="0"/>
              </a:spcAft>
              <a:buClrTx/>
              <a:buSzTx/>
              <a:buFontTx/>
              <a:buNone/>
              <a:tabLst/>
            </a:pPr>
            <a:endParaRPr lang="en-US" altLang="ja-JP" sz="1400" dirty="0">
              <a:solidFill>
                <a:srgbClr val="FF0000"/>
              </a:solidFill>
              <a:latin typeface="メイリオ" panose="020B0604030504040204" pitchFamily="50" charset="-128"/>
              <a:ea typeface="メイリオ" panose="020B0604030504040204" pitchFamily="50" charset="-128"/>
            </a:endParaRPr>
          </a:p>
          <a:p>
            <a:pPr marL="0" marR="0" indent="0" defTabSz="914400" rtl="0" eaLnBrk="1" fontAlgn="base" latinLnBrk="0" hangingPunct="1">
              <a:lnSpc>
                <a:spcPct val="100000"/>
              </a:lnSpc>
              <a:spcBef>
                <a:spcPct val="0"/>
              </a:spcBef>
              <a:spcAft>
                <a:spcPct val="0"/>
              </a:spcAft>
              <a:buClrTx/>
              <a:buSzTx/>
              <a:buFontTx/>
              <a:buNone/>
              <a:tabLst/>
            </a:pPr>
            <a:endParaRPr lang="en-US" altLang="ja-JP" sz="1400" dirty="0">
              <a:solidFill>
                <a:srgbClr val="FF0000"/>
              </a:solidFill>
              <a:latin typeface="メイリオ" panose="020B0604030504040204" pitchFamily="50" charset="-128"/>
              <a:ea typeface="メイリオ" panose="020B0604030504040204" pitchFamily="50" charset="-128"/>
            </a:endParaRPr>
          </a:p>
        </p:txBody>
      </p:sp>
      <p:sp>
        <p:nvSpPr>
          <p:cNvPr id="12" name="コンテンツ プレースホルダー 2">
            <a:extLst>
              <a:ext uri="{FF2B5EF4-FFF2-40B4-BE49-F238E27FC236}">
                <a16:creationId xmlns:a16="http://schemas.microsoft.com/office/drawing/2014/main" id="{40DB0CDD-695E-45E4-A903-9C957545E18B}"/>
              </a:ext>
            </a:extLst>
          </p:cNvPr>
          <p:cNvSpPr txBox="1">
            <a:spLocks/>
          </p:cNvSpPr>
          <p:nvPr/>
        </p:nvSpPr>
        <p:spPr>
          <a:xfrm>
            <a:off x="1928664" y="1043043"/>
            <a:ext cx="2033449" cy="289386"/>
          </a:xfrm>
          <a:prstGeom prst="rect">
            <a:avLst/>
          </a:prstGeom>
        </p:spPr>
        <p:txBody>
          <a:bodyPr vert="horz" lIns="74295" tIns="37148" rIns="74295" bIns="37148" rtlCol="0">
            <a:noAutofit/>
          </a:bodyPr>
          <a:lstStyle>
            <a:lvl1pPr marL="228600" indent="-228600" algn="l" defTabSz="914400" rtl="0" eaLnBrk="1" latinLnBrk="0" hangingPunct="1">
              <a:lnSpc>
                <a:spcPct val="90000"/>
              </a:lnSpc>
              <a:spcBef>
                <a:spcPts val="1000"/>
              </a:spcBef>
              <a:buFont typeface="Wingdings 2" pitchFamily="18" charset="2"/>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2" pitchFamily="18" charset="2"/>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2" pitchFamily="18" charset="2"/>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5pPr>
            <a:lvl6pPr marL="25146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6pPr>
            <a:lvl7pPr marL="29718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7pPr>
            <a:lvl8pPr marL="34290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8pPr>
            <a:lvl9pPr marL="38862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9pPr>
          </a:lstStyle>
          <a:p>
            <a:pPr marL="0" indent="0">
              <a:buNone/>
            </a:pPr>
            <a:r>
              <a:rPr lang="en-US" altLang="ja-JP" sz="1400" dirty="0">
                <a:solidFill>
                  <a:srgbClr val="FF0000"/>
                </a:solidFill>
                <a:latin typeface="メイリオ" panose="020B0604030504040204" pitchFamily="50" charset="-128"/>
                <a:ea typeface="メイリオ" panose="020B0604030504040204" pitchFamily="50" charset="-128"/>
              </a:rPr>
              <a:t>10.0.0.0/16</a:t>
            </a:r>
          </a:p>
        </p:txBody>
      </p:sp>
      <p:pic>
        <p:nvPicPr>
          <p:cNvPr id="13" name="図 12">
            <a:extLst>
              <a:ext uri="{FF2B5EF4-FFF2-40B4-BE49-F238E27FC236}">
                <a16:creationId xmlns:a16="http://schemas.microsoft.com/office/drawing/2014/main" id="{FAD99AC1-B9C9-4142-8746-8CAFBF470F8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794391" y="681479"/>
            <a:ext cx="529267" cy="550699"/>
          </a:xfrm>
          <a:prstGeom prst="rect">
            <a:avLst/>
          </a:prstGeom>
        </p:spPr>
      </p:pic>
      <p:cxnSp>
        <p:nvCxnSpPr>
          <p:cNvPr id="17" name="コネクタ: カギ線 23">
            <a:extLst>
              <a:ext uri="{FF2B5EF4-FFF2-40B4-BE49-F238E27FC236}">
                <a16:creationId xmlns:a16="http://schemas.microsoft.com/office/drawing/2014/main" id="{60D83496-92A4-492E-8EF7-2465DDF9E75A}"/>
              </a:ext>
            </a:extLst>
          </p:cNvPr>
          <p:cNvCxnSpPr>
            <a:cxnSpLocks/>
            <a:stCxn id="13" idx="2"/>
            <a:endCxn id="50" idx="0"/>
          </p:cNvCxnSpPr>
          <p:nvPr/>
        </p:nvCxnSpPr>
        <p:spPr bwMode="auto">
          <a:xfrm flipH="1">
            <a:off x="5059024" y="1232178"/>
            <a:ext cx="1" cy="569561"/>
          </a:xfrm>
          <a:prstGeom prst="straightConnector1">
            <a:avLst/>
          </a:prstGeom>
          <a:noFill/>
          <a:ln w="31750" cap="flat" cmpd="sng" algn="ctr">
            <a:solidFill>
              <a:srgbClr val="FF0000"/>
            </a:solidFill>
            <a:prstDash val="solid"/>
            <a:round/>
            <a:headEnd type="none" w="med" len="med"/>
            <a:tailEnd type="triangle"/>
          </a:ln>
          <a:effectLst/>
        </p:spPr>
      </p:cxnSp>
      <p:sp>
        <p:nvSpPr>
          <p:cNvPr id="25" name="テキスト ボックス 24">
            <a:extLst>
              <a:ext uri="{FF2B5EF4-FFF2-40B4-BE49-F238E27FC236}">
                <a16:creationId xmlns:a16="http://schemas.microsoft.com/office/drawing/2014/main" id="{D7C42C81-727F-445F-A611-88025D05433D}"/>
              </a:ext>
            </a:extLst>
          </p:cNvPr>
          <p:cNvSpPr txBox="1"/>
          <p:nvPr/>
        </p:nvSpPr>
        <p:spPr>
          <a:xfrm>
            <a:off x="4411177" y="5956613"/>
            <a:ext cx="1082348" cy="246221"/>
          </a:xfrm>
          <a:prstGeom prst="rect">
            <a:avLst/>
          </a:prstGeom>
          <a:noFill/>
        </p:spPr>
        <p:txBody>
          <a:bodyPr wrap="none" rtlCol="0">
            <a:spAutoFit/>
          </a:bodyPr>
          <a:lstStyle/>
          <a:p>
            <a:pPr algn="ctr"/>
            <a:r>
              <a:rPr kumimoji="1" lang="ja-JP" altLang="en-US" sz="1000" b="1" dirty="0">
                <a:latin typeface="メイリオ" panose="020B0604030504040204" pitchFamily="50" charset="-128"/>
                <a:ea typeface="メイリオ" panose="020B0604030504040204" pitchFamily="50" charset="-128"/>
              </a:rPr>
              <a:t>エンドポイント</a:t>
            </a:r>
            <a:endParaRPr lang="en-US" altLang="ja-JP" sz="1000" b="1" dirty="0">
              <a:latin typeface="メイリオ" panose="020B0604030504040204" pitchFamily="50" charset="-128"/>
              <a:ea typeface="メイリオ" panose="020B0604030504040204" pitchFamily="50" charset="-128"/>
            </a:endParaRPr>
          </a:p>
        </p:txBody>
      </p:sp>
      <p:sp>
        <p:nvSpPr>
          <p:cNvPr id="34" name="四角形: 角を丸くする 33">
            <a:extLst>
              <a:ext uri="{FF2B5EF4-FFF2-40B4-BE49-F238E27FC236}">
                <a16:creationId xmlns:a16="http://schemas.microsoft.com/office/drawing/2014/main" id="{BEF47C67-D55F-4ECD-9869-013386558229}"/>
              </a:ext>
            </a:extLst>
          </p:cNvPr>
          <p:cNvSpPr/>
          <p:nvPr/>
        </p:nvSpPr>
        <p:spPr bwMode="auto">
          <a:xfrm>
            <a:off x="1928664" y="1836283"/>
            <a:ext cx="2387812" cy="1738449"/>
          </a:xfrm>
          <a:prstGeom prst="roundRect">
            <a:avLst/>
          </a:prstGeom>
          <a:solidFill>
            <a:schemeClr val="bg1"/>
          </a:solidFill>
          <a:ln w="12700" cap="flat" cmpd="sng" algn="ctr">
            <a:solidFill>
              <a:srgbClr val="F0861E"/>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kumimoji="1" lang="ja-JP" altLang="en-US" sz="1400" b="1"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rPr>
              <a:t>パブリックサブネット</a:t>
            </a:r>
            <a:r>
              <a:rPr kumimoji="1" lang="en-US" altLang="ja-JP" sz="1400" b="0"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rPr>
              <a:t>10.0.0.0/24</a:t>
            </a:r>
            <a:r>
              <a:rPr lang="en-US" altLang="ja-JP" sz="1400" dirty="0">
                <a:solidFill>
                  <a:srgbClr val="FF0000"/>
                </a:solidFill>
                <a:latin typeface="メイリオ" panose="020B0604030504040204" pitchFamily="50" charset="-128"/>
                <a:ea typeface="メイリオ" panose="020B0604030504040204" pitchFamily="50" charset="-128"/>
              </a:rPr>
              <a:t>	</a:t>
            </a:r>
            <a:endParaRPr kumimoji="1" lang="ja-JP" altLang="en-US" sz="1400" b="0"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endParaRPr>
          </a:p>
        </p:txBody>
      </p:sp>
      <p:sp>
        <p:nvSpPr>
          <p:cNvPr id="35" name="四角形: 角を丸くする 34">
            <a:extLst>
              <a:ext uri="{FF2B5EF4-FFF2-40B4-BE49-F238E27FC236}">
                <a16:creationId xmlns:a16="http://schemas.microsoft.com/office/drawing/2014/main" id="{9D88FD03-7603-4A95-AE1E-B0B2B690FD17}"/>
              </a:ext>
            </a:extLst>
          </p:cNvPr>
          <p:cNvSpPr/>
          <p:nvPr/>
        </p:nvSpPr>
        <p:spPr bwMode="auto">
          <a:xfrm>
            <a:off x="5733540" y="1836283"/>
            <a:ext cx="2387812" cy="1738449"/>
          </a:xfrm>
          <a:prstGeom prst="roundRect">
            <a:avLst/>
          </a:prstGeom>
          <a:solidFill>
            <a:schemeClr val="bg1"/>
          </a:solidFill>
          <a:ln w="12700" cap="flat" cmpd="sng" algn="ctr">
            <a:solidFill>
              <a:srgbClr val="F0861E"/>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lang="ja-JP" altLang="en-US" sz="1400" b="1" dirty="0">
                <a:latin typeface="メイリオ" panose="020B0604030504040204" pitchFamily="50" charset="-128"/>
                <a:ea typeface="メイリオ" panose="020B0604030504040204" pitchFamily="50" charset="-128"/>
              </a:rPr>
              <a:t>パブリック</a:t>
            </a:r>
            <a:r>
              <a:rPr kumimoji="1" lang="ja-JP" altLang="en-US" sz="1400" b="1"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rPr>
              <a:t>サブネット　　　</a:t>
            </a:r>
            <a:endParaRPr kumimoji="1" lang="en-US" altLang="ja-JP" sz="1400" b="1"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endParaRPr>
          </a:p>
          <a:p>
            <a:pPr marL="0" marR="0" indent="0" defTabSz="914400" rtl="0" eaLnBrk="1" fontAlgn="base" latinLnBrk="0" hangingPunct="1">
              <a:lnSpc>
                <a:spcPct val="100000"/>
              </a:lnSpc>
              <a:spcBef>
                <a:spcPct val="0"/>
              </a:spcBef>
              <a:spcAft>
                <a:spcPct val="0"/>
              </a:spcAft>
              <a:buClrTx/>
              <a:buSzTx/>
              <a:buFontTx/>
              <a:buNone/>
              <a:tabLst/>
            </a:pPr>
            <a:r>
              <a:rPr lang="ja-JP" altLang="en-US" sz="1400" b="1" dirty="0">
                <a:latin typeface="メイリオ" panose="020B0604030504040204" pitchFamily="50" charset="-128"/>
                <a:ea typeface="メイリオ" panose="020B0604030504040204" pitchFamily="50" charset="-128"/>
              </a:rPr>
              <a:t>　</a:t>
            </a:r>
            <a:r>
              <a:rPr kumimoji="1" lang="en-US" altLang="ja-JP" sz="1400" b="0"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rPr>
              <a:t>10.0.2.0/24</a:t>
            </a:r>
            <a:endParaRPr lang="en-US" altLang="ja-JP" sz="1400" dirty="0">
              <a:solidFill>
                <a:srgbClr val="FF0000"/>
              </a:solidFill>
              <a:latin typeface="メイリオ" panose="020B0604030504040204" pitchFamily="50" charset="-128"/>
              <a:ea typeface="メイリオ" panose="020B0604030504040204" pitchFamily="50" charset="-128"/>
            </a:endParaRPr>
          </a:p>
          <a:p>
            <a:pPr marL="0" marR="0" indent="0" defTabSz="914400" rtl="0" eaLnBrk="1" fontAlgn="base" latinLnBrk="0" hangingPunct="1">
              <a:lnSpc>
                <a:spcPct val="100000"/>
              </a:lnSpc>
              <a:spcBef>
                <a:spcPct val="0"/>
              </a:spcBef>
              <a:spcAft>
                <a:spcPct val="0"/>
              </a:spcAft>
              <a:buClrTx/>
              <a:buSzTx/>
              <a:buFontTx/>
              <a:buNone/>
              <a:tabLst/>
            </a:pPr>
            <a:endParaRPr lang="en-US" altLang="ja-JP" sz="1400" dirty="0">
              <a:solidFill>
                <a:srgbClr val="FF0000"/>
              </a:solidFill>
              <a:latin typeface="メイリオ" panose="020B0604030504040204" pitchFamily="50" charset="-128"/>
              <a:ea typeface="メイリオ" panose="020B0604030504040204" pitchFamily="50" charset="-128"/>
            </a:endParaRPr>
          </a:p>
          <a:p>
            <a:pPr marL="0" marR="0" indent="0" defTabSz="914400" rtl="0" eaLnBrk="1" fontAlgn="base" latinLnBrk="0" hangingPunct="1">
              <a:lnSpc>
                <a:spcPct val="100000"/>
              </a:lnSpc>
              <a:spcBef>
                <a:spcPct val="0"/>
              </a:spcBef>
              <a:spcAft>
                <a:spcPct val="0"/>
              </a:spcAft>
              <a:buClrTx/>
              <a:buSzTx/>
              <a:buFontTx/>
              <a:buNone/>
              <a:tabLst/>
            </a:pPr>
            <a:endParaRPr lang="en-US" altLang="ja-JP" sz="1400" dirty="0">
              <a:solidFill>
                <a:srgbClr val="FF0000"/>
              </a:solidFill>
              <a:latin typeface="メイリオ" panose="020B0604030504040204" pitchFamily="50" charset="-128"/>
              <a:ea typeface="メイリオ" panose="020B0604030504040204" pitchFamily="50" charset="-128"/>
            </a:endParaRPr>
          </a:p>
          <a:p>
            <a:pPr marL="0" marR="0" indent="0" defTabSz="914400" rtl="0" eaLnBrk="1" fontAlgn="base" latinLnBrk="0" hangingPunct="1">
              <a:lnSpc>
                <a:spcPct val="100000"/>
              </a:lnSpc>
              <a:spcBef>
                <a:spcPct val="0"/>
              </a:spcBef>
              <a:spcAft>
                <a:spcPct val="0"/>
              </a:spcAft>
              <a:buClrTx/>
              <a:buSzTx/>
              <a:buFontTx/>
              <a:buNone/>
              <a:tabLst/>
            </a:pPr>
            <a:endParaRPr lang="en-US" altLang="ja-JP" sz="1400" dirty="0">
              <a:solidFill>
                <a:srgbClr val="FF0000"/>
              </a:solidFill>
              <a:latin typeface="メイリオ" panose="020B0604030504040204" pitchFamily="50" charset="-128"/>
              <a:ea typeface="メイリオ" panose="020B0604030504040204" pitchFamily="50" charset="-128"/>
            </a:endParaRPr>
          </a:p>
          <a:p>
            <a:pPr marL="0" marR="0" indent="0" defTabSz="914400" rtl="0" eaLnBrk="1" fontAlgn="base" latinLnBrk="0" hangingPunct="1">
              <a:lnSpc>
                <a:spcPct val="100000"/>
              </a:lnSpc>
              <a:spcBef>
                <a:spcPct val="0"/>
              </a:spcBef>
              <a:spcAft>
                <a:spcPct val="0"/>
              </a:spcAft>
              <a:buClrTx/>
              <a:buSzTx/>
              <a:buFontTx/>
              <a:buNone/>
              <a:tabLst/>
            </a:pPr>
            <a:endParaRPr lang="en-US" altLang="ja-JP" sz="1400" dirty="0">
              <a:solidFill>
                <a:srgbClr val="FF0000"/>
              </a:solidFill>
              <a:latin typeface="メイリオ" panose="020B0604030504040204" pitchFamily="50" charset="-128"/>
              <a:ea typeface="メイリオ" panose="020B0604030504040204" pitchFamily="50" charset="-128"/>
            </a:endParaRPr>
          </a:p>
          <a:p>
            <a:pPr marL="0" marR="0" indent="0" defTabSz="914400" rtl="0" eaLnBrk="1" fontAlgn="base" latinLnBrk="0" hangingPunct="1">
              <a:lnSpc>
                <a:spcPct val="100000"/>
              </a:lnSpc>
              <a:spcBef>
                <a:spcPct val="0"/>
              </a:spcBef>
              <a:spcAft>
                <a:spcPct val="0"/>
              </a:spcAft>
              <a:buClrTx/>
              <a:buSzTx/>
              <a:buFontTx/>
              <a:buNone/>
              <a:tabLst/>
            </a:pPr>
            <a:endParaRPr lang="en-US" altLang="ja-JP" sz="1400" dirty="0">
              <a:solidFill>
                <a:srgbClr val="FF0000"/>
              </a:solidFill>
              <a:latin typeface="メイリオ" panose="020B0604030504040204" pitchFamily="50" charset="-128"/>
              <a:ea typeface="メイリオ" panose="020B0604030504040204" pitchFamily="50" charset="-128"/>
            </a:endParaRPr>
          </a:p>
          <a:p>
            <a:pPr marL="0" marR="0" indent="0" defTabSz="914400" rtl="0" eaLnBrk="1" fontAlgn="base" latinLnBrk="0" hangingPunct="1">
              <a:lnSpc>
                <a:spcPct val="100000"/>
              </a:lnSpc>
              <a:spcBef>
                <a:spcPct val="0"/>
              </a:spcBef>
              <a:spcAft>
                <a:spcPct val="0"/>
              </a:spcAft>
              <a:buClrTx/>
              <a:buSzTx/>
              <a:buFontTx/>
              <a:buNone/>
              <a:tabLst/>
            </a:pPr>
            <a:endParaRPr lang="en-US" altLang="ja-JP" sz="1400" dirty="0">
              <a:solidFill>
                <a:srgbClr val="FF0000"/>
              </a:solidFill>
              <a:latin typeface="メイリオ" panose="020B0604030504040204" pitchFamily="50" charset="-128"/>
              <a:ea typeface="メイリオ" panose="020B0604030504040204" pitchFamily="50" charset="-128"/>
            </a:endParaRPr>
          </a:p>
        </p:txBody>
      </p:sp>
      <p:pic>
        <p:nvPicPr>
          <p:cNvPr id="42" name="図 41" descr="音楽 が含まれている画像&#10;&#10;自動的に生成された説明">
            <a:extLst>
              <a:ext uri="{FF2B5EF4-FFF2-40B4-BE49-F238E27FC236}">
                <a16:creationId xmlns:a16="http://schemas.microsoft.com/office/drawing/2014/main" id="{8F8A08E4-3459-4AC2-B707-7FCB5CE9FD7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768676" y="2675915"/>
            <a:ext cx="571869" cy="681077"/>
          </a:xfrm>
          <a:prstGeom prst="rect">
            <a:avLst/>
          </a:prstGeom>
        </p:spPr>
      </p:pic>
      <p:sp>
        <p:nvSpPr>
          <p:cNvPr id="43" name="テキスト ボックス 42">
            <a:extLst>
              <a:ext uri="{FF2B5EF4-FFF2-40B4-BE49-F238E27FC236}">
                <a16:creationId xmlns:a16="http://schemas.microsoft.com/office/drawing/2014/main" id="{49796086-0647-4B4C-AB8E-57EE20BAAE24}"/>
              </a:ext>
            </a:extLst>
          </p:cNvPr>
          <p:cNvSpPr txBox="1"/>
          <p:nvPr/>
        </p:nvSpPr>
        <p:spPr>
          <a:xfrm>
            <a:off x="2791867" y="2976592"/>
            <a:ext cx="495649" cy="276999"/>
          </a:xfrm>
          <a:prstGeom prst="rect">
            <a:avLst/>
          </a:prstGeom>
          <a:noFill/>
        </p:spPr>
        <p:txBody>
          <a:bodyPr wrap="none" rtlCol="0">
            <a:spAutoFit/>
          </a:bodyPr>
          <a:lstStyle/>
          <a:p>
            <a:pPr algn="ctr"/>
            <a:r>
              <a:rPr kumimoji="1" lang="en-US" altLang="ja-JP" sz="1200" b="1" dirty="0">
                <a:solidFill>
                  <a:schemeClr val="bg1"/>
                </a:solidFill>
                <a:latin typeface="メイリオ" panose="020B0604030504040204" pitchFamily="50" charset="-128"/>
                <a:ea typeface="メイリオ" panose="020B0604030504040204" pitchFamily="50" charset="-128"/>
              </a:rPr>
              <a:t>EC2</a:t>
            </a:r>
          </a:p>
        </p:txBody>
      </p:sp>
      <p:cxnSp>
        <p:nvCxnSpPr>
          <p:cNvPr id="49" name="コネクタ: カギ線 48">
            <a:extLst>
              <a:ext uri="{FF2B5EF4-FFF2-40B4-BE49-F238E27FC236}">
                <a16:creationId xmlns:a16="http://schemas.microsoft.com/office/drawing/2014/main" id="{17934989-AD9B-4DB2-A114-0FBAE7D98973}"/>
              </a:ext>
            </a:extLst>
          </p:cNvPr>
          <p:cNvCxnSpPr>
            <a:cxnSpLocks/>
            <a:stCxn id="50" idx="2"/>
            <a:endCxn id="42" idx="0"/>
          </p:cNvCxnSpPr>
          <p:nvPr/>
        </p:nvCxnSpPr>
        <p:spPr bwMode="auto">
          <a:xfrm rot="5400000">
            <a:off x="3888423" y="1505313"/>
            <a:ext cx="336791" cy="2004413"/>
          </a:xfrm>
          <a:prstGeom prst="bentConnector3">
            <a:avLst>
              <a:gd name="adj1" fmla="val 50000"/>
            </a:avLst>
          </a:prstGeom>
          <a:noFill/>
          <a:ln w="31750" cap="flat" cmpd="sng" algn="ctr">
            <a:solidFill>
              <a:srgbClr val="FF0000"/>
            </a:solidFill>
            <a:prstDash val="solid"/>
            <a:round/>
            <a:headEnd type="none" w="med" len="med"/>
            <a:tailEnd type="triangle"/>
          </a:ln>
          <a:effectLst/>
        </p:spPr>
      </p:cxnSp>
      <p:pic>
        <p:nvPicPr>
          <p:cNvPr id="50" name="図 49">
            <a:extLst>
              <a:ext uri="{FF2B5EF4-FFF2-40B4-BE49-F238E27FC236}">
                <a16:creationId xmlns:a16="http://schemas.microsoft.com/office/drawing/2014/main" id="{91E526BE-5C42-4DBB-8E6B-A2408502405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802733" y="1801739"/>
            <a:ext cx="512582" cy="537385"/>
          </a:xfrm>
          <a:prstGeom prst="rect">
            <a:avLst/>
          </a:prstGeom>
        </p:spPr>
      </p:pic>
      <p:cxnSp>
        <p:nvCxnSpPr>
          <p:cNvPr id="57" name="コネクタ: カギ線 56">
            <a:extLst>
              <a:ext uri="{FF2B5EF4-FFF2-40B4-BE49-F238E27FC236}">
                <a16:creationId xmlns:a16="http://schemas.microsoft.com/office/drawing/2014/main" id="{7121B37B-9BDF-4068-B432-5969109C4B59}"/>
              </a:ext>
            </a:extLst>
          </p:cNvPr>
          <p:cNvCxnSpPr>
            <a:cxnSpLocks/>
            <a:stCxn id="50" idx="2"/>
            <a:endCxn id="59" idx="0"/>
          </p:cNvCxnSpPr>
          <p:nvPr/>
        </p:nvCxnSpPr>
        <p:spPr bwMode="auto">
          <a:xfrm rot="16200000" flipH="1">
            <a:off x="5839551" y="1558596"/>
            <a:ext cx="336791" cy="1897845"/>
          </a:xfrm>
          <a:prstGeom prst="bentConnector3">
            <a:avLst>
              <a:gd name="adj1" fmla="val 50000"/>
            </a:avLst>
          </a:prstGeom>
          <a:noFill/>
          <a:ln w="31750" cap="flat" cmpd="sng" algn="ctr">
            <a:solidFill>
              <a:srgbClr val="FF0000"/>
            </a:solidFill>
            <a:prstDash val="solid"/>
            <a:round/>
            <a:headEnd type="none" w="med" len="med"/>
            <a:tailEnd type="triangle"/>
          </a:ln>
          <a:effectLst/>
        </p:spPr>
      </p:cxnSp>
      <p:pic>
        <p:nvPicPr>
          <p:cNvPr id="59" name="図 58" descr="音楽 が含まれている画像&#10;&#10;自動的に生成された説明">
            <a:extLst>
              <a:ext uri="{FF2B5EF4-FFF2-40B4-BE49-F238E27FC236}">
                <a16:creationId xmlns:a16="http://schemas.microsoft.com/office/drawing/2014/main" id="{1F3FE59D-F52B-4CBE-9CCA-DA326D100F2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670934" y="2675915"/>
            <a:ext cx="571869" cy="681077"/>
          </a:xfrm>
          <a:prstGeom prst="rect">
            <a:avLst/>
          </a:prstGeom>
        </p:spPr>
      </p:pic>
      <p:sp>
        <p:nvSpPr>
          <p:cNvPr id="60" name="テキスト ボックス 59">
            <a:extLst>
              <a:ext uri="{FF2B5EF4-FFF2-40B4-BE49-F238E27FC236}">
                <a16:creationId xmlns:a16="http://schemas.microsoft.com/office/drawing/2014/main" id="{9166DD9E-B101-4D1D-BF60-3F46479193D1}"/>
              </a:ext>
            </a:extLst>
          </p:cNvPr>
          <p:cNvSpPr txBox="1"/>
          <p:nvPr/>
        </p:nvSpPr>
        <p:spPr>
          <a:xfrm>
            <a:off x="6694125" y="2976592"/>
            <a:ext cx="495649" cy="276999"/>
          </a:xfrm>
          <a:prstGeom prst="rect">
            <a:avLst/>
          </a:prstGeom>
          <a:noFill/>
        </p:spPr>
        <p:txBody>
          <a:bodyPr wrap="none" rtlCol="0">
            <a:spAutoFit/>
          </a:bodyPr>
          <a:lstStyle/>
          <a:p>
            <a:pPr algn="ctr"/>
            <a:r>
              <a:rPr kumimoji="1" lang="en-US" altLang="ja-JP" sz="1200" b="1" dirty="0">
                <a:solidFill>
                  <a:schemeClr val="bg1"/>
                </a:solidFill>
                <a:latin typeface="メイリオ" panose="020B0604030504040204" pitchFamily="50" charset="-128"/>
                <a:ea typeface="メイリオ" panose="020B0604030504040204" pitchFamily="50" charset="-128"/>
              </a:rPr>
              <a:t>EC2</a:t>
            </a:r>
          </a:p>
        </p:txBody>
      </p:sp>
      <p:cxnSp>
        <p:nvCxnSpPr>
          <p:cNvPr id="74" name="コネクタ: カギ線 23">
            <a:extLst>
              <a:ext uri="{FF2B5EF4-FFF2-40B4-BE49-F238E27FC236}">
                <a16:creationId xmlns:a16="http://schemas.microsoft.com/office/drawing/2014/main" id="{4BFF34D5-84EA-4DD5-9484-2D7DAFCC29D3}"/>
              </a:ext>
            </a:extLst>
          </p:cNvPr>
          <p:cNvCxnSpPr>
            <a:cxnSpLocks/>
            <a:stCxn id="42" idx="2"/>
          </p:cNvCxnSpPr>
          <p:nvPr/>
        </p:nvCxnSpPr>
        <p:spPr bwMode="auto">
          <a:xfrm>
            <a:off x="3054611" y="3356992"/>
            <a:ext cx="0" cy="1175685"/>
          </a:xfrm>
          <a:prstGeom prst="straightConnector1">
            <a:avLst/>
          </a:prstGeom>
          <a:noFill/>
          <a:ln w="31750" cap="flat" cmpd="sng" algn="ctr">
            <a:solidFill>
              <a:srgbClr val="FF0000"/>
            </a:solidFill>
            <a:prstDash val="solid"/>
            <a:round/>
            <a:headEnd type="none" w="med" len="med"/>
            <a:tailEnd type="triangle"/>
          </a:ln>
          <a:effectLst/>
        </p:spPr>
      </p:cxnSp>
      <p:sp>
        <p:nvSpPr>
          <p:cNvPr id="93" name="テキスト ボックス 92">
            <a:extLst>
              <a:ext uri="{FF2B5EF4-FFF2-40B4-BE49-F238E27FC236}">
                <a16:creationId xmlns:a16="http://schemas.microsoft.com/office/drawing/2014/main" id="{6E27F6B4-061C-4883-9A91-6583071CE89B}"/>
              </a:ext>
            </a:extLst>
          </p:cNvPr>
          <p:cNvSpPr txBox="1"/>
          <p:nvPr/>
        </p:nvSpPr>
        <p:spPr>
          <a:xfrm>
            <a:off x="4997446" y="2264832"/>
            <a:ext cx="439544" cy="246221"/>
          </a:xfrm>
          <a:prstGeom prst="rect">
            <a:avLst/>
          </a:prstGeom>
          <a:noFill/>
        </p:spPr>
        <p:txBody>
          <a:bodyPr wrap="none" rtlCol="0">
            <a:spAutoFit/>
          </a:bodyPr>
          <a:lstStyle/>
          <a:p>
            <a:pPr algn="ctr"/>
            <a:r>
              <a:rPr kumimoji="1" lang="en-US" altLang="ja-JP" sz="1000" b="1" dirty="0">
                <a:latin typeface="メイリオ" panose="020B0604030504040204" pitchFamily="50" charset="-128"/>
                <a:ea typeface="メイリオ" panose="020B0604030504040204" pitchFamily="50" charset="-128"/>
              </a:rPr>
              <a:t>ELB</a:t>
            </a:r>
            <a:endParaRPr lang="en-US" altLang="ja-JP" sz="1000" b="1" dirty="0">
              <a:latin typeface="メイリオ" panose="020B0604030504040204" pitchFamily="50" charset="-128"/>
              <a:ea typeface="メイリオ" panose="020B0604030504040204" pitchFamily="50" charset="-128"/>
            </a:endParaRPr>
          </a:p>
        </p:txBody>
      </p:sp>
      <p:sp>
        <p:nvSpPr>
          <p:cNvPr id="94" name="テキスト ボックス 93">
            <a:extLst>
              <a:ext uri="{FF2B5EF4-FFF2-40B4-BE49-F238E27FC236}">
                <a16:creationId xmlns:a16="http://schemas.microsoft.com/office/drawing/2014/main" id="{A8011C9A-A2D5-4F16-B832-B997B6BA0F95}"/>
              </a:ext>
            </a:extLst>
          </p:cNvPr>
          <p:cNvSpPr txBox="1"/>
          <p:nvPr/>
        </p:nvSpPr>
        <p:spPr>
          <a:xfrm>
            <a:off x="2792653" y="5127575"/>
            <a:ext cx="526105" cy="461665"/>
          </a:xfrm>
          <a:prstGeom prst="rect">
            <a:avLst/>
          </a:prstGeom>
          <a:noFill/>
        </p:spPr>
        <p:txBody>
          <a:bodyPr wrap="none" rtlCol="0">
            <a:spAutoFit/>
          </a:bodyPr>
          <a:lstStyle/>
          <a:p>
            <a:pPr algn="ctr"/>
            <a:r>
              <a:rPr lang="en-US" altLang="ja-JP" sz="1200" b="1" dirty="0">
                <a:latin typeface="メイリオ" panose="020B0604030504040204" pitchFamily="50" charset="-128"/>
                <a:ea typeface="メイリオ" panose="020B0604030504040204" pitchFamily="50" charset="-128"/>
              </a:rPr>
              <a:t>RDS</a:t>
            </a:r>
            <a:br>
              <a:rPr kumimoji="1" lang="en-US" altLang="ja-JP" sz="1200" b="1" dirty="0">
                <a:latin typeface="メイリオ" panose="020B0604030504040204" pitchFamily="50" charset="-128"/>
                <a:ea typeface="メイリオ" panose="020B0604030504040204" pitchFamily="50" charset="-128"/>
              </a:rPr>
            </a:br>
            <a:endParaRPr kumimoji="1" lang="en-US" altLang="ja-JP" sz="1200" b="1" dirty="0">
              <a:latin typeface="メイリオ" panose="020B0604030504040204" pitchFamily="50" charset="-128"/>
              <a:ea typeface="メイリオ" panose="020B0604030504040204" pitchFamily="50" charset="-128"/>
            </a:endParaRPr>
          </a:p>
        </p:txBody>
      </p:sp>
      <p:pic>
        <p:nvPicPr>
          <p:cNvPr id="95" name="図 94">
            <a:extLst>
              <a:ext uri="{FF2B5EF4-FFF2-40B4-BE49-F238E27FC236}">
                <a16:creationId xmlns:a16="http://schemas.microsoft.com/office/drawing/2014/main" id="{21FFEA76-8EE7-497A-AF12-378B0633C637}"/>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761061" y="4480018"/>
            <a:ext cx="619125" cy="704850"/>
          </a:xfrm>
          <a:prstGeom prst="rect">
            <a:avLst/>
          </a:prstGeom>
        </p:spPr>
      </p:pic>
      <p:sp>
        <p:nvSpPr>
          <p:cNvPr id="96" name="テキスト ボックス 95">
            <a:extLst>
              <a:ext uri="{FF2B5EF4-FFF2-40B4-BE49-F238E27FC236}">
                <a16:creationId xmlns:a16="http://schemas.microsoft.com/office/drawing/2014/main" id="{8757FF4B-6116-4CE3-A606-485AD9C071F0}"/>
              </a:ext>
            </a:extLst>
          </p:cNvPr>
          <p:cNvSpPr txBox="1"/>
          <p:nvPr/>
        </p:nvSpPr>
        <p:spPr>
          <a:xfrm>
            <a:off x="6741731" y="5127575"/>
            <a:ext cx="526105" cy="461665"/>
          </a:xfrm>
          <a:prstGeom prst="rect">
            <a:avLst/>
          </a:prstGeom>
          <a:noFill/>
        </p:spPr>
        <p:txBody>
          <a:bodyPr wrap="none" rtlCol="0">
            <a:spAutoFit/>
          </a:bodyPr>
          <a:lstStyle/>
          <a:p>
            <a:pPr algn="ctr"/>
            <a:r>
              <a:rPr lang="en-US" altLang="ja-JP" sz="1200" b="1" dirty="0">
                <a:latin typeface="メイリオ" panose="020B0604030504040204" pitchFamily="50" charset="-128"/>
                <a:ea typeface="メイリオ" panose="020B0604030504040204" pitchFamily="50" charset="-128"/>
              </a:rPr>
              <a:t>RDS</a:t>
            </a:r>
            <a:br>
              <a:rPr kumimoji="1" lang="en-US" altLang="ja-JP" sz="1200" b="1" dirty="0">
                <a:latin typeface="メイリオ" panose="020B0604030504040204" pitchFamily="50" charset="-128"/>
                <a:ea typeface="メイリオ" panose="020B0604030504040204" pitchFamily="50" charset="-128"/>
              </a:rPr>
            </a:br>
            <a:endParaRPr kumimoji="1" lang="en-US" altLang="ja-JP" sz="1200" b="1" dirty="0">
              <a:latin typeface="メイリオ" panose="020B0604030504040204" pitchFamily="50" charset="-128"/>
              <a:ea typeface="メイリオ" panose="020B0604030504040204" pitchFamily="50" charset="-128"/>
            </a:endParaRPr>
          </a:p>
        </p:txBody>
      </p:sp>
      <p:pic>
        <p:nvPicPr>
          <p:cNvPr id="97" name="図 96">
            <a:extLst>
              <a:ext uri="{FF2B5EF4-FFF2-40B4-BE49-F238E27FC236}">
                <a16:creationId xmlns:a16="http://schemas.microsoft.com/office/drawing/2014/main" id="{D08BC7F4-0792-4423-BB20-3001E72F88FF}"/>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710139" y="4480018"/>
            <a:ext cx="619125" cy="704850"/>
          </a:xfrm>
          <a:prstGeom prst="rect">
            <a:avLst/>
          </a:prstGeom>
        </p:spPr>
      </p:pic>
      <p:cxnSp>
        <p:nvCxnSpPr>
          <p:cNvPr id="99" name="コネクタ: カギ線 23">
            <a:extLst>
              <a:ext uri="{FF2B5EF4-FFF2-40B4-BE49-F238E27FC236}">
                <a16:creationId xmlns:a16="http://schemas.microsoft.com/office/drawing/2014/main" id="{A206B5A1-05D4-4465-8003-7982EA200E49}"/>
              </a:ext>
            </a:extLst>
          </p:cNvPr>
          <p:cNvCxnSpPr>
            <a:cxnSpLocks/>
          </p:cNvCxnSpPr>
          <p:nvPr/>
        </p:nvCxnSpPr>
        <p:spPr bwMode="auto">
          <a:xfrm flipH="1">
            <a:off x="3318758" y="3253591"/>
            <a:ext cx="3623193" cy="1316951"/>
          </a:xfrm>
          <a:prstGeom prst="straightConnector1">
            <a:avLst/>
          </a:prstGeom>
          <a:noFill/>
          <a:ln w="31750" cap="flat" cmpd="sng" algn="ctr">
            <a:solidFill>
              <a:srgbClr val="FF0000"/>
            </a:solidFill>
            <a:prstDash val="solid"/>
            <a:round/>
            <a:headEnd type="none" w="med" len="med"/>
            <a:tailEnd type="triangle"/>
          </a:ln>
          <a:effectLst/>
        </p:spPr>
      </p:cxnSp>
      <p:sp>
        <p:nvSpPr>
          <p:cNvPr id="100" name="テキスト ボックス 99">
            <a:extLst>
              <a:ext uri="{FF2B5EF4-FFF2-40B4-BE49-F238E27FC236}">
                <a16:creationId xmlns:a16="http://schemas.microsoft.com/office/drawing/2014/main" id="{FDC9ADF5-F996-4C57-9196-970F0D9CC92E}"/>
              </a:ext>
            </a:extLst>
          </p:cNvPr>
          <p:cNvSpPr txBox="1"/>
          <p:nvPr/>
        </p:nvSpPr>
        <p:spPr>
          <a:xfrm>
            <a:off x="4218824" y="4920375"/>
            <a:ext cx="1467068" cy="246221"/>
          </a:xfrm>
          <a:prstGeom prst="rect">
            <a:avLst/>
          </a:prstGeom>
          <a:noFill/>
        </p:spPr>
        <p:txBody>
          <a:bodyPr wrap="none" rtlCol="0">
            <a:spAutoFit/>
          </a:bodyPr>
          <a:lstStyle/>
          <a:p>
            <a:pPr algn="ctr"/>
            <a:r>
              <a:rPr lang="ja-JP" altLang="en-US" sz="1000" b="1" dirty="0">
                <a:latin typeface="メイリオ" panose="020B0604030504040204" pitchFamily="50" charset="-128"/>
                <a:ea typeface="メイリオ" panose="020B0604030504040204" pitchFamily="50" charset="-128"/>
              </a:rPr>
              <a:t>自動フェイルオーバー</a:t>
            </a:r>
            <a:endParaRPr lang="en-US" altLang="ja-JP" sz="1000" b="1" dirty="0">
              <a:latin typeface="メイリオ" panose="020B0604030504040204" pitchFamily="50" charset="-128"/>
              <a:ea typeface="メイリオ" panose="020B0604030504040204" pitchFamily="50" charset="-128"/>
            </a:endParaRPr>
          </a:p>
        </p:txBody>
      </p:sp>
      <p:cxnSp>
        <p:nvCxnSpPr>
          <p:cNvPr id="101" name="コネクタ: カギ線 23">
            <a:extLst>
              <a:ext uri="{FF2B5EF4-FFF2-40B4-BE49-F238E27FC236}">
                <a16:creationId xmlns:a16="http://schemas.microsoft.com/office/drawing/2014/main" id="{F0F50028-F4D8-4B55-A6FF-50FE873E77AC}"/>
              </a:ext>
            </a:extLst>
          </p:cNvPr>
          <p:cNvCxnSpPr>
            <a:cxnSpLocks/>
          </p:cNvCxnSpPr>
          <p:nvPr/>
        </p:nvCxnSpPr>
        <p:spPr bwMode="auto">
          <a:xfrm>
            <a:off x="3340545" y="4873216"/>
            <a:ext cx="3353580" cy="0"/>
          </a:xfrm>
          <a:prstGeom prst="straightConnector1">
            <a:avLst/>
          </a:prstGeom>
          <a:noFill/>
          <a:ln w="31750" cap="flat" cmpd="sng" algn="ctr">
            <a:solidFill>
              <a:srgbClr val="002060"/>
            </a:solidFill>
            <a:prstDash val="solid"/>
            <a:round/>
            <a:headEnd type="none" w="med" len="med"/>
            <a:tailEnd type="triangle"/>
          </a:ln>
          <a:effectLst/>
        </p:spPr>
      </p:cxnSp>
      <p:sp>
        <p:nvSpPr>
          <p:cNvPr id="5" name="四角形: 角を丸くする 4">
            <a:extLst>
              <a:ext uri="{FF2B5EF4-FFF2-40B4-BE49-F238E27FC236}">
                <a16:creationId xmlns:a16="http://schemas.microsoft.com/office/drawing/2014/main" id="{EBCA0153-F83F-4A15-8D5F-D167F38B236B}"/>
              </a:ext>
            </a:extLst>
          </p:cNvPr>
          <p:cNvSpPr/>
          <p:nvPr/>
        </p:nvSpPr>
        <p:spPr bwMode="auto">
          <a:xfrm>
            <a:off x="2576736" y="2564904"/>
            <a:ext cx="5027957" cy="852656"/>
          </a:xfrm>
          <a:prstGeom prst="roundRect">
            <a:avLst/>
          </a:prstGeom>
          <a:solidFill>
            <a:schemeClr val="accent2">
              <a:lumMod val="20000"/>
              <a:lumOff val="80000"/>
              <a:alpha val="60000"/>
            </a:schemeClr>
          </a:solidFill>
          <a:ln w="12700" cap="flat" cmpd="sng" algn="ctr">
            <a:noFill/>
            <a:prstDash val="solid"/>
            <a:round/>
            <a:headEnd type="none" w="med" len="med"/>
            <a:tailEnd type="none" w="med" len="med"/>
          </a:ln>
          <a:effectLst/>
        </p:spPr>
        <p:txBody>
          <a:bodyPr vert="horz" wrap="square" lIns="36000" tIns="36000" rIns="36000" bIns="360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altLang="ja-JP" sz="1600" b="0"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endParaRPr>
          </a:p>
        </p:txBody>
      </p:sp>
      <p:pic>
        <p:nvPicPr>
          <p:cNvPr id="14" name="図 13">
            <a:extLst>
              <a:ext uri="{FF2B5EF4-FFF2-40B4-BE49-F238E27FC236}">
                <a16:creationId xmlns:a16="http://schemas.microsoft.com/office/drawing/2014/main" id="{5C09A97E-D183-4E1B-8C87-0147168921D2}"/>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4708835" y="2682322"/>
            <a:ext cx="685800" cy="666750"/>
          </a:xfrm>
          <a:prstGeom prst="rect">
            <a:avLst/>
          </a:prstGeom>
        </p:spPr>
      </p:pic>
      <p:sp>
        <p:nvSpPr>
          <p:cNvPr id="47" name="テキスト ボックス 46">
            <a:extLst>
              <a:ext uri="{FF2B5EF4-FFF2-40B4-BE49-F238E27FC236}">
                <a16:creationId xmlns:a16="http://schemas.microsoft.com/office/drawing/2014/main" id="{8D91D7F5-80CE-4BC7-B177-7633D3EA153C}"/>
              </a:ext>
            </a:extLst>
          </p:cNvPr>
          <p:cNvSpPr txBox="1"/>
          <p:nvPr/>
        </p:nvSpPr>
        <p:spPr>
          <a:xfrm>
            <a:off x="4520952" y="2544017"/>
            <a:ext cx="1032655" cy="246221"/>
          </a:xfrm>
          <a:prstGeom prst="rect">
            <a:avLst/>
          </a:prstGeom>
          <a:noFill/>
        </p:spPr>
        <p:txBody>
          <a:bodyPr wrap="none" rtlCol="0">
            <a:spAutoFit/>
          </a:bodyPr>
          <a:lstStyle/>
          <a:p>
            <a:pPr algn="ctr"/>
            <a:r>
              <a:rPr kumimoji="1" lang="en-US" altLang="ja-JP" sz="1000" b="1" dirty="0">
                <a:latin typeface="メイリオ" panose="020B0604030504040204" pitchFamily="50" charset="-128"/>
                <a:ea typeface="メイリオ" panose="020B0604030504040204" pitchFamily="50" charset="-128"/>
              </a:rPr>
              <a:t>Auto</a:t>
            </a:r>
            <a:r>
              <a:rPr kumimoji="1" lang="ja-JP" altLang="en-US" sz="1000" b="1" dirty="0">
                <a:latin typeface="メイリオ" panose="020B0604030504040204" pitchFamily="50" charset="-128"/>
                <a:ea typeface="メイリオ" panose="020B0604030504040204" pitchFamily="50" charset="-128"/>
              </a:rPr>
              <a:t> </a:t>
            </a:r>
            <a:r>
              <a:rPr kumimoji="1" lang="en-US" altLang="ja-JP" sz="1000" b="1" dirty="0">
                <a:latin typeface="メイリオ" panose="020B0604030504040204" pitchFamily="50" charset="-128"/>
                <a:ea typeface="メイリオ" panose="020B0604030504040204" pitchFamily="50" charset="-128"/>
              </a:rPr>
              <a:t>Scaling</a:t>
            </a:r>
            <a:endParaRPr lang="en-US" altLang="ja-JP" sz="1000" b="1" dirty="0">
              <a:latin typeface="メイリオ" panose="020B0604030504040204" pitchFamily="50" charset="-128"/>
              <a:ea typeface="メイリオ" panose="020B0604030504040204" pitchFamily="50" charset="-128"/>
            </a:endParaRPr>
          </a:p>
        </p:txBody>
      </p:sp>
      <p:sp>
        <p:nvSpPr>
          <p:cNvPr id="9" name="フローチャート: 磁気ディスク 8">
            <a:extLst>
              <a:ext uri="{FF2B5EF4-FFF2-40B4-BE49-F238E27FC236}">
                <a16:creationId xmlns:a16="http://schemas.microsoft.com/office/drawing/2014/main" id="{4C50DA64-B3AD-4C04-A140-916492C69D93}"/>
              </a:ext>
            </a:extLst>
          </p:cNvPr>
          <p:cNvSpPr/>
          <p:nvPr/>
        </p:nvSpPr>
        <p:spPr bwMode="auto">
          <a:xfrm>
            <a:off x="2286505" y="5280656"/>
            <a:ext cx="501638" cy="348359"/>
          </a:xfrm>
          <a:prstGeom prst="flowChartMagneticDisk">
            <a:avLst/>
          </a:prstGeom>
          <a:solidFill>
            <a:srgbClr val="0070C0"/>
          </a:solidFill>
          <a:ln w="12700" cap="flat" cmpd="sng" algn="ctr">
            <a:solidFill>
              <a:schemeClr val="bg1"/>
            </a:solidFill>
            <a:prstDash val="solid"/>
            <a:round/>
            <a:headEnd type="none" w="med" len="med"/>
            <a:tailEnd type="none" w="med" len="med"/>
          </a:ln>
          <a:effectLst/>
        </p:spPr>
        <p:txBody>
          <a:bodyPr vert="horz" wrap="square" lIns="36000" tIns="36000" rIns="36000" bIns="360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ja-JP" sz="1600" b="1" i="0" u="none" strike="noStrike" cap="none" normalizeH="0" baseline="0" dirty="0">
                <a:ln>
                  <a:noFill/>
                </a:ln>
                <a:solidFill>
                  <a:schemeClr val="bg1"/>
                </a:solidFill>
                <a:effectLst/>
                <a:latin typeface="ＭＳ Ｐゴシック" pitchFamily="50" charset="-128"/>
                <a:ea typeface="ＭＳ Ｐゴシック" pitchFamily="50" charset="-128"/>
              </a:rPr>
              <a:t>R</a:t>
            </a:r>
            <a:endParaRPr kumimoji="1" lang="ja-JP" altLang="en-US" sz="1600" b="1" i="0" u="none" strike="noStrike" cap="none" normalizeH="0" baseline="0" dirty="0">
              <a:ln>
                <a:noFill/>
              </a:ln>
              <a:solidFill>
                <a:schemeClr val="bg1"/>
              </a:solidFill>
              <a:effectLst/>
              <a:latin typeface="ＭＳ Ｐゴシック" pitchFamily="50" charset="-128"/>
              <a:ea typeface="ＭＳ Ｐゴシック" pitchFamily="50" charset="-128"/>
            </a:endParaRPr>
          </a:p>
        </p:txBody>
      </p:sp>
      <p:sp>
        <p:nvSpPr>
          <p:cNvPr id="40" name="フローチャート: 磁気ディスク 39">
            <a:extLst>
              <a:ext uri="{FF2B5EF4-FFF2-40B4-BE49-F238E27FC236}">
                <a16:creationId xmlns:a16="http://schemas.microsoft.com/office/drawing/2014/main" id="{4FC9447B-74E5-4EB6-9FC3-628146CD1508}"/>
              </a:ext>
            </a:extLst>
          </p:cNvPr>
          <p:cNvSpPr/>
          <p:nvPr/>
        </p:nvSpPr>
        <p:spPr bwMode="auto">
          <a:xfrm>
            <a:off x="3262229" y="5257380"/>
            <a:ext cx="501638" cy="348359"/>
          </a:xfrm>
          <a:prstGeom prst="flowChartMagneticDisk">
            <a:avLst/>
          </a:prstGeom>
          <a:solidFill>
            <a:srgbClr val="0070C0"/>
          </a:solidFill>
          <a:ln w="12700" cap="flat" cmpd="sng" algn="ctr">
            <a:solidFill>
              <a:schemeClr val="bg1"/>
            </a:solidFill>
            <a:prstDash val="solid"/>
            <a:round/>
            <a:headEnd type="none" w="med" len="med"/>
            <a:tailEnd type="none" w="med" len="med"/>
          </a:ln>
          <a:effectLst/>
        </p:spPr>
        <p:txBody>
          <a:bodyPr vert="horz" wrap="square" lIns="36000" tIns="36000" rIns="36000" bIns="360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ja-JP" sz="1600" b="1" i="0" u="none" strike="noStrike" cap="none" normalizeH="0" baseline="0" dirty="0">
                <a:ln>
                  <a:noFill/>
                </a:ln>
                <a:solidFill>
                  <a:schemeClr val="bg1"/>
                </a:solidFill>
                <a:effectLst/>
                <a:latin typeface="ＭＳ Ｐゴシック" pitchFamily="50" charset="-128"/>
                <a:ea typeface="ＭＳ Ｐゴシック" pitchFamily="50" charset="-128"/>
              </a:rPr>
              <a:t>R</a:t>
            </a:r>
            <a:endParaRPr kumimoji="1" lang="ja-JP" altLang="en-US" sz="1600" b="1" i="0" u="none" strike="noStrike" cap="none" normalizeH="0" baseline="0" dirty="0">
              <a:ln>
                <a:noFill/>
              </a:ln>
              <a:solidFill>
                <a:schemeClr val="bg1"/>
              </a:solidFill>
              <a:effectLst/>
              <a:latin typeface="ＭＳ Ｐゴシック" pitchFamily="50" charset="-128"/>
              <a:ea typeface="ＭＳ Ｐゴシック" pitchFamily="50" charset="-128"/>
            </a:endParaRPr>
          </a:p>
        </p:txBody>
      </p:sp>
      <p:cxnSp>
        <p:nvCxnSpPr>
          <p:cNvPr id="45" name="コネクタ: カギ線 23">
            <a:extLst>
              <a:ext uri="{FF2B5EF4-FFF2-40B4-BE49-F238E27FC236}">
                <a16:creationId xmlns:a16="http://schemas.microsoft.com/office/drawing/2014/main" id="{56E95A81-BB9E-419B-A4CD-04A5757E726F}"/>
              </a:ext>
            </a:extLst>
          </p:cNvPr>
          <p:cNvCxnSpPr>
            <a:cxnSpLocks/>
            <a:stCxn id="95" idx="2"/>
            <a:endCxn id="9" idx="4"/>
          </p:cNvCxnSpPr>
          <p:nvPr/>
        </p:nvCxnSpPr>
        <p:spPr bwMode="auto">
          <a:xfrm flipH="1">
            <a:off x="2788143" y="5184868"/>
            <a:ext cx="282481" cy="269968"/>
          </a:xfrm>
          <a:prstGeom prst="straightConnector1">
            <a:avLst/>
          </a:prstGeom>
          <a:noFill/>
          <a:ln w="31750" cap="flat" cmpd="sng" algn="ctr">
            <a:solidFill>
              <a:srgbClr val="FF0000"/>
            </a:solidFill>
            <a:prstDash val="solid"/>
            <a:round/>
            <a:headEnd type="none" w="med" len="med"/>
            <a:tailEnd type="triangle"/>
          </a:ln>
          <a:effectLst/>
        </p:spPr>
      </p:cxnSp>
      <p:cxnSp>
        <p:nvCxnSpPr>
          <p:cNvPr id="48" name="コネクタ: カギ線 23">
            <a:extLst>
              <a:ext uri="{FF2B5EF4-FFF2-40B4-BE49-F238E27FC236}">
                <a16:creationId xmlns:a16="http://schemas.microsoft.com/office/drawing/2014/main" id="{E91217C7-4111-4EDB-B829-F2221694E93D}"/>
              </a:ext>
            </a:extLst>
          </p:cNvPr>
          <p:cNvCxnSpPr>
            <a:cxnSpLocks/>
            <a:stCxn id="95" idx="2"/>
            <a:endCxn id="40" idx="2"/>
          </p:cNvCxnSpPr>
          <p:nvPr/>
        </p:nvCxnSpPr>
        <p:spPr bwMode="auto">
          <a:xfrm>
            <a:off x="3070624" y="5184868"/>
            <a:ext cx="191605" cy="246692"/>
          </a:xfrm>
          <a:prstGeom prst="straightConnector1">
            <a:avLst/>
          </a:prstGeom>
          <a:noFill/>
          <a:ln w="31750" cap="flat" cmpd="sng" algn="ctr">
            <a:solidFill>
              <a:srgbClr val="FF0000"/>
            </a:solidFill>
            <a:prstDash val="solid"/>
            <a:round/>
            <a:headEnd type="none" w="med" len="med"/>
            <a:tailEnd type="triangle"/>
          </a:ln>
          <a:effectLst/>
        </p:spPr>
      </p:cxnSp>
    </p:spTree>
    <p:extLst>
      <p:ext uri="{BB962C8B-B14F-4D97-AF65-F5344CB8AC3E}">
        <p14:creationId xmlns:p14="http://schemas.microsoft.com/office/powerpoint/2010/main" val="3886755764"/>
      </p:ext>
    </p:extLst>
  </p:cSld>
  <p:clrMapOvr>
    <a:masterClrMapping/>
  </p:clrMapOvr>
  <mc:AlternateContent xmlns:mc="http://schemas.openxmlformats.org/markup-compatibility/2006" xmlns:p14="http://schemas.microsoft.com/office/powerpoint/2010/main">
    <mc:Choice Requires="p14">
      <p:transition spd="slow" p14:dur="2000" advTm="14795"/>
    </mc:Choice>
    <mc:Fallback xmlns="">
      <p:transition spd="slow" advTm="14795"/>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正方形/長方形 3"/>
          <p:cNvSpPr/>
          <p:nvPr/>
        </p:nvSpPr>
        <p:spPr bwMode="auto">
          <a:xfrm>
            <a:off x="2793240" y="2817072"/>
            <a:ext cx="4320000" cy="1260000"/>
          </a:xfrm>
          <a:prstGeom prst="rect">
            <a:avLst/>
          </a:prstGeom>
          <a:no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vert="horz" wrap="square" lIns="0" tIns="0" rIns="0" bIns="0" numCol="1" rtlCol="0" anchor="ctr" anchorCtr="0" compatLnSpc="1">
            <a:prstTxWarp prst="textNoShape">
              <a:avLst/>
            </a:prstTxWarp>
          </a:bodyPr>
          <a:lstStyle/>
          <a:p>
            <a:pPr algn="ctr"/>
            <a:r>
              <a:rPr lang="en-US" altLang="ja-JP" sz="2800" kern="0" dirty="0">
                <a:latin typeface="メイリオ" panose="020B0604030504040204" pitchFamily="50" charset="-128"/>
                <a:ea typeface="メイリオ" panose="020B0604030504040204" pitchFamily="50" charset="-128"/>
              </a:rPr>
              <a:t>ELB</a:t>
            </a:r>
            <a:r>
              <a:rPr lang="ja-JP" altLang="en-US" sz="2800" kern="0" dirty="0">
                <a:latin typeface="メイリオ" panose="020B0604030504040204" pitchFamily="50" charset="-128"/>
                <a:ea typeface="メイリオ" panose="020B0604030504040204" pitchFamily="50" charset="-128"/>
              </a:rPr>
              <a:t>の概要</a:t>
            </a:r>
            <a:endParaRPr lang="en-US" altLang="ja-JP" sz="2800" kern="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011034332"/>
      </p:ext>
    </p:extLst>
  </p:cSld>
  <p:clrMapOvr>
    <a:masterClrMapping/>
  </p:clrMapOvr>
  <mc:AlternateContent xmlns:mc="http://schemas.openxmlformats.org/markup-compatibility/2006" xmlns:p14="http://schemas.microsoft.com/office/powerpoint/2010/main">
    <mc:Choice Requires="p14">
      <p:transition spd="slow" p14:dur="2000" advTm="15140"/>
    </mc:Choice>
    <mc:Fallback xmlns="">
      <p:transition spd="slow" advTm="15140"/>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タイトル 1">
            <a:extLst>
              <a:ext uri="{FF2B5EF4-FFF2-40B4-BE49-F238E27FC236}">
                <a16:creationId xmlns:a16="http://schemas.microsoft.com/office/drawing/2014/main" id="{48F80BE1-D063-4240-BFC7-C8D243720250}"/>
              </a:ext>
            </a:extLst>
          </p:cNvPr>
          <p:cNvSpPr txBox="1">
            <a:spLocks/>
          </p:cNvSpPr>
          <p:nvPr/>
        </p:nvSpPr>
        <p:spPr bwMode="auto">
          <a:xfrm>
            <a:off x="631222" y="201863"/>
            <a:ext cx="8642258" cy="50208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rtl="0" fontAlgn="base">
              <a:lnSpc>
                <a:spcPct val="90000"/>
              </a:lnSpc>
              <a:spcBef>
                <a:spcPct val="0"/>
              </a:spcBef>
              <a:spcAft>
                <a:spcPct val="0"/>
              </a:spcAft>
              <a:defRPr kumimoji="1" sz="2000">
                <a:solidFill>
                  <a:schemeClr val="tx2"/>
                </a:solidFill>
                <a:latin typeface="游明朝" panose="02020400000000000000" pitchFamily="18" charset="-128"/>
                <a:ea typeface="游明朝" panose="02020400000000000000" pitchFamily="18" charset="-128"/>
                <a:cs typeface="+mj-cs"/>
              </a:defRPr>
            </a:lvl1pPr>
            <a:lvl2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2pPr>
            <a:lvl3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3pPr>
            <a:lvl4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4pPr>
            <a:lvl5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5pPr>
            <a:lvl6pPr marL="4572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6pPr>
            <a:lvl7pPr marL="9144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7pPr>
            <a:lvl8pPr marL="13716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8pPr>
            <a:lvl9pPr marL="18288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9pPr>
          </a:lstStyle>
          <a:p>
            <a:pPr algn="l"/>
            <a:r>
              <a:rPr kumimoji="0" lang="en-US" altLang="ja-JP" sz="3000" dirty="0">
                <a:solidFill>
                  <a:srgbClr val="000000"/>
                </a:solidFill>
                <a:latin typeface="メイリオ" pitchFamily="50" charset="-128"/>
                <a:ea typeface="メイリオ" pitchFamily="50" charset="-128"/>
                <a:cs typeface="メイリオ" pitchFamily="50" charset="-128"/>
              </a:rPr>
              <a:t>ELB</a:t>
            </a:r>
            <a:r>
              <a:rPr lang="ja-JP" altLang="en-US" sz="3000" dirty="0">
                <a:latin typeface="メイリオ" panose="020B0604030504040204" pitchFamily="50" charset="-128"/>
                <a:ea typeface="メイリオ" panose="020B0604030504040204" pitchFamily="50" charset="-128"/>
              </a:rPr>
              <a:t>とは何か？</a:t>
            </a:r>
          </a:p>
        </p:txBody>
      </p:sp>
      <p:sp>
        <p:nvSpPr>
          <p:cNvPr id="2" name="コンテンツ プレースホルダー 2">
            <a:extLst>
              <a:ext uri="{FF2B5EF4-FFF2-40B4-BE49-F238E27FC236}">
                <a16:creationId xmlns:a16="http://schemas.microsoft.com/office/drawing/2014/main" id="{38B0697B-EBCD-408F-B98B-1FEB2CDDBED7}"/>
              </a:ext>
            </a:extLst>
          </p:cNvPr>
          <p:cNvSpPr txBox="1">
            <a:spLocks/>
          </p:cNvSpPr>
          <p:nvPr/>
        </p:nvSpPr>
        <p:spPr>
          <a:xfrm>
            <a:off x="631222" y="799401"/>
            <a:ext cx="8858282" cy="325343"/>
          </a:xfrm>
          <a:prstGeom prst="rect">
            <a:avLst/>
          </a:prstGeom>
        </p:spPr>
        <p:txBody>
          <a:bodyPr vert="horz" lIns="74295" tIns="37148" rIns="74295" bIns="37148" rtlCol="0">
            <a:noAutofit/>
          </a:bodyPr>
          <a:lstStyle>
            <a:lvl1pPr marL="228600" indent="-228600" algn="l" defTabSz="914400" rtl="0" eaLnBrk="1" latinLnBrk="0" hangingPunct="1">
              <a:lnSpc>
                <a:spcPct val="90000"/>
              </a:lnSpc>
              <a:spcBef>
                <a:spcPts val="1000"/>
              </a:spcBef>
              <a:buFont typeface="Wingdings 2" pitchFamily="18" charset="2"/>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2" pitchFamily="18" charset="2"/>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2" pitchFamily="18" charset="2"/>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5pPr>
            <a:lvl6pPr marL="25146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6pPr>
            <a:lvl7pPr marL="29718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7pPr>
            <a:lvl8pPr marL="34290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8pPr>
            <a:lvl9pPr marL="38862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9pPr>
          </a:lstStyle>
          <a:p>
            <a:pPr marL="0" indent="0">
              <a:buNone/>
            </a:pPr>
            <a:r>
              <a:rPr lang="en-US" altLang="ja-JP" sz="2400" dirty="0">
                <a:solidFill>
                  <a:srgbClr val="002060"/>
                </a:solidFill>
                <a:latin typeface="メイリオ" panose="020B0604030504040204" pitchFamily="50" charset="-128"/>
                <a:ea typeface="メイリオ" panose="020B0604030504040204" pitchFamily="50" charset="-128"/>
              </a:rPr>
              <a:t>ELB</a:t>
            </a:r>
            <a:r>
              <a:rPr lang="ja-JP" altLang="en-US" sz="2400" dirty="0">
                <a:solidFill>
                  <a:srgbClr val="002060"/>
                </a:solidFill>
                <a:latin typeface="メイリオ" panose="020B0604030504040204" pitchFamily="50" charset="-128"/>
                <a:ea typeface="メイリオ" panose="020B0604030504040204" pitchFamily="50" charset="-128"/>
              </a:rPr>
              <a:t>は複数の</a:t>
            </a:r>
            <a:r>
              <a:rPr lang="en-US" altLang="ja-JP" sz="2400" dirty="0">
                <a:solidFill>
                  <a:srgbClr val="002060"/>
                </a:solidFill>
                <a:latin typeface="メイリオ" panose="020B0604030504040204" pitchFamily="50" charset="-128"/>
                <a:ea typeface="メイリオ" panose="020B0604030504040204" pitchFamily="50" charset="-128"/>
              </a:rPr>
              <a:t>EC2</a:t>
            </a:r>
            <a:r>
              <a:rPr lang="ja-JP" altLang="en-US" sz="2400" dirty="0">
                <a:solidFill>
                  <a:srgbClr val="002060"/>
                </a:solidFill>
                <a:latin typeface="メイリオ" panose="020B0604030504040204" pitchFamily="50" charset="-128"/>
                <a:ea typeface="メイリオ" panose="020B0604030504040204" pitchFamily="50" charset="-128"/>
              </a:rPr>
              <a:t>インスタンスで処理を可能にするロードバランサ</a:t>
            </a:r>
            <a:r>
              <a:rPr lang="en-US" altLang="ja-JP" sz="2400" dirty="0">
                <a:solidFill>
                  <a:srgbClr val="002060"/>
                </a:solidFill>
                <a:latin typeface="メイリオ" panose="020B0604030504040204" pitchFamily="50" charset="-128"/>
                <a:ea typeface="メイリオ" panose="020B0604030504040204" pitchFamily="50" charset="-128"/>
              </a:rPr>
              <a:t>―</a:t>
            </a:r>
            <a:r>
              <a:rPr lang="ja-JP" altLang="en-US" sz="2400" dirty="0">
                <a:solidFill>
                  <a:srgbClr val="002060"/>
                </a:solidFill>
                <a:latin typeface="メイリオ" panose="020B0604030504040204" pitchFamily="50" charset="-128"/>
                <a:ea typeface="メイリオ" panose="020B0604030504040204" pitchFamily="50" charset="-128"/>
              </a:rPr>
              <a:t>を提供するサービス</a:t>
            </a:r>
          </a:p>
        </p:txBody>
      </p:sp>
      <p:pic>
        <p:nvPicPr>
          <p:cNvPr id="8" name="図 13" descr="音楽 が含まれている画像&#10;&#10;自動的に生成された説明">
            <a:extLst>
              <a:ext uri="{FF2B5EF4-FFF2-40B4-BE49-F238E27FC236}">
                <a16:creationId xmlns:a16="http://schemas.microsoft.com/office/drawing/2014/main" id="{89F5AC62-95CF-4EDB-83B9-58BEF433C07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84070" y="2816089"/>
            <a:ext cx="702078" cy="842494"/>
          </a:xfrm>
          <a:prstGeom prst="rect">
            <a:avLst/>
          </a:prstGeom>
        </p:spPr>
      </p:pic>
      <p:pic>
        <p:nvPicPr>
          <p:cNvPr id="9" name="図 14" descr="音楽 が含まれている画像&#10;&#10;自動的に生成された説明">
            <a:extLst>
              <a:ext uri="{FF2B5EF4-FFF2-40B4-BE49-F238E27FC236}">
                <a16:creationId xmlns:a16="http://schemas.microsoft.com/office/drawing/2014/main" id="{86C140F3-2CC1-4F0B-9AE8-02DD3F69EB4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893898" y="4293096"/>
            <a:ext cx="714058" cy="856869"/>
          </a:xfrm>
          <a:prstGeom prst="rect">
            <a:avLst/>
          </a:prstGeom>
        </p:spPr>
      </p:pic>
      <p:sp>
        <p:nvSpPr>
          <p:cNvPr id="10" name="テキスト ボックス 15">
            <a:extLst>
              <a:ext uri="{FF2B5EF4-FFF2-40B4-BE49-F238E27FC236}">
                <a16:creationId xmlns:a16="http://schemas.microsoft.com/office/drawing/2014/main" id="{8AD41B8A-67B2-405A-A70D-E50ECD29E4AE}"/>
              </a:ext>
            </a:extLst>
          </p:cNvPr>
          <p:cNvSpPr txBox="1"/>
          <p:nvPr/>
        </p:nvSpPr>
        <p:spPr>
          <a:xfrm>
            <a:off x="2962096" y="5129217"/>
            <a:ext cx="577402" cy="338554"/>
          </a:xfrm>
          <a:prstGeom prst="rect">
            <a:avLst/>
          </a:prstGeom>
          <a:noFill/>
        </p:spPr>
        <p:txBody>
          <a:bodyPr wrap="square" rtlCol="0">
            <a:spAutoFit/>
          </a:bodyPr>
          <a:lstStyle/>
          <a:p>
            <a:pPr algn="ctr"/>
            <a:r>
              <a:rPr kumimoji="1" lang="en-US" altLang="ja-JP" dirty="0">
                <a:latin typeface="メイリオ" panose="020B0604030504040204" pitchFamily="50" charset="-128"/>
                <a:ea typeface="メイリオ" panose="020B0604030504040204" pitchFamily="50" charset="-128"/>
              </a:rPr>
              <a:t>EC2</a:t>
            </a:r>
          </a:p>
        </p:txBody>
      </p:sp>
      <p:sp>
        <p:nvSpPr>
          <p:cNvPr id="11" name="テキスト ボックス 16">
            <a:extLst>
              <a:ext uri="{FF2B5EF4-FFF2-40B4-BE49-F238E27FC236}">
                <a16:creationId xmlns:a16="http://schemas.microsoft.com/office/drawing/2014/main" id="{64112BB7-B59A-4335-A7A7-5996CE6F4BA3}"/>
              </a:ext>
            </a:extLst>
          </p:cNvPr>
          <p:cNvSpPr txBox="1"/>
          <p:nvPr/>
        </p:nvSpPr>
        <p:spPr>
          <a:xfrm>
            <a:off x="4711035" y="3638346"/>
            <a:ext cx="562975" cy="338554"/>
          </a:xfrm>
          <a:prstGeom prst="rect">
            <a:avLst/>
          </a:prstGeom>
          <a:noFill/>
        </p:spPr>
        <p:txBody>
          <a:bodyPr wrap="none" rtlCol="0">
            <a:spAutoFit/>
          </a:bodyPr>
          <a:lstStyle/>
          <a:p>
            <a:pPr algn="ctr"/>
            <a:r>
              <a:rPr kumimoji="1" lang="en-US" altLang="ja-JP" dirty="0">
                <a:latin typeface="メイリオ" panose="020B0604030504040204" pitchFamily="50" charset="-128"/>
                <a:ea typeface="メイリオ" panose="020B0604030504040204" pitchFamily="50" charset="-128"/>
              </a:rPr>
              <a:t>ELB</a:t>
            </a:r>
          </a:p>
        </p:txBody>
      </p:sp>
      <p:pic>
        <p:nvPicPr>
          <p:cNvPr id="12" name="図 18" descr="音楽 が含まれている画像&#10;&#10;自動的に生成された説明">
            <a:extLst>
              <a:ext uri="{FF2B5EF4-FFF2-40B4-BE49-F238E27FC236}">
                <a16:creationId xmlns:a16="http://schemas.microsoft.com/office/drawing/2014/main" id="{80453947-4ED4-4D5E-8235-DDA12E573E3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465168" y="4221088"/>
            <a:ext cx="714058" cy="856869"/>
          </a:xfrm>
          <a:prstGeom prst="rect">
            <a:avLst/>
          </a:prstGeom>
        </p:spPr>
      </p:pic>
      <p:sp>
        <p:nvSpPr>
          <p:cNvPr id="13" name="テキスト ボックス 19">
            <a:extLst>
              <a:ext uri="{FF2B5EF4-FFF2-40B4-BE49-F238E27FC236}">
                <a16:creationId xmlns:a16="http://schemas.microsoft.com/office/drawing/2014/main" id="{7DE43A89-E15D-49C8-9BB7-EA54DABC2BB4}"/>
              </a:ext>
            </a:extLst>
          </p:cNvPr>
          <p:cNvSpPr txBox="1"/>
          <p:nvPr/>
        </p:nvSpPr>
        <p:spPr>
          <a:xfrm>
            <a:off x="6533366" y="5057209"/>
            <a:ext cx="577402" cy="338554"/>
          </a:xfrm>
          <a:prstGeom prst="rect">
            <a:avLst/>
          </a:prstGeom>
          <a:noFill/>
        </p:spPr>
        <p:txBody>
          <a:bodyPr wrap="none" rtlCol="0">
            <a:spAutoFit/>
          </a:bodyPr>
          <a:lstStyle/>
          <a:p>
            <a:pPr algn="ctr"/>
            <a:r>
              <a:rPr kumimoji="1" lang="en-US" altLang="ja-JP" dirty="0">
                <a:latin typeface="メイリオ" panose="020B0604030504040204" pitchFamily="50" charset="-128"/>
                <a:ea typeface="メイリオ" panose="020B0604030504040204" pitchFamily="50" charset="-128"/>
              </a:rPr>
              <a:t>EC2</a:t>
            </a:r>
          </a:p>
        </p:txBody>
      </p:sp>
      <p:cxnSp>
        <p:nvCxnSpPr>
          <p:cNvPr id="14" name="直線コネクタ 20">
            <a:extLst>
              <a:ext uri="{FF2B5EF4-FFF2-40B4-BE49-F238E27FC236}">
                <a16:creationId xmlns:a16="http://schemas.microsoft.com/office/drawing/2014/main" id="{1D7DFB70-696E-427E-8561-F5F290A78C91}"/>
              </a:ext>
            </a:extLst>
          </p:cNvPr>
          <p:cNvCxnSpPr>
            <a:cxnSpLocks/>
            <a:stCxn id="9" idx="0"/>
            <a:endCxn id="8" idx="1"/>
          </p:cNvCxnSpPr>
          <p:nvPr/>
        </p:nvCxnSpPr>
        <p:spPr bwMode="auto">
          <a:xfrm flipV="1">
            <a:off x="3250927" y="3237336"/>
            <a:ext cx="1433143" cy="1055760"/>
          </a:xfrm>
          <a:prstGeom prst="line">
            <a:avLst/>
          </a:prstGeom>
          <a:noFill/>
          <a:ln w="31750" cap="flat" cmpd="sng" algn="ctr">
            <a:solidFill>
              <a:srgbClr val="FF0000"/>
            </a:solidFill>
            <a:prstDash val="solid"/>
            <a:round/>
            <a:headEnd type="none" w="med" len="med"/>
            <a:tailEnd type="none" w="med" len="med"/>
          </a:ln>
          <a:effectLst/>
        </p:spPr>
      </p:cxnSp>
      <p:cxnSp>
        <p:nvCxnSpPr>
          <p:cNvPr id="15" name="直線コネクタ 22">
            <a:extLst>
              <a:ext uri="{FF2B5EF4-FFF2-40B4-BE49-F238E27FC236}">
                <a16:creationId xmlns:a16="http://schemas.microsoft.com/office/drawing/2014/main" id="{4AB1C9BC-CF77-4A1D-A3AE-41674F294443}"/>
              </a:ext>
            </a:extLst>
          </p:cNvPr>
          <p:cNvCxnSpPr>
            <a:cxnSpLocks/>
            <a:stCxn id="12" idx="0"/>
            <a:endCxn id="8" idx="3"/>
          </p:cNvCxnSpPr>
          <p:nvPr/>
        </p:nvCxnSpPr>
        <p:spPr bwMode="auto">
          <a:xfrm flipH="1" flipV="1">
            <a:off x="5386148" y="3237336"/>
            <a:ext cx="1436049" cy="983752"/>
          </a:xfrm>
          <a:prstGeom prst="line">
            <a:avLst/>
          </a:prstGeom>
          <a:noFill/>
          <a:ln w="31750" cap="flat" cmpd="sng" algn="ctr">
            <a:solidFill>
              <a:srgbClr val="FF0000"/>
            </a:solidFill>
            <a:prstDash val="solid"/>
            <a:round/>
            <a:headEnd type="none" w="med" len="med"/>
            <a:tailEnd type="none" w="med" len="med"/>
          </a:ln>
          <a:effectLst/>
        </p:spPr>
      </p:cxnSp>
      <p:sp>
        <p:nvSpPr>
          <p:cNvPr id="4" name="テキスト ボックス 34">
            <a:extLst>
              <a:ext uri="{FF2B5EF4-FFF2-40B4-BE49-F238E27FC236}">
                <a16:creationId xmlns:a16="http://schemas.microsoft.com/office/drawing/2014/main" id="{A50DA55C-1EA6-4235-A6C9-ED4C294FDF21}"/>
              </a:ext>
            </a:extLst>
          </p:cNvPr>
          <p:cNvSpPr txBox="1"/>
          <p:nvPr/>
        </p:nvSpPr>
        <p:spPr>
          <a:xfrm>
            <a:off x="3970666" y="2123117"/>
            <a:ext cx="2122734" cy="584775"/>
          </a:xfrm>
          <a:prstGeom prst="rect">
            <a:avLst/>
          </a:prstGeom>
          <a:noFill/>
        </p:spPr>
        <p:txBody>
          <a:bodyPr wrap="square" rtlCol="0">
            <a:spAutoFit/>
          </a:bodyPr>
          <a:lstStyle/>
          <a:p>
            <a:pPr algn="ctr"/>
            <a:r>
              <a:rPr kumimoji="1" lang="ja-JP" altLang="en-US" dirty="0">
                <a:latin typeface="メイリオ" panose="020B0604030504040204" pitchFamily="50" charset="-128"/>
                <a:ea typeface="メイリオ" panose="020B0604030504040204" pitchFamily="50" charset="-128"/>
              </a:rPr>
              <a:t>トラフィック</a:t>
            </a:r>
            <a:r>
              <a:rPr lang="ja-JP" altLang="en-US" dirty="0">
                <a:latin typeface="メイリオ" panose="020B0604030504040204" pitchFamily="50" charset="-128"/>
                <a:ea typeface="メイリオ" panose="020B0604030504040204" pitchFamily="50" charset="-128"/>
              </a:rPr>
              <a:t>を複数インスタンスに分散</a:t>
            </a:r>
            <a:endParaRPr kumimoji="1" lang="en-US" altLang="ja-JP"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291384996"/>
      </p:ext>
    </p:extLst>
  </p:cSld>
  <p:clrMapOvr>
    <a:masterClrMapping/>
  </p:clrMapOvr>
  <mc:AlternateContent xmlns:mc="http://schemas.openxmlformats.org/markup-compatibility/2006" xmlns:p14="http://schemas.microsoft.com/office/powerpoint/2010/main">
    <mc:Choice Requires="p14">
      <p:transition spd="slow" p14:dur="2000" advTm="27168"/>
    </mc:Choice>
    <mc:Fallback xmlns="">
      <p:transition spd="slow" advTm="27168"/>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タイトル 1">
            <a:extLst>
              <a:ext uri="{FF2B5EF4-FFF2-40B4-BE49-F238E27FC236}">
                <a16:creationId xmlns:a16="http://schemas.microsoft.com/office/drawing/2014/main" id="{48F80BE1-D063-4240-BFC7-C8D243720250}"/>
              </a:ext>
            </a:extLst>
          </p:cNvPr>
          <p:cNvSpPr txBox="1">
            <a:spLocks/>
          </p:cNvSpPr>
          <p:nvPr/>
        </p:nvSpPr>
        <p:spPr bwMode="auto">
          <a:xfrm>
            <a:off x="631222" y="201863"/>
            <a:ext cx="8642258" cy="50208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rtl="0" fontAlgn="base">
              <a:lnSpc>
                <a:spcPct val="90000"/>
              </a:lnSpc>
              <a:spcBef>
                <a:spcPct val="0"/>
              </a:spcBef>
              <a:spcAft>
                <a:spcPct val="0"/>
              </a:spcAft>
              <a:defRPr kumimoji="1" sz="2000">
                <a:solidFill>
                  <a:schemeClr val="tx2"/>
                </a:solidFill>
                <a:latin typeface="游明朝" panose="02020400000000000000" pitchFamily="18" charset="-128"/>
                <a:ea typeface="游明朝" panose="02020400000000000000" pitchFamily="18" charset="-128"/>
                <a:cs typeface="+mj-cs"/>
              </a:defRPr>
            </a:lvl1pPr>
            <a:lvl2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2pPr>
            <a:lvl3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3pPr>
            <a:lvl4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4pPr>
            <a:lvl5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5pPr>
            <a:lvl6pPr marL="4572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6pPr>
            <a:lvl7pPr marL="9144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7pPr>
            <a:lvl8pPr marL="13716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8pPr>
            <a:lvl9pPr marL="18288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9pPr>
          </a:lstStyle>
          <a:p>
            <a:pPr algn="l"/>
            <a:r>
              <a:rPr kumimoji="0" lang="en-US" altLang="ja-JP" sz="3000" dirty="0">
                <a:solidFill>
                  <a:srgbClr val="000000"/>
                </a:solidFill>
                <a:latin typeface="メイリオ" pitchFamily="50" charset="-128"/>
                <a:ea typeface="メイリオ" pitchFamily="50" charset="-128"/>
                <a:cs typeface="メイリオ" pitchFamily="50" charset="-128"/>
              </a:rPr>
              <a:t>ELB</a:t>
            </a:r>
            <a:r>
              <a:rPr lang="ja-JP" altLang="en-US" sz="3000" dirty="0">
                <a:latin typeface="メイリオ" panose="020B0604030504040204" pitchFamily="50" charset="-128"/>
                <a:ea typeface="メイリオ" panose="020B0604030504040204" pitchFamily="50" charset="-128"/>
              </a:rPr>
              <a:t>とは何か？</a:t>
            </a:r>
          </a:p>
        </p:txBody>
      </p:sp>
      <p:sp>
        <p:nvSpPr>
          <p:cNvPr id="2" name="コンテンツ プレースホルダー 2">
            <a:extLst>
              <a:ext uri="{FF2B5EF4-FFF2-40B4-BE49-F238E27FC236}">
                <a16:creationId xmlns:a16="http://schemas.microsoft.com/office/drawing/2014/main" id="{38B0697B-EBCD-408F-B98B-1FEB2CDDBED7}"/>
              </a:ext>
            </a:extLst>
          </p:cNvPr>
          <p:cNvSpPr txBox="1">
            <a:spLocks/>
          </p:cNvSpPr>
          <p:nvPr/>
        </p:nvSpPr>
        <p:spPr>
          <a:xfrm>
            <a:off x="631222" y="799401"/>
            <a:ext cx="8858282" cy="325343"/>
          </a:xfrm>
          <a:prstGeom prst="rect">
            <a:avLst/>
          </a:prstGeom>
        </p:spPr>
        <p:txBody>
          <a:bodyPr vert="horz" lIns="74295" tIns="37148" rIns="74295" bIns="37148" rtlCol="0">
            <a:noAutofit/>
          </a:bodyPr>
          <a:lstStyle>
            <a:lvl1pPr marL="228600" indent="-228600" algn="l" defTabSz="914400" rtl="0" eaLnBrk="1" latinLnBrk="0" hangingPunct="1">
              <a:lnSpc>
                <a:spcPct val="90000"/>
              </a:lnSpc>
              <a:spcBef>
                <a:spcPts val="1000"/>
              </a:spcBef>
              <a:buFont typeface="Wingdings 2" pitchFamily="18" charset="2"/>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2" pitchFamily="18" charset="2"/>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2" pitchFamily="18" charset="2"/>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5pPr>
            <a:lvl6pPr marL="25146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6pPr>
            <a:lvl7pPr marL="29718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7pPr>
            <a:lvl8pPr marL="34290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8pPr>
            <a:lvl9pPr marL="38862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9pPr>
          </a:lstStyle>
          <a:p>
            <a:pPr marL="0" indent="0">
              <a:buNone/>
            </a:pPr>
            <a:r>
              <a:rPr lang="en-US" altLang="ja-JP" sz="2400" dirty="0">
                <a:solidFill>
                  <a:srgbClr val="002060"/>
                </a:solidFill>
                <a:latin typeface="メイリオ" panose="020B0604030504040204" pitchFamily="50" charset="-128"/>
                <a:ea typeface="メイリオ" panose="020B0604030504040204" pitchFamily="50" charset="-128"/>
              </a:rPr>
              <a:t>EC2</a:t>
            </a:r>
            <a:r>
              <a:rPr lang="ja-JP" altLang="en-US" sz="2400" dirty="0">
                <a:solidFill>
                  <a:srgbClr val="002060"/>
                </a:solidFill>
                <a:latin typeface="メイリオ" panose="020B0604030504040204" pitchFamily="50" charset="-128"/>
                <a:ea typeface="メイリオ" panose="020B0604030504040204" pitchFamily="50" charset="-128"/>
              </a:rPr>
              <a:t>インスタンスのヘルスチェックを行い、正常なインスタンスのみを利用することも</a:t>
            </a:r>
          </a:p>
        </p:txBody>
      </p:sp>
      <p:pic>
        <p:nvPicPr>
          <p:cNvPr id="8" name="図 13" descr="音楽 が含まれている画像&#10;&#10;自動的に生成された説明">
            <a:extLst>
              <a:ext uri="{FF2B5EF4-FFF2-40B4-BE49-F238E27FC236}">
                <a16:creationId xmlns:a16="http://schemas.microsoft.com/office/drawing/2014/main" id="{89F5AC62-95CF-4EDB-83B9-58BEF433C07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84070" y="2816089"/>
            <a:ext cx="702078" cy="842494"/>
          </a:xfrm>
          <a:prstGeom prst="rect">
            <a:avLst/>
          </a:prstGeom>
        </p:spPr>
      </p:pic>
      <p:pic>
        <p:nvPicPr>
          <p:cNvPr id="9" name="図 14" descr="音楽 が含まれている画像&#10;&#10;自動的に生成された説明">
            <a:extLst>
              <a:ext uri="{FF2B5EF4-FFF2-40B4-BE49-F238E27FC236}">
                <a16:creationId xmlns:a16="http://schemas.microsoft.com/office/drawing/2014/main" id="{86C140F3-2CC1-4F0B-9AE8-02DD3F69EB4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893898" y="4293096"/>
            <a:ext cx="714058" cy="856869"/>
          </a:xfrm>
          <a:prstGeom prst="rect">
            <a:avLst/>
          </a:prstGeom>
        </p:spPr>
      </p:pic>
      <p:sp>
        <p:nvSpPr>
          <p:cNvPr id="10" name="テキスト ボックス 15">
            <a:extLst>
              <a:ext uri="{FF2B5EF4-FFF2-40B4-BE49-F238E27FC236}">
                <a16:creationId xmlns:a16="http://schemas.microsoft.com/office/drawing/2014/main" id="{8AD41B8A-67B2-405A-A70D-E50ECD29E4AE}"/>
              </a:ext>
            </a:extLst>
          </p:cNvPr>
          <p:cNvSpPr txBox="1"/>
          <p:nvPr/>
        </p:nvSpPr>
        <p:spPr>
          <a:xfrm>
            <a:off x="2962096" y="5129217"/>
            <a:ext cx="577402" cy="338554"/>
          </a:xfrm>
          <a:prstGeom prst="rect">
            <a:avLst/>
          </a:prstGeom>
          <a:noFill/>
        </p:spPr>
        <p:txBody>
          <a:bodyPr wrap="square" rtlCol="0">
            <a:spAutoFit/>
          </a:bodyPr>
          <a:lstStyle/>
          <a:p>
            <a:pPr algn="ctr"/>
            <a:r>
              <a:rPr kumimoji="1" lang="en-US" altLang="ja-JP" dirty="0">
                <a:latin typeface="メイリオ" panose="020B0604030504040204" pitchFamily="50" charset="-128"/>
                <a:ea typeface="メイリオ" panose="020B0604030504040204" pitchFamily="50" charset="-128"/>
              </a:rPr>
              <a:t>EC2</a:t>
            </a:r>
          </a:p>
        </p:txBody>
      </p:sp>
      <p:sp>
        <p:nvSpPr>
          <p:cNvPr id="11" name="テキスト ボックス 16">
            <a:extLst>
              <a:ext uri="{FF2B5EF4-FFF2-40B4-BE49-F238E27FC236}">
                <a16:creationId xmlns:a16="http://schemas.microsoft.com/office/drawing/2014/main" id="{64112BB7-B59A-4335-A7A7-5996CE6F4BA3}"/>
              </a:ext>
            </a:extLst>
          </p:cNvPr>
          <p:cNvSpPr txBox="1"/>
          <p:nvPr/>
        </p:nvSpPr>
        <p:spPr>
          <a:xfrm>
            <a:off x="4711035" y="3638346"/>
            <a:ext cx="562975" cy="338554"/>
          </a:xfrm>
          <a:prstGeom prst="rect">
            <a:avLst/>
          </a:prstGeom>
          <a:noFill/>
        </p:spPr>
        <p:txBody>
          <a:bodyPr wrap="none" rtlCol="0">
            <a:spAutoFit/>
          </a:bodyPr>
          <a:lstStyle/>
          <a:p>
            <a:pPr algn="ctr"/>
            <a:r>
              <a:rPr kumimoji="1" lang="en-US" altLang="ja-JP" dirty="0">
                <a:latin typeface="メイリオ" panose="020B0604030504040204" pitchFamily="50" charset="-128"/>
                <a:ea typeface="メイリオ" panose="020B0604030504040204" pitchFamily="50" charset="-128"/>
              </a:rPr>
              <a:t>ELB</a:t>
            </a:r>
          </a:p>
        </p:txBody>
      </p:sp>
      <p:pic>
        <p:nvPicPr>
          <p:cNvPr id="12" name="図 18" descr="音楽 が含まれている画像&#10;&#10;自動的に生成された説明">
            <a:extLst>
              <a:ext uri="{FF2B5EF4-FFF2-40B4-BE49-F238E27FC236}">
                <a16:creationId xmlns:a16="http://schemas.microsoft.com/office/drawing/2014/main" id="{80453947-4ED4-4D5E-8235-DDA12E573E3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465168" y="4221088"/>
            <a:ext cx="714058" cy="856869"/>
          </a:xfrm>
          <a:prstGeom prst="rect">
            <a:avLst/>
          </a:prstGeom>
        </p:spPr>
      </p:pic>
      <p:sp>
        <p:nvSpPr>
          <p:cNvPr id="13" name="テキスト ボックス 19">
            <a:extLst>
              <a:ext uri="{FF2B5EF4-FFF2-40B4-BE49-F238E27FC236}">
                <a16:creationId xmlns:a16="http://schemas.microsoft.com/office/drawing/2014/main" id="{7DE43A89-E15D-49C8-9BB7-EA54DABC2BB4}"/>
              </a:ext>
            </a:extLst>
          </p:cNvPr>
          <p:cNvSpPr txBox="1"/>
          <p:nvPr/>
        </p:nvSpPr>
        <p:spPr>
          <a:xfrm>
            <a:off x="6533366" y="5057209"/>
            <a:ext cx="577402" cy="338554"/>
          </a:xfrm>
          <a:prstGeom prst="rect">
            <a:avLst/>
          </a:prstGeom>
          <a:noFill/>
        </p:spPr>
        <p:txBody>
          <a:bodyPr wrap="none" rtlCol="0">
            <a:spAutoFit/>
          </a:bodyPr>
          <a:lstStyle/>
          <a:p>
            <a:pPr algn="ctr"/>
            <a:r>
              <a:rPr kumimoji="1" lang="en-US" altLang="ja-JP" dirty="0">
                <a:latin typeface="メイリオ" panose="020B0604030504040204" pitchFamily="50" charset="-128"/>
                <a:ea typeface="メイリオ" panose="020B0604030504040204" pitchFamily="50" charset="-128"/>
              </a:rPr>
              <a:t>EC2</a:t>
            </a:r>
          </a:p>
        </p:txBody>
      </p:sp>
      <p:cxnSp>
        <p:nvCxnSpPr>
          <p:cNvPr id="15" name="直線コネクタ 22">
            <a:extLst>
              <a:ext uri="{FF2B5EF4-FFF2-40B4-BE49-F238E27FC236}">
                <a16:creationId xmlns:a16="http://schemas.microsoft.com/office/drawing/2014/main" id="{4AB1C9BC-CF77-4A1D-A3AE-41674F294443}"/>
              </a:ext>
            </a:extLst>
          </p:cNvPr>
          <p:cNvCxnSpPr>
            <a:cxnSpLocks/>
            <a:stCxn id="12" idx="0"/>
            <a:endCxn id="8" idx="3"/>
          </p:cNvCxnSpPr>
          <p:nvPr/>
        </p:nvCxnSpPr>
        <p:spPr bwMode="auto">
          <a:xfrm flipH="1" flipV="1">
            <a:off x="5386148" y="3237336"/>
            <a:ext cx="1436049" cy="983752"/>
          </a:xfrm>
          <a:prstGeom prst="line">
            <a:avLst/>
          </a:prstGeom>
          <a:noFill/>
          <a:ln w="31750" cap="flat" cmpd="sng" algn="ctr">
            <a:solidFill>
              <a:srgbClr val="FF0000"/>
            </a:solidFill>
            <a:prstDash val="solid"/>
            <a:round/>
            <a:headEnd type="none" w="med" len="med"/>
            <a:tailEnd type="none" w="med" len="med"/>
          </a:ln>
          <a:effectLst/>
        </p:spPr>
      </p:cxnSp>
      <p:sp>
        <p:nvSpPr>
          <p:cNvPr id="24" name="テキスト ボックス 34">
            <a:extLst>
              <a:ext uri="{FF2B5EF4-FFF2-40B4-BE49-F238E27FC236}">
                <a16:creationId xmlns:a16="http://schemas.microsoft.com/office/drawing/2014/main" id="{DE825FF0-B329-4056-86A2-FFFB9003551C}"/>
              </a:ext>
            </a:extLst>
          </p:cNvPr>
          <p:cNvSpPr txBox="1"/>
          <p:nvPr/>
        </p:nvSpPr>
        <p:spPr>
          <a:xfrm>
            <a:off x="3970666" y="2123117"/>
            <a:ext cx="2122734" cy="584775"/>
          </a:xfrm>
          <a:prstGeom prst="rect">
            <a:avLst/>
          </a:prstGeom>
          <a:noFill/>
        </p:spPr>
        <p:txBody>
          <a:bodyPr wrap="square" rtlCol="0">
            <a:spAutoFit/>
          </a:bodyPr>
          <a:lstStyle/>
          <a:p>
            <a:pPr algn="ctr"/>
            <a:r>
              <a:rPr kumimoji="1" lang="ja-JP" altLang="en-US" dirty="0">
                <a:latin typeface="メイリオ" panose="020B0604030504040204" pitchFamily="50" charset="-128"/>
                <a:ea typeface="メイリオ" panose="020B0604030504040204" pitchFamily="50" charset="-128"/>
              </a:rPr>
              <a:t>トラフィック</a:t>
            </a:r>
            <a:r>
              <a:rPr lang="ja-JP" altLang="en-US" dirty="0">
                <a:latin typeface="メイリオ" panose="020B0604030504040204" pitchFamily="50" charset="-128"/>
                <a:ea typeface="メイリオ" panose="020B0604030504040204" pitchFamily="50" charset="-128"/>
              </a:rPr>
              <a:t>を複数インスタンスに分散</a:t>
            </a:r>
            <a:endParaRPr kumimoji="1" lang="en-US" altLang="ja-JP" dirty="0">
              <a:latin typeface="メイリオ" panose="020B0604030504040204" pitchFamily="50" charset="-128"/>
              <a:ea typeface="メイリオ" panose="020B0604030504040204" pitchFamily="50" charset="-128"/>
            </a:endParaRPr>
          </a:p>
        </p:txBody>
      </p:sp>
      <p:sp>
        <p:nvSpPr>
          <p:cNvPr id="3" name="乗算記号 36">
            <a:extLst>
              <a:ext uri="{FF2B5EF4-FFF2-40B4-BE49-F238E27FC236}">
                <a16:creationId xmlns:a16="http://schemas.microsoft.com/office/drawing/2014/main" id="{C1E1A01E-7189-434C-BA51-69B089AB4F58}"/>
              </a:ext>
            </a:extLst>
          </p:cNvPr>
          <p:cNvSpPr/>
          <p:nvPr/>
        </p:nvSpPr>
        <p:spPr bwMode="auto">
          <a:xfrm>
            <a:off x="2467878" y="4033962"/>
            <a:ext cx="1512168" cy="1324413"/>
          </a:xfrm>
          <a:prstGeom prst="mathMultiply">
            <a:avLst/>
          </a:prstGeom>
          <a:solidFill>
            <a:srgbClr val="FF0000"/>
          </a:solidFill>
          <a:ln w="12700" cap="flat" cmpd="sng" algn="ctr">
            <a:no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ja-JP" altLang="en-US" sz="1600" b="0" i="0" u="none" strike="noStrike" cap="none" normalizeH="0" baseline="0">
              <a:ln>
                <a:noFill/>
              </a:ln>
              <a:solidFill>
                <a:schemeClr val="tx1"/>
              </a:solidFill>
              <a:effectLst/>
              <a:latin typeface="ＭＳ Ｐゴシック" pitchFamily="50" charset="-128"/>
              <a:ea typeface="ＭＳ Ｐゴシック" pitchFamily="50" charset="-128"/>
            </a:endParaRPr>
          </a:p>
        </p:txBody>
      </p:sp>
      <p:sp>
        <p:nvSpPr>
          <p:cNvPr id="4" name="テキスト ボックス 35">
            <a:extLst>
              <a:ext uri="{FF2B5EF4-FFF2-40B4-BE49-F238E27FC236}">
                <a16:creationId xmlns:a16="http://schemas.microsoft.com/office/drawing/2014/main" id="{EC885018-A2B9-43DC-A3A5-F2A2794D4265}"/>
              </a:ext>
            </a:extLst>
          </p:cNvPr>
          <p:cNvSpPr txBox="1"/>
          <p:nvPr/>
        </p:nvSpPr>
        <p:spPr>
          <a:xfrm>
            <a:off x="5976088" y="3540314"/>
            <a:ext cx="2852063" cy="338554"/>
          </a:xfrm>
          <a:prstGeom prst="rect">
            <a:avLst/>
          </a:prstGeom>
          <a:noFill/>
        </p:spPr>
        <p:txBody>
          <a:bodyPr wrap="none" rtlCol="0">
            <a:spAutoFit/>
          </a:bodyPr>
          <a:lstStyle/>
          <a:p>
            <a:pPr algn="ctr"/>
            <a:r>
              <a:rPr kumimoji="1" lang="ja-JP" altLang="en-US" dirty="0">
                <a:latin typeface="メイリオ" panose="020B0604030504040204" pitchFamily="50" charset="-128"/>
                <a:ea typeface="メイリオ" panose="020B0604030504040204" pitchFamily="50" charset="-128"/>
              </a:rPr>
              <a:t>こちらにトラフィックを集中</a:t>
            </a:r>
            <a:endParaRPr kumimoji="1" lang="en-US" altLang="ja-JP"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513364499"/>
      </p:ext>
    </p:extLst>
  </p:cSld>
  <p:clrMapOvr>
    <a:masterClrMapping/>
  </p:clrMapOvr>
  <mc:AlternateContent xmlns:mc="http://schemas.openxmlformats.org/markup-compatibility/2006" xmlns:p14="http://schemas.microsoft.com/office/powerpoint/2010/main">
    <mc:Choice Requires="p14">
      <p:transition spd="slow" p14:dur="2000" advTm="20529"/>
    </mc:Choice>
    <mc:Fallback xmlns="">
      <p:transition spd="slow" advTm="20529"/>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タイトル 1">
            <a:extLst>
              <a:ext uri="{FF2B5EF4-FFF2-40B4-BE49-F238E27FC236}">
                <a16:creationId xmlns:a16="http://schemas.microsoft.com/office/drawing/2014/main" id="{48F80BE1-D063-4240-BFC7-C8D243720250}"/>
              </a:ext>
            </a:extLst>
          </p:cNvPr>
          <p:cNvSpPr txBox="1">
            <a:spLocks/>
          </p:cNvSpPr>
          <p:nvPr/>
        </p:nvSpPr>
        <p:spPr bwMode="auto">
          <a:xfrm>
            <a:off x="631222" y="201863"/>
            <a:ext cx="8642258" cy="50208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rtl="0" fontAlgn="base">
              <a:lnSpc>
                <a:spcPct val="90000"/>
              </a:lnSpc>
              <a:spcBef>
                <a:spcPct val="0"/>
              </a:spcBef>
              <a:spcAft>
                <a:spcPct val="0"/>
              </a:spcAft>
              <a:defRPr kumimoji="1" sz="2000">
                <a:solidFill>
                  <a:schemeClr val="tx2"/>
                </a:solidFill>
                <a:latin typeface="游明朝" panose="02020400000000000000" pitchFamily="18" charset="-128"/>
                <a:ea typeface="游明朝" panose="02020400000000000000" pitchFamily="18" charset="-128"/>
                <a:cs typeface="+mj-cs"/>
              </a:defRPr>
            </a:lvl1pPr>
            <a:lvl2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2pPr>
            <a:lvl3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3pPr>
            <a:lvl4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4pPr>
            <a:lvl5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5pPr>
            <a:lvl6pPr marL="4572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6pPr>
            <a:lvl7pPr marL="9144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7pPr>
            <a:lvl8pPr marL="13716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8pPr>
            <a:lvl9pPr marL="18288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9pPr>
          </a:lstStyle>
          <a:p>
            <a:pPr algn="l"/>
            <a:r>
              <a:rPr lang="en-US" altLang="ja-JP" sz="3000" dirty="0">
                <a:solidFill>
                  <a:schemeClr val="tx1"/>
                </a:solidFill>
                <a:latin typeface="メイリオ" panose="020B0604030504040204" pitchFamily="50" charset="-128"/>
                <a:ea typeface="メイリオ" panose="020B0604030504040204" pitchFamily="50" charset="-128"/>
              </a:rPr>
              <a:t>ELB</a:t>
            </a:r>
            <a:r>
              <a:rPr lang="ja-JP" altLang="en-US" sz="3000" dirty="0">
                <a:solidFill>
                  <a:schemeClr val="tx1"/>
                </a:solidFill>
                <a:latin typeface="メイリオ" panose="020B0604030504040204" pitchFamily="50" charset="-128"/>
                <a:ea typeface="メイリオ" panose="020B0604030504040204" pitchFamily="50" charset="-128"/>
              </a:rPr>
              <a:t>の特徴</a:t>
            </a:r>
            <a:endParaRPr lang="en-US" altLang="ja-JP" sz="3000" dirty="0">
              <a:latin typeface="メイリオ" panose="020B0604030504040204" pitchFamily="50" charset="-128"/>
              <a:ea typeface="メイリオ" panose="020B0604030504040204" pitchFamily="50" charset="-128"/>
            </a:endParaRPr>
          </a:p>
        </p:txBody>
      </p:sp>
      <p:sp>
        <p:nvSpPr>
          <p:cNvPr id="5" name="コンテンツ プレースホルダー 2">
            <a:extLst>
              <a:ext uri="{FF2B5EF4-FFF2-40B4-BE49-F238E27FC236}">
                <a16:creationId xmlns:a16="http://schemas.microsoft.com/office/drawing/2014/main" id="{4223C7E6-23C7-4433-B315-D26905B0474C}"/>
              </a:ext>
            </a:extLst>
          </p:cNvPr>
          <p:cNvSpPr txBox="1">
            <a:spLocks/>
          </p:cNvSpPr>
          <p:nvPr/>
        </p:nvSpPr>
        <p:spPr>
          <a:xfrm>
            <a:off x="631222" y="799401"/>
            <a:ext cx="8858282" cy="325343"/>
          </a:xfrm>
          <a:prstGeom prst="rect">
            <a:avLst/>
          </a:prstGeom>
        </p:spPr>
        <p:txBody>
          <a:bodyPr vert="horz" lIns="74295" tIns="37148" rIns="74295" bIns="37148" rtlCol="0">
            <a:noAutofit/>
          </a:bodyPr>
          <a:lstStyle>
            <a:lvl1pPr marL="228600" indent="-228600" algn="l" defTabSz="914400" rtl="0" eaLnBrk="1" latinLnBrk="0" hangingPunct="1">
              <a:lnSpc>
                <a:spcPct val="90000"/>
              </a:lnSpc>
              <a:spcBef>
                <a:spcPts val="1000"/>
              </a:spcBef>
              <a:buFont typeface="Wingdings 2" pitchFamily="18" charset="2"/>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2" pitchFamily="18" charset="2"/>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2" pitchFamily="18" charset="2"/>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5pPr>
            <a:lvl6pPr marL="25146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6pPr>
            <a:lvl7pPr marL="29718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7pPr>
            <a:lvl8pPr marL="34290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8pPr>
            <a:lvl9pPr marL="38862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9pPr>
          </a:lstStyle>
          <a:p>
            <a:pPr marL="0" indent="0">
              <a:buNone/>
            </a:pPr>
            <a:r>
              <a:rPr lang="ja-JP" altLang="en-US" sz="2400" kern="0" dirty="0">
                <a:solidFill>
                  <a:srgbClr val="002060"/>
                </a:solidFill>
                <a:latin typeface="メイリオ" panose="020B0604030504040204" pitchFamily="50" charset="-128"/>
                <a:ea typeface="メイリオ" panose="020B0604030504040204" pitchFamily="50" charset="-128"/>
              </a:rPr>
              <a:t>負荷分散によるスケーラビリティとヘルスチェックによる高可用性を実現</a:t>
            </a:r>
            <a:endParaRPr lang="en-US" altLang="ja-JP" sz="2400" kern="0" dirty="0">
              <a:solidFill>
                <a:srgbClr val="002060"/>
              </a:solidFill>
              <a:latin typeface="メイリオ" panose="020B0604030504040204" pitchFamily="50" charset="-128"/>
              <a:ea typeface="メイリオ" panose="020B0604030504040204" pitchFamily="50" charset="-128"/>
            </a:endParaRPr>
          </a:p>
        </p:txBody>
      </p:sp>
      <p:sp>
        <p:nvSpPr>
          <p:cNvPr id="7" name="コンテンツ プレースホルダー 2">
            <a:extLst>
              <a:ext uri="{FF2B5EF4-FFF2-40B4-BE49-F238E27FC236}">
                <a16:creationId xmlns:a16="http://schemas.microsoft.com/office/drawing/2014/main" id="{841791C7-1EC1-4559-8E87-E04DD73B2971}"/>
              </a:ext>
            </a:extLst>
          </p:cNvPr>
          <p:cNvSpPr txBox="1">
            <a:spLocks/>
          </p:cNvSpPr>
          <p:nvPr/>
        </p:nvSpPr>
        <p:spPr bwMode="auto">
          <a:xfrm>
            <a:off x="848544" y="2780928"/>
            <a:ext cx="3888432" cy="3240360"/>
          </a:xfrm>
          <a:prstGeom prst="rect">
            <a:avLst/>
          </a:prstGeom>
          <a:solidFill>
            <a:schemeClr val="bg1"/>
          </a:solidFill>
          <a:ln w="9525">
            <a:solidFill>
              <a:srgbClr val="F0861E"/>
            </a:solidFill>
            <a:miter lim="800000"/>
            <a:headEnd/>
            <a:tailEnd/>
          </a:ln>
          <a:effectLst/>
        </p:spPr>
        <p:txBody>
          <a:bodyPr vert="horz" wrap="square" lIns="91440" tIns="45720" rIns="91440" bIns="45720" numCol="1" anchor="t"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r>
              <a:rPr lang="ja-JP" altLang="en-US" sz="1800" dirty="0">
                <a:latin typeface="メイリオ" panose="020B0604030504040204" pitchFamily="50" charset="-128"/>
                <a:ea typeface="メイリオ" panose="020B0604030504040204" pitchFamily="50" charset="-128"/>
              </a:rPr>
              <a:t>複数の</a:t>
            </a:r>
            <a:r>
              <a:rPr lang="en-US" altLang="ja-JP" sz="1800" dirty="0">
                <a:latin typeface="メイリオ" panose="020B0604030504040204" pitchFamily="50" charset="-128"/>
                <a:ea typeface="メイリオ" panose="020B0604030504040204" pitchFamily="50" charset="-128"/>
              </a:rPr>
              <a:t>EC2</a:t>
            </a:r>
            <a:r>
              <a:rPr lang="ja-JP" altLang="en-US" sz="1800" dirty="0">
                <a:latin typeface="メイリオ" panose="020B0604030504040204" pitchFamily="50" charset="-128"/>
                <a:ea typeface="メイリオ" panose="020B0604030504040204" pitchFamily="50" charset="-128"/>
              </a:rPr>
              <a:t>インスタンス</a:t>
            </a:r>
            <a:r>
              <a:rPr lang="en-US" altLang="ja-JP" sz="1800" dirty="0">
                <a:latin typeface="メイリオ" panose="020B0604030504040204" pitchFamily="50" charset="-128"/>
                <a:ea typeface="メイリオ" panose="020B0604030504040204" pitchFamily="50" charset="-128"/>
              </a:rPr>
              <a:t>/ECS</a:t>
            </a:r>
            <a:r>
              <a:rPr lang="ja-JP" altLang="en-US" sz="1800" dirty="0">
                <a:latin typeface="メイリオ" panose="020B0604030504040204" pitchFamily="50" charset="-128"/>
                <a:ea typeface="メイリオ" panose="020B0604030504040204" pitchFamily="50" charset="-128"/>
              </a:rPr>
              <a:t>コンテナの負荷分散 </a:t>
            </a:r>
            <a:endParaRPr lang="en-US" altLang="ja-JP" sz="1800" dirty="0">
              <a:latin typeface="メイリオ" panose="020B0604030504040204" pitchFamily="50" charset="-128"/>
              <a:ea typeface="メイリオ" panose="020B0604030504040204" pitchFamily="50" charset="-128"/>
            </a:endParaRPr>
          </a:p>
        </p:txBody>
      </p:sp>
      <p:sp>
        <p:nvSpPr>
          <p:cNvPr id="8" name="コンテンツ プレースホルダー 2">
            <a:extLst>
              <a:ext uri="{FF2B5EF4-FFF2-40B4-BE49-F238E27FC236}">
                <a16:creationId xmlns:a16="http://schemas.microsoft.com/office/drawing/2014/main" id="{246F60CA-E810-40BB-9A7E-5A9F28C6FF0E}"/>
              </a:ext>
            </a:extLst>
          </p:cNvPr>
          <p:cNvSpPr txBox="1">
            <a:spLocks/>
          </p:cNvSpPr>
          <p:nvPr/>
        </p:nvSpPr>
        <p:spPr bwMode="auto">
          <a:xfrm>
            <a:off x="848544" y="1772816"/>
            <a:ext cx="3888432" cy="859072"/>
          </a:xfrm>
          <a:prstGeom prst="rect">
            <a:avLst/>
          </a:prstGeom>
          <a:solidFill>
            <a:srgbClr val="F0861E"/>
          </a:solidFill>
          <a:ln w="9525">
            <a:no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pPr algn="ctr"/>
            <a:r>
              <a:rPr lang="ja-JP" altLang="en-US" sz="2000" b="1" kern="0" dirty="0">
                <a:solidFill>
                  <a:schemeClr val="bg1"/>
                </a:solidFill>
                <a:latin typeface="メイリオ" panose="020B0604030504040204" pitchFamily="50" charset="-128"/>
                <a:ea typeface="メイリオ" panose="020B0604030504040204" pitchFamily="50" charset="-128"/>
              </a:rPr>
              <a:t>スケーラビリティの確保</a:t>
            </a:r>
            <a:endParaRPr lang="en-US" altLang="ja-JP" sz="2000" b="1" kern="0" dirty="0">
              <a:solidFill>
                <a:schemeClr val="bg1"/>
              </a:solidFill>
              <a:latin typeface="メイリオ" panose="020B0604030504040204" pitchFamily="50" charset="-128"/>
              <a:ea typeface="メイリオ" panose="020B0604030504040204" pitchFamily="50" charset="-128"/>
            </a:endParaRPr>
          </a:p>
        </p:txBody>
      </p:sp>
      <p:sp>
        <p:nvSpPr>
          <p:cNvPr id="9" name="コンテンツ プレースホルダー 2">
            <a:extLst>
              <a:ext uri="{FF2B5EF4-FFF2-40B4-BE49-F238E27FC236}">
                <a16:creationId xmlns:a16="http://schemas.microsoft.com/office/drawing/2014/main" id="{F6E5E52D-E84E-4C68-81CD-AA164556257A}"/>
              </a:ext>
            </a:extLst>
          </p:cNvPr>
          <p:cNvSpPr txBox="1">
            <a:spLocks/>
          </p:cNvSpPr>
          <p:nvPr/>
        </p:nvSpPr>
        <p:spPr bwMode="auto">
          <a:xfrm>
            <a:off x="4953000" y="2780928"/>
            <a:ext cx="3888432" cy="3240360"/>
          </a:xfrm>
          <a:prstGeom prst="rect">
            <a:avLst/>
          </a:prstGeom>
          <a:solidFill>
            <a:schemeClr val="bg1"/>
          </a:solidFill>
          <a:ln w="9525">
            <a:solidFill>
              <a:srgbClr val="F0861E"/>
            </a:solidFill>
            <a:miter lim="800000"/>
            <a:headEnd/>
            <a:tailEnd/>
          </a:ln>
          <a:effectLst/>
        </p:spPr>
        <p:txBody>
          <a:bodyPr vert="horz" wrap="square" lIns="91440" tIns="45720" rIns="91440" bIns="45720" numCol="1" anchor="t"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r>
              <a:rPr lang="ja-JP" altLang="en-US" sz="1800" dirty="0">
                <a:latin typeface="メイリオ" panose="020B0604030504040204" pitchFamily="50" charset="-128"/>
                <a:ea typeface="メイリオ" panose="020B0604030504040204" pitchFamily="50" charset="-128"/>
              </a:rPr>
              <a:t>複数のアベイラビリティゾーンにある複数の</a:t>
            </a:r>
            <a:r>
              <a:rPr lang="en-US" altLang="ja-JP" sz="1800" dirty="0">
                <a:latin typeface="メイリオ" panose="020B0604030504040204" pitchFamily="50" charset="-128"/>
                <a:ea typeface="メイリオ" panose="020B0604030504040204" pitchFamily="50" charset="-128"/>
              </a:rPr>
              <a:t>EC2</a:t>
            </a:r>
            <a:r>
              <a:rPr lang="ja-JP" altLang="en-US" sz="1800" dirty="0">
                <a:latin typeface="メイリオ" panose="020B0604030504040204" pitchFamily="50" charset="-128"/>
                <a:ea typeface="メイリオ" panose="020B0604030504040204" pitchFamily="50" charset="-128"/>
              </a:rPr>
              <a:t>インスタンスの中から正常なターゲットに振り分ける。</a:t>
            </a:r>
            <a:endParaRPr lang="en-US" altLang="ja-JP" sz="1800" kern="0" dirty="0">
              <a:solidFill>
                <a:schemeClr val="bg2"/>
              </a:solidFill>
              <a:latin typeface="メイリオ" panose="020B0604030504040204" pitchFamily="50" charset="-128"/>
              <a:ea typeface="メイリオ" panose="020B0604030504040204" pitchFamily="50" charset="-128"/>
            </a:endParaRPr>
          </a:p>
        </p:txBody>
      </p:sp>
      <p:sp>
        <p:nvSpPr>
          <p:cNvPr id="10" name="コンテンツ プレースホルダー 2">
            <a:extLst>
              <a:ext uri="{FF2B5EF4-FFF2-40B4-BE49-F238E27FC236}">
                <a16:creationId xmlns:a16="http://schemas.microsoft.com/office/drawing/2014/main" id="{0C42310D-B012-4C7F-BA3C-F15439CC9A24}"/>
              </a:ext>
            </a:extLst>
          </p:cNvPr>
          <p:cNvSpPr txBox="1">
            <a:spLocks/>
          </p:cNvSpPr>
          <p:nvPr/>
        </p:nvSpPr>
        <p:spPr bwMode="auto">
          <a:xfrm>
            <a:off x="4953000" y="1772816"/>
            <a:ext cx="3888432" cy="859072"/>
          </a:xfrm>
          <a:prstGeom prst="rect">
            <a:avLst/>
          </a:prstGeom>
          <a:solidFill>
            <a:srgbClr val="F0861E"/>
          </a:solidFill>
          <a:ln w="9525">
            <a:no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pPr algn="ctr"/>
            <a:r>
              <a:rPr lang="ja-JP" altLang="en-US" sz="2000" b="1" kern="0" dirty="0">
                <a:solidFill>
                  <a:schemeClr val="bg1"/>
                </a:solidFill>
                <a:latin typeface="メイリオ" panose="020B0604030504040204" pitchFamily="50" charset="-128"/>
                <a:ea typeface="メイリオ" panose="020B0604030504040204" pitchFamily="50" charset="-128"/>
              </a:rPr>
              <a:t>高可用性</a:t>
            </a:r>
            <a:endParaRPr lang="en-US" altLang="ja-JP" sz="2000" b="1" kern="0" dirty="0">
              <a:solidFill>
                <a:schemeClr val="bg1"/>
              </a:solidFill>
              <a:latin typeface="メイリオ" panose="020B0604030504040204" pitchFamily="50" charset="-128"/>
              <a:ea typeface="メイリオ" panose="020B0604030504040204" pitchFamily="50" charset="-128"/>
            </a:endParaRPr>
          </a:p>
        </p:txBody>
      </p:sp>
      <p:pic>
        <p:nvPicPr>
          <p:cNvPr id="14" name="図 13" descr="音楽 が含まれている画像&#10;&#10;自動的に生成された説明">
            <a:extLst>
              <a:ext uri="{FF2B5EF4-FFF2-40B4-BE49-F238E27FC236}">
                <a16:creationId xmlns:a16="http://schemas.microsoft.com/office/drawing/2014/main" id="{001D1BCF-4F05-4DD3-B2F9-BDD8045352F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10750" y="4068389"/>
            <a:ext cx="702078" cy="842494"/>
          </a:xfrm>
          <a:prstGeom prst="rect">
            <a:avLst/>
          </a:prstGeom>
        </p:spPr>
      </p:pic>
      <p:pic>
        <p:nvPicPr>
          <p:cNvPr id="15" name="図 14" descr="音楽 が含まれている画像&#10;&#10;自動的に生成された説明">
            <a:extLst>
              <a:ext uri="{FF2B5EF4-FFF2-40B4-BE49-F238E27FC236}">
                <a16:creationId xmlns:a16="http://schemas.microsoft.com/office/drawing/2014/main" id="{A267F3C0-5A7A-4668-AFDE-67131FF3304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331781" y="4877323"/>
            <a:ext cx="714058" cy="856869"/>
          </a:xfrm>
          <a:prstGeom prst="rect">
            <a:avLst/>
          </a:prstGeom>
        </p:spPr>
      </p:pic>
      <p:sp>
        <p:nvSpPr>
          <p:cNvPr id="16" name="テキスト ボックス 15">
            <a:extLst>
              <a:ext uri="{FF2B5EF4-FFF2-40B4-BE49-F238E27FC236}">
                <a16:creationId xmlns:a16="http://schemas.microsoft.com/office/drawing/2014/main" id="{2422030B-D94A-4388-92B3-D5646A86A29A}"/>
              </a:ext>
            </a:extLst>
          </p:cNvPr>
          <p:cNvSpPr txBox="1"/>
          <p:nvPr/>
        </p:nvSpPr>
        <p:spPr>
          <a:xfrm>
            <a:off x="1399979" y="5713444"/>
            <a:ext cx="577402" cy="338554"/>
          </a:xfrm>
          <a:prstGeom prst="rect">
            <a:avLst/>
          </a:prstGeom>
          <a:noFill/>
        </p:spPr>
        <p:txBody>
          <a:bodyPr wrap="none" rtlCol="0">
            <a:spAutoFit/>
          </a:bodyPr>
          <a:lstStyle/>
          <a:p>
            <a:pPr algn="ctr"/>
            <a:r>
              <a:rPr kumimoji="1" lang="en-US" altLang="ja-JP" dirty="0">
                <a:latin typeface="メイリオ" panose="020B0604030504040204" pitchFamily="50" charset="-128"/>
                <a:ea typeface="メイリオ" panose="020B0604030504040204" pitchFamily="50" charset="-128"/>
              </a:rPr>
              <a:t>EC2</a:t>
            </a:r>
          </a:p>
        </p:txBody>
      </p:sp>
      <p:sp>
        <p:nvSpPr>
          <p:cNvPr id="17" name="テキスト ボックス 16">
            <a:extLst>
              <a:ext uri="{FF2B5EF4-FFF2-40B4-BE49-F238E27FC236}">
                <a16:creationId xmlns:a16="http://schemas.microsoft.com/office/drawing/2014/main" id="{3C60FD0E-4B9E-428A-BCFD-49626D9F23ED}"/>
              </a:ext>
            </a:extLst>
          </p:cNvPr>
          <p:cNvSpPr txBox="1"/>
          <p:nvPr/>
        </p:nvSpPr>
        <p:spPr>
          <a:xfrm>
            <a:off x="2537715" y="4890646"/>
            <a:ext cx="562975" cy="338554"/>
          </a:xfrm>
          <a:prstGeom prst="rect">
            <a:avLst/>
          </a:prstGeom>
          <a:noFill/>
        </p:spPr>
        <p:txBody>
          <a:bodyPr wrap="none" rtlCol="0">
            <a:spAutoFit/>
          </a:bodyPr>
          <a:lstStyle/>
          <a:p>
            <a:pPr algn="ctr"/>
            <a:r>
              <a:rPr kumimoji="1" lang="en-US" altLang="ja-JP" dirty="0">
                <a:latin typeface="メイリオ" panose="020B0604030504040204" pitchFamily="50" charset="-128"/>
                <a:ea typeface="メイリオ" panose="020B0604030504040204" pitchFamily="50" charset="-128"/>
              </a:rPr>
              <a:t>ELB</a:t>
            </a:r>
          </a:p>
        </p:txBody>
      </p:sp>
      <p:pic>
        <p:nvPicPr>
          <p:cNvPr id="19" name="図 18" descr="音楽 が含まれている画像&#10;&#10;自動的に生成された説明">
            <a:extLst>
              <a:ext uri="{FF2B5EF4-FFF2-40B4-BE49-F238E27FC236}">
                <a16:creationId xmlns:a16="http://schemas.microsoft.com/office/drawing/2014/main" id="{A0125B5D-EBE1-4D52-90E9-700A596E1B4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518862" y="4877323"/>
            <a:ext cx="714058" cy="856869"/>
          </a:xfrm>
          <a:prstGeom prst="rect">
            <a:avLst/>
          </a:prstGeom>
        </p:spPr>
      </p:pic>
      <p:sp>
        <p:nvSpPr>
          <p:cNvPr id="20" name="テキスト ボックス 19">
            <a:extLst>
              <a:ext uri="{FF2B5EF4-FFF2-40B4-BE49-F238E27FC236}">
                <a16:creationId xmlns:a16="http://schemas.microsoft.com/office/drawing/2014/main" id="{ABDA1EF9-33DE-4218-A629-B75C72BBF0A9}"/>
              </a:ext>
            </a:extLst>
          </p:cNvPr>
          <p:cNvSpPr txBox="1"/>
          <p:nvPr/>
        </p:nvSpPr>
        <p:spPr>
          <a:xfrm>
            <a:off x="3587060" y="5713444"/>
            <a:ext cx="577402" cy="338554"/>
          </a:xfrm>
          <a:prstGeom prst="rect">
            <a:avLst/>
          </a:prstGeom>
          <a:noFill/>
        </p:spPr>
        <p:txBody>
          <a:bodyPr wrap="none" rtlCol="0">
            <a:spAutoFit/>
          </a:bodyPr>
          <a:lstStyle/>
          <a:p>
            <a:pPr algn="ctr"/>
            <a:r>
              <a:rPr kumimoji="1" lang="en-US" altLang="ja-JP" dirty="0">
                <a:latin typeface="メイリオ" panose="020B0604030504040204" pitchFamily="50" charset="-128"/>
                <a:ea typeface="メイリオ" panose="020B0604030504040204" pitchFamily="50" charset="-128"/>
              </a:rPr>
              <a:t>EC2</a:t>
            </a:r>
          </a:p>
        </p:txBody>
      </p:sp>
      <p:cxnSp>
        <p:nvCxnSpPr>
          <p:cNvPr id="21" name="直線コネクタ 20">
            <a:extLst>
              <a:ext uri="{FF2B5EF4-FFF2-40B4-BE49-F238E27FC236}">
                <a16:creationId xmlns:a16="http://schemas.microsoft.com/office/drawing/2014/main" id="{E9B1B2CC-B684-4FEB-BAAC-0E42EA93277C}"/>
              </a:ext>
            </a:extLst>
          </p:cNvPr>
          <p:cNvCxnSpPr>
            <a:cxnSpLocks/>
            <a:stCxn id="15" idx="0"/>
            <a:endCxn id="14" idx="1"/>
          </p:cNvCxnSpPr>
          <p:nvPr/>
        </p:nvCxnSpPr>
        <p:spPr bwMode="auto">
          <a:xfrm flipV="1">
            <a:off x="1688810" y="4489636"/>
            <a:ext cx="821940" cy="387687"/>
          </a:xfrm>
          <a:prstGeom prst="line">
            <a:avLst/>
          </a:prstGeom>
          <a:noFill/>
          <a:ln w="31750" cap="flat" cmpd="sng" algn="ctr">
            <a:solidFill>
              <a:srgbClr val="FF0000"/>
            </a:solidFill>
            <a:prstDash val="solid"/>
            <a:round/>
            <a:headEnd type="none" w="med" len="med"/>
            <a:tailEnd type="none" w="med" len="med"/>
          </a:ln>
          <a:effectLst/>
        </p:spPr>
      </p:cxnSp>
      <p:cxnSp>
        <p:nvCxnSpPr>
          <p:cNvPr id="23" name="直線コネクタ 22">
            <a:extLst>
              <a:ext uri="{FF2B5EF4-FFF2-40B4-BE49-F238E27FC236}">
                <a16:creationId xmlns:a16="http://schemas.microsoft.com/office/drawing/2014/main" id="{C6CCD1C3-FE24-479F-B6C3-3F4906614589}"/>
              </a:ext>
            </a:extLst>
          </p:cNvPr>
          <p:cNvCxnSpPr>
            <a:cxnSpLocks/>
            <a:stCxn id="19" idx="0"/>
            <a:endCxn id="14" idx="3"/>
          </p:cNvCxnSpPr>
          <p:nvPr/>
        </p:nvCxnSpPr>
        <p:spPr bwMode="auto">
          <a:xfrm flipH="1" flipV="1">
            <a:off x="3212828" y="4489636"/>
            <a:ext cx="663063" cy="387687"/>
          </a:xfrm>
          <a:prstGeom prst="line">
            <a:avLst/>
          </a:prstGeom>
          <a:noFill/>
          <a:ln w="31750" cap="flat" cmpd="sng" algn="ctr">
            <a:solidFill>
              <a:srgbClr val="FF0000"/>
            </a:solidFill>
            <a:prstDash val="solid"/>
            <a:round/>
            <a:headEnd type="none" w="med" len="med"/>
            <a:tailEnd type="none" w="med" len="med"/>
          </a:ln>
          <a:effectLst/>
        </p:spPr>
      </p:cxnSp>
      <p:pic>
        <p:nvPicPr>
          <p:cNvPr id="26" name="図 25" descr="音楽 が含まれている画像&#10;&#10;自動的に生成された説明">
            <a:extLst>
              <a:ext uri="{FF2B5EF4-FFF2-40B4-BE49-F238E27FC236}">
                <a16:creationId xmlns:a16="http://schemas.microsoft.com/office/drawing/2014/main" id="{49DBAB6B-BFAB-47E0-AF82-B6F1E58A748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30728" y="4068389"/>
            <a:ext cx="702078" cy="842494"/>
          </a:xfrm>
          <a:prstGeom prst="rect">
            <a:avLst/>
          </a:prstGeom>
        </p:spPr>
      </p:pic>
      <p:pic>
        <p:nvPicPr>
          <p:cNvPr id="28" name="図 27" descr="音楽 が含まれている画像&#10;&#10;自動的に生成された説明">
            <a:extLst>
              <a:ext uri="{FF2B5EF4-FFF2-40B4-BE49-F238E27FC236}">
                <a16:creationId xmlns:a16="http://schemas.microsoft.com/office/drawing/2014/main" id="{4200A29E-95E8-4C29-A9E0-6C3F9EEC689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451759" y="4877323"/>
            <a:ext cx="714058" cy="856869"/>
          </a:xfrm>
          <a:prstGeom prst="rect">
            <a:avLst/>
          </a:prstGeom>
        </p:spPr>
      </p:pic>
      <p:sp>
        <p:nvSpPr>
          <p:cNvPr id="29" name="テキスト ボックス 28">
            <a:extLst>
              <a:ext uri="{FF2B5EF4-FFF2-40B4-BE49-F238E27FC236}">
                <a16:creationId xmlns:a16="http://schemas.microsoft.com/office/drawing/2014/main" id="{5326C787-AD80-43F1-B38F-22F79B454FC4}"/>
              </a:ext>
            </a:extLst>
          </p:cNvPr>
          <p:cNvSpPr txBox="1"/>
          <p:nvPr/>
        </p:nvSpPr>
        <p:spPr>
          <a:xfrm>
            <a:off x="5519957" y="5713444"/>
            <a:ext cx="577402" cy="338554"/>
          </a:xfrm>
          <a:prstGeom prst="rect">
            <a:avLst/>
          </a:prstGeom>
          <a:noFill/>
        </p:spPr>
        <p:txBody>
          <a:bodyPr wrap="none" rtlCol="0">
            <a:spAutoFit/>
          </a:bodyPr>
          <a:lstStyle/>
          <a:p>
            <a:pPr algn="ctr"/>
            <a:r>
              <a:rPr kumimoji="1" lang="en-US" altLang="ja-JP" dirty="0">
                <a:latin typeface="メイリオ" panose="020B0604030504040204" pitchFamily="50" charset="-128"/>
                <a:ea typeface="メイリオ" panose="020B0604030504040204" pitchFamily="50" charset="-128"/>
              </a:rPr>
              <a:t>EC2</a:t>
            </a:r>
          </a:p>
        </p:txBody>
      </p:sp>
      <p:sp>
        <p:nvSpPr>
          <p:cNvPr id="30" name="テキスト ボックス 29">
            <a:extLst>
              <a:ext uri="{FF2B5EF4-FFF2-40B4-BE49-F238E27FC236}">
                <a16:creationId xmlns:a16="http://schemas.microsoft.com/office/drawing/2014/main" id="{4AB38C2E-99A5-4BB7-8C78-86F3BB5B12D4}"/>
              </a:ext>
            </a:extLst>
          </p:cNvPr>
          <p:cNvSpPr txBox="1"/>
          <p:nvPr/>
        </p:nvSpPr>
        <p:spPr>
          <a:xfrm>
            <a:off x="6657693" y="4890646"/>
            <a:ext cx="562975" cy="338554"/>
          </a:xfrm>
          <a:prstGeom prst="rect">
            <a:avLst/>
          </a:prstGeom>
          <a:noFill/>
        </p:spPr>
        <p:txBody>
          <a:bodyPr wrap="none" rtlCol="0">
            <a:spAutoFit/>
          </a:bodyPr>
          <a:lstStyle/>
          <a:p>
            <a:pPr algn="ctr"/>
            <a:r>
              <a:rPr kumimoji="1" lang="en-US" altLang="ja-JP" dirty="0">
                <a:latin typeface="メイリオ" panose="020B0604030504040204" pitchFamily="50" charset="-128"/>
                <a:ea typeface="メイリオ" panose="020B0604030504040204" pitchFamily="50" charset="-128"/>
              </a:rPr>
              <a:t>ELB</a:t>
            </a:r>
          </a:p>
        </p:txBody>
      </p:sp>
      <p:pic>
        <p:nvPicPr>
          <p:cNvPr id="31" name="図 30" descr="音楽 が含まれている画像&#10;&#10;自動的に生成された説明">
            <a:extLst>
              <a:ext uri="{FF2B5EF4-FFF2-40B4-BE49-F238E27FC236}">
                <a16:creationId xmlns:a16="http://schemas.microsoft.com/office/drawing/2014/main" id="{879B8241-B667-4575-968B-24228AD394F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638840" y="4877323"/>
            <a:ext cx="714058" cy="856869"/>
          </a:xfrm>
          <a:prstGeom prst="rect">
            <a:avLst/>
          </a:prstGeom>
        </p:spPr>
      </p:pic>
      <p:sp>
        <p:nvSpPr>
          <p:cNvPr id="32" name="テキスト ボックス 31">
            <a:extLst>
              <a:ext uri="{FF2B5EF4-FFF2-40B4-BE49-F238E27FC236}">
                <a16:creationId xmlns:a16="http://schemas.microsoft.com/office/drawing/2014/main" id="{0DC91AE5-408D-4C24-AB12-2671FE02D231}"/>
              </a:ext>
            </a:extLst>
          </p:cNvPr>
          <p:cNvSpPr txBox="1"/>
          <p:nvPr/>
        </p:nvSpPr>
        <p:spPr>
          <a:xfrm>
            <a:off x="7707038" y="5713444"/>
            <a:ext cx="577402" cy="338554"/>
          </a:xfrm>
          <a:prstGeom prst="rect">
            <a:avLst/>
          </a:prstGeom>
          <a:noFill/>
        </p:spPr>
        <p:txBody>
          <a:bodyPr wrap="none" rtlCol="0">
            <a:spAutoFit/>
          </a:bodyPr>
          <a:lstStyle/>
          <a:p>
            <a:pPr algn="ctr"/>
            <a:r>
              <a:rPr kumimoji="1" lang="en-US" altLang="ja-JP" dirty="0">
                <a:latin typeface="メイリオ" panose="020B0604030504040204" pitchFamily="50" charset="-128"/>
                <a:ea typeface="メイリオ" panose="020B0604030504040204" pitchFamily="50" charset="-128"/>
              </a:rPr>
              <a:t>EC2</a:t>
            </a:r>
          </a:p>
        </p:txBody>
      </p:sp>
      <p:cxnSp>
        <p:nvCxnSpPr>
          <p:cNvPr id="33" name="直線コネクタ 32">
            <a:extLst>
              <a:ext uri="{FF2B5EF4-FFF2-40B4-BE49-F238E27FC236}">
                <a16:creationId xmlns:a16="http://schemas.microsoft.com/office/drawing/2014/main" id="{FBBE6EB6-7B87-4BCD-9010-849EA3D53BB4}"/>
              </a:ext>
            </a:extLst>
          </p:cNvPr>
          <p:cNvCxnSpPr>
            <a:cxnSpLocks/>
            <a:stCxn id="28" idx="0"/>
            <a:endCxn id="26" idx="1"/>
          </p:cNvCxnSpPr>
          <p:nvPr/>
        </p:nvCxnSpPr>
        <p:spPr bwMode="auto">
          <a:xfrm flipV="1">
            <a:off x="5808788" y="4489636"/>
            <a:ext cx="821940" cy="387687"/>
          </a:xfrm>
          <a:prstGeom prst="line">
            <a:avLst/>
          </a:prstGeom>
          <a:noFill/>
          <a:ln w="31750" cap="flat" cmpd="sng" algn="ctr">
            <a:solidFill>
              <a:srgbClr val="FF0000"/>
            </a:solidFill>
            <a:prstDash val="solid"/>
            <a:round/>
            <a:headEnd type="none" w="med" len="med"/>
            <a:tailEnd type="none" w="med" len="med"/>
          </a:ln>
          <a:effectLst/>
        </p:spPr>
      </p:cxnSp>
      <p:cxnSp>
        <p:nvCxnSpPr>
          <p:cNvPr id="34" name="直線コネクタ 33">
            <a:extLst>
              <a:ext uri="{FF2B5EF4-FFF2-40B4-BE49-F238E27FC236}">
                <a16:creationId xmlns:a16="http://schemas.microsoft.com/office/drawing/2014/main" id="{C92BB438-6671-40D3-9EE0-04C27B35652F}"/>
              </a:ext>
            </a:extLst>
          </p:cNvPr>
          <p:cNvCxnSpPr>
            <a:cxnSpLocks/>
            <a:stCxn id="31" idx="0"/>
            <a:endCxn id="26" idx="3"/>
          </p:cNvCxnSpPr>
          <p:nvPr/>
        </p:nvCxnSpPr>
        <p:spPr bwMode="auto">
          <a:xfrm flipH="1" flipV="1">
            <a:off x="7332806" y="4489636"/>
            <a:ext cx="663063" cy="387687"/>
          </a:xfrm>
          <a:prstGeom prst="line">
            <a:avLst/>
          </a:prstGeom>
          <a:noFill/>
          <a:ln w="31750" cap="flat" cmpd="sng" algn="ctr">
            <a:solidFill>
              <a:srgbClr val="FF0000"/>
            </a:solidFill>
            <a:prstDash val="solid"/>
            <a:round/>
            <a:headEnd type="none" w="med" len="med"/>
            <a:tailEnd type="none" w="med" len="med"/>
          </a:ln>
          <a:effectLst/>
        </p:spPr>
      </p:cxnSp>
      <p:sp>
        <p:nvSpPr>
          <p:cNvPr id="35" name="テキスト ボックス 34">
            <a:extLst>
              <a:ext uri="{FF2B5EF4-FFF2-40B4-BE49-F238E27FC236}">
                <a16:creationId xmlns:a16="http://schemas.microsoft.com/office/drawing/2014/main" id="{C4AB1A29-9855-441F-9DE8-CC616C9C58F7}"/>
              </a:ext>
            </a:extLst>
          </p:cNvPr>
          <p:cNvSpPr txBox="1"/>
          <p:nvPr/>
        </p:nvSpPr>
        <p:spPr>
          <a:xfrm>
            <a:off x="833628" y="4223026"/>
            <a:ext cx="1620957" cy="584775"/>
          </a:xfrm>
          <a:prstGeom prst="rect">
            <a:avLst/>
          </a:prstGeom>
          <a:noFill/>
        </p:spPr>
        <p:txBody>
          <a:bodyPr wrap="none" rtlCol="0">
            <a:spAutoFit/>
          </a:bodyPr>
          <a:lstStyle/>
          <a:p>
            <a:pPr algn="ctr"/>
            <a:r>
              <a:rPr kumimoji="1" lang="ja-JP" altLang="en-US" dirty="0">
                <a:latin typeface="メイリオ" panose="020B0604030504040204" pitchFamily="50" charset="-128"/>
                <a:ea typeface="メイリオ" panose="020B0604030504040204" pitchFamily="50" charset="-128"/>
              </a:rPr>
              <a:t>トラフィック量</a:t>
            </a:r>
            <a:endParaRPr kumimoji="1" lang="en-US" altLang="ja-JP" dirty="0">
              <a:latin typeface="メイリオ" panose="020B0604030504040204" pitchFamily="50" charset="-128"/>
              <a:ea typeface="メイリオ" panose="020B0604030504040204" pitchFamily="50" charset="-128"/>
            </a:endParaRPr>
          </a:p>
          <a:p>
            <a:pPr algn="ctr"/>
            <a:r>
              <a:rPr lang="ja-JP" altLang="en-US" dirty="0">
                <a:latin typeface="メイリオ" panose="020B0604030504040204" pitchFamily="50" charset="-128"/>
                <a:ea typeface="メイリオ" panose="020B0604030504040204" pitchFamily="50" charset="-128"/>
              </a:rPr>
              <a:t>を分散：</a:t>
            </a:r>
            <a:r>
              <a:rPr lang="en-US" altLang="ja-JP" dirty="0">
                <a:latin typeface="メイリオ" panose="020B0604030504040204" pitchFamily="50" charset="-128"/>
                <a:ea typeface="メイリオ" panose="020B0604030504040204" pitchFamily="50" charset="-128"/>
              </a:rPr>
              <a:t>30</a:t>
            </a:r>
            <a:endParaRPr kumimoji="1" lang="en-US" altLang="ja-JP" dirty="0">
              <a:latin typeface="メイリオ" panose="020B0604030504040204" pitchFamily="50" charset="-128"/>
              <a:ea typeface="メイリオ" panose="020B0604030504040204" pitchFamily="50" charset="-128"/>
            </a:endParaRPr>
          </a:p>
        </p:txBody>
      </p:sp>
      <p:sp>
        <p:nvSpPr>
          <p:cNvPr id="36" name="テキスト ボックス 35">
            <a:extLst>
              <a:ext uri="{FF2B5EF4-FFF2-40B4-BE49-F238E27FC236}">
                <a16:creationId xmlns:a16="http://schemas.microsoft.com/office/drawing/2014/main" id="{91A65F7B-BD76-4E83-9CBC-A610216197CB}"/>
              </a:ext>
            </a:extLst>
          </p:cNvPr>
          <p:cNvSpPr txBox="1"/>
          <p:nvPr/>
        </p:nvSpPr>
        <p:spPr>
          <a:xfrm>
            <a:off x="7360886" y="4344926"/>
            <a:ext cx="1415772" cy="338554"/>
          </a:xfrm>
          <a:prstGeom prst="rect">
            <a:avLst/>
          </a:prstGeom>
          <a:noFill/>
        </p:spPr>
        <p:txBody>
          <a:bodyPr wrap="none" rtlCol="0">
            <a:spAutoFit/>
          </a:bodyPr>
          <a:lstStyle/>
          <a:p>
            <a:pPr algn="ctr"/>
            <a:r>
              <a:rPr kumimoji="1" lang="ja-JP" altLang="en-US" dirty="0">
                <a:latin typeface="メイリオ" panose="020B0604030504040204" pitchFamily="50" charset="-128"/>
                <a:ea typeface="メイリオ" panose="020B0604030504040204" pitchFamily="50" charset="-128"/>
              </a:rPr>
              <a:t>こちらに集中</a:t>
            </a:r>
            <a:endParaRPr kumimoji="1" lang="en-US" altLang="ja-JP" dirty="0">
              <a:latin typeface="メイリオ" panose="020B0604030504040204" pitchFamily="50" charset="-128"/>
              <a:ea typeface="メイリオ" panose="020B0604030504040204" pitchFamily="50" charset="-128"/>
            </a:endParaRPr>
          </a:p>
        </p:txBody>
      </p:sp>
      <p:sp>
        <p:nvSpPr>
          <p:cNvPr id="37" name="乗算記号 36">
            <a:extLst>
              <a:ext uri="{FF2B5EF4-FFF2-40B4-BE49-F238E27FC236}">
                <a16:creationId xmlns:a16="http://schemas.microsoft.com/office/drawing/2014/main" id="{48FBD129-2716-4E0A-8931-68F3735FCEA5}"/>
              </a:ext>
            </a:extLst>
          </p:cNvPr>
          <p:cNvSpPr/>
          <p:nvPr/>
        </p:nvSpPr>
        <p:spPr bwMode="auto">
          <a:xfrm>
            <a:off x="5342148" y="4773859"/>
            <a:ext cx="936104" cy="935088"/>
          </a:xfrm>
          <a:prstGeom prst="mathMultiply">
            <a:avLst/>
          </a:prstGeom>
          <a:solidFill>
            <a:srgbClr val="FF0000"/>
          </a:solidFill>
          <a:ln w="12700" cap="flat" cmpd="sng" algn="ctr">
            <a:no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ja-JP" altLang="en-US" sz="1600" b="0" i="0" u="none" strike="noStrike" cap="none" normalizeH="0" baseline="0">
              <a:ln>
                <a:noFill/>
              </a:ln>
              <a:solidFill>
                <a:schemeClr val="tx1"/>
              </a:solidFill>
              <a:effectLst/>
              <a:latin typeface="ＭＳ Ｐゴシック" pitchFamily="50" charset="-128"/>
              <a:ea typeface="ＭＳ Ｐゴシック" pitchFamily="50" charset="-128"/>
            </a:endParaRPr>
          </a:p>
        </p:txBody>
      </p:sp>
      <p:sp>
        <p:nvSpPr>
          <p:cNvPr id="38" name="テキスト ボックス 37">
            <a:extLst>
              <a:ext uri="{FF2B5EF4-FFF2-40B4-BE49-F238E27FC236}">
                <a16:creationId xmlns:a16="http://schemas.microsoft.com/office/drawing/2014/main" id="{2924FDCA-4A0B-4168-8F13-F342E7F3B40D}"/>
              </a:ext>
            </a:extLst>
          </p:cNvPr>
          <p:cNvSpPr txBox="1"/>
          <p:nvPr/>
        </p:nvSpPr>
        <p:spPr>
          <a:xfrm>
            <a:off x="3211728" y="4223026"/>
            <a:ext cx="1620957" cy="584775"/>
          </a:xfrm>
          <a:prstGeom prst="rect">
            <a:avLst/>
          </a:prstGeom>
          <a:noFill/>
        </p:spPr>
        <p:txBody>
          <a:bodyPr wrap="none" rtlCol="0">
            <a:spAutoFit/>
          </a:bodyPr>
          <a:lstStyle/>
          <a:p>
            <a:pPr algn="ctr"/>
            <a:r>
              <a:rPr kumimoji="1" lang="ja-JP" altLang="en-US" dirty="0">
                <a:latin typeface="メイリオ" panose="020B0604030504040204" pitchFamily="50" charset="-128"/>
                <a:ea typeface="メイリオ" panose="020B0604030504040204" pitchFamily="50" charset="-128"/>
              </a:rPr>
              <a:t>トラフィック量</a:t>
            </a:r>
            <a:endParaRPr kumimoji="1" lang="en-US" altLang="ja-JP" dirty="0">
              <a:latin typeface="メイリオ" panose="020B0604030504040204" pitchFamily="50" charset="-128"/>
              <a:ea typeface="メイリオ" panose="020B0604030504040204" pitchFamily="50" charset="-128"/>
            </a:endParaRPr>
          </a:p>
          <a:p>
            <a:pPr algn="ctr"/>
            <a:r>
              <a:rPr lang="ja-JP" altLang="en-US" dirty="0">
                <a:latin typeface="メイリオ" panose="020B0604030504040204" pitchFamily="50" charset="-128"/>
                <a:ea typeface="メイリオ" panose="020B0604030504040204" pitchFamily="50" charset="-128"/>
              </a:rPr>
              <a:t>を分散：</a:t>
            </a:r>
            <a:r>
              <a:rPr lang="en-US" altLang="ja-JP" dirty="0">
                <a:latin typeface="メイリオ" panose="020B0604030504040204" pitchFamily="50" charset="-128"/>
                <a:ea typeface="メイリオ" panose="020B0604030504040204" pitchFamily="50" charset="-128"/>
              </a:rPr>
              <a:t>70</a:t>
            </a:r>
            <a:endParaRPr kumimoji="1" lang="en-US" altLang="ja-JP"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999502092"/>
      </p:ext>
    </p:extLst>
  </p:cSld>
  <p:clrMapOvr>
    <a:masterClrMapping/>
  </p:clrMapOvr>
  <mc:AlternateContent xmlns:mc="http://schemas.openxmlformats.org/markup-compatibility/2006" xmlns:p14="http://schemas.microsoft.com/office/powerpoint/2010/main">
    <mc:Choice Requires="p14">
      <p:transition spd="slow" p14:dur="2000" advTm="39374"/>
    </mc:Choice>
    <mc:Fallback xmlns="">
      <p:transition spd="slow" advTm="39374"/>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タイトル 1">
            <a:extLst>
              <a:ext uri="{FF2B5EF4-FFF2-40B4-BE49-F238E27FC236}">
                <a16:creationId xmlns:a16="http://schemas.microsoft.com/office/drawing/2014/main" id="{48F80BE1-D063-4240-BFC7-C8D243720250}"/>
              </a:ext>
            </a:extLst>
          </p:cNvPr>
          <p:cNvSpPr txBox="1">
            <a:spLocks/>
          </p:cNvSpPr>
          <p:nvPr/>
        </p:nvSpPr>
        <p:spPr bwMode="auto">
          <a:xfrm>
            <a:off x="631222" y="201863"/>
            <a:ext cx="8642258" cy="50208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rtl="0" fontAlgn="base">
              <a:lnSpc>
                <a:spcPct val="90000"/>
              </a:lnSpc>
              <a:spcBef>
                <a:spcPct val="0"/>
              </a:spcBef>
              <a:spcAft>
                <a:spcPct val="0"/>
              </a:spcAft>
              <a:defRPr kumimoji="1" sz="2000">
                <a:solidFill>
                  <a:schemeClr val="tx2"/>
                </a:solidFill>
                <a:latin typeface="游明朝" panose="02020400000000000000" pitchFamily="18" charset="-128"/>
                <a:ea typeface="游明朝" panose="02020400000000000000" pitchFamily="18" charset="-128"/>
                <a:cs typeface="+mj-cs"/>
              </a:defRPr>
            </a:lvl1pPr>
            <a:lvl2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2pPr>
            <a:lvl3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3pPr>
            <a:lvl4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4pPr>
            <a:lvl5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5pPr>
            <a:lvl6pPr marL="4572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6pPr>
            <a:lvl7pPr marL="9144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7pPr>
            <a:lvl8pPr marL="13716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8pPr>
            <a:lvl9pPr marL="18288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9pPr>
          </a:lstStyle>
          <a:p>
            <a:pPr algn="l">
              <a:lnSpc>
                <a:spcPct val="100000"/>
              </a:lnSpc>
            </a:pPr>
            <a:r>
              <a:rPr lang="en-US" altLang="ja-JP" sz="3000" dirty="0">
                <a:solidFill>
                  <a:schemeClr val="tx1"/>
                </a:solidFill>
                <a:latin typeface="メイリオ" panose="020B0604030504040204" pitchFamily="50" charset="-128"/>
                <a:ea typeface="メイリオ" panose="020B0604030504040204" pitchFamily="50" charset="-128"/>
              </a:rPr>
              <a:t>ELB</a:t>
            </a:r>
            <a:r>
              <a:rPr lang="ja-JP" altLang="en-US" sz="3000" dirty="0">
                <a:solidFill>
                  <a:schemeClr val="tx1"/>
                </a:solidFill>
                <a:latin typeface="メイリオ" panose="020B0604030504040204" pitchFamily="50" charset="-128"/>
                <a:ea typeface="メイリオ" panose="020B0604030504040204" pitchFamily="50" charset="-128"/>
              </a:rPr>
              <a:t>の特徴</a:t>
            </a:r>
            <a:endParaRPr lang="en-US" altLang="ja-JP" sz="3000" dirty="0">
              <a:solidFill>
                <a:schemeClr val="tx1"/>
              </a:solidFill>
              <a:latin typeface="メイリオ" panose="020B0604030504040204" pitchFamily="50" charset="-128"/>
              <a:ea typeface="メイリオ" panose="020B0604030504040204" pitchFamily="50" charset="-128"/>
            </a:endParaRPr>
          </a:p>
        </p:txBody>
      </p:sp>
      <p:sp>
        <p:nvSpPr>
          <p:cNvPr id="5" name="コンテンツ プレースホルダー 2">
            <a:extLst>
              <a:ext uri="{FF2B5EF4-FFF2-40B4-BE49-F238E27FC236}">
                <a16:creationId xmlns:a16="http://schemas.microsoft.com/office/drawing/2014/main" id="{4223C7E6-23C7-4433-B315-D26905B0474C}"/>
              </a:ext>
            </a:extLst>
          </p:cNvPr>
          <p:cNvSpPr txBox="1">
            <a:spLocks/>
          </p:cNvSpPr>
          <p:nvPr/>
        </p:nvSpPr>
        <p:spPr>
          <a:xfrm>
            <a:off x="631222" y="799401"/>
            <a:ext cx="8858282" cy="325343"/>
          </a:xfrm>
          <a:prstGeom prst="rect">
            <a:avLst/>
          </a:prstGeom>
        </p:spPr>
        <p:txBody>
          <a:bodyPr vert="horz" lIns="74295" tIns="37148" rIns="74295" bIns="37148" rtlCol="0">
            <a:noAutofit/>
          </a:bodyPr>
          <a:lstStyle>
            <a:lvl1pPr marL="228600" indent="-228600" algn="l" defTabSz="914400" rtl="0" eaLnBrk="1" latinLnBrk="0" hangingPunct="1">
              <a:lnSpc>
                <a:spcPct val="90000"/>
              </a:lnSpc>
              <a:spcBef>
                <a:spcPts val="1000"/>
              </a:spcBef>
              <a:buFont typeface="Wingdings 2" pitchFamily="18" charset="2"/>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2" pitchFamily="18" charset="2"/>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2" pitchFamily="18" charset="2"/>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5pPr>
            <a:lvl6pPr marL="25146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6pPr>
            <a:lvl7pPr marL="29718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7pPr>
            <a:lvl8pPr marL="34290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8pPr>
            <a:lvl9pPr marL="38862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9pPr>
          </a:lstStyle>
          <a:p>
            <a:pPr marL="0" indent="0">
              <a:buNone/>
            </a:pPr>
            <a:r>
              <a:rPr lang="en-US" altLang="ja-JP" sz="2400" kern="0" dirty="0">
                <a:solidFill>
                  <a:srgbClr val="002060"/>
                </a:solidFill>
                <a:latin typeface="メイリオ" panose="020B0604030504040204" pitchFamily="50" charset="-128"/>
                <a:ea typeface="メイリオ" panose="020B0604030504040204" pitchFamily="50" charset="-128"/>
              </a:rPr>
              <a:t>EC2</a:t>
            </a:r>
            <a:r>
              <a:rPr lang="ja-JP" altLang="en-US" sz="2400" kern="0" dirty="0">
                <a:solidFill>
                  <a:srgbClr val="002060"/>
                </a:solidFill>
                <a:latin typeface="メイリオ" panose="020B0604030504040204" pitchFamily="50" charset="-128"/>
                <a:ea typeface="メイリオ" panose="020B0604030504040204" pitchFamily="50" charset="-128"/>
              </a:rPr>
              <a:t>インスタンスの処理を分散する際に標準的に利用するマネージド型のロードバランシングサービス</a:t>
            </a:r>
            <a:endParaRPr lang="en-US" altLang="ja-JP" sz="2400" kern="0" dirty="0">
              <a:solidFill>
                <a:srgbClr val="002060"/>
              </a:solidFill>
              <a:latin typeface="メイリオ" panose="020B0604030504040204" pitchFamily="50" charset="-128"/>
              <a:ea typeface="メイリオ" panose="020B0604030504040204" pitchFamily="50" charset="-128"/>
            </a:endParaRPr>
          </a:p>
        </p:txBody>
      </p:sp>
      <p:sp>
        <p:nvSpPr>
          <p:cNvPr id="2" name="正方形/長方形 1">
            <a:extLst>
              <a:ext uri="{FF2B5EF4-FFF2-40B4-BE49-F238E27FC236}">
                <a16:creationId xmlns:a16="http://schemas.microsoft.com/office/drawing/2014/main" id="{13E23A96-9905-48FA-AEEE-0D35888385C6}"/>
              </a:ext>
            </a:extLst>
          </p:cNvPr>
          <p:cNvSpPr/>
          <p:nvPr/>
        </p:nvSpPr>
        <p:spPr>
          <a:xfrm>
            <a:off x="847895" y="1988840"/>
            <a:ext cx="8208912" cy="4628190"/>
          </a:xfrm>
          <a:prstGeom prst="rect">
            <a:avLst/>
          </a:prstGeom>
        </p:spPr>
        <p:txBody>
          <a:bodyPr wrap="square">
            <a:spAutoFit/>
          </a:bodyPr>
          <a:lstStyle/>
          <a:p>
            <a:pPr marL="342900" indent="-342900">
              <a:lnSpc>
                <a:spcPct val="150000"/>
              </a:lnSpc>
              <a:buFont typeface="Wingdings" panose="05000000000000000000" pitchFamily="2" charset="2"/>
              <a:buChar char="p"/>
            </a:pPr>
            <a:r>
              <a:rPr lang="ja-JP" altLang="en-US" sz="1800" dirty="0">
                <a:latin typeface="メイリオ" panose="020B0604030504040204" pitchFamily="50" charset="-128"/>
                <a:ea typeface="メイリオ" panose="020B0604030504040204" pitchFamily="50" charset="-128"/>
              </a:rPr>
              <a:t>インスタンス間の負荷を分散するサービス。インスタンスに限らず</a:t>
            </a:r>
            <a:r>
              <a:rPr lang="en-US" altLang="ja-JP" sz="1800" dirty="0">
                <a:latin typeface="メイリオ" panose="020B0604030504040204" pitchFamily="50" charset="-128"/>
                <a:ea typeface="メイリオ" panose="020B0604030504040204" pitchFamily="50" charset="-128"/>
              </a:rPr>
              <a:t>IP</a:t>
            </a:r>
            <a:r>
              <a:rPr lang="ja-JP" altLang="en-US" sz="1800" dirty="0">
                <a:latin typeface="メイリオ" panose="020B0604030504040204" pitchFamily="50" charset="-128"/>
                <a:ea typeface="メイリオ" panose="020B0604030504040204" pitchFamily="50" charset="-128"/>
              </a:rPr>
              <a:t>アドレスをターゲットにした負荷分散も可能である。</a:t>
            </a:r>
            <a:endParaRPr lang="en-US" altLang="ja-JP" sz="1800" dirty="0">
              <a:latin typeface="メイリオ" panose="020B0604030504040204" pitchFamily="50" charset="-128"/>
              <a:ea typeface="メイリオ" panose="020B0604030504040204" pitchFamily="50" charset="-128"/>
            </a:endParaRPr>
          </a:p>
          <a:p>
            <a:pPr marL="342900" indent="-342900">
              <a:lnSpc>
                <a:spcPct val="150000"/>
              </a:lnSpc>
              <a:buFont typeface="Wingdings" panose="05000000000000000000" pitchFamily="2" charset="2"/>
              <a:buChar char="p"/>
            </a:pPr>
            <a:r>
              <a:rPr lang="ja-JP" altLang="en-US" sz="1800" dirty="0">
                <a:latin typeface="メイリオ" panose="020B0604030504040204" pitchFamily="50" charset="-128"/>
                <a:ea typeface="メイリオ" panose="020B0604030504040204" pitchFamily="50" charset="-128"/>
              </a:rPr>
              <a:t>ヘルスチェックにより異常なインスタンスを認識してトラフィックを正常なインスタンスのみに分散させる。</a:t>
            </a:r>
            <a:endParaRPr lang="en-US" altLang="ja-JP" sz="1800" dirty="0">
              <a:latin typeface="メイリオ" panose="020B0604030504040204" pitchFamily="50" charset="-128"/>
              <a:ea typeface="メイリオ" panose="020B0604030504040204" pitchFamily="50" charset="-128"/>
            </a:endParaRPr>
          </a:p>
          <a:p>
            <a:pPr marL="342900" indent="-342900">
              <a:lnSpc>
                <a:spcPct val="150000"/>
              </a:lnSpc>
              <a:buFont typeface="Wingdings" panose="05000000000000000000" pitchFamily="2" charset="2"/>
              <a:buChar char="p"/>
            </a:pPr>
            <a:r>
              <a:rPr lang="ja-JP" altLang="en-US" sz="1800" dirty="0">
                <a:latin typeface="メイリオ" panose="020B0604030504040204" pitchFamily="50" charset="-128"/>
                <a:ea typeface="メイリオ" panose="020B0604030504040204" pitchFamily="50" charset="-128"/>
              </a:rPr>
              <a:t>パブリックサブネット／プライベートサブネットで使用可能 </a:t>
            </a:r>
            <a:endParaRPr lang="en-US" altLang="ja-JP" sz="1800" dirty="0">
              <a:latin typeface="メイリオ" panose="020B0604030504040204" pitchFamily="50" charset="-128"/>
              <a:ea typeface="メイリオ" panose="020B0604030504040204" pitchFamily="50" charset="-128"/>
            </a:endParaRPr>
          </a:p>
          <a:p>
            <a:pPr marL="342900" indent="-342900">
              <a:lnSpc>
                <a:spcPct val="150000"/>
              </a:lnSpc>
              <a:buFont typeface="Wingdings" panose="05000000000000000000" pitchFamily="2" charset="2"/>
              <a:buChar char="p"/>
            </a:pPr>
            <a:r>
              <a:rPr lang="ja-JP" altLang="en-US" sz="1800" dirty="0">
                <a:latin typeface="メイリオ" panose="020B0604030504040204" pitchFamily="50" charset="-128"/>
                <a:ea typeface="メイリオ" panose="020B0604030504040204" pitchFamily="50" charset="-128"/>
              </a:rPr>
              <a:t>負荷に応じてキャパシティを自動増減するスケーリングを実施するが、これは</a:t>
            </a:r>
            <a:r>
              <a:rPr lang="en-US" altLang="ja-JP" sz="1800" dirty="0">
                <a:latin typeface="メイリオ" panose="020B0604030504040204" pitchFamily="50" charset="-128"/>
                <a:ea typeface="メイリオ" panose="020B0604030504040204" pitchFamily="50" charset="-128"/>
              </a:rPr>
              <a:t>AWS</a:t>
            </a:r>
            <a:r>
              <a:rPr lang="ja-JP" altLang="en-US" sz="1800" dirty="0">
                <a:latin typeface="メイリオ" panose="020B0604030504040204" pitchFamily="50" charset="-128"/>
                <a:ea typeface="メイリオ" panose="020B0604030504040204" pitchFamily="50" charset="-128"/>
              </a:rPr>
              <a:t>側でマネージドサービスとして実施される。</a:t>
            </a:r>
            <a:endParaRPr lang="en-US" altLang="ja-JP" sz="1800" dirty="0">
              <a:latin typeface="メイリオ" panose="020B0604030504040204" pitchFamily="50" charset="-128"/>
              <a:ea typeface="メイリオ" panose="020B0604030504040204" pitchFamily="50" charset="-128"/>
            </a:endParaRPr>
          </a:p>
          <a:p>
            <a:pPr marL="342900" indent="-342900">
              <a:lnSpc>
                <a:spcPct val="150000"/>
              </a:lnSpc>
              <a:buFont typeface="Wingdings" panose="05000000000000000000" pitchFamily="2" charset="2"/>
              <a:buChar char="p"/>
            </a:pPr>
            <a:r>
              <a:rPr lang="ja-JP" altLang="en-US" sz="1800" b="0" i="0" dirty="0">
                <a:effectLst/>
                <a:latin typeface="メイリオ" panose="020B0604030504040204" pitchFamily="50" charset="-128"/>
                <a:ea typeface="メイリオ" panose="020B0604030504040204" pitchFamily="50" charset="-128"/>
              </a:rPr>
              <a:t>時間に応じたロードバランサーキャパシティーユニット </a:t>
            </a:r>
            <a:r>
              <a:rPr lang="en-US" altLang="ja-JP" sz="1800" b="0" i="0" dirty="0">
                <a:effectLst/>
                <a:latin typeface="メイリオ" panose="020B0604030504040204" pitchFamily="50" charset="-128"/>
                <a:ea typeface="メイリオ" panose="020B0604030504040204" pitchFamily="50" charset="-128"/>
              </a:rPr>
              <a:t>(LCU) </a:t>
            </a:r>
            <a:r>
              <a:rPr lang="ja-JP" altLang="en-US" sz="1800" b="0" i="0" dirty="0">
                <a:effectLst/>
                <a:latin typeface="メイリオ" panose="020B0604030504040204" pitchFamily="50" charset="-128"/>
                <a:ea typeface="メイリオ" panose="020B0604030504040204" pitchFamily="50" charset="-128"/>
              </a:rPr>
              <a:t>使用量に課金</a:t>
            </a:r>
            <a:r>
              <a:rPr lang="ja-JP" altLang="en-US" sz="1800" dirty="0">
                <a:latin typeface="メイリオ" panose="020B0604030504040204" pitchFamily="50" charset="-128"/>
                <a:ea typeface="メイリオ" panose="020B0604030504040204" pitchFamily="50" charset="-128"/>
              </a:rPr>
              <a:t>（</a:t>
            </a:r>
            <a:r>
              <a:rPr lang="en-US" altLang="ja-JP" sz="1800" dirty="0">
                <a:latin typeface="メイリオ" panose="020B0604030504040204" pitchFamily="50" charset="-128"/>
                <a:ea typeface="メイリオ" panose="020B0604030504040204" pitchFamily="50" charset="-128"/>
              </a:rPr>
              <a:t>CLB</a:t>
            </a:r>
            <a:r>
              <a:rPr lang="ja-JP" altLang="en-US" sz="1800" dirty="0">
                <a:latin typeface="メイリオ" panose="020B0604030504040204" pitchFamily="50" charset="-128"/>
                <a:ea typeface="メイリオ" panose="020B0604030504040204" pitchFamily="50" charset="-128"/>
              </a:rPr>
              <a:t>のみ転送データ単位）</a:t>
            </a:r>
            <a:endParaRPr lang="en-US" altLang="ja-JP" sz="1800" dirty="0">
              <a:latin typeface="メイリオ" panose="020B0604030504040204" pitchFamily="50" charset="-128"/>
              <a:ea typeface="メイリオ" panose="020B0604030504040204" pitchFamily="50" charset="-128"/>
            </a:endParaRPr>
          </a:p>
          <a:p>
            <a:pPr marL="342900" indent="-342900">
              <a:lnSpc>
                <a:spcPct val="150000"/>
              </a:lnSpc>
              <a:buFont typeface="Wingdings" panose="05000000000000000000" pitchFamily="2" charset="2"/>
              <a:buChar char="p"/>
            </a:pPr>
            <a:r>
              <a:rPr lang="ja-JP" altLang="en-US" sz="1800" dirty="0">
                <a:latin typeface="メイリオ" panose="020B0604030504040204" pitchFamily="50" charset="-128"/>
                <a:ea typeface="メイリオ" panose="020B0604030504040204" pitchFamily="50" charset="-128"/>
              </a:rPr>
              <a:t>セキュリティグループで通信可能なプロトコルを制御する。</a:t>
            </a:r>
            <a:endParaRPr lang="en-US" altLang="ja-JP" sz="1800" dirty="0">
              <a:latin typeface="メイリオ" panose="020B0604030504040204" pitchFamily="50" charset="-128"/>
              <a:ea typeface="メイリオ" panose="020B0604030504040204" pitchFamily="50" charset="-128"/>
            </a:endParaRPr>
          </a:p>
          <a:p>
            <a:pPr marL="342900" indent="-342900">
              <a:lnSpc>
                <a:spcPct val="150000"/>
              </a:lnSpc>
              <a:buFont typeface="Wingdings" panose="05000000000000000000" pitchFamily="2" charset="2"/>
              <a:buChar char="p"/>
            </a:pPr>
            <a:r>
              <a:rPr lang="ja-JP" altLang="en-US" sz="1800" dirty="0">
                <a:latin typeface="メイリオ" panose="020B0604030504040204" pitchFamily="50" charset="-128"/>
                <a:ea typeface="メイリオ" panose="020B0604030504040204" pitchFamily="50" charset="-128"/>
              </a:rPr>
              <a:t>ログを有効化することで、ログを</a:t>
            </a:r>
            <a:r>
              <a:rPr lang="en-US" altLang="ja-JP" sz="1800" dirty="0">
                <a:latin typeface="メイリオ" panose="020B0604030504040204" pitchFamily="50" charset="-128"/>
                <a:ea typeface="メイリオ" panose="020B0604030504040204" pitchFamily="50" charset="-128"/>
              </a:rPr>
              <a:t>S3</a:t>
            </a:r>
            <a:r>
              <a:rPr lang="ja-JP" altLang="en-US" sz="1800" dirty="0">
                <a:latin typeface="メイリオ" panose="020B0604030504040204" pitchFamily="50" charset="-128"/>
                <a:ea typeface="メイリオ" panose="020B0604030504040204" pitchFamily="50" charset="-128"/>
              </a:rPr>
              <a:t>バケットに保存する。</a:t>
            </a:r>
          </a:p>
        </p:txBody>
      </p:sp>
    </p:spTree>
    <p:extLst>
      <p:ext uri="{BB962C8B-B14F-4D97-AF65-F5344CB8AC3E}">
        <p14:creationId xmlns:p14="http://schemas.microsoft.com/office/powerpoint/2010/main" val="865052871"/>
      </p:ext>
    </p:extLst>
  </p:cSld>
  <p:clrMapOvr>
    <a:masterClrMapping/>
  </p:clrMapOvr>
  <mc:AlternateContent xmlns:mc="http://schemas.openxmlformats.org/markup-compatibility/2006" xmlns:p14="http://schemas.microsoft.com/office/powerpoint/2010/main">
    <mc:Choice Requires="p14">
      <p:transition spd="slow" p14:dur="2000" advTm="83901"/>
    </mc:Choice>
    <mc:Fallback xmlns="">
      <p:transition spd="slow" advTm="83901"/>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タイトル 1">
            <a:extLst>
              <a:ext uri="{FF2B5EF4-FFF2-40B4-BE49-F238E27FC236}">
                <a16:creationId xmlns:a16="http://schemas.microsoft.com/office/drawing/2014/main" id="{48F80BE1-D063-4240-BFC7-C8D243720250}"/>
              </a:ext>
            </a:extLst>
          </p:cNvPr>
          <p:cNvSpPr txBox="1">
            <a:spLocks/>
          </p:cNvSpPr>
          <p:nvPr/>
        </p:nvSpPr>
        <p:spPr bwMode="auto">
          <a:xfrm>
            <a:off x="631222" y="201863"/>
            <a:ext cx="8642258" cy="50208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rtl="0" fontAlgn="base">
              <a:lnSpc>
                <a:spcPct val="90000"/>
              </a:lnSpc>
              <a:spcBef>
                <a:spcPct val="0"/>
              </a:spcBef>
              <a:spcAft>
                <a:spcPct val="0"/>
              </a:spcAft>
              <a:defRPr kumimoji="1" sz="2000">
                <a:solidFill>
                  <a:schemeClr val="tx2"/>
                </a:solidFill>
                <a:latin typeface="游明朝" panose="02020400000000000000" pitchFamily="18" charset="-128"/>
                <a:ea typeface="游明朝" panose="02020400000000000000" pitchFamily="18" charset="-128"/>
                <a:cs typeface="+mj-cs"/>
              </a:defRPr>
            </a:lvl1pPr>
            <a:lvl2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2pPr>
            <a:lvl3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3pPr>
            <a:lvl4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4pPr>
            <a:lvl5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5pPr>
            <a:lvl6pPr marL="4572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6pPr>
            <a:lvl7pPr marL="9144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7pPr>
            <a:lvl8pPr marL="13716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8pPr>
            <a:lvl9pPr marL="18288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9pPr>
          </a:lstStyle>
          <a:p>
            <a:pPr algn="l">
              <a:lnSpc>
                <a:spcPct val="100000"/>
              </a:lnSpc>
            </a:pPr>
            <a:r>
              <a:rPr lang="en-US" altLang="ja-JP" sz="3000" dirty="0">
                <a:solidFill>
                  <a:schemeClr val="tx1"/>
                </a:solidFill>
                <a:latin typeface="メイリオ" panose="020B0604030504040204" pitchFamily="50" charset="-128"/>
                <a:ea typeface="メイリオ" panose="020B0604030504040204" pitchFamily="50" charset="-128"/>
              </a:rPr>
              <a:t>ELB</a:t>
            </a:r>
            <a:r>
              <a:rPr lang="ja-JP" altLang="en-US" sz="3000" dirty="0">
                <a:solidFill>
                  <a:schemeClr val="tx1"/>
                </a:solidFill>
                <a:latin typeface="メイリオ" panose="020B0604030504040204" pitchFamily="50" charset="-128"/>
                <a:ea typeface="メイリオ" panose="020B0604030504040204" pitchFamily="50" charset="-128"/>
              </a:rPr>
              <a:t>の構成</a:t>
            </a:r>
            <a:endParaRPr lang="en-US" altLang="ja-JP" sz="3000" dirty="0">
              <a:solidFill>
                <a:schemeClr val="tx1"/>
              </a:solidFill>
              <a:latin typeface="メイリオ" panose="020B0604030504040204" pitchFamily="50" charset="-128"/>
              <a:ea typeface="メイリオ" panose="020B0604030504040204" pitchFamily="50" charset="-128"/>
            </a:endParaRPr>
          </a:p>
        </p:txBody>
      </p:sp>
      <p:sp>
        <p:nvSpPr>
          <p:cNvPr id="5" name="コンテンツ プレースホルダー 2">
            <a:extLst>
              <a:ext uri="{FF2B5EF4-FFF2-40B4-BE49-F238E27FC236}">
                <a16:creationId xmlns:a16="http://schemas.microsoft.com/office/drawing/2014/main" id="{4223C7E6-23C7-4433-B315-D26905B0474C}"/>
              </a:ext>
            </a:extLst>
          </p:cNvPr>
          <p:cNvSpPr txBox="1">
            <a:spLocks/>
          </p:cNvSpPr>
          <p:nvPr/>
        </p:nvSpPr>
        <p:spPr>
          <a:xfrm>
            <a:off x="631222" y="799401"/>
            <a:ext cx="8858282" cy="325343"/>
          </a:xfrm>
          <a:prstGeom prst="rect">
            <a:avLst/>
          </a:prstGeom>
        </p:spPr>
        <p:txBody>
          <a:bodyPr vert="horz" lIns="74295" tIns="37148" rIns="74295" bIns="37148" rtlCol="0">
            <a:noAutofit/>
          </a:bodyPr>
          <a:lstStyle>
            <a:lvl1pPr marL="228600" indent="-228600" algn="l" defTabSz="914400" rtl="0" eaLnBrk="1" latinLnBrk="0" hangingPunct="1">
              <a:lnSpc>
                <a:spcPct val="90000"/>
              </a:lnSpc>
              <a:spcBef>
                <a:spcPts val="1000"/>
              </a:spcBef>
              <a:buFont typeface="Wingdings 2" pitchFamily="18" charset="2"/>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2" pitchFamily="18" charset="2"/>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2" pitchFamily="18" charset="2"/>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5pPr>
            <a:lvl6pPr marL="25146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6pPr>
            <a:lvl7pPr marL="29718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7pPr>
            <a:lvl8pPr marL="34290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8pPr>
            <a:lvl9pPr marL="38862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9pPr>
          </a:lstStyle>
          <a:p>
            <a:pPr marL="0" indent="0">
              <a:buNone/>
            </a:pPr>
            <a:r>
              <a:rPr lang="en-US" altLang="ja-JP" sz="2400" kern="0" dirty="0">
                <a:solidFill>
                  <a:srgbClr val="002060"/>
                </a:solidFill>
                <a:latin typeface="メイリオ" panose="020B0604030504040204" pitchFamily="50" charset="-128"/>
                <a:ea typeface="メイリオ" panose="020B0604030504040204" pitchFamily="50" charset="-128"/>
              </a:rPr>
              <a:t>ELB</a:t>
            </a:r>
            <a:r>
              <a:rPr lang="ja-JP" altLang="en-US" sz="2400" kern="0" dirty="0">
                <a:solidFill>
                  <a:srgbClr val="002060"/>
                </a:solidFill>
                <a:latin typeface="メイリオ" panose="020B0604030504040204" pitchFamily="50" charset="-128"/>
                <a:ea typeface="メイリオ" panose="020B0604030504040204" pitchFamily="50" charset="-128"/>
              </a:rPr>
              <a:t>を利用したマルチ</a:t>
            </a:r>
            <a:r>
              <a:rPr lang="en-US" altLang="ja-JP" sz="2400" kern="0" dirty="0">
                <a:solidFill>
                  <a:srgbClr val="002060"/>
                </a:solidFill>
                <a:latin typeface="メイリオ" panose="020B0604030504040204" pitchFamily="50" charset="-128"/>
                <a:ea typeface="メイリオ" panose="020B0604030504040204" pitchFamily="50" charset="-128"/>
              </a:rPr>
              <a:t>AZ</a:t>
            </a:r>
            <a:r>
              <a:rPr lang="ja-JP" altLang="en-US" sz="2400" kern="0" dirty="0">
                <a:solidFill>
                  <a:srgbClr val="002060"/>
                </a:solidFill>
                <a:latin typeface="メイリオ" panose="020B0604030504040204" pitchFamily="50" charset="-128"/>
                <a:ea typeface="メイリオ" panose="020B0604030504040204" pitchFamily="50" charset="-128"/>
              </a:rPr>
              <a:t>にインスタンスへのトラフィックを分散する構成が利用される。</a:t>
            </a:r>
            <a:r>
              <a:rPr lang="en-US" altLang="ja-JP" sz="2400" kern="0" dirty="0">
                <a:solidFill>
                  <a:srgbClr val="002060"/>
                </a:solidFill>
                <a:latin typeface="メイリオ" panose="020B0604030504040204" pitchFamily="50" charset="-128"/>
                <a:ea typeface="メイリオ" panose="020B0604030504040204" pitchFamily="50" charset="-128"/>
              </a:rPr>
              <a:t>ELB</a:t>
            </a:r>
            <a:r>
              <a:rPr lang="ja-JP" altLang="en-US" sz="2400" kern="0" dirty="0">
                <a:solidFill>
                  <a:srgbClr val="002060"/>
                </a:solidFill>
                <a:latin typeface="メイリオ" panose="020B0604030504040204" pitchFamily="50" charset="-128"/>
                <a:ea typeface="メイリオ" panose="020B0604030504040204" pitchFamily="50" charset="-128"/>
              </a:rPr>
              <a:t>はリージョンを跨げない</a:t>
            </a:r>
            <a:endParaRPr lang="en-US" altLang="ja-JP" sz="2400" kern="0" dirty="0">
              <a:solidFill>
                <a:srgbClr val="002060"/>
              </a:solidFill>
              <a:latin typeface="メイリオ" panose="020B0604030504040204" pitchFamily="50" charset="-128"/>
              <a:ea typeface="メイリオ" panose="020B0604030504040204" pitchFamily="50" charset="-128"/>
            </a:endParaRPr>
          </a:p>
        </p:txBody>
      </p:sp>
      <p:sp>
        <p:nvSpPr>
          <p:cNvPr id="13" name="正方形/長方形 12">
            <a:extLst>
              <a:ext uri="{FF2B5EF4-FFF2-40B4-BE49-F238E27FC236}">
                <a16:creationId xmlns:a16="http://schemas.microsoft.com/office/drawing/2014/main" id="{7872FBAC-FA33-45B6-8A8D-209616975D80}"/>
              </a:ext>
            </a:extLst>
          </p:cNvPr>
          <p:cNvSpPr/>
          <p:nvPr/>
        </p:nvSpPr>
        <p:spPr bwMode="auto">
          <a:xfrm>
            <a:off x="1280592" y="1700808"/>
            <a:ext cx="7200800" cy="4739305"/>
          </a:xfrm>
          <a:prstGeom prst="rect">
            <a:avLst/>
          </a:prstGeom>
          <a:solidFill>
            <a:srgbClr val="F0861E"/>
          </a:solidFill>
          <a:ln w="12700" cap="flat" cmpd="sng" algn="ctr">
            <a:no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algn="ctr"/>
            <a:r>
              <a:rPr lang="en-US" altLang="ja-JP" sz="2000" b="1" dirty="0">
                <a:solidFill>
                  <a:schemeClr val="bg1"/>
                </a:solidFill>
                <a:latin typeface="メイリオ" panose="020B0604030504040204" pitchFamily="50" charset="-128"/>
                <a:ea typeface="メイリオ" panose="020B0604030504040204" pitchFamily="50" charset="-128"/>
              </a:rPr>
              <a:t>1</a:t>
            </a:r>
            <a:r>
              <a:rPr lang="ja-JP" altLang="en-US" sz="2000" b="1" dirty="0" err="1">
                <a:solidFill>
                  <a:schemeClr val="bg1"/>
                </a:solidFill>
                <a:latin typeface="メイリオ" panose="020B0604030504040204" pitchFamily="50" charset="-128"/>
                <a:ea typeface="メイリオ" panose="020B0604030504040204" pitchFamily="50" charset="-128"/>
              </a:rPr>
              <a:t>つの</a:t>
            </a:r>
            <a:r>
              <a:rPr lang="ja-JP" altLang="en-US" sz="2000" b="1" dirty="0">
                <a:solidFill>
                  <a:schemeClr val="bg1"/>
                </a:solidFill>
                <a:latin typeface="メイリオ" panose="020B0604030504040204" pitchFamily="50" charset="-128"/>
                <a:ea typeface="メイリオ" panose="020B0604030504040204" pitchFamily="50" charset="-128"/>
              </a:rPr>
              <a:t>リージョン</a:t>
            </a:r>
            <a:endParaRPr lang="en-US" altLang="ja-JP" sz="2000" b="1" dirty="0">
              <a:solidFill>
                <a:schemeClr val="bg1"/>
              </a:solidFill>
              <a:latin typeface="メイリオ" panose="020B0604030504040204" pitchFamily="50" charset="-128"/>
              <a:ea typeface="メイリオ" panose="020B0604030504040204" pitchFamily="50" charset="-128"/>
            </a:endParaRPr>
          </a:p>
        </p:txBody>
      </p:sp>
      <p:sp>
        <p:nvSpPr>
          <p:cNvPr id="14" name="四角形: 角を丸くする 13">
            <a:extLst>
              <a:ext uri="{FF2B5EF4-FFF2-40B4-BE49-F238E27FC236}">
                <a16:creationId xmlns:a16="http://schemas.microsoft.com/office/drawing/2014/main" id="{2AC5DBF5-26D7-46A7-85EA-2048A92440DD}"/>
              </a:ext>
            </a:extLst>
          </p:cNvPr>
          <p:cNvSpPr/>
          <p:nvPr/>
        </p:nvSpPr>
        <p:spPr bwMode="auto">
          <a:xfrm>
            <a:off x="1568624" y="2276872"/>
            <a:ext cx="6696744" cy="3685294"/>
          </a:xfrm>
          <a:prstGeom prst="roundRect">
            <a:avLst/>
          </a:prstGeom>
          <a:solidFill>
            <a:schemeClr val="bg1"/>
          </a:solidFill>
          <a:ln w="12700" cap="flat" cmpd="sng" algn="ctr">
            <a:solidFill>
              <a:srgbClr val="F0861E"/>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ja-JP" altLang="en-US" sz="1600" b="0" i="0" u="none" strike="noStrike" cap="none" normalizeH="0" baseline="0">
              <a:ln>
                <a:noFill/>
              </a:ln>
              <a:solidFill>
                <a:schemeClr val="tx1"/>
              </a:solidFill>
              <a:effectLst/>
              <a:latin typeface="ＭＳ Ｐゴシック" pitchFamily="50" charset="-128"/>
              <a:ea typeface="ＭＳ Ｐゴシック" pitchFamily="50" charset="-128"/>
            </a:endParaRPr>
          </a:p>
        </p:txBody>
      </p:sp>
      <p:pic>
        <p:nvPicPr>
          <p:cNvPr id="15" name="Picture 2" descr="ãVPC ã¢ã¤ã³ã³ãã®ç»åæ¤ç´¢çµæ">
            <a:extLst>
              <a:ext uri="{FF2B5EF4-FFF2-40B4-BE49-F238E27FC236}">
                <a16:creationId xmlns:a16="http://schemas.microsoft.com/office/drawing/2014/main" id="{881F580F-A421-4F01-A883-C7080CBD10C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65194" y="1844824"/>
            <a:ext cx="936104" cy="936104"/>
          </a:xfrm>
          <a:prstGeom prst="rect">
            <a:avLst/>
          </a:prstGeom>
          <a:noFill/>
          <a:extLst>
            <a:ext uri="{909E8E84-426E-40DD-AFC4-6F175D3DCCD1}">
              <a14:hiddenFill xmlns:a14="http://schemas.microsoft.com/office/drawing/2010/main">
                <a:solidFill>
                  <a:srgbClr val="FFFFFF"/>
                </a:solidFill>
              </a14:hiddenFill>
            </a:ext>
          </a:extLst>
        </p:spPr>
      </p:pic>
      <p:sp>
        <p:nvSpPr>
          <p:cNvPr id="16" name="正方形/長方形 15">
            <a:extLst>
              <a:ext uri="{FF2B5EF4-FFF2-40B4-BE49-F238E27FC236}">
                <a16:creationId xmlns:a16="http://schemas.microsoft.com/office/drawing/2014/main" id="{5BA3480C-2B61-4185-BF1E-3F8DF9B74909}"/>
              </a:ext>
            </a:extLst>
          </p:cNvPr>
          <p:cNvSpPr/>
          <p:nvPr/>
        </p:nvSpPr>
        <p:spPr bwMode="auto">
          <a:xfrm>
            <a:off x="1820893" y="2564904"/>
            <a:ext cx="2761629" cy="3277671"/>
          </a:xfrm>
          <a:prstGeom prst="rect">
            <a:avLst/>
          </a:prstGeom>
          <a:solidFill>
            <a:srgbClr val="FFC000"/>
          </a:solidFill>
          <a:ln w="12700" cap="flat" cmpd="sng" algn="ctr">
            <a:no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altLang="ja-JP" sz="2000" b="1" dirty="0">
                <a:solidFill>
                  <a:schemeClr val="bg1"/>
                </a:solidFill>
                <a:latin typeface="メイリオ" panose="020B0604030504040204" pitchFamily="50" charset="-128"/>
                <a:ea typeface="メイリオ" panose="020B0604030504040204" pitchFamily="50" charset="-128"/>
              </a:rPr>
              <a:t>AZ</a:t>
            </a:r>
            <a:endParaRPr kumimoji="1" lang="ja-JP" altLang="en-US" sz="2000" b="1"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endParaRPr>
          </a:p>
        </p:txBody>
      </p:sp>
      <p:sp>
        <p:nvSpPr>
          <p:cNvPr id="17" name="正方形/長方形 16">
            <a:extLst>
              <a:ext uri="{FF2B5EF4-FFF2-40B4-BE49-F238E27FC236}">
                <a16:creationId xmlns:a16="http://schemas.microsoft.com/office/drawing/2014/main" id="{E5A125E3-F203-4646-B4CA-6CBCB11E88C5}"/>
              </a:ext>
            </a:extLst>
          </p:cNvPr>
          <p:cNvSpPr/>
          <p:nvPr/>
        </p:nvSpPr>
        <p:spPr bwMode="auto">
          <a:xfrm>
            <a:off x="5169024" y="2564904"/>
            <a:ext cx="2761629" cy="3277671"/>
          </a:xfrm>
          <a:prstGeom prst="rect">
            <a:avLst/>
          </a:prstGeom>
          <a:solidFill>
            <a:srgbClr val="FFC000"/>
          </a:solidFill>
          <a:ln w="12700" cap="flat" cmpd="sng" algn="ctr">
            <a:no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altLang="ja-JP" sz="2000" b="1" dirty="0">
                <a:solidFill>
                  <a:schemeClr val="bg1"/>
                </a:solidFill>
                <a:latin typeface="メイリオ" panose="020B0604030504040204" pitchFamily="50" charset="-128"/>
                <a:ea typeface="メイリオ" panose="020B0604030504040204" pitchFamily="50" charset="-128"/>
              </a:rPr>
              <a:t>AZ</a:t>
            </a:r>
            <a:endParaRPr kumimoji="1" lang="ja-JP" altLang="en-US" sz="2000" b="1"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endParaRPr>
          </a:p>
        </p:txBody>
      </p:sp>
      <p:sp>
        <p:nvSpPr>
          <p:cNvPr id="18" name="四角形: 角を丸くする 17">
            <a:extLst>
              <a:ext uri="{FF2B5EF4-FFF2-40B4-BE49-F238E27FC236}">
                <a16:creationId xmlns:a16="http://schemas.microsoft.com/office/drawing/2014/main" id="{46F17E49-1E1C-44E9-B703-E2BCA6524A8B}"/>
              </a:ext>
            </a:extLst>
          </p:cNvPr>
          <p:cNvSpPr/>
          <p:nvPr/>
        </p:nvSpPr>
        <p:spPr bwMode="auto">
          <a:xfrm>
            <a:off x="2072680" y="2852936"/>
            <a:ext cx="2304256" cy="2808108"/>
          </a:xfrm>
          <a:prstGeom prst="roundRect">
            <a:avLst/>
          </a:prstGeom>
          <a:noFill/>
          <a:ln w="12700" cap="flat" cmpd="sng" algn="ctr">
            <a:solidFill>
              <a:srgbClr val="F0861E"/>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kumimoji="1" lang="ja-JP" altLang="en-US" sz="1400" b="1" i="0" u="none" strike="noStrike" cap="none" normalizeH="0" baseline="0" dirty="0">
                <a:ln>
                  <a:noFill/>
                </a:ln>
                <a:solidFill>
                  <a:schemeClr val="bg2"/>
                </a:solidFill>
                <a:effectLst/>
                <a:latin typeface="メイリオ" panose="020B0604030504040204" pitchFamily="50" charset="-128"/>
                <a:ea typeface="メイリオ" panose="020B0604030504040204" pitchFamily="50" charset="-128"/>
              </a:rPr>
              <a:t>パブリックサブネット</a:t>
            </a:r>
            <a:r>
              <a:rPr kumimoji="1" lang="en-US" altLang="ja-JP" sz="1400" b="0" i="0" u="none" strike="noStrike" cap="none" normalizeH="0" baseline="0" dirty="0">
                <a:ln>
                  <a:noFill/>
                </a:ln>
                <a:solidFill>
                  <a:schemeClr val="bg2"/>
                </a:solidFill>
                <a:effectLst/>
                <a:latin typeface="メイリオ" panose="020B0604030504040204" pitchFamily="50" charset="-128"/>
                <a:ea typeface="メイリオ" panose="020B0604030504040204" pitchFamily="50" charset="-128"/>
              </a:rPr>
              <a:t>10.0</a:t>
            </a:r>
            <a:r>
              <a:rPr lang="en-US" altLang="ja-JP" sz="1400" dirty="0">
                <a:solidFill>
                  <a:schemeClr val="bg2"/>
                </a:solidFill>
                <a:latin typeface="メイリオ" panose="020B0604030504040204" pitchFamily="50" charset="-128"/>
                <a:ea typeface="メイリオ" panose="020B0604030504040204" pitchFamily="50" charset="-128"/>
              </a:rPr>
              <a:t>.1</a:t>
            </a:r>
            <a:r>
              <a:rPr kumimoji="1" lang="en-US" altLang="ja-JP" sz="1400" b="0" i="0" u="none" strike="noStrike" cap="none" normalizeH="0" baseline="0" dirty="0">
                <a:ln>
                  <a:noFill/>
                </a:ln>
                <a:solidFill>
                  <a:schemeClr val="bg2"/>
                </a:solidFill>
                <a:effectLst/>
                <a:latin typeface="メイリオ" panose="020B0604030504040204" pitchFamily="50" charset="-128"/>
                <a:ea typeface="メイリオ" panose="020B0604030504040204" pitchFamily="50" charset="-128"/>
              </a:rPr>
              <a:t>.0</a:t>
            </a:r>
            <a:r>
              <a:rPr lang="en-US" altLang="ja-JP" sz="1400" dirty="0">
                <a:solidFill>
                  <a:schemeClr val="bg2"/>
                </a:solidFill>
                <a:latin typeface="メイリオ" panose="020B0604030504040204" pitchFamily="50" charset="-128"/>
                <a:ea typeface="メイリオ" panose="020B0604030504040204" pitchFamily="50" charset="-128"/>
              </a:rPr>
              <a:t>/24	</a:t>
            </a:r>
            <a:endParaRPr kumimoji="1" lang="ja-JP" altLang="en-US" sz="1400" b="0" i="0" u="none" strike="noStrike" cap="none" normalizeH="0" baseline="0" dirty="0">
              <a:ln>
                <a:noFill/>
              </a:ln>
              <a:solidFill>
                <a:schemeClr val="bg2"/>
              </a:solidFill>
              <a:effectLst/>
              <a:latin typeface="メイリオ" panose="020B0604030504040204" pitchFamily="50" charset="-128"/>
              <a:ea typeface="メイリオ" panose="020B0604030504040204" pitchFamily="50" charset="-128"/>
            </a:endParaRPr>
          </a:p>
        </p:txBody>
      </p:sp>
      <p:pic>
        <p:nvPicPr>
          <p:cNvPr id="19" name="図 18" descr="音楽 が含まれている画像&#10;&#10;自動的に生成された説明">
            <a:extLst>
              <a:ext uri="{FF2B5EF4-FFF2-40B4-BE49-F238E27FC236}">
                <a16:creationId xmlns:a16="http://schemas.microsoft.com/office/drawing/2014/main" id="{FFA10481-DD86-4F11-B862-51E2A3AC0D5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750065" y="3502024"/>
            <a:ext cx="877069" cy="1052482"/>
          </a:xfrm>
          <a:prstGeom prst="rect">
            <a:avLst/>
          </a:prstGeom>
        </p:spPr>
      </p:pic>
      <p:sp>
        <p:nvSpPr>
          <p:cNvPr id="20" name="テキスト ボックス 19">
            <a:extLst>
              <a:ext uri="{FF2B5EF4-FFF2-40B4-BE49-F238E27FC236}">
                <a16:creationId xmlns:a16="http://schemas.microsoft.com/office/drawing/2014/main" id="{AE75D715-6229-4E0C-9D59-F903B4E07AAE}"/>
              </a:ext>
            </a:extLst>
          </p:cNvPr>
          <p:cNvSpPr txBox="1"/>
          <p:nvPr/>
        </p:nvSpPr>
        <p:spPr>
          <a:xfrm>
            <a:off x="2863430" y="4530606"/>
            <a:ext cx="577402" cy="338554"/>
          </a:xfrm>
          <a:prstGeom prst="rect">
            <a:avLst/>
          </a:prstGeom>
          <a:noFill/>
        </p:spPr>
        <p:txBody>
          <a:bodyPr wrap="none" rtlCol="0">
            <a:spAutoFit/>
          </a:bodyPr>
          <a:lstStyle/>
          <a:p>
            <a:pPr algn="ctr"/>
            <a:r>
              <a:rPr kumimoji="1" lang="en-US" altLang="ja-JP" dirty="0">
                <a:latin typeface="メイリオ" panose="020B0604030504040204" pitchFamily="50" charset="-128"/>
                <a:ea typeface="メイリオ" panose="020B0604030504040204" pitchFamily="50" charset="-128"/>
              </a:rPr>
              <a:t>EC2</a:t>
            </a:r>
          </a:p>
        </p:txBody>
      </p:sp>
      <p:sp>
        <p:nvSpPr>
          <p:cNvPr id="21" name="四角形: 角を丸くする 20">
            <a:extLst>
              <a:ext uri="{FF2B5EF4-FFF2-40B4-BE49-F238E27FC236}">
                <a16:creationId xmlns:a16="http://schemas.microsoft.com/office/drawing/2014/main" id="{61F1B1D0-3B5E-43E2-8774-287DE2533E71}"/>
              </a:ext>
            </a:extLst>
          </p:cNvPr>
          <p:cNvSpPr/>
          <p:nvPr/>
        </p:nvSpPr>
        <p:spPr bwMode="auto">
          <a:xfrm>
            <a:off x="5407437" y="2852936"/>
            <a:ext cx="2304256" cy="2808108"/>
          </a:xfrm>
          <a:prstGeom prst="roundRect">
            <a:avLst/>
          </a:prstGeom>
          <a:noFill/>
          <a:ln w="12700" cap="flat" cmpd="sng" algn="ctr">
            <a:solidFill>
              <a:srgbClr val="F0861E"/>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kumimoji="1" lang="ja-JP" altLang="en-US" sz="1400" b="1" i="0" u="none" strike="noStrike" cap="none" normalizeH="0" baseline="0" dirty="0">
                <a:ln>
                  <a:noFill/>
                </a:ln>
                <a:solidFill>
                  <a:schemeClr val="bg2"/>
                </a:solidFill>
                <a:effectLst/>
                <a:latin typeface="メイリオ" panose="020B0604030504040204" pitchFamily="50" charset="-128"/>
                <a:ea typeface="メイリオ" panose="020B0604030504040204" pitchFamily="50" charset="-128"/>
              </a:rPr>
              <a:t>パブリックサブネット</a:t>
            </a:r>
            <a:r>
              <a:rPr kumimoji="1" lang="en-US" altLang="ja-JP" sz="1400" b="0" i="0" u="none" strike="noStrike" cap="none" normalizeH="0" baseline="0" dirty="0">
                <a:ln>
                  <a:noFill/>
                </a:ln>
                <a:solidFill>
                  <a:schemeClr val="bg2"/>
                </a:solidFill>
                <a:effectLst/>
                <a:latin typeface="メイリオ" panose="020B0604030504040204" pitchFamily="50" charset="-128"/>
                <a:ea typeface="メイリオ" panose="020B0604030504040204" pitchFamily="50" charset="-128"/>
              </a:rPr>
              <a:t>10.0</a:t>
            </a:r>
            <a:r>
              <a:rPr lang="en-US" altLang="ja-JP" sz="1400" dirty="0">
                <a:solidFill>
                  <a:schemeClr val="bg2"/>
                </a:solidFill>
                <a:latin typeface="メイリオ" panose="020B0604030504040204" pitchFamily="50" charset="-128"/>
                <a:ea typeface="メイリオ" panose="020B0604030504040204" pitchFamily="50" charset="-128"/>
              </a:rPr>
              <a:t>.2</a:t>
            </a:r>
            <a:r>
              <a:rPr kumimoji="1" lang="en-US" altLang="ja-JP" sz="1400" b="0" i="0" u="none" strike="noStrike" cap="none" normalizeH="0" baseline="0" dirty="0">
                <a:ln>
                  <a:noFill/>
                </a:ln>
                <a:solidFill>
                  <a:schemeClr val="bg2"/>
                </a:solidFill>
                <a:effectLst/>
                <a:latin typeface="メイリオ" panose="020B0604030504040204" pitchFamily="50" charset="-128"/>
                <a:ea typeface="メイリオ" panose="020B0604030504040204" pitchFamily="50" charset="-128"/>
              </a:rPr>
              <a:t>.0</a:t>
            </a:r>
            <a:r>
              <a:rPr lang="en-US" altLang="ja-JP" sz="1400" dirty="0">
                <a:solidFill>
                  <a:schemeClr val="bg2"/>
                </a:solidFill>
                <a:latin typeface="メイリオ" panose="020B0604030504040204" pitchFamily="50" charset="-128"/>
                <a:ea typeface="メイリオ" panose="020B0604030504040204" pitchFamily="50" charset="-128"/>
              </a:rPr>
              <a:t>/24	</a:t>
            </a:r>
            <a:endParaRPr kumimoji="1" lang="ja-JP" altLang="en-US" sz="1400" b="0" i="0" u="none" strike="noStrike" cap="none" normalizeH="0" baseline="0" dirty="0">
              <a:ln>
                <a:noFill/>
              </a:ln>
              <a:solidFill>
                <a:schemeClr val="bg2"/>
              </a:solidFill>
              <a:effectLst/>
              <a:latin typeface="メイリオ" panose="020B0604030504040204" pitchFamily="50" charset="-128"/>
              <a:ea typeface="メイリオ" panose="020B0604030504040204" pitchFamily="50" charset="-128"/>
            </a:endParaRPr>
          </a:p>
        </p:txBody>
      </p:sp>
      <p:pic>
        <p:nvPicPr>
          <p:cNvPr id="22" name="図 21" descr="音楽 が含まれている画像&#10;&#10;自動的に生成された説明">
            <a:extLst>
              <a:ext uri="{FF2B5EF4-FFF2-40B4-BE49-F238E27FC236}">
                <a16:creationId xmlns:a16="http://schemas.microsoft.com/office/drawing/2014/main" id="{4BF95E3B-28A4-479F-9827-6BE085FE6B8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84822" y="3502024"/>
            <a:ext cx="877069" cy="1052482"/>
          </a:xfrm>
          <a:prstGeom prst="rect">
            <a:avLst/>
          </a:prstGeom>
        </p:spPr>
      </p:pic>
      <p:sp>
        <p:nvSpPr>
          <p:cNvPr id="23" name="テキスト ボックス 22">
            <a:extLst>
              <a:ext uri="{FF2B5EF4-FFF2-40B4-BE49-F238E27FC236}">
                <a16:creationId xmlns:a16="http://schemas.microsoft.com/office/drawing/2014/main" id="{47CD70B1-7EC9-4137-87B0-0BBC5E8280EB}"/>
              </a:ext>
            </a:extLst>
          </p:cNvPr>
          <p:cNvSpPr txBox="1"/>
          <p:nvPr/>
        </p:nvSpPr>
        <p:spPr>
          <a:xfrm>
            <a:off x="6198187" y="4530606"/>
            <a:ext cx="577402" cy="338554"/>
          </a:xfrm>
          <a:prstGeom prst="rect">
            <a:avLst/>
          </a:prstGeom>
          <a:noFill/>
        </p:spPr>
        <p:txBody>
          <a:bodyPr wrap="none" rtlCol="0">
            <a:spAutoFit/>
          </a:bodyPr>
          <a:lstStyle/>
          <a:p>
            <a:pPr algn="ctr"/>
            <a:r>
              <a:rPr kumimoji="1" lang="en-US" altLang="ja-JP" dirty="0">
                <a:latin typeface="メイリオ" panose="020B0604030504040204" pitchFamily="50" charset="-128"/>
                <a:ea typeface="メイリオ" panose="020B0604030504040204" pitchFamily="50" charset="-128"/>
              </a:rPr>
              <a:t>EC2</a:t>
            </a:r>
          </a:p>
        </p:txBody>
      </p:sp>
      <p:pic>
        <p:nvPicPr>
          <p:cNvPr id="24" name="図 23" descr="音楽 が含まれている画像&#10;&#10;自動的に生成された説明">
            <a:extLst>
              <a:ext uri="{FF2B5EF4-FFF2-40B4-BE49-F238E27FC236}">
                <a16:creationId xmlns:a16="http://schemas.microsoft.com/office/drawing/2014/main" id="{3954D8A3-7130-4B04-9A70-CA2EFEE5FAD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537179" y="3444231"/>
            <a:ext cx="666750" cy="800100"/>
          </a:xfrm>
          <a:prstGeom prst="rect">
            <a:avLst/>
          </a:prstGeom>
        </p:spPr>
      </p:pic>
      <p:pic>
        <p:nvPicPr>
          <p:cNvPr id="25" name="図 24">
            <a:extLst>
              <a:ext uri="{FF2B5EF4-FFF2-40B4-BE49-F238E27FC236}">
                <a16:creationId xmlns:a16="http://schemas.microsoft.com/office/drawing/2014/main" id="{6D28019D-CBD2-482F-8939-4147F183033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575704" y="2243336"/>
            <a:ext cx="590550" cy="609600"/>
          </a:xfrm>
          <a:prstGeom prst="rect">
            <a:avLst/>
          </a:prstGeom>
        </p:spPr>
      </p:pic>
      <p:cxnSp>
        <p:nvCxnSpPr>
          <p:cNvPr id="26" name="直線コネクタ 25">
            <a:extLst>
              <a:ext uri="{FF2B5EF4-FFF2-40B4-BE49-F238E27FC236}">
                <a16:creationId xmlns:a16="http://schemas.microsoft.com/office/drawing/2014/main" id="{41E07696-63D1-4B7C-9B2D-DB13456087AE}"/>
              </a:ext>
            </a:extLst>
          </p:cNvPr>
          <p:cNvCxnSpPr>
            <a:cxnSpLocks/>
            <a:stCxn id="19" idx="3"/>
            <a:endCxn id="24" idx="1"/>
          </p:cNvCxnSpPr>
          <p:nvPr/>
        </p:nvCxnSpPr>
        <p:spPr bwMode="auto">
          <a:xfrm flipV="1">
            <a:off x="3627134" y="3844281"/>
            <a:ext cx="910045" cy="183984"/>
          </a:xfrm>
          <a:prstGeom prst="line">
            <a:avLst/>
          </a:prstGeom>
          <a:noFill/>
          <a:ln w="31750" cap="flat" cmpd="sng" algn="ctr">
            <a:solidFill>
              <a:srgbClr val="FF0000"/>
            </a:solidFill>
            <a:prstDash val="solid"/>
            <a:round/>
            <a:headEnd type="none" w="med" len="med"/>
            <a:tailEnd type="none" w="med" len="med"/>
          </a:ln>
          <a:effectLst/>
        </p:spPr>
      </p:cxnSp>
      <p:cxnSp>
        <p:nvCxnSpPr>
          <p:cNvPr id="28" name="直線コネクタ 27">
            <a:extLst>
              <a:ext uri="{FF2B5EF4-FFF2-40B4-BE49-F238E27FC236}">
                <a16:creationId xmlns:a16="http://schemas.microsoft.com/office/drawing/2014/main" id="{ED13DEFE-C30D-4358-8A1C-FA9DD0221699}"/>
              </a:ext>
            </a:extLst>
          </p:cNvPr>
          <p:cNvCxnSpPr>
            <a:cxnSpLocks/>
            <a:stCxn id="22" idx="1"/>
            <a:endCxn id="24" idx="3"/>
          </p:cNvCxnSpPr>
          <p:nvPr/>
        </p:nvCxnSpPr>
        <p:spPr bwMode="auto">
          <a:xfrm flipH="1" flipV="1">
            <a:off x="5203929" y="3844281"/>
            <a:ext cx="880893" cy="183984"/>
          </a:xfrm>
          <a:prstGeom prst="line">
            <a:avLst/>
          </a:prstGeom>
          <a:noFill/>
          <a:ln w="31750" cap="flat" cmpd="sng" algn="ctr">
            <a:solidFill>
              <a:srgbClr val="FF0000"/>
            </a:solidFill>
            <a:prstDash val="solid"/>
            <a:round/>
            <a:headEnd type="none" w="med" len="med"/>
            <a:tailEnd type="none" w="med" len="med"/>
          </a:ln>
          <a:effectLst/>
        </p:spPr>
      </p:cxnSp>
      <p:cxnSp>
        <p:nvCxnSpPr>
          <p:cNvPr id="29" name="直線コネクタ 28">
            <a:extLst>
              <a:ext uri="{FF2B5EF4-FFF2-40B4-BE49-F238E27FC236}">
                <a16:creationId xmlns:a16="http://schemas.microsoft.com/office/drawing/2014/main" id="{87DD575C-A138-425C-83CA-7001B2D2A3CD}"/>
              </a:ext>
            </a:extLst>
          </p:cNvPr>
          <p:cNvCxnSpPr>
            <a:cxnSpLocks/>
            <a:stCxn id="24" idx="0"/>
            <a:endCxn id="25" idx="2"/>
          </p:cNvCxnSpPr>
          <p:nvPr/>
        </p:nvCxnSpPr>
        <p:spPr bwMode="auto">
          <a:xfrm flipV="1">
            <a:off x="4870554" y="2852936"/>
            <a:ext cx="425" cy="591295"/>
          </a:xfrm>
          <a:prstGeom prst="line">
            <a:avLst/>
          </a:prstGeom>
          <a:noFill/>
          <a:ln w="31750" cap="flat" cmpd="sng" algn="ctr">
            <a:solidFill>
              <a:srgbClr val="FF0000"/>
            </a:solidFill>
            <a:prstDash val="solid"/>
            <a:round/>
            <a:headEnd type="none" w="med" len="med"/>
            <a:tailEnd type="none" w="med" len="med"/>
          </a:ln>
          <a:effectLst/>
        </p:spPr>
      </p:cxnSp>
      <p:pic>
        <p:nvPicPr>
          <p:cNvPr id="30" name="図 29">
            <a:extLst>
              <a:ext uri="{FF2B5EF4-FFF2-40B4-BE49-F238E27FC236}">
                <a16:creationId xmlns:a16="http://schemas.microsoft.com/office/drawing/2014/main" id="{7A90A53D-5375-4428-BB76-9D78D1897BBD}"/>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879855" y="4925824"/>
            <a:ext cx="619125" cy="704850"/>
          </a:xfrm>
          <a:prstGeom prst="rect">
            <a:avLst/>
          </a:prstGeom>
        </p:spPr>
      </p:pic>
      <p:cxnSp>
        <p:nvCxnSpPr>
          <p:cNvPr id="31" name="直線コネクタ 30">
            <a:extLst>
              <a:ext uri="{FF2B5EF4-FFF2-40B4-BE49-F238E27FC236}">
                <a16:creationId xmlns:a16="http://schemas.microsoft.com/office/drawing/2014/main" id="{D0AAB99F-02BC-44D9-A37E-09F25146ADD0}"/>
              </a:ext>
            </a:extLst>
          </p:cNvPr>
          <p:cNvCxnSpPr>
            <a:cxnSpLocks/>
            <a:stCxn id="30" idx="0"/>
            <a:endCxn id="19" idx="2"/>
          </p:cNvCxnSpPr>
          <p:nvPr/>
        </p:nvCxnSpPr>
        <p:spPr bwMode="auto">
          <a:xfrm flipH="1" flipV="1">
            <a:off x="3188600" y="4554506"/>
            <a:ext cx="818" cy="371318"/>
          </a:xfrm>
          <a:prstGeom prst="line">
            <a:avLst/>
          </a:prstGeom>
          <a:noFill/>
          <a:ln w="31750" cap="flat" cmpd="sng" algn="ctr">
            <a:solidFill>
              <a:srgbClr val="FF0000"/>
            </a:solidFill>
            <a:prstDash val="solid"/>
            <a:round/>
            <a:headEnd type="none" w="med" len="med"/>
            <a:tailEnd type="none" w="med" len="med"/>
          </a:ln>
          <a:effectLst/>
        </p:spPr>
      </p:cxnSp>
      <p:pic>
        <p:nvPicPr>
          <p:cNvPr id="32" name="図 31">
            <a:extLst>
              <a:ext uri="{FF2B5EF4-FFF2-40B4-BE49-F238E27FC236}">
                <a16:creationId xmlns:a16="http://schemas.microsoft.com/office/drawing/2014/main" id="{AF0162ED-1FBD-44A9-BA70-189ED5774136}"/>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221802" y="4925824"/>
            <a:ext cx="619125" cy="704850"/>
          </a:xfrm>
          <a:prstGeom prst="rect">
            <a:avLst/>
          </a:prstGeom>
        </p:spPr>
      </p:pic>
      <p:cxnSp>
        <p:nvCxnSpPr>
          <p:cNvPr id="33" name="直線コネクタ 32">
            <a:extLst>
              <a:ext uri="{FF2B5EF4-FFF2-40B4-BE49-F238E27FC236}">
                <a16:creationId xmlns:a16="http://schemas.microsoft.com/office/drawing/2014/main" id="{992F924C-5A84-45B4-BAEA-51A2759C148D}"/>
              </a:ext>
            </a:extLst>
          </p:cNvPr>
          <p:cNvCxnSpPr>
            <a:cxnSpLocks/>
            <a:stCxn id="32" idx="0"/>
          </p:cNvCxnSpPr>
          <p:nvPr/>
        </p:nvCxnSpPr>
        <p:spPr bwMode="auto">
          <a:xfrm flipH="1" flipV="1">
            <a:off x="6530547" y="4554506"/>
            <a:ext cx="818" cy="371318"/>
          </a:xfrm>
          <a:prstGeom prst="line">
            <a:avLst/>
          </a:prstGeom>
          <a:noFill/>
          <a:ln w="31750" cap="flat" cmpd="sng" algn="ctr">
            <a:solidFill>
              <a:srgbClr val="FF0000"/>
            </a:solidFill>
            <a:prstDash val="solid"/>
            <a:round/>
            <a:headEnd type="none" w="med" len="med"/>
            <a:tailEnd type="none" w="med" len="med"/>
          </a:ln>
          <a:effectLst/>
        </p:spPr>
      </p:cxnSp>
      <p:cxnSp>
        <p:nvCxnSpPr>
          <p:cNvPr id="34" name="直線コネクタ 33">
            <a:extLst>
              <a:ext uri="{FF2B5EF4-FFF2-40B4-BE49-F238E27FC236}">
                <a16:creationId xmlns:a16="http://schemas.microsoft.com/office/drawing/2014/main" id="{113EA408-ACA9-4D64-B496-C0D8669DE3E6}"/>
              </a:ext>
            </a:extLst>
          </p:cNvPr>
          <p:cNvCxnSpPr>
            <a:cxnSpLocks/>
            <a:stCxn id="30" idx="3"/>
            <a:endCxn id="32" idx="1"/>
          </p:cNvCxnSpPr>
          <p:nvPr/>
        </p:nvCxnSpPr>
        <p:spPr bwMode="auto">
          <a:xfrm>
            <a:off x="3498980" y="5278249"/>
            <a:ext cx="2722822" cy="0"/>
          </a:xfrm>
          <a:prstGeom prst="line">
            <a:avLst/>
          </a:prstGeom>
          <a:noFill/>
          <a:ln w="31750" cap="flat" cmpd="sng" algn="ctr">
            <a:solidFill>
              <a:srgbClr val="FF0000"/>
            </a:solidFill>
            <a:prstDash val="solid"/>
            <a:round/>
            <a:headEnd type="none" w="med" len="med"/>
            <a:tailEnd type="none" w="med" len="med"/>
          </a:ln>
          <a:effectLst/>
        </p:spPr>
      </p:cxnSp>
      <p:sp>
        <p:nvSpPr>
          <p:cNvPr id="35" name="テキスト ボックス 34">
            <a:extLst>
              <a:ext uri="{FF2B5EF4-FFF2-40B4-BE49-F238E27FC236}">
                <a16:creationId xmlns:a16="http://schemas.microsoft.com/office/drawing/2014/main" id="{A9E958D8-BCD4-42A0-9885-988C3F6977C5}"/>
              </a:ext>
            </a:extLst>
          </p:cNvPr>
          <p:cNvSpPr txBox="1"/>
          <p:nvPr/>
        </p:nvSpPr>
        <p:spPr>
          <a:xfrm>
            <a:off x="4598836" y="4210471"/>
            <a:ext cx="562975" cy="338554"/>
          </a:xfrm>
          <a:prstGeom prst="rect">
            <a:avLst/>
          </a:prstGeom>
          <a:noFill/>
        </p:spPr>
        <p:txBody>
          <a:bodyPr wrap="none" rtlCol="0">
            <a:spAutoFit/>
          </a:bodyPr>
          <a:lstStyle/>
          <a:p>
            <a:pPr algn="ctr"/>
            <a:r>
              <a:rPr kumimoji="1" lang="en-US" altLang="ja-JP" dirty="0">
                <a:latin typeface="メイリオ" panose="020B0604030504040204" pitchFamily="50" charset="-128"/>
                <a:ea typeface="メイリオ" panose="020B0604030504040204" pitchFamily="50" charset="-128"/>
              </a:rPr>
              <a:t>ELB</a:t>
            </a:r>
          </a:p>
        </p:txBody>
      </p:sp>
    </p:spTree>
    <p:extLst>
      <p:ext uri="{BB962C8B-B14F-4D97-AF65-F5344CB8AC3E}">
        <p14:creationId xmlns:p14="http://schemas.microsoft.com/office/powerpoint/2010/main" val="2414304112"/>
      </p:ext>
    </p:extLst>
  </p:cSld>
  <p:clrMapOvr>
    <a:masterClrMapping/>
  </p:clrMapOvr>
  <mc:AlternateContent xmlns:mc="http://schemas.openxmlformats.org/markup-compatibility/2006" xmlns:p14="http://schemas.microsoft.com/office/powerpoint/2010/main">
    <mc:Choice Requires="p14">
      <p:transition spd="slow" p14:dur="2000" advTm="22793"/>
    </mc:Choice>
    <mc:Fallback xmlns="">
      <p:transition spd="slow" advTm="22793"/>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タイトル 1">
            <a:extLst>
              <a:ext uri="{FF2B5EF4-FFF2-40B4-BE49-F238E27FC236}">
                <a16:creationId xmlns:a16="http://schemas.microsoft.com/office/drawing/2014/main" id="{48F80BE1-D063-4240-BFC7-C8D243720250}"/>
              </a:ext>
            </a:extLst>
          </p:cNvPr>
          <p:cNvSpPr txBox="1">
            <a:spLocks/>
          </p:cNvSpPr>
          <p:nvPr/>
        </p:nvSpPr>
        <p:spPr bwMode="auto">
          <a:xfrm>
            <a:off x="631222" y="201863"/>
            <a:ext cx="8642258" cy="50208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rtl="0" fontAlgn="base">
              <a:lnSpc>
                <a:spcPct val="90000"/>
              </a:lnSpc>
              <a:spcBef>
                <a:spcPct val="0"/>
              </a:spcBef>
              <a:spcAft>
                <a:spcPct val="0"/>
              </a:spcAft>
              <a:defRPr kumimoji="1" sz="2000">
                <a:solidFill>
                  <a:schemeClr val="tx2"/>
                </a:solidFill>
                <a:latin typeface="游明朝" panose="02020400000000000000" pitchFamily="18" charset="-128"/>
                <a:ea typeface="游明朝" panose="02020400000000000000" pitchFamily="18" charset="-128"/>
                <a:cs typeface="+mj-cs"/>
              </a:defRPr>
            </a:lvl1pPr>
            <a:lvl2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2pPr>
            <a:lvl3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3pPr>
            <a:lvl4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4pPr>
            <a:lvl5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5pPr>
            <a:lvl6pPr marL="4572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6pPr>
            <a:lvl7pPr marL="9144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7pPr>
            <a:lvl8pPr marL="13716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8pPr>
            <a:lvl9pPr marL="18288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9pPr>
          </a:lstStyle>
          <a:p>
            <a:pPr algn="l">
              <a:lnSpc>
                <a:spcPct val="100000"/>
              </a:lnSpc>
            </a:pPr>
            <a:r>
              <a:rPr lang="en-US" altLang="ja-JP" sz="3000" dirty="0">
                <a:solidFill>
                  <a:schemeClr val="tx1"/>
                </a:solidFill>
                <a:latin typeface="メイリオ" panose="020B0604030504040204" pitchFamily="50" charset="-128"/>
                <a:ea typeface="メイリオ" panose="020B0604030504040204" pitchFamily="50" charset="-128"/>
              </a:rPr>
              <a:t>ELB</a:t>
            </a:r>
            <a:r>
              <a:rPr lang="ja-JP" altLang="en-US" sz="3000" dirty="0">
                <a:solidFill>
                  <a:schemeClr val="tx1"/>
                </a:solidFill>
                <a:latin typeface="メイリオ" panose="020B0604030504040204" pitchFamily="50" charset="-128"/>
                <a:ea typeface="メイリオ" panose="020B0604030504040204" pitchFamily="50" charset="-128"/>
              </a:rPr>
              <a:t>の構成</a:t>
            </a:r>
            <a:endParaRPr lang="en-US" altLang="ja-JP" sz="3000" dirty="0">
              <a:solidFill>
                <a:schemeClr val="tx1"/>
              </a:solidFill>
              <a:latin typeface="メイリオ" panose="020B0604030504040204" pitchFamily="50" charset="-128"/>
              <a:ea typeface="メイリオ" panose="020B0604030504040204" pitchFamily="50" charset="-128"/>
            </a:endParaRPr>
          </a:p>
        </p:txBody>
      </p:sp>
      <p:sp>
        <p:nvSpPr>
          <p:cNvPr id="5" name="コンテンツ プレースホルダー 2">
            <a:extLst>
              <a:ext uri="{FF2B5EF4-FFF2-40B4-BE49-F238E27FC236}">
                <a16:creationId xmlns:a16="http://schemas.microsoft.com/office/drawing/2014/main" id="{4223C7E6-23C7-4433-B315-D26905B0474C}"/>
              </a:ext>
            </a:extLst>
          </p:cNvPr>
          <p:cNvSpPr txBox="1">
            <a:spLocks/>
          </p:cNvSpPr>
          <p:nvPr/>
        </p:nvSpPr>
        <p:spPr>
          <a:xfrm>
            <a:off x="631222" y="799401"/>
            <a:ext cx="8858282" cy="325343"/>
          </a:xfrm>
          <a:prstGeom prst="rect">
            <a:avLst/>
          </a:prstGeom>
        </p:spPr>
        <p:txBody>
          <a:bodyPr vert="horz" lIns="74295" tIns="37148" rIns="74295" bIns="37148" rtlCol="0">
            <a:noAutofit/>
          </a:bodyPr>
          <a:lstStyle>
            <a:lvl1pPr marL="228600" indent="-228600" algn="l" defTabSz="914400" rtl="0" eaLnBrk="1" latinLnBrk="0" hangingPunct="1">
              <a:lnSpc>
                <a:spcPct val="90000"/>
              </a:lnSpc>
              <a:spcBef>
                <a:spcPts val="1000"/>
              </a:spcBef>
              <a:buFont typeface="Wingdings 2" pitchFamily="18" charset="2"/>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2" pitchFamily="18" charset="2"/>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2" pitchFamily="18" charset="2"/>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5pPr>
            <a:lvl6pPr marL="25146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6pPr>
            <a:lvl7pPr marL="29718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7pPr>
            <a:lvl8pPr marL="34290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8pPr>
            <a:lvl9pPr marL="38862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9pPr>
          </a:lstStyle>
          <a:p>
            <a:pPr marL="0" indent="0">
              <a:buNone/>
            </a:pPr>
            <a:r>
              <a:rPr lang="ja-JP" altLang="en-US" sz="2400" kern="0" dirty="0">
                <a:solidFill>
                  <a:srgbClr val="002060"/>
                </a:solidFill>
                <a:latin typeface="メイリオ" panose="020B0604030504040204" pitchFamily="50" charset="-128"/>
                <a:ea typeface="メイリオ" panose="020B0604030504040204" pitchFamily="50" charset="-128"/>
              </a:rPr>
              <a:t>プライベートサブネット空間にも</a:t>
            </a:r>
            <a:r>
              <a:rPr lang="en-US" altLang="ja-JP" sz="2400" kern="0" dirty="0">
                <a:solidFill>
                  <a:srgbClr val="002060"/>
                </a:solidFill>
                <a:latin typeface="メイリオ" panose="020B0604030504040204" pitchFamily="50" charset="-128"/>
                <a:ea typeface="メイリオ" panose="020B0604030504040204" pitchFamily="50" charset="-128"/>
              </a:rPr>
              <a:t>ELB</a:t>
            </a:r>
            <a:r>
              <a:rPr lang="ja-JP" altLang="en-US" sz="2400" kern="0" dirty="0">
                <a:solidFill>
                  <a:srgbClr val="002060"/>
                </a:solidFill>
                <a:latin typeface="メイリオ" panose="020B0604030504040204" pitchFamily="50" charset="-128"/>
                <a:ea typeface="メイリオ" panose="020B0604030504040204" pitchFamily="50" charset="-128"/>
              </a:rPr>
              <a:t>を利用することが可能</a:t>
            </a:r>
            <a:endParaRPr lang="en-US" altLang="ja-JP" sz="2400" kern="0" dirty="0">
              <a:solidFill>
                <a:srgbClr val="002060"/>
              </a:solidFill>
              <a:latin typeface="メイリオ" panose="020B0604030504040204" pitchFamily="50" charset="-128"/>
              <a:ea typeface="メイリオ" panose="020B0604030504040204" pitchFamily="50" charset="-128"/>
            </a:endParaRPr>
          </a:p>
        </p:txBody>
      </p:sp>
      <p:sp>
        <p:nvSpPr>
          <p:cNvPr id="13" name="正方形/長方形 12">
            <a:extLst>
              <a:ext uri="{FF2B5EF4-FFF2-40B4-BE49-F238E27FC236}">
                <a16:creationId xmlns:a16="http://schemas.microsoft.com/office/drawing/2014/main" id="{7872FBAC-FA33-45B6-8A8D-209616975D80}"/>
              </a:ext>
            </a:extLst>
          </p:cNvPr>
          <p:cNvSpPr/>
          <p:nvPr/>
        </p:nvSpPr>
        <p:spPr bwMode="auto">
          <a:xfrm>
            <a:off x="1280592" y="1700808"/>
            <a:ext cx="7200800" cy="4739305"/>
          </a:xfrm>
          <a:prstGeom prst="rect">
            <a:avLst/>
          </a:prstGeom>
          <a:solidFill>
            <a:srgbClr val="F0861E"/>
          </a:solidFill>
          <a:ln w="12700" cap="flat" cmpd="sng" algn="ctr">
            <a:no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algn="ctr"/>
            <a:r>
              <a:rPr lang="en-US" altLang="ja-JP" sz="2000" b="1" dirty="0">
                <a:solidFill>
                  <a:schemeClr val="bg1"/>
                </a:solidFill>
                <a:latin typeface="メイリオ" panose="020B0604030504040204" pitchFamily="50" charset="-128"/>
                <a:ea typeface="メイリオ" panose="020B0604030504040204" pitchFamily="50" charset="-128"/>
              </a:rPr>
              <a:t>1</a:t>
            </a:r>
            <a:r>
              <a:rPr lang="ja-JP" altLang="en-US" sz="2000" b="1" dirty="0" err="1">
                <a:solidFill>
                  <a:schemeClr val="bg1"/>
                </a:solidFill>
                <a:latin typeface="メイリオ" panose="020B0604030504040204" pitchFamily="50" charset="-128"/>
                <a:ea typeface="メイリオ" panose="020B0604030504040204" pitchFamily="50" charset="-128"/>
              </a:rPr>
              <a:t>つの</a:t>
            </a:r>
            <a:r>
              <a:rPr lang="ja-JP" altLang="en-US" sz="2000" b="1" dirty="0">
                <a:solidFill>
                  <a:schemeClr val="bg1"/>
                </a:solidFill>
                <a:latin typeface="メイリオ" panose="020B0604030504040204" pitchFamily="50" charset="-128"/>
                <a:ea typeface="メイリオ" panose="020B0604030504040204" pitchFamily="50" charset="-128"/>
              </a:rPr>
              <a:t>リージョン</a:t>
            </a:r>
            <a:endParaRPr lang="en-US" altLang="ja-JP" sz="2000" b="1" dirty="0">
              <a:solidFill>
                <a:schemeClr val="bg1"/>
              </a:solidFill>
              <a:latin typeface="メイリオ" panose="020B0604030504040204" pitchFamily="50" charset="-128"/>
              <a:ea typeface="メイリオ" panose="020B0604030504040204" pitchFamily="50" charset="-128"/>
            </a:endParaRPr>
          </a:p>
        </p:txBody>
      </p:sp>
      <p:sp>
        <p:nvSpPr>
          <p:cNvPr id="14" name="四角形: 角を丸くする 13">
            <a:extLst>
              <a:ext uri="{FF2B5EF4-FFF2-40B4-BE49-F238E27FC236}">
                <a16:creationId xmlns:a16="http://schemas.microsoft.com/office/drawing/2014/main" id="{2AC5DBF5-26D7-46A7-85EA-2048A92440DD}"/>
              </a:ext>
            </a:extLst>
          </p:cNvPr>
          <p:cNvSpPr/>
          <p:nvPr/>
        </p:nvSpPr>
        <p:spPr bwMode="auto">
          <a:xfrm>
            <a:off x="1568624" y="2276872"/>
            <a:ext cx="6696744" cy="3685294"/>
          </a:xfrm>
          <a:prstGeom prst="roundRect">
            <a:avLst/>
          </a:prstGeom>
          <a:solidFill>
            <a:schemeClr val="bg1"/>
          </a:solidFill>
          <a:ln w="12700" cap="flat" cmpd="sng" algn="ctr">
            <a:solidFill>
              <a:srgbClr val="F0861E"/>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ja-JP" altLang="en-US" sz="1600" b="0" i="0" u="none" strike="noStrike" cap="none" normalizeH="0" baseline="0">
              <a:ln>
                <a:noFill/>
              </a:ln>
              <a:solidFill>
                <a:schemeClr val="tx1"/>
              </a:solidFill>
              <a:effectLst/>
              <a:latin typeface="ＭＳ Ｐゴシック" pitchFamily="50" charset="-128"/>
              <a:ea typeface="ＭＳ Ｐゴシック" pitchFamily="50" charset="-128"/>
            </a:endParaRPr>
          </a:p>
        </p:txBody>
      </p:sp>
      <p:pic>
        <p:nvPicPr>
          <p:cNvPr id="15" name="Picture 2" descr="ãVPC ã¢ã¤ã³ã³ãã®ç»åæ¤ç´¢çµæ">
            <a:extLst>
              <a:ext uri="{FF2B5EF4-FFF2-40B4-BE49-F238E27FC236}">
                <a16:creationId xmlns:a16="http://schemas.microsoft.com/office/drawing/2014/main" id="{881F580F-A421-4F01-A883-C7080CBD10C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65194" y="1844824"/>
            <a:ext cx="936104" cy="936104"/>
          </a:xfrm>
          <a:prstGeom prst="rect">
            <a:avLst/>
          </a:prstGeom>
          <a:noFill/>
          <a:extLst>
            <a:ext uri="{909E8E84-426E-40DD-AFC4-6F175D3DCCD1}">
              <a14:hiddenFill xmlns:a14="http://schemas.microsoft.com/office/drawing/2010/main">
                <a:solidFill>
                  <a:srgbClr val="FFFFFF"/>
                </a:solidFill>
              </a14:hiddenFill>
            </a:ext>
          </a:extLst>
        </p:spPr>
      </p:pic>
      <p:sp>
        <p:nvSpPr>
          <p:cNvPr id="16" name="正方形/長方形 15">
            <a:extLst>
              <a:ext uri="{FF2B5EF4-FFF2-40B4-BE49-F238E27FC236}">
                <a16:creationId xmlns:a16="http://schemas.microsoft.com/office/drawing/2014/main" id="{5BA3480C-2B61-4185-BF1E-3F8DF9B74909}"/>
              </a:ext>
            </a:extLst>
          </p:cNvPr>
          <p:cNvSpPr/>
          <p:nvPr/>
        </p:nvSpPr>
        <p:spPr bwMode="auto">
          <a:xfrm>
            <a:off x="1820893" y="2564904"/>
            <a:ext cx="2761629" cy="3277671"/>
          </a:xfrm>
          <a:prstGeom prst="rect">
            <a:avLst/>
          </a:prstGeom>
          <a:solidFill>
            <a:srgbClr val="FFC000"/>
          </a:solidFill>
          <a:ln w="12700" cap="flat" cmpd="sng" algn="ctr">
            <a:no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altLang="ja-JP" sz="2000" b="1" dirty="0">
                <a:solidFill>
                  <a:schemeClr val="bg1"/>
                </a:solidFill>
                <a:latin typeface="メイリオ" panose="020B0604030504040204" pitchFamily="50" charset="-128"/>
                <a:ea typeface="メイリオ" panose="020B0604030504040204" pitchFamily="50" charset="-128"/>
              </a:rPr>
              <a:t>AZ</a:t>
            </a:r>
            <a:endParaRPr kumimoji="1" lang="ja-JP" altLang="en-US" sz="2000" b="1"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endParaRPr>
          </a:p>
        </p:txBody>
      </p:sp>
      <p:sp>
        <p:nvSpPr>
          <p:cNvPr id="17" name="正方形/長方形 16">
            <a:extLst>
              <a:ext uri="{FF2B5EF4-FFF2-40B4-BE49-F238E27FC236}">
                <a16:creationId xmlns:a16="http://schemas.microsoft.com/office/drawing/2014/main" id="{E5A125E3-F203-4646-B4CA-6CBCB11E88C5}"/>
              </a:ext>
            </a:extLst>
          </p:cNvPr>
          <p:cNvSpPr/>
          <p:nvPr/>
        </p:nvSpPr>
        <p:spPr bwMode="auto">
          <a:xfrm>
            <a:off x="5169024" y="2564904"/>
            <a:ext cx="2761629" cy="3277671"/>
          </a:xfrm>
          <a:prstGeom prst="rect">
            <a:avLst/>
          </a:prstGeom>
          <a:solidFill>
            <a:srgbClr val="FFC000"/>
          </a:solidFill>
          <a:ln w="12700" cap="flat" cmpd="sng" algn="ctr">
            <a:no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altLang="ja-JP" sz="2000" b="1" dirty="0">
                <a:solidFill>
                  <a:schemeClr val="bg1"/>
                </a:solidFill>
                <a:latin typeface="メイリオ" panose="020B0604030504040204" pitchFamily="50" charset="-128"/>
                <a:ea typeface="メイリオ" panose="020B0604030504040204" pitchFamily="50" charset="-128"/>
              </a:rPr>
              <a:t>AZ</a:t>
            </a:r>
            <a:endParaRPr kumimoji="1" lang="ja-JP" altLang="en-US" sz="2000" b="1"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endParaRPr>
          </a:p>
        </p:txBody>
      </p:sp>
      <p:sp>
        <p:nvSpPr>
          <p:cNvPr id="18" name="四角形: 角を丸くする 17">
            <a:extLst>
              <a:ext uri="{FF2B5EF4-FFF2-40B4-BE49-F238E27FC236}">
                <a16:creationId xmlns:a16="http://schemas.microsoft.com/office/drawing/2014/main" id="{46F17E49-1E1C-44E9-B703-E2BCA6524A8B}"/>
              </a:ext>
            </a:extLst>
          </p:cNvPr>
          <p:cNvSpPr/>
          <p:nvPr/>
        </p:nvSpPr>
        <p:spPr bwMode="auto">
          <a:xfrm>
            <a:off x="2072680" y="2852936"/>
            <a:ext cx="2304256" cy="2808108"/>
          </a:xfrm>
          <a:prstGeom prst="roundRect">
            <a:avLst/>
          </a:prstGeom>
          <a:noFill/>
          <a:ln w="12700" cap="flat" cmpd="sng" algn="ctr">
            <a:solidFill>
              <a:srgbClr val="F0861E"/>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lang="ja-JP" altLang="en-US" sz="1400" b="1" dirty="0">
                <a:solidFill>
                  <a:srgbClr val="FF0000"/>
                </a:solidFill>
                <a:latin typeface="メイリオ" panose="020B0604030504040204" pitchFamily="50" charset="-128"/>
                <a:ea typeface="メイリオ" panose="020B0604030504040204" pitchFamily="50" charset="-128"/>
              </a:rPr>
              <a:t>プライベート</a:t>
            </a:r>
            <a:r>
              <a:rPr kumimoji="1" lang="ja-JP" altLang="en-US" sz="1400" b="1"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rPr>
              <a:t>サブネット</a:t>
            </a:r>
            <a:r>
              <a:rPr kumimoji="1" lang="en-US" altLang="ja-JP" sz="1400" b="0"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rPr>
              <a:t>10.0</a:t>
            </a:r>
            <a:r>
              <a:rPr lang="en-US" altLang="ja-JP" sz="1400" dirty="0">
                <a:solidFill>
                  <a:srgbClr val="FF0000"/>
                </a:solidFill>
                <a:latin typeface="メイリオ" panose="020B0604030504040204" pitchFamily="50" charset="-128"/>
                <a:ea typeface="メイリオ" panose="020B0604030504040204" pitchFamily="50" charset="-128"/>
              </a:rPr>
              <a:t>.1</a:t>
            </a:r>
            <a:r>
              <a:rPr kumimoji="1" lang="en-US" altLang="ja-JP" sz="1400" b="0"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rPr>
              <a:t>.0</a:t>
            </a:r>
            <a:r>
              <a:rPr lang="en-US" altLang="ja-JP" sz="1400" dirty="0">
                <a:solidFill>
                  <a:srgbClr val="FF0000"/>
                </a:solidFill>
                <a:latin typeface="メイリオ" panose="020B0604030504040204" pitchFamily="50" charset="-128"/>
                <a:ea typeface="メイリオ" panose="020B0604030504040204" pitchFamily="50" charset="-128"/>
              </a:rPr>
              <a:t>/24	</a:t>
            </a:r>
            <a:endParaRPr kumimoji="1" lang="ja-JP" altLang="en-US" sz="1400" b="0"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endParaRPr>
          </a:p>
        </p:txBody>
      </p:sp>
      <p:pic>
        <p:nvPicPr>
          <p:cNvPr id="19" name="図 18" descr="音楽 が含まれている画像&#10;&#10;自動的に生成された説明">
            <a:extLst>
              <a:ext uri="{FF2B5EF4-FFF2-40B4-BE49-F238E27FC236}">
                <a16:creationId xmlns:a16="http://schemas.microsoft.com/office/drawing/2014/main" id="{FFA10481-DD86-4F11-B862-51E2A3AC0D5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750065" y="3502024"/>
            <a:ext cx="877069" cy="1052482"/>
          </a:xfrm>
          <a:prstGeom prst="rect">
            <a:avLst/>
          </a:prstGeom>
        </p:spPr>
      </p:pic>
      <p:sp>
        <p:nvSpPr>
          <p:cNvPr id="20" name="テキスト ボックス 19">
            <a:extLst>
              <a:ext uri="{FF2B5EF4-FFF2-40B4-BE49-F238E27FC236}">
                <a16:creationId xmlns:a16="http://schemas.microsoft.com/office/drawing/2014/main" id="{AE75D715-6229-4E0C-9D59-F903B4E07AAE}"/>
              </a:ext>
            </a:extLst>
          </p:cNvPr>
          <p:cNvSpPr txBox="1"/>
          <p:nvPr/>
        </p:nvSpPr>
        <p:spPr>
          <a:xfrm>
            <a:off x="2863430" y="4530606"/>
            <a:ext cx="577402" cy="338554"/>
          </a:xfrm>
          <a:prstGeom prst="rect">
            <a:avLst/>
          </a:prstGeom>
          <a:noFill/>
        </p:spPr>
        <p:txBody>
          <a:bodyPr wrap="none" rtlCol="0">
            <a:spAutoFit/>
          </a:bodyPr>
          <a:lstStyle/>
          <a:p>
            <a:pPr algn="ctr"/>
            <a:r>
              <a:rPr kumimoji="1" lang="en-US" altLang="ja-JP" dirty="0">
                <a:latin typeface="メイリオ" panose="020B0604030504040204" pitchFamily="50" charset="-128"/>
                <a:ea typeface="メイリオ" panose="020B0604030504040204" pitchFamily="50" charset="-128"/>
              </a:rPr>
              <a:t>EC2</a:t>
            </a:r>
          </a:p>
        </p:txBody>
      </p:sp>
      <p:sp>
        <p:nvSpPr>
          <p:cNvPr id="21" name="四角形: 角を丸くする 20">
            <a:extLst>
              <a:ext uri="{FF2B5EF4-FFF2-40B4-BE49-F238E27FC236}">
                <a16:creationId xmlns:a16="http://schemas.microsoft.com/office/drawing/2014/main" id="{61F1B1D0-3B5E-43E2-8774-287DE2533E71}"/>
              </a:ext>
            </a:extLst>
          </p:cNvPr>
          <p:cNvSpPr/>
          <p:nvPr/>
        </p:nvSpPr>
        <p:spPr bwMode="auto">
          <a:xfrm>
            <a:off x="5407437" y="2852936"/>
            <a:ext cx="2304256" cy="2808108"/>
          </a:xfrm>
          <a:prstGeom prst="roundRect">
            <a:avLst/>
          </a:prstGeom>
          <a:noFill/>
          <a:ln w="12700" cap="flat" cmpd="sng" algn="ctr">
            <a:solidFill>
              <a:srgbClr val="F0861E"/>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kumimoji="1" lang="ja-JP" altLang="en-US" sz="1400" b="1"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rPr>
              <a:t>プライベートサブネット</a:t>
            </a:r>
            <a:r>
              <a:rPr kumimoji="1" lang="en-US" altLang="ja-JP" sz="1400" b="0"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rPr>
              <a:t>10.0</a:t>
            </a:r>
            <a:r>
              <a:rPr lang="en-US" altLang="ja-JP" sz="1400" dirty="0">
                <a:solidFill>
                  <a:srgbClr val="FF0000"/>
                </a:solidFill>
                <a:latin typeface="メイリオ" panose="020B0604030504040204" pitchFamily="50" charset="-128"/>
                <a:ea typeface="メイリオ" panose="020B0604030504040204" pitchFamily="50" charset="-128"/>
              </a:rPr>
              <a:t>.2</a:t>
            </a:r>
            <a:r>
              <a:rPr kumimoji="1" lang="en-US" altLang="ja-JP" sz="1400" b="0"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rPr>
              <a:t>.0</a:t>
            </a:r>
            <a:r>
              <a:rPr lang="en-US" altLang="ja-JP" sz="1400" dirty="0">
                <a:solidFill>
                  <a:srgbClr val="FF0000"/>
                </a:solidFill>
                <a:latin typeface="メイリオ" panose="020B0604030504040204" pitchFamily="50" charset="-128"/>
                <a:ea typeface="メイリオ" panose="020B0604030504040204" pitchFamily="50" charset="-128"/>
              </a:rPr>
              <a:t>/24	</a:t>
            </a:r>
            <a:endParaRPr kumimoji="1" lang="ja-JP" altLang="en-US" sz="1400" b="0"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endParaRPr>
          </a:p>
        </p:txBody>
      </p:sp>
      <p:pic>
        <p:nvPicPr>
          <p:cNvPr id="22" name="図 21" descr="音楽 が含まれている画像&#10;&#10;自動的に生成された説明">
            <a:extLst>
              <a:ext uri="{FF2B5EF4-FFF2-40B4-BE49-F238E27FC236}">
                <a16:creationId xmlns:a16="http://schemas.microsoft.com/office/drawing/2014/main" id="{4BF95E3B-28A4-479F-9827-6BE085FE6B8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84822" y="3502024"/>
            <a:ext cx="877069" cy="1052482"/>
          </a:xfrm>
          <a:prstGeom prst="rect">
            <a:avLst/>
          </a:prstGeom>
        </p:spPr>
      </p:pic>
      <p:sp>
        <p:nvSpPr>
          <p:cNvPr id="23" name="テキスト ボックス 22">
            <a:extLst>
              <a:ext uri="{FF2B5EF4-FFF2-40B4-BE49-F238E27FC236}">
                <a16:creationId xmlns:a16="http://schemas.microsoft.com/office/drawing/2014/main" id="{47CD70B1-7EC9-4137-87B0-0BBC5E8280EB}"/>
              </a:ext>
            </a:extLst>
          </p:cNvPr>
          <p:cNvSpPr txBox="1"/>
          <p:nvPr/>
        </p:nvSpPr>
        <p:spPr>
          <a:xfrm>
            <a:off x="6198187" y="4530606"/>
            <a:ext cx="577402" cy="338554"/>
          </a:xfrm>
          <a:prstGeom prst="rect">
            <a:avLst/>
          </a:prstGeom>
          <a:noFill/>
        </p:spPr>
        <p:txBody>
          <a:bodyPr wrap="none" rtlCol="0">
            <a:spAutoFit/>
          </a:bodyPr>
          <a:lstStyle/>
          <a:p>
            <a:pPr algn="ctr"/>
            <a:r>
              <a:rPr kumimoji="1" lang="en-US" altLang="ja-JP" dirty="0">
                <a:latin typeface="メイリオ" panose="020B0604030504040204" pitchFamily="50" charset="-128"/>
                <a:ea typeface="メイリオ" panose="020B0604030504040204" pitchFamily="50" charset="-128"/>
              </a:rPr>
              <a:t>EC2</a:t>
            </a:r>
          </a:p>
        </p:txBody>
      </p:sp>
      <p:pic>
        <p:nvPicPr>
          <p:cNvPr id="24" name="図 23" descr="音楽 が含まれている画像&#10;&#10;自動的に生成された説明">
            <a:extLst>
              <a:ext uri="{FF2B5EF4-FFF2-40B4-BE49-F238E27FC236}">
                <a16:creationId xmlns:a16="http://schemas.microsoft.com/office/drawing/2014/main" id="{3954D8A3-7130-4B04-9A70-CA2EFEE5FAD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537179" y="3444231"/>
            <a:ext cx="666750" cy="800100"/>
          </a:xfrm>
          <a:prstGeom prst="rect">
            <a:avLst/>
          </a:prstGeom>
        </p:spPr>
      </p:pic>
      <p:pic>
        <p:nvPicPr>
          <p:cNvPr id="25" name="図 24">
            <a:extLst>
              <a:ext uri="{FF2B5EF4-FFF2-40B4-BE49-F238E27FC236}">
                <a16:creationId xmlns:a16="http://schemas.microsoft.com/office/drawing/2014/main" id="{6D28019D-CBD2-482F-8939-4147F183033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575704" y="2243336"/>
            <a:ext cx="590550" cy="609600"/>
          </a:xfrm>
          <a:prstGeom prst="rect">
            <a:avLst/>
          </a:prstGeom>
        </p:spPr>
      </p:pic>
      <p:cxnSp>
        <p:nvCxnSpPr>
          <p:cNvPr id="26" name="直線コネクタ 25">
            <a:extLst>
              <a:ext uri="{FF2B5EF4-FFF2-40B4-BE49-F238E27FC236}">
                <a16:creationId xmlns:a16="http://schemas.microsoft.com/office/drawing/2014/main" id="{41E07696-63D1-4B7C-9B2D-DB13456087AE}"/>
              </a:ext>
            </a:extLst>
          </p:cNvPr>
          <p:cNvCxnSpPr>
            <a:cxnSpLocks/>
            <a:stCxn id="19" idx="3"/>
            <a:endCxn id="24" idx="1"/>
          </p:cNvCxnSpPr>
          <p:nvPr/>
        </p:nvCxnSpPr>
        <p:spPr bwMode="auto">
          <a:xfrm flipV="1">
            <a:off x="3627134" y="3844281"/>
            <a:ext cx="910045" cy="183984"/>
          </a:xfrm>
          <a:prstGeom prst="line">
            <a:avLst/>
          </a:prstGeom>
          <a:noFill/>
          <a:ln w="31750" cap="flat" cmpd="sng" algn="ctr">
            <a:solidFill>
              <a:srgbClr val="FF0000"/>
            </a:solidFill>
            <a:prstDash val="solid"/>
            <a:round/>
            <a:headEnd type="none" w="med" len="med"/>
            <a:tailEnd type="none" w="med" len="med"/>
          </a:ln>
          <a:effectLst/>
        </p:spPr>
      </p:cxnSp>
      <p:cxnSp>
        <p:nvCxnSpPr>
          <p:cNvPr id="28" name="直線コネクタ 27">
            <a:extLst>
              <a:ext uri="{FF2B5EF4-FFF2-40B4-BE49-F238E27FC236}">
                <a16:creationId xmlns:a16="http://schemas.microsoft.com/office/drawing/2014/main" id="{ED13DEFE-C30D-4358-8A1C-FA9DD0221699}"/>
              </a:ext>
            </a:extLst>
          </p:cNvPr>
          <p:cNvCxnSpPr>
            <a:cxnSpLocks/>
            <a:stCxn id="22" idx="1"/>
            <a:endCxn id="24" idx="3"/>
          </p:cNvCxnSpPr>
          <p:nvPr/>
        </p:nvCxnSpPr>
        <p:spPr bwMode="auto">
          <a:xfrm flipH="1" flipV="1">
            <a:off x="5203929" y="3844281"/>
            <a:ext cx="880893" cy="183984"/>
          </a:xfrm>
          <a:prstGeom prst="line">
            <a:avLst/>
          </a:prstGeom>
          <a:noFill/>
          <a:ln w="31750" cap="flat" cmpd="sng" algn="ctr">
            <a:solidFill>
              <a:srgbClr val="FF0000"/>
            </a:solidFill>
            <a:prstDash val="solid"/>
            <a:round/>
            <a:headEnd type="none" w="med" len="med"/>
            <a:tailEnd type="none" w="med" len="med"/>
          </a:ln>
          <a:effectLst/>
        </p:spPr>
      </p:cxnSp>
      <p:cxnSp>
        <p:nvCxnSpPr>
          <p:cNvPr id="29" name="直線コネクタ 28">
            <a:extLst>
              <a:ext uri="{FF2B5EF4-FFF2-40B4-BE49-F238E27FC236}">
                <a16:creationId xmlns:a16="http://schemas.microsoft.com/office/drawing/2014/main" id="{87DD575C-A138-425C-83CA-7001B2D2A3CD}"/>
              </a:ext>
            </a:extLst>
          </p:cNvPr>
          <p:cNvCxnSpPr>
            <a:cxnSpLocks/>
            <a:stCxn id="24" idx="0"/>
            <a:endCxn id="25" idx="2"/>
          </p:cNvCxnSpPr>
          <p:nvPr/>
        </p:nvCxnSpPr>
        <p:spPr bwMode="auto">
          <a:xfrm flipV="1">
            <a:off x="4870554" y="2852936"/>
            <a:ext cx="425" cy="591295"/>
          </a:xfrm>
          <a:prstGeom prst="line">
            <a:avLst/>
          </a:prstGeom>
          <a:noFill/>
          <a:ln w="31750" cap="flat" cmpd="sng" algn="ctr">
            <a:solidFill>
              <a:srgbClr val="FF0000"/>
            </a:solidFill>
            <a:prstDash val="solid"/>
            <a:round/>
            <a:headEnd type="none" w="med" len="med"/>
            <a:tailEnd type="none" w="med" len="med"/>
          </a:ln>
          <a:effectLst/>
        </p:spPr>
      </p:cxnSp>
      <p:pic>
        <p:nvPicPr>
          <p:cNvPr id="30" name="図 29">
            <a:extLst>
              <a:ext uri="{FF2B5EF4-FFF2-40B4-BE49-F238E27FC236}">
                <a16:creationId xmlns:a16="http://schemas.microsoft.com/office/drawing/2014/main" id="{7A90A53D-5375-4428-BB76-9D78D1897BBD}"/>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879855" y="4925824"/>
            <a:ext cx="619125" cy="704850"/>
          </a:xfrm>
          <a:prstGeom prst="rect">
            <a:avLst/>
          </a:prstGeom>
        </p:spPr>
      </p:pic>
      <p:cxnSp>
        <p:nvCxnSpPr>
          <p:cNvPr id="31" name="直線コネクタ 30">
            <a:extLst>
              <a:ext uri="{FF2B5EF4-FFF2-40B4-BE49-F238E27FC236}">
                <a16:creationId xmlns:a16="http://schemas.microsoft.com/office/drawing/2014/main" id="{D0AAB99F-02BC-44D9-A37E-09F25146ADD0}"/>
              </a:ext>
            </a:extLst>
          </p:cNvPr>
          <p:cNvCxnSpPr>
            <a:cxnSpLocks/>
            <a:stCxn id="30" idx="0"/>
            <a:endCxn id="19" idx="2"/>
          </p:cNvCxnSpPr>
          <p:nvPr/>
        </p:nvCxnSpPr>
        <p:spPr bwMode="auto">
          <a:xfrm flipH="1" flipV="1">
            <a:off x="3188600" y="4554506"/>
            <a:ext cx="818" cy="371318"/>
          </a:xfrm>
          <a:prstGeom prst="line">
            <a:avLst/>
          </a:prstGeom>
          <a:noFill/>
          <a:ln w="31750" cap="flat" cmpd="sng" algn="ctr">
            <a:solidFill>
              <a:srgbClr val="FF0000"/>
            </a:solidFill>
            <a:prstDash val="solid"/>
            <a:round/>
            <a:headEnd type="none" w="med" len="med"/>
            <a:tailEnd type="none" w="med" len="med"/>
          </a:ln>
          <a:effectLst/>
        </p:spPr>
      </p:cxnSp>
      <p:pic>
        <p:nvPicPr>
          <p:cNvPr id="32" name="図 31">
            <a:extLst>
              <a:ext uri="{FF2B5EF4-FFF2-40B4-BE49-F238E27FC236}">
                <a16:creationId xmlns:a16="http://schemas.microsoft.com/office/drawing/2014/main" id="{AF0162ED-1FBD-44A9-BA70-189ED5774136}"/>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221802" y="4925824"/>
            <a:ext cx="619125" cy="704850"/>
          </a:xfrm>
          <a:prstGeom prst="rect">
            <a:avLst/>
          </a:prstGeom>
        </p:spPr>
      </p:pic>
      <p:cxnSp>
        <p:nvCxnSpPr>
          <p:cNvPr id="33" name="直線コネクタ 32">
            <a:extLst>
              <a:ext uri="{FF2B5EF4-FFF2-40B4-BE49-F238E27FC236}">
                <a16:creationId xmlns:a16="http://schemas.microsoft.com/office/drawing/2014/main" id="{992F924C-5A84-45B4-BAEA-51A2759C148D}"/>
              </a:ext>
            </a:extLst>
          </p:cNvPr>
          <p:cNvCxnSpPr>
            <a:cxnSpLocks/>
            <a:stCxn id="32" idx="0"/>
          </p:cNvCxnSpPr>
          <p:nvPr/>
        </p:nvCxnSpPr>
        <p:spPr bwMode="auto">
          <a:xfrm flipH="1" flipV="1">
            <a:off x="6530547" y="4554506"/>
            <a:ext cx="818" cy="371318"/>
          </a:xfrm>
          <a:prstGeom prst="line">
            <a:avLst/>
          </a:prstGeom>
          <a:noFill/>
          <a:ln w="31750" cap="flat" cmpd="sng" algn="ctr">
            <a:solidFill>
              <a:srgbClr val="FF0000"/>
            </a:solidFill>
            <a:prstDash val="solid"/>
            <a:round/>
            <a:headEnd type="none" w="med" len="med"/>
            <a:tailEnd type="none" w="med" len="med"/>
          </a:ln>
          <a:effectLst/>
        </p:spPr>
      </p:cxnSp>
      <p:cxnSp>
        <p:nvCxnSpPr>
          <p:cNvPr id="34" name="直線コネクタ 33">
            <a:extLst>
              <a:ext uri="{FF2B5EF4-FFF2-40B4-BE49-F238E27FC236}">
                <a16:creationId xmlns:a16="http://schemas.microsoft.com/office/drawing/2014/main" id="{113EA408-ACA9-4D64-B496-C0D8669DE3E6}"/>
              </a:ext>
            </a:extLst>
          </p:cNvPr>
          <p:cNvCxnSpPr>
            <a:cxnSpLocks/>
            <a:stCxn id="30" idx="3"/>
            <a:endCxn id="32" idx="1"/>
          </p:cNvCxnSpPr>
          <p:nvPr/>
        </p:nvCxnSpPr>
        <p:spPr bwMode="auto">
          <a:xfrm>
            <a:off x="3498980" y="5278249"/>
            <a:ext cx="2722822" cy="0"/>
          </a:xfrm>
          <a:prstGeom prst="line">
            <a:avLst/>
          </a:prstGeom>
          <a:noFill/>
          <a:ln w="31750" cap="flat" cmpd="sng" algn="ctr">
            <a:solidFill>
              <a:srgbClr val="FF0000"/>
            </a:solidFill>
            <a:prstDash val="solid"/>
            <a:round/>
            <a:headEnd type="none" w="med" len="med"/>
            <a:tailEnd type="none" w="med" len="med"/>
          </a:ln>
          <a:effectLst/>
        </p:spPr>
      </p:cxnSp>
      <p:sp>
        <p:nvSpPr>
          <p:cNvPr id="35" name="テキスト ボックス 34">
            <a:extLst>
              <a:ext uri="{FF2B5EF4-FFF2-40B4-BE49-F238E27FC236}">
                <a16:creationId xmlns:a16="http://schemas.microsoft.com/office/drawing/2014/main" id="{A9E958D8-BCD4-42A0-9885-988C3F6977C5}"/>
              </a:ext>
            </a:extLst>
          </p:cNvPr>
          <p:cNvSpPr txBox="1"/>
          <p:nvPr/>
        </p:nvSpPr>
        <p:spPr>
          <a:xfrm>
            <a:off x="4172439" y="4210471"/>
            <a:ext cx="1415772" cy="584775"/>
          </a:xfrm>
          <a:prstGeom prst="rect">
            <a:avLst/>
          </a:prstGeom>
          <a:noFill/>
        </p:spPr>
        <p:txBody>
          <a:bodyPr wrap="none" rtlCol="0">
            <a:spAutoFit/>
          </a:bodyPr>
          <a:lstStyle/>
          <a:p>
            <a:pPr algn="ctr"/>
            <a:r>
              <a:rPr kumimoji="1" lang="ja-JP" altLang="en-US" dirty="0">
                <a:latin typeface="メイリオ" panose="020B0604030504040204" pitchFamily="50" charset="-128"/>
                <a:ea typeface="メイリオ" panose="020B0604030504040204" pitchFamily="50" charset="-128"/>
              </a:rPr>
              <a:t>インターナル</a:t>
            </a:r>
            <a:endParaRPr kumimoji="1" lang="en-US" altLang="ja-JP" dirty="0">
              <a:latin typeface="メイリオ" panose="020B0604030504040204" pitchFamily="50" charset="-128"/>
              <a:ea typeface="メイリオ" panose="020B0604030504040204" pitchFamily="50" charset="-128"/>
            </a:endParaRPr>
          </a:p>
          <a:p>
            <a:pPr algn="ctr"/>
            <a:r>
              <a:rPr kumimoji="1" lang="en-US" altLang="ja-JP" dirty="0">
                <a:latin typeface="メイリオ" panose="020B0604030504040204" pitchFamily="50" charset="-128"/>
                <a:ea typeface="メイリオ" panose="020B0604030504040204" pitchFamily="50" charset="-128"/>
              </a:rPr>
              <a:t>EL</a:t>
            </a:r>
            <a:r>
              <a:rPr lang="en-US" altLang="ja-JP" dirty="0">
                <a:latin typeface="メイリオ" panose="020B0604030504040204" pitchFamily="50" charset="-128"/>
                <a:ea typeface="メイリオ" panose="020B0604030504040204" pitchFamily="50" charset="-128"/>
              </a:rPr>
              <a:t>B</a:t>
            </a:r>
            <a:endParaRPr kumimoji="1" lang="en-US" altLang="ja-JP"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518357328"/>
      </p:ext>
    </p:extLst>
  </p:cSld>
  <p:clrMapOvr>
    <a:masterClrMapping/>
  </p:clrMapOvr>
  <mc:AlternateContent xmlns:mc="http://schemas.openxmlformats.org/markup-compatibility/2006" xmlns:p14="http://schemas.microsoft.com/office/powerpoint/2010/main">
    <mc:Choice Requires="p14">
      <p:transition spd="slow" p14:dur="2000" advTm="19040"/>
    </mc:Choice>
    <mc:Fallback xmlns="">
      <p:transition spd="slow" advTm="19040"/>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タイトル 1">
            <a:extLst>
              <a:ext uri="{FF2B5EF4-FFF2-40B4-BE49-F238E27FC236}">
                <a16:creationId xmlns:a16="http://schemas.microsoft.com/office/drawing/2014/main" id="{48F80BE1-D063-4240-BFC7-C8D243720250}"/>
              </a:ext>
            </a:extLst>
          </p:cNvPr>
          <p:cNvSpPr txBox="1">
            <a:spLocks/>
          </p:cNvSpPr>
          <p:nvPr/>
        </p:nvSpPr>
        <p:spPr bwMode="auto">
          <a:xfrm>
            <a:off x="631222" y="201863"/>
            <a:ext cx="8642258" cy="50208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rtl="0" fontAlgn="base">
              <a:lnSpc>
                <a:spcPct val="90000"/>
              </a:lnSpc>
              <a:spcBef>
                <a:spcPct val="0"/>
              </a:spcBef>
              <a:spcAft>
                <a:spcPct val="0"/>
              </a:spcAft>
              <a:defRPr kumimoji="1" sz="2000">
                <a:solidFill>
                  <a:schemeClr val="tx2"/>
                </a:solidFill>
                <a:latin typeface="游明朝" panose="02020400000000000000" pitchFamily="18" charset="-128"/>
                <a:ea typeface="游明朝" panose="02020400000000000000" pitchFamily="18" charset="-128"/>
                <a:cs typeface="+mj-cs"/>
              </a:defRPr>
            </a:lvl1pPr>
            <a:lvl2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2pPr>
            <a:lvl3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3pPr>
            <a:lvl4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4pPr>
            <a:lvl5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5pPr>
            <a:lvl6pPr marL="4572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6pPr>
            <a:lvl7pPr marL="9144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7pPr>
            <a:lvl8pPr marL="13716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8pPr>
            <a:lvl9pPr marL="18288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9pPr>
          </a:lstStyle>
          <a:p>
            <a:pPr algn="l">
              <a:lnSpc>
                <a:spcPct val="100000"/>
              </a:lnSpc>
            </a:pPr>
            <a:r>
              <a:rPr lang="en-US" altLang="ja-JP" sz="3000" dirty="0">
                <a:solidFill>
                  <a:schemeClr val="tx1"/>
                </a:solidFill>
                <a:latin typeface="メイリオ" panose="020B0604030504040204" pitchFamily="50" charset="-128"/>
                <a:ea typeface="メイリオ" panose="020B0604030504040204" pitchFamily="50" charset="-128"/>
              </a:rPr>
              <a:t>ELB</a:t>
            </a:r>
            <a:r>
              <a:rPr lang="ja-JP" altLang="en-US" sz="3000" dirty="0">
                <a:solidFill>
                  <a:schemeClr val="tx1"/>
                </a:solidFill>
                <a:latin typeface="メイリオ" panose="020B0604030504040204" pitchFamily="50" charset="-128"/>
                <a:ea typeface="メイリオ" panose="020B0604030504040204" pitchFamily="50" charset="-128"/>
              </a:rPr>
              <a:t>の構成</a:t>
            </a:r>
            <a:endParaRPr lang="en-US" altLang="ja-JP" sz="3000" dirty="0">
              <a:solidFill>
                <a:schemeClr val="tx1"/>
              </a:solidFill>
              <a:latin typeface="メイリオ" panose="020B0604030504040204" pitchFamily="50" charset="-128"/>
              <a:ea typeface="メイリオ" panose="020B0604030504040204" pitchFamily="50" charset="-128"/>
            </a:endParaRPr>
          </a:p>
        </p:txBody>
      </p:sp>
      <p:sp>
        <p:nvSpPr>
          <p:cNvPr id="5" name="コンテンツ プレースホルダー 2">
            <a:extLst>
              <a:ext uri="{FF2B5EF4-FFF2-40B4-BE49-F238E27FC236}">
                <a16:creationId xmlns:a16="http://schemas.microsoft.com/office/drawing/2014/main" id="{4223C7E6-23C7-4433-B315-D26905B0474C}"/>
              </a:ext>
            </a:extLst>
          </p:cNvPr>
          <p:cNvSpPr txBox="1">
            <a:spLocks/>
          </p:cNvSpPr>
          <p:nvPr/>
        </p:nvSpPr>
        <p:spPr>
          <a:xfrm>
            <a:off x="631222" y="799401"/>
            <a:ext cx="8858282" cy="325343"/>
          </a:xfrm>
          <a:prstGeom prst="rect">
            <a:avLst/>
          </a:prstGeom>
        </p:spPr>
        <p:txBody>
          <a:bodyPr vert="horz" lIns="74295" tIns="37148" rIns="74295" bIns="37148" rtlCol="0">
            <a:noAutofit/>
          </a:bodyPr>
          <a:lstStyle>
            <a:lvl1pPr marL="228600" indent="-228600" algn="l" defTabSz="914400" rtl="0" eaLnBrk="1" latinLnBrk="0" hangingPunct="1">
              <a:lnSpc>
                <a:spcPct val="90000"/>
              </a:lnSpc>
              <a:spcBef>
                <a:spcPts val="1000"/>
              </a:spcBef>
              <a:buFont typeface="Wingdings 2" pitchFamily="18" charset="2"/>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2" pitchFamily="18" charset="2"/>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2" pitchFamily="18" charset="2"/>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5pPr>
            <a:lvl6pPr marL="25146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6pPr>
            <a:lvl7pPr marL="29718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7pPr>
            <a:lvl8pPr marL="34290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8pPr>
            <a:lvl9pPr marL="38862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9pPr>
          </a:lstStyle>
          <a:p>
            <a:pPr marL="0" indent="0">
              <a:buNone/>
            </a:pPr>
            <a:r>
              <a:rPr lang="ja-JP" altLang="en-US" sz="2400" kern="0" dirty="0">
                <a:solidFill>
                  <a:srgbClr val="002060"/>
                </a:solidFill>
                <a:latin typeface="メイリオ" panose="020B0604030504040204" pitchFamily="50" charset="-128"/>
                <a:ea typeface="メイリオ" panose="020B0604030504040204" pitchFamily="50" charset="-128"/>
              </a:rPr>
              <a:t>プライベートサブネットに対してパブリックネットワークとつながった</a:t>
            </a:r>
            <a:r>
              <a:rPr lang="en-US" altLang="ja-JP" sz="2400" kern="0" dirty="0">
                <a:solidFill>
                  <a:srgbClr val="002060"/>
                </a:solidFill>
                <a:latin typeface="メイリオ" panose="020B0604030504040204" pitchFamily="50" charset="-128"/>
                <a:ea typeface="メイリオ" panose="020B0604030504040204" pitchFamily="50" charset="-128"/>
              </a:rPr>
              <a:t>ELB</a:t>
            </a:r>
            <a:r>
              <a:rPr lang="ja-JP" altLang="en-US" sz="2400" kern="0" dirty="0">
                <a:solidFill>
                  <a:srgbClr val="002060"/>
                </a:solidFill>
                <a:latin typeface="メイリオ" panose="020B0604030504040204" pitchFamily="50" charset="-128"/>
                <a:ea typeface="メイリオ" panose="020B0604030504040204" pitchFamily="50" charset="-128"/>
              </a:rPr>
              <a:t>を構成してトラフィック分散させることも可能</a:t>
            </a:r>
            <a:endParaRPr lang="en-US" altLang="ja-JP" sz="2400" kern="0" dirty="0">
              <a:solidFill>
                <a:srgbClr val="002060"/>
              </a:solidFill>
              <a:latin typeface="メイリオ" panose="020B0604030504040204" pitchFamily="50" charset="-128"/>
              <a:ea typeface="メイリオ" panose="020B0604030504040204" pitchFamily="50" charset="-128"/>
            </a:endParaRPr>
          </a:p>
        </p:txBody>
      </p:sp>
      <p:pic>
        <p:nvPicPr>
          <p:cNvPr id="4" name="Picture 3">
            <a:extLst>
              <a:ext uri="{FF2B5EF4-FFF2-40B4-BE49-F238E27FC236}">
                <a16:creationId xmlns:a16="http://schemas.microsoft.com/office/drawing/2014/main" id="{D72E2487-A430-4472-AECD-33B5D4A2D75C}"/>
              </a:ext>
            </a:extLst>
          </p:cNvPr>
          <p:cNvPicPr>
            <a:picLocks noChangeAspect="1"/>
          </p:cNvPicPr>
          <p:nvPr/>
        </p:nvPicPr>
        <p:blipFill>
          <a:blip r:embed="rId3"/>
          <a:stretch>
            <a:fillRect/>
          </a:stretch>
        </p:blipFill>
        <p:spPr>
          <a:xfrm>
            <a:off x="990056" y="1484784"/>
            <a:ext cx="7925887" cy="5228070"/>
          </a:xfrm>
          <a:prstGeom prst="rect">
            <a:avLst/>
          </a:prstGeom>
        </p:spPr>
      </p:pic>
    </p:spTree>
    <p:extLst>
      <p:ext uri="{BB962C8B-B14F-4D97-AF65-F5344CB8AC3E}">
        <p14:creationId xmlns:p14="http://schemas.microsoft.com/office/powerpoint/2010/main" val="3836062044"/>
      </p:ext>
    </p:extLst>
  </p:cSld>
  <p:clrMapOvr>
    <a:masterClrMapping/>
  </p:clrMapOvr>
  <mc:AlternateContent xmlns:mc="http://schemas.openxmlformats.org/markup-compatibility/2006" xmlns:p14="http://schemas.microsoft.com/office/powerpoint/2010/main">
    <mc:Choice Requires="p14">
      <p:transition spd="slow" p14:dur="2000" advTm="16582"/>
    </mc:Choice>
    <mc:Fallback xmlns="">
      <p:transition spd="slow" advTm="16582"/>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タイトル 1">
            <a:extLst>
              <a:ext uri="{FF2B5EF4-FFF2-40B4-BE49-F238E27FC236}">
                <a16:creationId xmlns:a16="http://schemas.microsoft.com/office/drawing/2014/main" id="{48F80BE1-D063-4240-BFC7-C8D243720250}"/>
              </a:ext>
            </a:extLst>
          </p:cNvPr>
          <p:cNvSpPr txBox="1">
            <a:spLocks/>
          </p:cNvSpPr>
          <p:nvPr/>
        </p:nvSpPr>
        <p:spPr bwMode="auto">
          <a:xfrm>
            <a:off x="631222" y="201863"/>
            <a:ext cx="8642258" cy="50208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rtl="0" fontAlgn="base">
              <a:lnSpc>
                <a:spcPct val="90000"/>
              </a:lnSpc>
              <a:spcBef>
                <a:spcPct val="0"/>
              </a:spcBef>
              <a:spcAft>
                <a:spcPct val="0"/>
              </a:spcAft>
              <a:defRPr kumimoji="1" sz="2000">
                <a:solidFill>
                  <a:schemeClr val="tx2"/>
                </a:solidFill>
                <a:latin typeface="游明朝" panose="02020400000000000000" pitchFamily="18" charset="-128"/>
                <a:ea typeface="游明朝" panose="02020400000000000000" pitchFamily="18" charset="-128"/>
                <a:cs typeface="+mj-cs"/>
              </a:defRPr>
            </a:lvl1pPr>
            <a:lvl2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2pPr>
            <a:lvl3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3pPr>
            <a:lvl4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4pPr>
            <a:lvl5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5pPr>
            <a:lvl6pPr marL="4572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6pPr>
            <a:lvl7pPr marL="9144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7pPr>
            <a:lvl8pPr marL="13716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8pPr>
            <a:lvl9pPr marL="18288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9pPr>
          </a:lstStyle>
          <a:p>
            <a:pPr algn="l">
              <a:lnSpc>
                <a:spcPct val="100000"/>
              </a:lnSpc>
            </a:pPr>
            <a:r>
              <a:rPr lang="en-US" altLang="ja-JP" sz="3000" dirty="0">
                <a:solidFill>
                  <a:schemeClr val="tx1"/>
                </a:solidFill>
                <a:latin typeface="メイリオ" panose="020B0604030504040204" pitchFamily="50" charset="-128"/>
                <a:ea typeface="メイリオ" panose="020B0604030504040204" pitchFamily="50" charset="-128"/>
              </a:rPr>
              <a:t>ELB</a:t>
            </a:r>
            <a:r>
              <a:rPr lang="ja-JP" altLang="en-US" sz="3000" dirty="0">
                <a:solidFill>
                  <a:schemeClr val="tx1"/>
                </a:solidFill>
                <a:latin typeface="メイリオ" panose="020B0604030504040204" pitchFamily="50" charset="-128"/>
                <a:ea typeface="メイリオ" panose="020B0604030504040204" pitchFamily="50" charset="-128"/>
              </a:rPr>
              <a:t>のタイプ</a:t>
            </a:r>
            <a:endParaRPr lang="en-US" altLang="ja-JP" sz="3000" dirty="0">
              <a:solidFill>
                <a:schemeClr val="tx1"/>
              </a:solidFill>
              <a:latin typeface="メイリオ" panose="020B0604030504040204" pitchFamily="50" charset="-128"/>
              <a:ea typeface="メイリオ" panose="020B0604030504040204" pitchFamily="50" charset="-128"/>
            </a:endParaRPr>
          </a:p>
        </p:txBody>
      </p:sp>
      <p:sp>
        <p:nvSpPr>
          <p:cNvPr id="5" name="コンテンツ プレースホルダー 2">
            <a:extLst>
              <a:ext uri="{FF2B5EF4-FFF2-40B4-BE49-F238E27FC236}">
                <a16:creationId xmlns:a16="http://schemas.microsoft.com/office/drawing/2014/main" id="{4223C7E6-23C7-4433-B315-D26905B0474C}"/>
              </a:ext>
            </a:extLst>
          </p:cNvPr>
          <p:cNvSpPr txBox="1">
            <a:spLocks/>
          </p:cNvSpPr>
          <p:nvPr/>
        </p:nvSpPr>
        <p:spPr>
          <a:xfrm>
            <a:off x="631222" y="799401"/>
            <a:ext cx="8858282" cy="325343"/>
          </a:xfrm>
          <a:prstGeom prst="rect">
            <a:avLst/>
          </a:prstGeom>
        </p:spPr>
        <p:txBody>
          <a:bodyPr vert="horz" lIns="74295" tIns="37148" rIns="74295" bIns="37148" rtlCol="0">
            <a:noAutofit/>
          </a:bodyPr>
          <a:lstStyle>
            <a:lvl1pPr marL="228600" indent="-228600" algn="l" defTabSz="914400" rtl="0" eaLnBrk="1" latinLnBrk="0" hangingPunct="1">
              <a:lnSpc>
                <a:spcPct val="90000"/>
              </a:lnSpc>
              <a:spcBef>
                <a:spcPts val="1000"/>
              </a:spcBef>
              <a:buFont typeface="Wingdings 2" pitchFamily="18" charset="2"/>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2" pitchFamily="18" charset="2"/>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2" pitchFamily="18" charset="2"/>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5pPr>
            <a:lvl6pPr marL="25146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6pPr>
            <a:lvl7pPr marL="29718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7pPr>
            <a:lvl8pPr marL="34290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8pPr>
            <a:lvl9pPr marL="38862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9pPr>
          </a:lstStyle>
          <a:p>
            <a:pPr marL="0" indent="0">
              <a:buNone/>
            </a:pPr>
            <a:r>
              <a:rPr lang="ja-JP" altLang="en-US" sz="2400" kern="0" dirty="0">
                <a:solidFill>
                  <a:srgbClr val="002060"/>
                </a:solidFill>
                <a:latin typeface="メイリオ" panose="020B0604030504040204" pitchFamily="50" charset="-128"/>
                <a:ea typeface="メイリオ" panose="020B0604030504040204" pitchFamily="50" charset="-128"/>
              </a:rPr>
              <a:t>現在利用できるロードバランサーは</a:t>
            </a:r>
            <a:r>
              <a:rPr lang="en-US" altLang="ja-JP" sz="2400" kern="0" dirty="0">
                <a:solidFill>
                  <a:srgbClr val="002060"/>
                </a:solidFill>
                <a:latin typeface="メイリオ" panose="020B0604030504040204" pitchFamily="50" charset="-128"/>
                <a:ea typeface="メイリオ" panose="020B0604030504040204" pitchFamily="50" charset="-128"/>
              </a:rPr>
              <a:t>3</a:t>
            </a:r>
            <a:r>
              <a:rPr lang="ja-JP" altLang="en-US" sz="2400" kern="0" dirty="0">
                <a:solidFill>
                  <a:srgbClr val="002060"/>
                </a:solidFill>
                <a:latin typeface="メイリオ" panose="020B0604030504040204" pitchFamily="50" charset="-128"/>
                <a:ea typeface="メイリオ" panose="020B0604030504040204" pitchFamily="50" charset="-128"/>
              </a:rPr>
              <a:t>タイプで用途に応じて使い分ける</a:t>
            </a:r>
            <a:endParaRPr lang="en-US" altLang="ja-JP" sz="2400" kern="0" dirty="0">
              <a:solidFill>
                <a:srgbClr val="002060"/>
              </a:solidFill>
              <a:latin typeface="メイリオ" panose="020B0604030504040204" pitchFamily="50" charset="-128"/>
              <a:ea typeface="メイリオ" panose="020B0604030504040204" pitchFamily="50" charset="-128"/>
            </a:endParaRPr>
          </a:p>
        </p:txBody>
      </p:sp>
      <p:sp>
        <p:nvSpPr>
          <p:cNvPr id="3" name="コンテンツ プレースホルダー 2">
            <a:extLst>
              <a:ext uri="{FF2B5EF4-FFF2-40B4-BE49-F238E27FC236}">
                <a16:creationId xmlns:a16="http://schemas.microsoft.com/office/drawing/2014/main" id="{D3F3B9F3-55DE-45E1-8030-20B47E116108}"/>
              </a:ext>
            </a:extLst>
          </p:cNvPr>
          <p:cNvSpPr txBox="1">
            <a:spLocks/>
          </p:cNvSpPr>
          <p:nvPr/>
        </p:nvSpPr>
        <p:spPr bwMode="auto">
          <a:xfrm>
            <a:off x="3512840" y="1556792"/>
            <a:ext cx="5328592" cy="1621822"/>
          </a:xfrm>
          <a:prstGeom prst="rect">
            <a:avLst/>
          </a:prstGeom>
          <a:solidFill>
            <a:schemeClr val="bg1"/>
          </a:solidFill>
          <a:ln w="9525">
            <a:solidFill>
              <a:srgbClr val="F0861E"/>
            </a:solid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r>
              <a:rPr lang="ja-JP" altLang="en-US" sz="1200" kern="0" dirty="0">
                <a:latin typeface="メイリオ" panose="020B0604030504040204" pitchFamily="50" charset="-128"/>
                <a:ea typeface="メイリオ" panose="020B0604030504040204" pitchFamily="50" charset="-128"/>
              </a:rPr>
              <a:t>レイヤー</a:t>
            </a:r>
            <a:r>
              <a:rPr lang="en-US" altLang="ja-JP" sz="1200" kern="0" dirty="0">
                <a:latin typeface="メイリオ" panose="020B0604030504040204" pitchFamily="50" charset="-128"/>
                <a:ea typeface="メイリオ" panose="020B0604030504040204" pitchFamily="50" charset="-128"/>
              </a:rPr>
              <a:t>4</a:t>
            </a:r>
            <a:r>
              <a:rPr lang="ja-JP" altLang="en-US" sz="1200" kern="0" dirty="0">
                <a:latin typeface="メイリオ" panose="020B0604030504040204" pitchFamily="50" charset="-128"/>
                <a:ea typeface="メイリオ" panose="020B0604030504040204" pitchFamily="50" charset="-128"/>
              </a:rPr>
              <a:t>と</a:t>
            </a:r>
            <a:r>
              <a:rPr lang="en-US" altLang="ja-JP" sz="1200" kern="0" dirty="0">
                <a:latin typeface="メイリオ" panose="020B0604030504040204" pitchFamily="50" charset="-128"/>
                <a:ea typeface="メイリオ" panose="020B0604030504040204" pitchFamily="50" charset="-128"/>
              </a:rPr>
              <a:t>7</a:t>
            </a:r>
            <a:r>
              <a:rPr lang="ja-JP" altLang="en-US" sz="1200" kern="0" dirty="0">
                <a:latin typeface="メイリオ" panose="020B0604030504040204" pitchFamily="50" charset="-128"/>
                <a:ea typeface="メイリオ" panose="020B0604030504040204" pitchFamily="50" charset="-128"/>
              </a:rPr>
              <a:t>に対応しており、</a:t>
            </a:r>
            <a:r>
              <a:rPr lang="en-US" altLang="ja-JP" sz="1200" b="0" i="0" dirty="0">
                <a:effectLst/>
                <a:latin typeface="メイリオ" panose="020B0604030504040204" pitchFamily="50" charset="-128"/>
                <a:ea typeface="メイリオ" panose="020B0604030504040204" pitchFamily="50" charset="-128"/>
              </a:rPr>
              <a:t>TCP,SSL,HTTP,HTTPS</a:t>
            </a:r>
            <a:r>
              <a:rPr lang="ja-JP" altLang="en-US" sz="1200" b="0" i="0" dirty="0">
                <a:effectLst/>
                <a:latin typeface="メイリオ" panose="020B0604030504040204" pitchFamily="50" charset="-128"/>
                <a:ea typeface="メイリオ" panose="020B0604030504040204" pitchFamily="50" charset="-128"/>
              </a:rPr>
              <a:t>リスナーを利用</a:t>
            </a:r>
            <a:endParaRPr lang="en-US" altLang="ja-JP" sz="1200" b="0" i="0" dirty="0">
              <a:effectLst/>
              <a:latin typeface="メイリオ" panose="020B0604030504040204" pitchFamily="50" charset="-128"/>
              <a:ea typeface="メイリオ" panose="020B0604030504040204" pitchFamily="50" charset="-128"/>
            </a:endParaRPr>
          </a:p>
          <a:p>
            <a:r>
              <a:rPr lang="ja-JP" altLang="en-US" sz="1200" kern="0" dirty="0">
                <a:latin typeface="メイリオ" panose="020B0604030504040204" pitchFamily="50" charset="-128"/>
                <a:ea typeface="メイリオ" panose="020B0604030504040204" pitchFamily="50" charset="-128"/>
              </a:rPr>
              <a:t>古いタイプなので</a:t>
            </a:r>
            <a:r>
              <a:rPr lang="en-US" altLang="ja-JP" sz="1200" kern="0" dirty="0">
                <a:latin typeface="メイリオ" panose="020B0604030504040204" pitchFamily="50" charset="-128"/>
                <a:ea typeface="メイリオ" panose="020B0604030504040204" pitchFamily="50" charset="-128"/>
              </a:rPr>
              <a:t>ALB</a:t>
            </a:r>
            <a:r>
              <a:rPr lang="ja-JP" altLang="en-US" sz="1200" kern="0" dirty="0">
                <a:latin typeface="メイリオ" panose="020B0604030504040204" pitchFamily="50" charset="-128"/>
                <a:ea typeface="メイリオ" panose="020B0604030504040204" pitchFamily="50" charset="-128"/>
              </a:rPr>
              <a:t>／</a:t>
            </a:r>
            <a:r>
              <a:rPr lang="en-US" altLang="ja-JP" sz="1200" kern="0" dirty="0">
                <a:latin typeface="メイリオ" panose="020B0604030504040204" pitchFamily="50" charset="-128"/>
                <a:ea typeface="メイリオ" panose="020B0604030504040204" pitchFamily="50" charset="-128"/>
              </a:rPr>
              <a:t>NLB</a:t>
            </a:r>
            <a:r>
              <a:rPr lang="ja-JP" altLang="en-US" sz="1200" kern="0" dirty="0">
                <a:latin typeface="メイリオ" panose="020B0604030504040204" pitchFamily="50" charset="-128"/>
                <a:ea typeface="メイリオ" panose="020B0604030504040204" pitchFamily="50" charset="-128"/>
              </a:rPr>
              <a:t>の利用を優先する。</a:t>
            </a:r>
            <a:endParaRPr lang="en-US" altLang="ja-JP" sz="1200" kern="0" dirty="0">
              <a:latin typeface="メイリオ" panose="020B0604030504040204" pitchFamily="50" charset="-128"/>
              <a:ea typeface="メイリオ" panose="020B0604030504040204" pitchFamily="50" charset="-128"/>
            </a:endParaRPr>
          </a:p>
          <a:p>
            <a:r>
              <a:rPr lang="ja-JP" altLang="en-US" sz="1200" kern="0" dirty="0">
                <a:latin typeface="メイリオ" panose="020B0604030504040204" pitchFamily="50" charset="-128"/>
                <a:ea typeface="メイリオ" panose="020B0604030504040204" pitchFamily="50" charset="-128"/>
              </a:rPr>
              <a:t>データ転送（</a:t>
            </a:r>
            <a:r>
              <a:rPr lang="en-US" altLang="ja-JP" sz="1200" kern="0" dirty="0">
                <a:latin typeface="メイリオ" panose="020B0604030504040204" pitchFamily="50" charset="-128"/>
                <a:ea typeface="メイリオ" panose="020B0604030504040204" pitchFamily="50" charset="-128"/>
              </a:rPr>
              <a:t>GB</a:t>
            </a:r>
            <a:r>
              <a:rPr lang="ja-JP" altLang="en-US" sz="1200" kern="0" dirty="0">
                <a:latin typeface="メイリオ" panose="020B0604030504040204" pitchFamily="50" charset="-128"/>
                <a:ea typeface="メイリオ" panose="020B0604030504040204" pitchFamily="50" charset="-128"/>
              </a:rPr>
              <a:t>単位）に応じて課金される。</a:t>
            </a:r>
            <a:endParaRPr lang="en-US" altLang="ja-JP" sz="1200" kern="0" dirty="0">
              <a:latin typeface="メイリオ" panose="020B0604030504040204" pitchFamily="50" charset="-128"/>
              <a:ea typeface="メイリオ" panose="020B0604030504040204" pitchFamily="50" charset="-128"/>
            </a:endParaRPr>
          </a:p>
          <a:p>
            <a:r>
              <a:rPr lang="en-US" altLang="ja-JP" sz="1200" kern="0" dirty="0">
                <a:latin typeface="メイリオ" panose="020B0604030504040204" pitchFamily="50" charset="-128"/>
                <a:ea typeface="メイリオ" panose="020B0604030504040204" pitchFamily="50" charset="-128"/>
              </a:rPr>
              <a:t>IP</a:t>
            </a:r>
            <a:r>
              <a:rPr lang="ja-JP" altLang="en-US" sz="1200" kern="0" dirty="0">
                <a:latin typeface="メイリオ" panose="020B0604030504040204" pitchFamily="50" charset="-128"/>
                <a:ea typeface="メイリオ" panose="020B0604030504040204" pitchFamily="50" charset="-128"/>
              </a:rPr>
              <a:t>アドレスが可変であるため、指定時に</a:t>
            </a:r>
            <a:r>
              <a:rPr lang="en-US" altLang="ja-JP" sz="1200" kern="0" dirty="0">
                <a:latin typeface="メイリオ" panose="020B0604030504040204" pitchFamily="50" charset="-128"/>
                <a:ea typeface="メイリオ" panose="020B0604030504040204" pitchFamily="50" charset="-128"/>
              </a:rPr>
              <a:t>DNS</a:t>
            </a:r>
            <a:r>
              <a:rPr lang="ja-JP" altLang="en-US" sz="1200" kern="0" dirty="0">
                <a:latin typeface="メイリオ" panose="020B0604030504040204" pitchFamily="50" charset="-128"/>
                <a:ea typeface="メイリオ" panose="020B0604030504040204" pitchFamily="50" charset="-128"/>
              </a:rPr>
              <a:t>のみ利用可能</a:t>
            </a:r>
            <a:endParaRPr lang="en-US" altLang="ja-JP" sz="1200" kern="0" dirty="0">
              <a:latin typeface="メイリオ" panose="020B0604030504040204" pitchFamily="50" charset="-128"/>
              <a:ea typeface="メイリオ" panose="020B0604030504040204" pitchFamily="50" charset="-128"/>
            </a:endParaRPr>
          </a:p>
        </p:txBody>
      </p:sp>
      <p:sp>
        <p:nvSpPr>
          <p:cNvPr id="4" name="コンテンツ プレースホルダー 2">
            <a:extLst>
              <a:ext uri="{FF2B5EF4-FFF2-40B4-BE49-F238E27FC236}">
                <a16:creationId xmlns:a16="http://schemas.microsoft.com/office/drawing/2014/main" id="{AD71890A-A8C4-4BCF-8A64-DD0BCCE87310}"/>
              </a:ext>
            </a:extLst>
          </p:cNvPr>
          <p:cNvSpPr txBox="1">
            <a:spLocks/>
          </p:cNvSpPr>
          <p:nvPr/>
        </p:nvSpPr>
        <p:spPr bwMode="auto">
          <a:xfrm>
            <a:off x="1208584" y="1556792"/>
            <a:ext cx="2232248" cy="1621822"/>
          </a:xfrm>
          <a:prstGeom prst="rect">
            <a:avLst/>
          </a:prstGeom>
          <a:solidFill>
            <a:srgbClr val="F0861E"/>
          </a:solidFill>
          <a:ln w="9525">
            <a:no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pPr algn="ctr"/>
            <a:r>
              <a:rPr lang="en-US" altLang="ja-JP" b="1" kern="0" dirty="0">
                <a:solidFill>
                  <a:schemeClr val="bg1"/>
                </a:solidFill>
                <a:latin typeface="メイリオ" panose="020B0604030504040204" pitchFamily="50" charset="-128"/>
                <a:ea typeface="メイリオ" panose="020B0604030504040204" pitchFamily="50" charset="-128"/>
              </a:rPr>
              <a:t>Classic Load Balancer</a:t>
            </a:r>
          </a:p>
          <a:p>
            <a:pPr algn="ctr"/>
            <a:r>
              <a:rPr lang="ja-JP" altLang="en-US" b="1" kern="0" dirty="0">
                <a:solidFill>
                  <a:schemeClr val="bg1"/>
                </a:solidFill>
                <a:latin typeface="メイリオ" panose="020B0604030504040204" pitchFamily="50" charset="-128"/>
                <a:ea typeface="メイリオ" panose="020B0604030504040204" pitchFamily="50" charset="-128"/>
              </a:rPr>
              <a:t>（</a:t>
            </a:r>
            <a:r>
              <a:rPr lang="en-US" altLang="ja-JP" b="1" kern="0" dirty="0">
                <a:solidFill>
                  <a:schemeClr val="bg1"/>
                </a:solidFill>
                <a:latin typeface="メイリオ" panose="020B0604030504040204" pitchFamily="50" charset="-128"/>
                <a:ea typeface="メイリオ" panose="020B0604030504040204" pitchFamily="50" charset="-128"/>
              </a:rPr>
              <a:t>CLB</a:t>
            </a:r>
            <a:r>
              <a:rPr lang="ja-JP" altLang="en-US" b="1" kern="0" dirty="0">
                <a:solidFill>
                  <a:schemeClr val="bg1"/>
                </a:solidFill>
                <a:latin typeface="メイリオ" panose="020B0604030504040204" pitchFamily="50" charset="-128"/>
                <a:ea typeface="メイリオ" panose="020B0604030504040204" pitchFamily="50" charset="-128"/>
              </a:rPr>
              <a:t>）</a:t>
            </a:r>
            <a:endParaRPr lang="en-US" altLang="ja-JP" b="1" kern="0" dirty="0">
              <a:solidFill>
                <a:schemeClr val="bg1"/>
              </a:solidFill>
              <a:latin typeface="メイリオ" panose="020B0604030504040204" pitchFamily="50" charset="-128"/>
              <a:ea typeface="メイリオ" panose="020B0604030504040204" pitchFamily="50" charset="-128"/>
            </a:endParaRPr>
          </a:p>
        </p:txBody>
      </p:sp>
      <p:sp>
        <p:nvSpPr>
          <p:cNvPr id="12" name="コンテンツ プレースホルダー 2">
            <a:extLst>
              <a:ext uri="{FF2B5EF4-FFF2-40B4-BE49-F238E27FC236}">
                <a16:creationId xmlns:a16="http://schemas.microsoft.com/office/drawing/2014/main" id="{1D6341E1-20EE-4FBB-A0A0-51841FDF1A5D}"/>
              </a:ext>
            </a:extLst>
          </p:cNvPr>
          <p:cNvSpPr txBox="1">
            <a:spLocks/>
          </p:cNvSpPr>
          <p:nvPr/>
        </p:nvSpPr>
        <p:spPr bwMode="auto">
          <a:xfrm>
            <a:off x="3512840" y="3247338"/>
            <a:ext cx="5328592" cy="1621822"/>
          </a:xfrm>
          <a:prstGeom prst="rect">
            <a:avLst/>
          </a:prstGeom>
          <a:solidFill>
            <a:schemeClr val="bg1"/>
          </a:solidFill>
          <a:ln w="9525">
            <a:solidFill>
              <a:srgbClr val="F0861E"/>
            </a:solid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r>
              <a:rPr lang="ja-JP" altLang="en-US" sz="1200" b="0" i="0" kern="0" dirty="0">
                <a:effectLst/>
                <a:latin typeface="メイリオ" panose="020B0604030504040204" pitchFamily="50" charset="-128"/>
                <a:ea typeface="メイリオ" panose="020B0604030504040204" pitchFamily="50" charset="-128"/>
              </a:rPr>
              <a:t>レイヤー７に対応し</a:t>
            </a:r>
            <a:r>
              <a:rPr lang="en-US" altLang="ja-JP" sz="1200" b="0" i="0" kern="0" dirty="0">
                <a:effectLst/>
                <a:latin typeface="メイリオ" panose="020B0604030504040204" pitchFamily="50" charset="-128"/>
                <a:ea typeface="メイリオ" panose="020B0604030504040204" pitchFamily="50" charset="-128"/>
              </a:rPr>
              <a:t>HTTP</a:t>
            </a:r>
            <a:r>
              <a:rPr lang="ja-JP" altLang="en-US" sz="1200" b="0" i="0" kern="0" dirty="0">
                <a:effectLst/>
                <a:latin typeface="メイリオ" panose="020B0604030504040204" pitchFamily="50" charset="-128"/>
                <a:ea typeface="メイリオ" panose="020B0604030504040204" pitchFamily="50" charset="-128"/>
              </a:rPr>
              <a:t>／</a:t>
            </a:r>
            <a:r>
              <a:rPr lang="en-US" altLang="ja-JP" sz="1200" b="0" i="0" kern="0" dirty="0">
                <a:effectLst/>
                <a:latin typeface="メイリオ" panose="020B0604030504040204" pitchFamily="50" charset="-128"/>
                <a:ea typeface="メイリオ" panose="020B0604030504040204" pitchFamily="50" charset="-128"/>
              </a:rPr>
              <a:t>HTTPS</a:t>
            </a:r>
            <a:r>
              <a:rPr lang="ja-JP" altLang="en-US" sz="1200" b="0" i="0" kern="0" dirty="0">
                <a:effectLst/>
                <a:latin typeface="メイリオ" panose="020B0604030504040204" pitchFamily="50" charset="-128"/>
                <a:ea typeface="メイリオ" panose="020B0604030504040204" pitchFamily="50" charset="-128"/>
              </a:rPr>
              <a:t>リスナーに対応</a:t>
            </a:r>
            <a:endParaRPr lang="en-US" altLang="ja-JP" sz="1200" b="0" i="0" kern="0" dirty="0">
              <a:effectLst/>
              <a:latin typeface="メイリオ" panose="020B0604030504040204" pitchFamily="50" charset="-128"/>
              <a:ea typeface="メイリオ" panose="020B0604030504040204" pitchFamily="50" charset="-128"/>
            </a:endParaRPr>
          </a:p>
          <a:p>
            <a:r>
              <a:rPr lang="ja-JP" altLang="en-US" sz="1200" kern="0" dirty="0">
                <a:latin typeface="メイリオ" panose="020B0604030504040204" pitchFamily="50" charset="-128"/>
                <a:ea typeface="メイリオ" panose="020B0604030504040204" pitchFamily="50" charset="-128"/>
              </a:rPr>
              <a:t>パスルーティングが利用可能</a:t>
            </a:r>
            <a:endParaRPr lang="en-US" altLang="ja-JP" sz="1200" b="0" i="0" kern="0" dirty="0">
              <a:effectLst/>
              <a:latin typeface="メイリオ" panose="020B0604030504040204" pitchFamily="50" charset="-128"/>
              <a:ea typeface="メイリオ" panose="020B0604030504040204" pitchFamily="50" charset="-128"/>
            </a:endParaRPr>
          </a:p>
          <a:p>
            <a:r>
              <a:rPr lang="ja-JP" altLang="en-US" sz="1200" b="0" i="0" kern="0" dirty="0">
                <a:effectLst/>
                <a:latin typeface="メイリオ" panose="020B0604030504040204" pitchFamily="50" charset="-128"/>
                <a:ea typeface="メイリオ" panose="020B0604030504040204" pitchFamily="50" charset="-128"/>
              </a:rPr>
              <a:t>時</a:t>
            </a:r>
            <a:r>
              <a:rPr lang="ja-JP" altLang="en-US" sz="1200" b="0" i="0" dirty="0">
                <a:effectLst/>
                <a:latin typeface="メイリオ" panose="020B0604030504040204" pitchFamily="50" charset="-128"/>
                <a:ea typeface="メイリオ" panose="020B0604030504040204" pitchFamily="50" charset="-128"/>
              </a:rPr>
              <a:t>間に応じたロードバランサーキャパシティーユニット </a:t>
            </a:r>
            <a:r>
              <a:rPr lang="en-US" altLang="ja-JP" sz="1200" b="0" i="0" dirty="0">
                <a:effectLst/>
                <a:latin typeface="メイリオ" panose="020B0604030504040204" pitchFamily="50" charset="-128"/>
                <a:ea typeface="メイリオ" panose="020B0604030504040204" pitchFamily="50" charset="-128"/>
              </a:rPr>
              <a:t>(LCU) </a:t>
            </a:r>
            <a:r>
              <a:rPr lang="ja-JP" altLang="en-US" sz="1200" b="0" i="0" dirty="0">
                <a:effectLst/>
                <a:latin typeface="メイリオ" panose="020B0604030504040204" pitchFamily="50" charset="-128"/>
                <a:ea typeface="メイリオ" panose="020B0604030504040204" pitchFamily="50" charset="-128"/>
              </a:rPr>
              <a:t>の使用量で課金される。</a:t>
            </a:r>
            <a:endParaRPr lang="en-US" altLang="ja-JP" sz="1200" b="0" i="0" dirty="0">
              <a:effectLst/>
              <a:latin typeface="メイリオ" panose="020B0604030504040204" pitchFamily="50" charset="-128"/>
              <a:ea typeface="メイリオ" panose="020B0604030504040204" pitchFamily="50" charset="-128"/>
            </a:endParaRPr>
          </a:p>
          <a:p>
            <a:r>
              <a:rPr lang="en-US" altLang="ja-JP" sz="1200" kern="0" dirty="0">
                <a:latin typeface="メイリオ" panose="020B0604030504040204" pitchFamily="50" charset="-128"/>
                <a:ea typeface="メイリオ" panose="020B0604030504040204" pitchFamily="50" charset="-128"/>
              </a:rPr>
              <a:t>IP</a:t>
            </a:r>
            <a:r>
              <a:rPr lang="ja-JP" altLang="en-US" sz="1200" kern="0" dirty="0">
                <a:latin typeface="メイリオ" panose="020B0604030504040204" pitchFamily="50" charset="-128"/>
                <a:ea typeface="メイリオ" panose="020B0604030504040204" pitchFamily="50" charset="-128"/>
              </a:rPr>
              <a:t>アドレスが可変であるため、指定時に</a:t>
            </a:r>
            <a:r>
              <a:rPr lang="en-US" altLang="ja-JP" sz="1200" kern="0" dirty="0">
                <a:latin typeface="メイリオ" panose="020B0604030504040204" pitchFamily="50" charset="-128"/>
                <a:ea typeface="メイリオ" panose="020B0604030504040204" pitchFamily="50" charset="-128"/>
              </a:rPr>
              <a:t>DNS</a:t>
            </a:r>
            <a:r>
              <a:rPr lang="ja-JP" altLang="en-US" sz="1200" kern="0" dirty="0">
                <a:latin typeface="メイリオ" panose="020B0604030504040204" pitchFamily="50" charset="-128"/>
                <a:ea typeface="メイリオ" panose="020B0604030504040204" pitchFamily="50" charset="-128"/>
              </a:rPr>
              <a:t>のみ利用可能</a:t>
            </a:r>
            <a:endParaRPr lang="en-US" altLang="ja-JP" sz="1200" kern="0" dirty="0">
              <a:latin typeface="メイリオ" panose="020B0604030504040204" pitchFamily="50" charset="-128"/>
              <a:ea typeface="メイリオ" panose="020B0604030504040204" pitchFamily="50" charset="-128"/>
            </a:endParaRPr>
          </a:p>
          <a:p>
            <a:r>
              <a:rPr lang="ja-JP" altLang="en-US" sz="1200" kern="0" dirty="0">
                <a:latin typeface="メイリオ" panose="020B0604030504040204" pitchFamily="50" charset="-128"/>
                <a:ea typeface="メイリオ" panose="020B0604030504040204" pitchFamily="50" charset="-128"/>
              </a:rPr>
              <a:t>デフォルトでクロスゾーン負荷分散が有効</a:t>
            </a:r>
            <a:endParaRPr lang="en-US" altLang="ja-JP" sz="1200" kern="0" dirty="0">
              <a:latin typeface="メイリオ" panose="020B0604030504040204" pitchFamily="50" charset="-128"/>
              <a:ea typeface="メイリオ" panose="020B0604030504040204" pitchFamily="50" charset="-128"/>
            </a:endParaRPr>
          </a:p>
        </p:txBody>
      </p:sp>
      <p:sp>
        <p:nvSpPr>
          <p:cNvPr id="13" name="コンテンツ プレースホルダー 2">
            <a:extLst>
              <a:ext uri="{FF2B5EF4-FFF2-40B4-BE49-F238E27FC236}">
                <a16:creationId xmlns:a16="http://schemas.microsoft.com/office/drawing/2014/main" id="{A034688C-CEF4-4A9B-A85D-9E51C04E121F}"/>
              </a:ext>
            </a:extLst>
          </p:cNvPr>
          <p:cNvSpPr txBox="1">
            <a:spLocks/>
          </p:cNvSpPr>
          <p:nvPr/>
        </p:nvSpPr>
        <p:spPr bwMode="auto">
          <a:xfrm>
            <a:off x="1208584" y="3247338"/>
            <a:ext cx="2232248" cy="1621822"/>
          </a:xfrm>
          <a:prstGeom prst="rect">
            <a:avLst/>
          </a:prstGeom>
          <a:solidFill>
            <a:srgbClr val="F0861E"/>
          </a:solidFill>
          <a:ln w="9525">
            <a:no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pPr algn="ctr"/>
            <a:r>
              <a:rPr lang="en-US" altLang="ja-JP" b="1" kern="0" dirty="0">
                <a:solidFill>
                  <a:schemeClr val="bg1"/>
                </a:solidFill>
                <a:latin typeface="メイリオ" panose="020B0604030504040204" pitchFamily="50" charset="-128"/>
                <a:ea typeface="メイリオ" panose="020B0604030504040204" pitchFamily="50" charset="-128"/>
              </a:rPr>
              <a:t>Application Load Balancer</a:t>
            </a:r>
          </a:p>
          <a:p>
            <a:pPr algn="ctr"/>
            <a:r>
              <a:rPr lang="en-US" altLang="ja-JP" b="1" kern="0" dirty="0">
                <a:solidFill>
                  <a:schemeClr val="bg1"/>
                </a:solidFill>
                <a:latin typeface="メイリオ" panose="020B0604030504040204" pitchFamily="50" charset="-128"/>
                <a:ea typeface="メイリオ" panose="020B0604030504040204" pitchFamily="50" charset="-128"/>
              </a:rPr>
              <a:t>(ALB)</a:t>
            </a:r>
          </a:p>
        </p:txBody>
      </p:sp>
      <p:sp>
        <p:nvSpPr>
          <p:cNvPr id="14" name="コンテンツ プレースホルダー 2">
            <a:extLst>
              <a:ext uri="{FF2B5EF4-FFF2-40B4-BE49-F238E27FC236}">
                <a16:creationId xmlns:a16="http://schemas.microsoft.com/office/drawing/2014/main" id="{C9AC4218-C38A-4DF0-871F-07DF6987AD28}"/>
              </a:ext>
            </a:extLst>
          </p:cNvPr>
          <p:cNvSpPr txBox="1">
            <a:spLocks/>
          </p:cNvSpPr>
          <p:nvPr/>
        </p:nvSpPr>
        <p:spPr bwMode="auto">
          <a:xfrm>
            <a:off x="3512840" y="4936272"/>
            <a:ext cx="5328592" cy="1621822"/>
          </a:xfrm>
          <a:prstGeom prst="rect">
            <a:avLst/>
          </a:prstGeom>
          <a:solidFill>
            <a:schemeClr val="bg1"/>
          </a:solidFill>
          <a:ln w="9525">
            <a:solidFill>
              <a:srgbClr val="F0861E"/>
            </a:solid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pPr algn="l">
              <a:buFont typeface="Arial" panose="020B0604020202020204" pitchFamily="34" charset="0"/>
              <a:buChar char="•"/>
            </a:pPr>
            <a:r>
              <a:rPr lang="en-US" altLang="ja-JP" sz="1200" b="0" i="0" dirty="0">
                <a:effectLst/>
                <a:latin typeface="メイリオ" panose="020B0604030504040204" pitchFamily="50" charset="-128"/>
                <a:ea typeface="メイリオ" panose="020B0604030504040204" pitchFamily="50" charset="-128"/>
              </a:rPr>
              <a:t>L4 NAT</a:t>
            </a:r>
            <a:r>
              <a:rPr lang="ja-JP" altLang="en-US" sz="1200" b="0" i="0" dirty="0">
                <a:effectLst/>
                <a:latin typeface="メイリオ" panose="020B0604030504040204" pitchFamily="50" charset="-128"/>
                <a:ea typeface="メイリオ" panose="020B0604030504040204" pitchFamily="50" charset="-128"/>
              </a:rPr>
              <a:t>ロードバランサで</a:t>
            </a:r>
            <a:r>
              <a:rPr lang="en-US" altLang="ja-JP" sz="1200" b="0" i="0" dirty="0">
                <a:effectLst/>
                <a:latin typeface="メイリオ" panose="020B0604030504040204" pitchFamily="50" charset="-128"/>
                <a:ea typeface="メイリオ" panose="020B0604030504040204" pitchFamily="50" charset="-128"/>
              </a:rPr>
              <a:t>TCP</a:t>
            </a:r>
            <a:r>
              <a:rPr lang="ja-JP" altLang="en-US" sz="1200" b="0" i="0" dirty="0">
                <a:effectLst/>
                <a:latin typeface="メイリオ" panose="020B0604030504040204" pitchFamily="50" charset="-128"/>
                <a:ea typeface="メイリオ" panose="020B0604030504040204" pitchFamily="50" charset="-128"/>
              </a:rPr>
              <a:t>リスナーに対応（戻りトラフィックが</a:t>
            </a:r>
            <a:r>
              <a:rPr lang="en-US" altLang="ja-JP" sz="1200" b="0" i="0" dirty="0">
                <a:effectLst/>
                <a:latin typeface="メイリオ" panose="020B0604030504040204" pitchFamily="50" charset="-128"/>
                <a:ea typeface="メイリオ" panose="020B0604030504040204" pitchFamily="50" charset="-128"/>
              </a:rPr>
              <a:t>NLB</a:t>
            </a:r>
            <a:r>
              <a:rPr lang="ja-JP" altLang="en-US" sz="1200" b="0" i="0" dirty="0">
                <a:effectLst/>
                <a:latin typeface="メイリオ" panose="020B0604030504040204" pitchFamily="50" charset="-128"/>
                <a:ea typeface="メイリオ" panose="020B0604030504040204" pitchFamily="50" charset="-128"/>
              </a:rPr>
              <a:t>を経由しない）</a:t>
            </a:r>
          </a:p>
          <a:p>
            <a:r>
              <a:rPr lang="ja-JP" altLang="en-US" sz="1200" b="0" i="0" dirty="0">
                <a:effectLst/>
                <a:latin typeface="メイリオ" panose="020B0604030504040204" pitchFamily="50" charset="-128"/>
                <a:ea typeface="メイリオ" panose="020B0604030504040204" pitchFamily="50" charset="-128"/>
              </a:rPr>
              <a:t>時間に応じた</a:t>
            </a:r>
            <a:r>
              <a:rPr lang="en-US" altLang="ja-JP" sz="1200" b="0" i="0" dirty="0">
                <a:effectLst/>
                <a:latin typeface="メイリオ" panose="020B0604030504040204" pitchFamily="50" charset="-128"/>
                <a:ea typeface="メイリオ" panose="020B0604030504040204" pitchFamily="50" charset="-128"/>
              </a:rPr>
              <a:t>LCU </a:t>
            </a:r>
            <a:r>
              <a:rPr lang="ja-JP" altLang="en-US" sz="1200" b="0" i="0" dirty="0">
                <a:effectLst/>
                <a:latin typeface="メイリオ" panose="020B0604030504040204" pitchFamily="50" charset="-128"/>
                <a:ea typeface="メイリオ" panose="020B0604030504040204" pitchFamily="50" charset="-128"/>
              </a:rPr>
              <a:t>の使用量で課金される。</a:t>
            </a:r>
            <a:endParaRPr lang="en-US" altLang="ja-JP" sz="1200" b="0" i="0" dirty="0">
              <a:effectLst/>
              <a:latin typeface="メイリオ" panose="020B0604030504040204" pitchFamily="50" charset="-128"/>
              <a:ea typeface="メイリオ" panose="020B0604030504040204" pitchFamily="50" charset="-128"/>
            </a:endParaRPr>
          </a:p>
          <a:p>
            <a:r>
              <a:rPr lang="en-US" altLang="ja-JP" sz="1200" i="0" dirty="0">
                <a:effectLst/>
                <a:latin typeface="メイリオ" panose="020B0604030504040204" pitchFamily="50" charset="-128"/>
                <a:ea typeface="メイリオ" panose="020B0604030504040204" pitchFamily="50" charset="-128"/>
              </a:rPr>
              <a:t>NLB </a:t>
            </a:r>
            <a:r>
              <a:rPr lang="ja-JP" altLang="en-US" sz="1200" i="0" dirty="0">
                <a:effectLst/>
                <a:latin typeface="メイリオ" panose="020B0604030504040204" pitchFamily="50" charset="-128"/>
                <a:ea typeface="メイリオ" panose="020B0604030504040204" pitchFamily="50" charset="-128"/>
              </a:rPr>
              <a:t>のサブネット拡張サポート（サブネットを追加できる）</a:t>
            </a:r>
            <a:endParaRPr lang="en-US" altLang="ja-JP" sz="1200" i="0" dirty="0">
              <a:effectLst/>
              <a:latin typeface="メイリオ" panose="020B0604030504040204" pitchFamily="50" charset="-128"/>
              <a:ea typeface="メイリオ" panose="020B0604030504040204" pitchFamily="50" charset="-128"/>
            </a:endParaRPr>
          </a:p>
          <a:p>
            <a:r>
              <a:rPr lang="ja-JP" altLang="en-US" sz="1200" dirty="0">
                <a:latin typeface="メイリオ" panose="020B0604030504040204" pitchFamily="50" charset="-128"/>
                <a:ea typeface="メイリオ" panose="020B0604030504040204" pitchFamily="50" charset="-128"/>
              </a:rPr>
              <a:t>固定</a:t>
            </a:r>
            <a:r>
              <a:rPr lang="en-US" altLang="ja-JP" sz="1200" dirty="0">
                <a:latin typeface="メイリオ" panose="020B0604030504040204" pitchFamily="50" charset="-128"/>
                <a:ea typeface="メイリオ" panose="020B0604030504040204" pitchFamily="50" charset="-128"/>
              </a:rPr>
              <a:t>IP</a:t>
            </a:r>
            <a:r>
              <a:rPr lang="ja-JP" altLang="en-US" sz="1200" dirty="0">
                <a:latin typeface="メイリオ" panose="020B0604030504040204" pitchFamily="50" charset="-128"/>
                <a:ea typeface="メイリオ" panose="020B0604030504040204" pitchFamily="50" charset="-128"/>
              </a:rPr>
              <a:t>のため</a:t>
            </a:r>
            <a:r>
              <a:rPr lang="en-US" altLang="ja-JP" sz="1200" dirty="0">
                <a:latin typeface="メイリオ" panose="020B0604030504040204" pitchFamily="50" charset="-128"/>
                <a:ea typeface="メイリオ" panose="020B0604030504040204" pitchFamily="50" charset="-128"/>
              </a:rPr>
              <a:t>DNS</a:t>
            </a:r>
            <a:r>
              <a:rPr lang="ja-JP" altLang="en-US" sz="1200" dirty="0">
                <a:latin typeface="メイリオ" panose="020B0604030504040204" pitchFamily="50" charset="-128"/>
                <a:ea typeface="メイリオ" panose="020B0604030504040204" pitchFamily="50" charset="-128"/>
              </a:rPr>
              <a:t>と</a:t>
            </a:r>
            <a:r>
              <a:rPr lang="en-US" altLang="ja-JP" sz="1200" dirty="0">
                <a:latin typeface="メイリオ" panose="020B0604030504040204" pitchFamily="50" charset="-128"/>
                <a:ea typeface="メイリオ" panose="020B0604030504040204" pitchFamily="50" charset="-128"/>
              </a:rPr>
              <a:t>IP</a:t>
            </a:r>
            <a:r>
              <a:rPr lang="ja-JP" altLang="en-US" sz="1200" dirty="0">
                <a:latin typeface="メイリオ" panose="020B0604030504040204" pitchFamily="50" charset="-128"/>
                <a:ea typeface="メイリオ" panose="020B0604030504040204" pitchFamily="50" charset="-128"/>
              </a:rPr>
              <a:t>のどちらも利用可能</a:t>
            </a:r>
            <a:endParaRPr lang="en-US" altLang="ja-JP" sz="1200" b="0" i="0" dirty="0">
              <a:effectLst/>
              <a:latin typeface="メイリオ" panose="020B0604030504040204" pitchFamily="50" charset="-128"/>
              <a:ea typeface="メイリオ" panose="020B0604030504040204" pitchFamily="50" charset="-128"/>
            </a:endParaRPr>
          </a:p>
          <a:p>
            <a:r>
              <a:rPr lang="en-US" altLang="ja-JP" sz="1200" kern="0" dirty="0">
                <a:latin typeface="メイリオ" panose="020B0604030504040204" pitchFamily="50" charset="-128"/>
                <a:ea typeface="メイリオ" panose="020B0604030504040204" pitchFamily="50" charset="-128"/>
              </a:rPr>
              <a:t>ALB</a:t>
            </a:r>
            <a:r>
              <a:rPr lang="ja-JP" altLang="en-US" sz="1200" kern="0" dirty="0">
                <a:latin typeface="メイリオ" panose="020B0604030504040204" pitchFamily="50" charset="-128"/>
                <a:ea typeface="メイリオ" panose="020B0604030504040204" pitchFamily="50" charset="-128"/>
              </a:rPr>
              <a:t>よりも高パフォーマンス処理が可能</a:t>
            </a:r>
            <a:endParaRPr lang="en-US" altLang="ja-JP" sz="1200" kern="0" dirty="0">
              <a:latin typeface="メイリオ" panose="020B0604030504040204" pitchFamily="50" charset="-128"/>
              <a:ea typeface="メイリオ" panose="020B0604030504040204" pitchFamily="50" charset="-128"/>
            </a:endParaRPr>
          </a:p>
          <a:p>
            <a:r>
              <a:rPr lang="ja-JP" altLang="en-US" sz="1200" kern="0" dirty="0">
                <a:latin typeface="メイリオ" panose="020B0604030504040204" pitchFamily="50" charset="-128"/>
                <a:ea typeface="メイリオ" panose="020B0604030504040204" pitchFamily="50" charset="-128"/>
              </a:rPr>
              <a:t>デフォルトでクロスゾーン負荷分散が無効</a:t>
            </a:r>
            <a:endParaRPr lang="en-US" altLang="ja-JP" sz="1200" kern="0" dirty="0">
              <a:latin typeface="メイリオ" panose="020B0604030504040204" pitchFamily="50" charset="-128"/>
              <a:ea typeface="メイリオ" panose="020B0604030504040204" pitchFamily="50" charset="-128"/>
            </a:endParaRPr>
          </a:p>
        </p:txBody>
      </p:sp>
      <p:sp>
        <p:nvSpPr>
          <p:cNvPr id="15" name="コンテンツ プレースホルダー 2">
            <a:extLst>
              <a:ext uri="{FF2B5EF4-FFF2-40B4-BE49-F238E27FC236}">
                <a16:creationId xmlns:a16="http://schemas.microsoft.com/office/drawing/2014/main" id="{692EA6D6-7A6B-4520-84CA-F397654C7C89}"/>
              </a:ext>
            </a:extLst>
          </p:cNvPr>
          <p:cNvSpPr txBox="1">
            <a:spLocks/>
          </p:cNvSpPr>
          <p:nvPr/>
        </p:nvSpPr>
        <p:spPr bwMode="auto">
          <a:xfrm>
            <a:off x="1208584" y="4936272"/>
            <a:ext cx="2232248" cy="1621822"/>
          </a:xfrm>
          <a:prstGeom prst="rect">
            <a:avLst/>
          </a:prstGeom>
          <a:solidFill>
            <a:srgbClr val="F0861E"/>
          </a:solidFill>
          <a:ln w="9525">
            <a:no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pPr algn="ctr"/>
            <a:r>
              <a:rPr lang="en-US" altLang="ja-JP" b="1" kern="0" dirty="0">
                <a:solidFill>
                  <a:schemeClr val="bg1"/>
                </a:solidFill>
                <a:latin typeface="メイリオ" panose="020B0604030504040204" pitchFamily="50" charset="-128"/>
                <a:ea typeface="メイリオ" panose="020B0604030504040204" pitchFamily="50" charset="-128"/>
              </a:rPr>
              <a:t>Network Load Balancer</a:t>
            </a:r>
          </a:p>
          <a:p>
            <a:pPr algn="ctr"/>
            <a:r>
              <a:rPr lang="en-US" altLang="ja-JP" b="1" kern="0" dirty="0">
                <a:solidFill>
                  <a:schemeClr val="bg1"/>
                </a:solidFill>
                <a:latin typeface="メイリオ" panose="020B0604030504040204" pitchFamily="50" charset="-128"/>
                <a:ea typeface="メイリオ" panose="020B0604030504040204" pitchFamily="50" charset="-128"/>
              </a:rPr>
              <a:t>(NLB)</a:t>
            </a:r>
          </a:p>
        </p:txBody>
      </p:sp>
    </p:spTree>
    <p:extLst>
      <p:ext uri="{BB962C8B-B14F-4D97-AF65-F5344CB8AC3E}">
        <p14:creationId xmlns:p14="http://schemas.microsoft.com/office/powerpoint/2010/main" val="854044959"/>
      </p:ext>
    </p:extLst>
  </p:cSld>
  <p:clrMapOvr>
    <a:masterClrMapping/>
  </p:clrMapOvr>
  <mc:AlternateContent xmlns:mc="http://schemas.openxmlformats.org/markup-compatibility/2006" xmlns:p14="http://schemas.microsoft.com/office/powerpoint/2010/main">
    <mc:Choice Requires="p14">
      <p:transition spd="slow" p14:dur="2000" advTm="196087"/>
    </mc:Choice>
    <mc:Fallback xmlns="">
      <p:transition spd="slow" advTm="196087"/>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タイトル 1">
            <a:extLst>
              <a:ext uri="{FF2B5EF4-FFF2-40B4-BE49-F238E27FC236}">
                <a16:creationId xmlns:a16="http://schemas.microsoft.com/office/drawing/2014/main" id="{48F80BE1-D063-4240-BFC7-C8D243720250}"/>
              </a:ext>
            </a:extLst>
          </p:cNvPr>
          <p:cNvSpPr txBox="1">
            <a:spLocks/>
          </p:cNvSpPr>
          <p:nvPr/>
        </p:nvSpPr>
        <p:spPr bwMode="auto">
          <a:xfrm>
            <a:off x="631222" y="201863"/>
            <a:ext cx="8642258" cy="50208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rtl="0" fontAlgn="base">
              <a:lnSpc>
                <a:spcPct val="90000"/>
              </a:lnSpc>
              <a:spcBef>
                <a:spcPct val="0"/>
              </a:spcBef>
              <a:spcAft>
                <a:spcPct val="0"/>
              </a:spcAft>
              <a:defRPr kumimoji="1" sz="2000">
                <a:solidFill>
                  <a:schemeClr val="tx2"/>
                </a:solidFill>
                <a:latin typeface="游明朝" panose="02020400000000000000" pitchFamily="18" charset="-128"/>
                <a:ea typeface="游明朝" panose="02020400000000000000" pitchFamily="18" charset="-128"/>
                <a:cs typeface="+mj-cs"/>
              </a:defRPr>
            </a:lvl1pPr>
            <a:lvl2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2pPr>
            <a:lvl3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3pPr>
            <a:lvl4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4pPr>
            <a:lvl5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5pPr>
            <a:lvl6pPr marL="4572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6pPr>
            <a:lvl7pPr marL="9144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7pPr>
            <a:lvl8pPr marL="13716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8pPr>
            <a:lvl9pPr marL="18288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9pPr>
          </a:lstStyle>
          <a:p>
            <a:pPr algn="l"/>
            <a:r>
              <a:rPr lang="en-US" altLang="ja-JP" sz="3200" dirty="0">
                <a:latin typeface="メイリオ" panose="020B0604030504040204" pitchFamily="50" charset="-128"/>
                <a:ea typeface="メイリオ" panose="020B0604030504040204" pitchFamily="50" charset="-128"/>
              </a:rPr>
              <a:t>Gateway Load Balancer</a:t>
            </a:r>
          </a:p>
        </p:txBody>
      </p:sp>
      <p:sp>
        <p:nvSpPr>
          <p:cNvPr id="10" name="コンテンツ プレースホルダー 2">
            <a:extLst>
              <a:ext uri="{FF2B5EF4-FFF2-40B4-BE49-F238E27FC236}">
                <a16:creationId xmlns:a16="http://schemas.microsoft.com/office/drawing/2014/main" id="{DEB4245B-0040-41DB-A785-0761ECA5DBF5}"/>
              </a:ext>
            </a:extLst>
          </p:cNvPr>
          <p:cNvSpPr txBox="1">
            <a:spLocks/>
          </p:cNvSpPr>
          <p:nvPr/>
        </p:nvSpPr>
        <p:spPr>
          <a:xfrm>
            <a:off x="631222" y="799401"/>
            <a:ext cx="8858282" cy="325343"/>
          </a:xfrm>
          <a:prstGeom prst="rect">
            <a:avLst/>
          </a:prstGeom>
        </p:spPr>
        <p:txBody>
          <a:bodyPr vert="horz" lIns="74295" tIns="37148" rIns="74295" bIns="37148" rtlCol="0">
            <a:noAutofit/>
          </a:bodyPr>
          <a:lstStyle>
            <a:lvl1pPr marL="228600" indent="-228600" algn="l" defTabSz="914400" rtl="0" eaLnBrk="1" latinLnBrk="0" hangingPunct="1">
              <a:lnSpc>
                <a:spcPct val="90000"/>
              </a:lnSpc>
              <a:spcBef>
                <a:spcPts val="1000"/>
              </a:spcBef>
              <a:buFont typeface="Wingdings 2" pitchFamily="18" charset="2"/>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2" pitchFamily="18" charset="2"/>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2" pitchFamily="18" charset="2"/>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5pPr>
            <a:lvl6pPr marL="25146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6pPr>
            <a:lvl7pPr marL="29718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7pPr>
            <a:lvl8pPr marL="34290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8pPr>
            <a:lvl9pPr marL="38862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9pPr>
          </a:lstStyle>
          <a:p>
            <a:pPr marL="0" indent="0">
              <a:buNone/>
            </a:pPr>
            <a:r>
              <a:rPr lang="en-US" altLang="ja-JP" sz="2400" dirty="0">
                <a:solidFill>
                  <a:srgbClr val="002060"/>
                </a:solidFill>
                <a:latin typeface="メイリオ" panose="020B0604030504040204" pitchFamily="50" charset="-128"/>
                <a:ea typeface="メイリオ" panose="020B0604030504040204" pitchFamily="50" charset="-128"/>
              </a:rPr>
              <a:t>Gateway Load Balancer</a:t>
            </a:r>
            <a:r>
              <a:rPr lang="ja-JP" altLang="en-US" sz="2400" dirty="0">
                <a:solidFill>
                  <a:srgbClr val="002060"/>
                </a:solidFill>
                <a:latin typeface="メイリオ" panose="020B0604030504040204" pitchFamily="50" charset="-128"/>
                <a:ea typeface="メイリオ" panose="020B0604030504040204" pitchFamily="50" charset="-128"/>
              </a:rPr>
              <a:t>は</a:t>
            </a:r>
            <a:r>
              <a:rPr lang="en-US" altLang="ja-JP" sz="2400" dirty="0">
                <a:solidFill>
                  <a:srgbClr val="002060"/>
                </a:solidFill>
                <a:latin typeface="メイリオ" panose="020B0604030504040204" pitchFamily="50" charset="-128"/>
                <a:ea typeface="メイリオ" panose="020B0604030504040204" pitchFamily="50" charset="-128"/>
              </a:rPr>
              <a:t>Network Firewall</a:t>
            </a:r>
            <a:r>
              <a:rPr lang="ja-JP" altLang="en-US" sz="2400" dirty="0">
                <a:solidFill>
                  <a:srgbClr val="002060"/>
                </a:solidFill>
                <a:latin typeface="メイリオ" panose="020B0604030504040204" pitchFamily="50" charset="-128"/>
                <a:ea typeface="メイリオ" panose="020B0604030504040204" pitchFamily="50" charset="-128"/>
              </a:rPr>
              <a:t>用の特別なロードバランサーで、ファイアーウォールへのルートを管理する。</a:t>
            </a:r>
            <a:endParaRPr lang="en-US" altLang="ja-JP" sz="2400" dirty="0">
              <a:solidFill>
                <a:srgbClr val="002060"/>
              </a:solidFill>
              <a:latin typeface="メイリオ" panose="020B0604030504040204" pitchFamily="50" charset="-128"/>
              <a:ea typeface="メイリオ" panose="020B0604030504040204" pitchFamily="50" charset="-128"/>
            </a:endParaRPr>
          </a:p>
        </p:txBody>
      </p:sp>
      <p:pic>
        <p:nvPicPr>
          <p:cNvPr id="31" name="図 30">
            <a:extLst>
              <a:ext uri="{FF2B5EF4-FFF2-40B4-BE49-F238E27FC236}">
                <a16:creationId xmlns:a16="http://schemas.microsoft.com/office/drawing/2014/main" id="{C31E6A92-5952-79CD-4542-CEBA58BBB974}"/>
              </a:ext>
            </a:extLst>
          </p:cNvPr>
          <p:cNvPicPr>
            <a:picLocks noChangeAspect="1"/>
          </p:cNvPicPr>
          <p:nvPr/>
        </p:nvPicPr>
        <p:blipFill>
          <a:blip r:embed="rId3"/>
          <a:stretch>
            <a:fillRect/>
          </a:stretch>
        </p:blipFill>
        <p:spPr>
          <a:xfrm>
            <a:off x="1352600" y="1988840"/>
            <a:ext cx="6723836" cy="4339531"/>
          </a:xfrm>
          <a:prstGeom prst="rect">
            <a:avLst/>
          </a:prstGeom>
        </p:spPr>
      </p:pic>
      <p:sp>
        <p:nvSpPr>
          <p:cNvPr id="32" name="テキスト ボックス 31">
            <a:extLst>
              <a:ext uri="{FF2B5EF4-FFF2-40B4-BE49-F238E27FC236}">
                <a16:creationId xmlns:a16="http://schemas.microsoft.com/office/drawing/2014/main" id="{6872458E-CED1-20F3-AD8D-C6D763F51B49}"/>
              </a:ext>
            </a:extLst>
          </p:cNvPr>
          <p:cNvSpPr txBox="1"/>
          <p:nvPr/>
        </p:nvSpPr>
        <p:spPr>
          <a:xfrm>
            <a:off x="5169024" y="3718773"/>
            <a:ext cx="2952328" cy="646331"/>
          </a:xfrm>
          <a:prstGeom prst="rect">
            <a:avLst/>
          </a:prstGeom>
          <a:noFill/>
        </p:spPr>
        <p:txBody>
          <a:bodyPr wrap="square" rtlCol="0">
            <a:spAutoFit/>
          </a:bodyPr>
          <a:lstStyle/>
          <a:p>
            <a:r>
              <a:rPr lang="en-US" altLang="ja-JP" sz="1200" dirty="0">
                <a:solidFill>
                  <a:srgbClr val="002060"/>
                </a:solidFill>
                <a:latin typeface="メイリオ" panose="020B0604030504040204" pitchFamily="50" charset="-128"/>
                <a:ea typeface="メイリオ" panose="020B0604030504040204" pitchFamily="50" charset="-128"/>
              </a:rPr>
              <a:t>Network Firewall</a:t>
            </a:r>
            <a:r>
              <a:rPr lang="ja-JP" altLang="en-US" sz="1200" dirty="0">
                <a:solidFill>
                  <a:srgbClr val="002060"/>
                </a:solidFill>
                <a:latin typeface="メイリオ" panose="020B0604030504040204" pitchFamily="50" charset="-128"/>
                <a:ea typeface="メイリオ" panose="020B0604030504040204" pitchFamily="50" charset="-128"/>
              </a:rPr>
              <a:t>を設置すると同時に</a:t>
            </a:r>
            <a:r>
              <a:rPr lang="en-US" altLang="ja-JP" sz="1200" dirty="0">
                <a:solidFill>
                  <a:srgbClr val="002060"/>
                </a:solidFill>
                <a:latin typeface="メイリオ" panose="020B0604030504040204" pitchFamily="50" charset="-128"/>
                <a:ea typeface="メイリオ" panose="020B0604030504040204" pitchFamily="50" charset="-128"/>
              </a:rPr>
              <a:t>Gateway Load Balancer</a:t>
            </a:r>
            <a:r>
              <a:rPr lang="ja-JP" altLang="en-US" sz="1200" dirty="0">
                <a:solidFill>
                  <a:srgbClr val="002060"/>
                </a:solidFill>
                <a:latin typeface="メイリオ" panose="020B0604030504040204" pitchFamily="50" charset="-128"/>
                <a:ea typeface="メイリオ" panose="020B0604030504040204" pitchFamily="50" charset="-128"/>
              </a:rPr>
              <a:t>が構成される。</a:t>
            </a:r>
            <a:endParaRPr lang="en-US" altLang="ja-JP" sz="1200" dirty="0">
              <a:solidFill>
                <a:srgbClr val="002060"/>
              </a:solidFill>
              <a:latin typeface="メイリオ" panose="020B0604030504040204" pitchFamily="50" charset="-128"/>
              <a:ea typeface="メイリオ" panose="020B0604030504040204" pitchFamily="50" charset="-128"/>
            </a:endParaRPr>
          </a:p>
          <a:p>
            <a:endParaRPr kumimoji="1" lang="ja-JP" altLang="en-US" sz="1200" dirty="0"/>
          </a:p>
        </p:txBody>
      </p:sp>
      <p:sp>
        <p:nvSpPr>
          <p:cNvPr id="33" name="タイトル 1">
            <a:extLst>
              <a:ext uri="{FF2B5EF4-FFF2-40B4-BE49-F238E27FC236}">
                <a16:creationId xmlns:a16="http://schemas.microsoft.com/office/drawing/2014/main" id="{EA9A8A77-DFEB-6E8B-FD57-C7E2E279B78E}"/>
              </a:ext>
            </a:extLst>
          </p:cNvPr>
          <p:cNvSpPr txBox="1">
            <a:spLocks/>
          </p:cNvSpPr>
          <p:nvPr/>
        </p:nvSpPr>
        <p:spPr bwMode="auto">
          <a:xfrm>
            <a:off x="4478830" y="4249308"/>
            <a:ext cx="720080" cy="50208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rtl="0" fontAlgn="base">
              <a:lnSpc>
                <a:spcPct val="90000"/>
              </a:lnSpc>
              <a:spcBef>
                <a:spcPct val="0"/>
              </a:spcBef>
              <a:spcAft>
                <a:spcPct val="0"/>
              </a:spcAft>
              <a:defRPr kumimoji="1" sz="2000">
                <a:solidFill>
                  <a:schemeClr val="tx2"/>
                </a:solidFill>
                <a:latin typeface="游明朝" panose="02020400000000000000" pitchFamily="18" charset="-128"/>
                <a:ea typeface="游明朝" panose="02020400000000000000" pitchFamily="18" charset="-128"/>
                <a:cs typeface="+mj-cs"/>
              </a:defRPr>
            </a:lvl1pPr>
            <a:lvl2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2pPr>
            <a:lvl3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3pPr>
            <a:lvl4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4pPr>
            <a:lvl5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5pPr>
            <a:lvl6pPr marL="4572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6pPr>
            <a:lvl7pPr marL="9144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7pPr>
            <a:lvl8pPr marL="13716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8pPr>
            <a:lvl9pPr marL="18288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9pPr>
          </a:lstStyle>
          <a:p>
            <a:pPr algn="l"/>
            <a:r>
              <a:rPr lang="en-US" altLang="ja-JP" sz="1600" dirty="0">
                <a:latin typeface="メイリオ" panose="020B0604030504040204" pitchFamily="50" charset="-128"/>
                <a:ea typeface="メイリオ" panose="020B0604030504040204" pitchFamily="50" charset="-128"/>
              </a:rPr>
              <a:t>GLB</a:t>
            </a:r>
          </a:p>
        </p:txBody>
      </p:sp>
    </p:spTree>
    <p:extLst>
      <p:ext uri="{BB962C8B-B14F-4D97-AF65-F5344CB8AC3E}">
        <p14:creationId xmlns:p14="http://schemas.microsoft.com/office/powerpoint/2010/main" val="4185652307"/>
      </p:ext>
    </p:extLst>
  </p:cSld>
  <p:clrMapOvr>
    <a:masterClrMapping/>
  </p:clrMapOvr>
  <mc:AlternateContent xmlns:mc="http://schemas.openxmlformats.org/markup-compatibility/2006" xmlns:p14="http://schemas.microsoft.com/office/powerpoint/2010/main">
    <mc:Choice Requires="p14">
      <p:transition spd="slow" p14:dur="2000" advTm="28338"/>
    </mc:Choice>
    <mc:Fallback xmlns="">
      <p:transition spd="slow" advTm="28338"/>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タイトル 1">
            <a:extLst>
              <a:ext uri="{FF2B5EF4-FFF2-40B4-BE49-F238E27FC236}">
                <a16:creationId xmlns:a16="http://schemas.microsoft.com/office/drawing/2014/main" id="{48F80BE1-D063-4240-BFC7-C8D243720250}"/>
              </a:ext>
            </a:extLst>
          </p:cNvPr>
          <p:cNvSpPr txBox="1">
            <a:spLocks/>
          </p:cNvSpPr>
          <p:nvPr/>
        </p:nvSpPr>
        <p:spPr bwMode="auto">
          <a:xfrm>
            <a:off x="631222" y="201863"/>
            <a:ext cx="8642258" cy="50208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rtl="0" fontAlgn="base">
              <a:lnSpc>
                <a:spcPct val="90000"/>
              </a:lnSpc>
              <a:spcBef>
                <a:spcPct val="0"/>
              </a:spcBef>
              <a:spcAft>
                <a:spcPct val="0"/>
              </a:spcAft>
              <a:defRPr kumimoji="1" sz="2000">
                <a:solidFill>
                  <a:schemeClr val="tx2"/>
                </a:solidFill>
                <a:latin typeface="游明朝" panose="02020400000000000000" pitchFamily="18" charset="-128"/>
                <a:ea typeface="游明朝" panose="02020400000000000000" pitchFamily="18" charset="-128"/>
                <a:cs typeface="+mj-cs"/>
              </a:defRPr>
            </a:lvl1pPr>
            <a:lvl2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2pPr>
            <a:lvl3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3pPr>
            <a:lvl4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4pPr>
            <a:lvl5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5pPr>
            <a:lvl6pPr marL="4572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6pPr>
            <a:lvl7pPr marL="9144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7pPr>
            <a:lvl8pPr marL="13716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8pPr>
            <a:lvl9pPr marL="18288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9pPr>
          </a:lstStyle>
          <a:p>
            <a:pPr algn="l">
              <a:lnSpc>
                <a:spcPct val="100000"/>
              </a:lnSpc>
            </a:pPr>
            <a:r>
              <a:rPr lang="en-US" altLang="ja-JP" sz="3000" dirty="0">
                <a:solidFill>
                  <a:schemeClr val="tx1"/>
                </a:solidFill>
                <a:latin typeface="メイリオ" panose="020B0604030504040204" pitchFamily="50" charset="-128"/>
                <a:ea typeface="メイリオ" panose="020B0604030504040204" pitchFamily="50" charset="-128"/>
              </a:rPr>
              <a:t>CLB</a:t>
            </a:r>
            <a:r>
              <a:rPr lang="ja-JP" altLang="en-US" sz="3000" dirty="0">
                <a:solidFill>
                  <a:schemeClr val="tx1"/>
                </a:solidFill>
                <a:latin typeface="メイリオ" panose="020B0604030504040204" pitchFamily="50" charset="-128"/>
                <a:ea typeface="メイリオ" panose="020B0604030504040204" pitchFamily="50" charset="-128"/>
              </a:rPr>
              <a:t>（</a:t>
            </a:r>
            <a:r>
              <a:rPr lang="en-US" altLang="ja-JP" sz="3000" dirty="0">
                <a:solidFill>
                  <a:schemeClr val="tx1"/>
                </a:solidFill>
                <a:latin typeface="メイリオ" panose="020B0604030504040204" pitchFamily="50" charset="-128"/>
                <a:ea typeface="メイリオ" panose="020B0604030504040204" pitchFamily="50" charset="-128"/>
              </a:rPr>
              <a:t>Classic Load Balancer </a:t>
            </a:r>
            <a:r>
              <a:rPr lang="ja-JP" altLang="en-US" sz="3000" dirty="0">
                <a:solidFill>
                  <a:schemeClr val="tx1"/>
                </a:solidFill>
                <a:latin typeface="メイリオ" panose="020B0604030504040204" pitchFamily="50" charset="-128"/>
                <a:ea typeface="メイリオ" panose="020B0604030504040204" pitchFamily="50" charset="-128"/>
              </a:rPr>
              <a:t>）</a:t>
            </a:r>
            <a:endParaRPr lang="en-US" altLang="ja-JP" sz="3000" dirty="0">
              <a:solidFill>
                <a:schemeClr val="tx1"/>
              </a:solidFill>
              <a:latin typeface="メイリオ" panose="020B0604030504040204" pitchFamily="50" charset="-128"/>
              <a:ea typeface="メイリオ" panose="020B0604030504040204" pitchFamily="50" charset="-128"/>
            </a:endParaRPr>
          </a:p>
        </p:txBody>
      </p:sp>
      <p:sp>
        <p:nvSpPr>
          <p:cNvPr id="5" name="コンテンツ プレースホルダー 2">
            <a:extLst>
              <a:ext uri="{FF2B5EF4-FFF2-40B4-BE49-F238E27FC236}">
                <a16:creationId xmlns:a16="http://schemas.microsoft.com/office/drawing/2014/main" id="{4223C7E6-23C7-4433-B315-D26905B0474C}"/>
              </a:ext>
            </a:extLst>
          </p:cNvPr>
          <p:cNvSpPr txBox="1">
            <a:spLocks/>
          </p:cNvSpPr>
          <p:nvPr/>
        </p:nvSpPr>
        <p:spPr>
          <a:xfrm>
            <a:off x="631222" y="799401"/>
            <a:ext cx="8858282" cy="325343"/>
          </a:xfrm>
          <a:prstGeom prst="rect">
            <a:avLst/>
          </a:prstGeom>
        </p:spPr>
        <p:txBody>
          <a:bodyPr vert="horz" lIns="74295" tIns="37148" rIns="74295" bIns="37148" rtlCol="0">
            <a:noAutofit/>
          </a:bodyPr>
          <a:lstStyle>
            <a:lvl1pPr marL="228600" indent="-228600" algn="l" defTabSz="914400" rtl="0" eaLnBrk="1" latinLnBrk="0" hangingPunct="1">
              <a:lnSpc>
                <a:spcPct val="90000"/>
              </a:lnSpc>
              <a:spcBef>
                <a:spcPts val="1000"/>
              </a:spcBef>
              <a:buFont typeface="Wingdings 2" pitchFamily="18" charset="2"/>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2" pitchFamily="18" charset="2"/>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2" pitchFamily="18" charset="2"/>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5pPr>
            <a:lvl6pPr marL="25146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6pPr>
            <a:lvl7pPr marL="29718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7pPr>
            <a:lvl8pPr marL="34290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8pPr>
            <a:lvl9pPr marL="38862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9pPr>
          </a:lstStyle>
          <a:p>
            <a:pPr marL="0" indent="0">
              <a:buNone/>
            </a:pPr>
            <a:r>
              <a:rPr lang="ja-JP" altLang="en-US" sz="2400" kern="0" dirty="0">
                <a:solidFill>
                  <a:srgbClr val="002060"/>
                </a:solidFill>
                <a:latin typeface="メイリオ" panose="020B0604030504040204" pitchFamily="50" charset="-128"/>
                <a:ea typeface="メイリオ" panose="020B0604030504040204" pitchFamily="50" charset="-128"/>
              </a:rPr>
              <a:t>初期の</a:t>
            </a:r>
            <a:r>
              <a:rPr lang="en-US" altLang="ja-JP" sz="2400" kern="0" dirty="0">
                <a:solidFill>
                  <a:srgbClr val="002060"/>
                </a:solidFill>
                <a:latin typeface="メイリオ" panose="020B0604030504040204" pitchFamily="50" charset="-128"/>
                <a:ea typeface="メイリオ" panose="020B0604030504040204" pitchFamily="50" charset="-128"/>
              </a:rPr>
              <a:t>ELB</a:t>
            </a:r>
            <a:r>
              <a:rPr lang="ja-JP" altLang="en-US" sz="2400" kern="0" dirty="0">
                <a:solidFill>
                  <a:srgbClr val="002060"/>
                </a:solidFill>
                <a:latin typeface="メイリオ" panose="020B0604030504040204" pitchFamily="50" charset="-128"/>
                <a:ea typeface="メイリオ" panose="020B0604030504040204" pitchFamily="50" charset="-128"/>
              </a:rPr>
              <a:t>タイプであり、標準的な</a:t>
            </a:r>
            <a:r>
              <a:rPr lang="en-US" altLang="ja-JP" sz="2400" kern="0" dirty="0">
                <a:solidFill>
                  <a:srgbClr val="002060"/>
                </a:solidFill>
                <a:latin typeface="メイリオ" panose="020B0604030504040204" pitchFamily="50" charset="-128"/>
                <a:ea typeface="メイリオ" panose="020B0604030504040204" pitchFamily="50" charset="-128"/>
              </a:rPr>
              <a:t>L4</a:t>
            </a:r>
            <a:r>
              <a:rPr lang="ja-JP" altLang="en-US" sz="2400" kern="0" dirty="0">
                <a:solidFill>
                  <a:srgbClr val="002060"/>
                </a:solidFill>
                <a:latin typeface="メイリオ" panose="020B0604030504040204" pitchFamily="50" charset="-128"/>
                <a:ea typeface="メイリオ" panose="020B0604030504040204" pitchFamily="50" charset="-128"/>
              </a:rPr>
              <a:t>／</a:t>
            </a:r>
            <a:r>
              <a:rPr lang="en-US" altLang="ja-JP" sz="2400" kern="0" dirty="0">
                <a:solidFill>
                  <a:srgbClr val="002060"/>
                </a:solidFill>
                <a:latin typeface="メイリオ" panose="020B0604030504040204" pitchFamily="50" charset="-128"/>
                <a:ea typeface="メイリオ" panose="020B0604030504040204" pitchFamily="50" charset="-128"/>
              </a:rPr>
              <a:t>L</a:t>
            </a:r>
            <a:r>
              <a:rPr lang="ja-JP" altLang="en-US" sz="2400" kern="0" dirty="0">
                <a:solidFill>
                  <a:srgbClr val="002060"/>
                </a:solidFill>
                <a:latin typeface="メイリオ" panose="020B0604030504040204" pitchFamily="50" charset="-128"/>
                <a:ea typeface="メイリオ" panose="020B0604030504040204" pitchFamily="50" charset="-128"/>
              </a:rPr>
              <a:t>７におけるロードバランシングが可能だが、複雑な設定はできない</a:t>
            </a:r>
            <a:endParaRPr lang="en-US" altLang="ja-JP" sz="2400" kern="0" dirty="0">
              <a:solidFill>
                <a:srgbClr val="002060"/>
              </a:solidFill>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432D850A-6278-4B09-B76A-87D97C229A40}"/>
              </a:ext>
            </a:extLst>
          </p:cNvPr>
          <p:cNvSpPr/>
          <p:nvPr/>
        </p:nvSpPr>
        <p:spPr>
          <a:xfrm>
            <a:off x="4592960" y="2344929"/>
            <a:ext cx="4814691" cy="3385542"/>
          </a:xfrm>
          <a:prstGeom prst="rect">
            <a:avLst/>
          </a:prstGeom>
        </p:spPr>
        <p:txBody>
          <a:bodyPr wrap="square">
            <a:spAutoFit/>
          </a:bodyPr>
          <a:lstStyle/>
          <a:p>
            <a:pPr marL="285750" indent="-285750">
              <a:lnSpc>
                <a:spcPct val="150000"/>
              </a:lnSpc>
              <a:buFont typeface="Wingdings" panose="05000000000000000000" pitchFamily="2" charset="2"/>
              <a:buChar char="p"/>
            </a:pPr>
            <a:r>
              <a:rPr lang="en-US" altLang="ja-JP" dirty="0">
                <a:latin typeface="メイリオ" panose="020B0604030504040204" pitchFamily="50" charset="-128"/>
                <a:ea typeface="メイリオ" panose="020B0604030504040204" pitchFamily="50" charset="-128"/>
              </a:rPr>
              <a:t>HTTP/HTTPS</a:t>
            </a:r>
            <a:r>
              <a:rPr lang="ja-JP" altLang="en-US" dirty="0">
                <a:latin typeface="メイリオ" panose="020B0604030504040204" pitchFamily="50" charset="-128"/>
                <a:ea typeface="メイリオ" panose="020B0604030504040204" pitchFamily="50" charset="-128"/>
              </a:rPr>
              <a:t>と</a:t>
            </a:r>
            <a:r>
              <a:rPr lang="en-US" altLang="ja-JP" dirty="0">
                <a:latin typeface="メイリオ" panose="020B0604030504040204" pitchFamily="50" charset="-128"/>
                <a:ea typeface="メイリオ" panose="020B0604030504040204" pitchFamily="50" charset="-128"/>
              </a:rPr>
              <a:t>TCP/SSL</a:t>
            </a:r>
            <a:r>
              <a:rPr lang="ja-JP" altLang="en-US" dirty="0">
                <a:latin typeface="メイリオ" panose="020B0604030504040204" pitchFamily="50" charset="-128"/>
                <a:ea typeface="メイリオ" panose="020B0604030504040204" pitchFamily="50" charset="-128"/>
              </a:rPr>
              <a:t>プロトコルの</a:t>
            </a:r>
            <a:r>
              <a:rPr lang="en-US" altLang="ja-JP" dirty="0">
                <a:latin typeface="メイリオ" panose="020B0604030504040204" pitchFamily="50" charset="-128"/>
                <a:ea typeface="メイリオ" panose="020B0604030504040204" pitchFamily="50" charset="-128"/>
              </a:rPr>
              <a:t>L4</a:t>
            </a:r>
            <a:r>
              <a:rPr lang="ja-JP" altLang="en-US" dirty="0">
                <a:latin typeface="メイリオ" panose="020B0604030504040204" pitchFamily="50" charset="-128"/>
                <a:ea typeface="メイリオ" panose="020B0604030504040204" pitchFamily="50" charset="-128"/>
              </a:rPr>
              <a:t>と</a:t>
            </a:r>
            <a:r>
              <a:rPr lang="en-US" altLang="ja-JP" dirty="0">
                <a:latin typeface="メイリオ" panose="020B0604030504040204" pitchFamily="50" charset="-128"/>
                <a:ea typeface="メイリオ" panose="020B0604030504040204" pitchFamily="50" charset="-128"/>
              </a:rPr>
              <a:t>L7</a:t>
            </a:r>
            <a:r>
              <a:rPr lang="ja-JP" altLang="en-US" dirty="0">
                <a:latin typeface="メイリオ" panose="020B0604030504040204" pitchFamily="50" charset="-128"/>
                <a:ea typeface="メイリオ" panose="020B0604030504040204" pitchFamily="50" charset="-128"/>
              </a:rPr>
              <a:t>に対応</a:t>
            </a:r>
            <a:endParaRPr lang="en-US" altLang="ja-JP" dirty="0">
              <a:latin typeface="メイリオ" panose="020B0604030504040204" pitchFamily="50" charset="-128"/>
              <a:ea typeface="メイリオ" panose="020B0604030504040204" pitchFamily="50" charset="-128"/>
            </a:endParaRPr>
          </a:p>
          <a:p>
            <a:pPr marL="285750" indent="-285750">
              <a:lnSpc>
                <a:spcPct val="150000"/>
              </a:lnSpc>
              <a:buFont typeface="Wingdings" panose="05000000000000000000" pitchFamily="2" charset="2"/>
              <a:buChar char="p"/>
            </a:pPr>
            <a:r>
              <a:rPr lang="en-US" altLang="ja-JP" dirty="0">
                <a:latin typeface="メイリオ" panose="020B0604030504040204" pitchFamily="50" charset="-128"/>
                <a:ea typeface="メイリオ" panose="020B0604030504040204" pitchFamily="50" charset="-128"/>
              </a:rPr>
              <a:t>Proxy</a:t>
            </a:r>
            <a:r>
              <a:rPr lang="ja-JP" altLang="en-US" dirty="0">
                <a:latin typeface="メイリオ" panose="020B0604030504040204" pitchFamily="50" charset="-128"/>
                <a:ea typeface="メイリオ" panose="020B0604030504040204" pitchFamily="50" charset="-128"/>
              </a:rPr>
              <a:t>プロトコルによる発信元</a:t>
            </a:r>
            <a:r>
              <a:rPr lang="en-US" altLang="ja-JP" dirty="0">
                <a:latin typeface="メイリオ" panose="020B0604030504040204" pitchFamily="50" charset="-128"/>
                <a:ea typeface="メイリオ" panose="020B0604030504040204" pitchFamily="50" charset="-128"/>
              </a:rPr>
              <a:t>IP</a:t>
            </a:r>
            <a:r>
              <a:rPr lang="ja-JP" altLang="en-US" dirty="0">
                <a:latin typeface="メイリオ" panose="020B0604030504040204" pitchFamily="50" charset="-128"/>
                <a:ea typeface="メイリオ" panose="020B0604030504040204" pitchFamily="50" charset="-128"/>
              </a:rPr>
              <a:t>アドレス識別</a:t>
            </a:r>
            <a:endParaRPr lang="en-US" altLang="ja-JP" dirty="0">
              <a:latin typeface="メイリオ" panose="020B0604030504040204" pitchFamily="50" charset="-128"/>
              <a:ea typeface="メイリオ" panose="020B0604030504040204" pitchFamily="50" charset="-128"/>
            </a:endParaRPr>
          </a:p>
          <a:p>
            <a:pPr marL="285750" indent="-285750">
              <a:lnSpc>
                <a:spcPct val="150000"/>
              </a:lnSpc>
              <a:buFont typeface="Wingdings" panose="05000000000000000000" pitchFamily="2" charset="2"/>
              <a:buChar char="p"/>
            </a:pPr>
            <a:r>
              <a:rPr lang="en-US" altLang="ja-JP" dirty="0">
                <a:latin typeface="メイリオ" panose="020B0604030504040204" pitchFamily="50" charset="-128"/>
                <a:ea typeface="メイリオ" panose="020B0604030504040204" pitchFamily="50" charset="-128"/>
              </a:rPr>
              <a:t>ELB</a:t>
            </a:r>
            <a:r>
              <a:rPr lang="ja-JP" altLang="en-US" dirty="0">
                <a:latin typeface="メイリオ" panose="020B0604030504040204" pitchFamily="50" charset="-128"/>
                <a:ea typeface="メイリオ" panose="020B0604030504040204" pitchFamily="50" charset="-128"/>
              </a:rPr>
              <a:t>とバックエンドの</a:t>
            </a:r>
            <a:r>
              <a:rPr lang="en-US" altLang="ja-JP" dirty="0">
                <a:latin typeface="メイリオ" panose="020B0604030504040204" pitchFamily="50" charset="-128"/>
                <a:ea typeface="メイリオ" panose="020B0604030504040204" pitchFamily="50" charset="-128"/>
              </a:rPr>
              <a:t>EC2</a:t>
            </a:r>
            <a:r>
              <a:rPr lang="ja-JP" altLang="en-US" dirty="0">
                <a:latin typeface="メイリオ" panose="020B0604030504040204" pitchFamily="50" charset="-128"/>
                <a:ea typeface="メイリオ" panose="020B0604030504040204" pitchFamily="50" charset="-128"/>
              </a:rPr>
              <a:t>インスタンス間で</a:t>
            </a:r>
            <a:r>
              <a:rPr lang="en-US" altLang="ja-JP" dirty="0">
                <a:latin typeface="メイリオ" panose="020B0604030504040204" pitchFamily="50" charset="-128"/>
                <a:ea typeface="メイリオ" panose="020B0604030504040204" pitchFamily="50" charset="-128"/>
              </a:rPr>
              <a:t>HTTPS/SSL</a:t>
            </a:r>
            <a:r>
              <a:rPr lang="ja-JP" altLang="en-US" dirty="0">
                <a:latin typeface="メイリオ" panose="020B0604030504040204" pitchFamily="50" charset="-128"/>
                <a:ea typeface="メイリオ" panose="020B0604030504040204" pitchFamily="50" charset="-128"/>
              </a:rPr>
              <a:t>使用時にサーバ証明書認証を実施</a:t>
            </a:r>
            <a:endParaRPr lang="en-US" altLang="ja-JP" dirty="0">
              <a:latin typeface="メイリオ" panose="020B0604030504040204" pitchFamily="50" charset="-128"/>
              <a:ea typeface="メイリオ" panose="020B0604030504040204" pitchFamily="50" charset="-128"/>
            </a:endParaRPr>
          </a:p>
          <a:p>
            <a:pPr marL="285750" indent="-285750">
              <a:lnSpc>
                <a:spcPct val="150000"/>
              </a:lnSpc>
              <a:buFont typeface="Wingdings" panose="05000000000000000000" pitchFamily="2" charset="2"/>
              <a:buChar char="p"/>
            </a:pPr>
            <a:r>
              <a:rPr lang="en-US" altLang="ja-JP" dirty="0">
                <a:latin typeface="メイリオ" panose="020B0604030504040204" pitchFamily="50" charset="-128"/>
                <a:ea typeface="メイリオ" panose="020B0604030504040204" pitchFamily="50" charset="-128"/>
              </a:rPr>
              <a:t>CLB</a:t>
            </a:r>
            <a:r>
              <a:rPr lang="ja-JP" altLang="en-US" dirty="0">
                <a:latin typeface="メイリオ" panose="020B0604030504040204" pitchFamily="50" charset="-128"/>
                <a:ea typeface="メイリオ" panose="020B0604030504040204" pitchFamily="50" charset="-128"/>
              </a:rPr>
              <a:t>配下のインスタンスは、全て同一の機能を 持ったインスタンスである必要がある。</a:t>
            </a:r>
            <a:endParaRPr lang="en-US" altLang="ja-JP" dirty="0">
              <a:latin typeface="メイリオ" panose="020B0604030504040204" pitchFamily="50" charset="-128"/>
              <a:ea typeface="メイリオ" panose="020B0604030504040204" pitchFamily="50" charset="-128"/>
            </a:endParaRPr>
          </a:p>
          <a:p>
            <a:pPr marL="285750" indent="-285750">
              <a:lnSpc>
                <a:spcPct val="150000"/>
              </a:lnSpc>
              <a:buFont typeface="Wingdings" panose="05000000000000000000" pitchFamily="2" charset="2"/>
              <a:buChar char="p"/>
            </a:pPr>
            <a:r>
              <a:rPr lang="ja-JP" altLang="en-US" dirty="0">
                <a:latin typeface="メイリオ" panose="020B0604030504040204" pitchFamily="50" charset="-128"/>
                <a:ea typeface="メイリオ" panose="020B0604030504040204" pitchFamily="50" charset="-128"/>
              </a:rPr>
              <a:t>リクエスト内容を確認して分散先を振り分けるコンテントベースルーティングは出来ない</a:t>
            </a:r>
            <a:endParaRPr lang="en-US" altLang="ja-JP" kern="0" dirty="0">
              <a:solidFill>
                <a:srgbClr val="002060"/>
              </a:solidFill>
              <a:latin typeface="メイリオ" panose="020B0604030504040204" pitchFamily="50" charset="-128"/>
              <a:ea typeface="メイリオ" panose="020B0604030504040204" pitchFamily="50" charset="-128"/>
            </a:endParaRPr>
          </a:p>
        </p:txBody>
      </p:sp>
      <p:sp>
        <p:nvSpPr>
          <p:cNvPr id="6" name="正方形/長方形 5">
            <a:extLst>
              <a:ext uri="{FF2B5EF4-FFF2-40B4-BE49-F238E27FC236}">
                <a16:creationId xmlns:a16="http://schemas.microsoft.com/office/drawing/2014/main" id="{D46E97E4-2A6E-493F-82B1-8BFD3A68623D}"/>
              </a:ext>
            </a:extLst>
          </p:cNvPr>
          <p:cNvSpPr/>
          <p:nvPr/>
        </p:nvSpPr>
        <p:spPr bwMode="auto">
          <a:xfrm>
            <a:off x="704528" y="2560763"/>
            <a:ext cx="3610838" cy="2651073"/>
          </a:xfrm>
          <a:prstGeom prst="rect">
            <a:avLst/>
          </a:prstGeom>
          <a:solidFill>
            <a:srgbClr val="F0861E"/>
          </a:solidFill>
          <a:ln w="12700" cap="flat" cmpd="sng" algn="ctr">
            <a:no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algn="ctr"/>
            <a:r>
              <a:rPr lang="ja-JP" altLang="en-US" sz="1000" b="1" dirty="0">
                <a:solidFill>
                  <a:schemeClr val="bg1"/>
                </a:solidFill>
                <a:latin typeface="メイリオ" panose="020B0604030504040204" pitchFamily="50" charset="-128"/>
                <a:ea typeface="メイリオ" panose="020B0604030504040204" pitchFamily="50" charset="-128"/>
              </a:rPr>
              <a:t>リージョン</a:t>
            </a:r>
            <a:endParaRPr lang="en-US" altLang="ja-JP" sz="1000" b="1" dirty="0">
              <a:solidFill>
                <a:schemeClr val="bg1"/>
              </a:solidFill>
              <a:latin typeface="メイリオ" panose="020B0604030504040204" pitchFamily="50" charset="-128"/>
              <a:ea typeface="メイリオ" panose="020B0604030504040204" pitchFamily="50" charset="-128"/>
            </a:endParaRPr>
          </a:p>
        </p:txBody>
      </p:sp>
      <p:sp>
        <p:nvSpPr>
          <p:cNvPr id="7" name="四角形: 角を丸くする 6">
            <a:extLst>
              <a:ext uri="{FF2B5EF4-FFF2-40B4-BE49-F238E27FC236}">
                <a16:creationId xmlns:a16="http://schemas.microsoft.com/office/drawing/2014/main" id="{8DB82932-BF6A-43C3-9744-FFABAEE05239}"/>
              </a:ext>
            </a:extLst>
          </p:cNvPr>
          <p:cNvSpPr/>
          <p:nvPr/>
        </p:nvSpPr>
        <p:spPr bwMode="auto">
          <a:xfrm>
            <a:off x="848962" y="2883002"/>
            <a:ext cx="3358079" cy="2061480"/>
          </a:xfrm>
          <a:prstGeom prst="roundRect">
            <a:avLst/>
          </a:prstGeom>
          <a:solidFill>
            <a:schemeClr val="bg1"/>
          </a:solidFill>
          <a:ln w="12700" cap="flat" cmpd="sng" algn="ctr">
            <a:solidFill>
              <a:srgbClr val="F0861E"/>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ja-JP" altLang="en-US" sz="1000" b="0" i="0" u="none" strike="noStrike" cap="none" normalizeH="0" baseline="0">
              <a:ln>
                <a:noFill/>
              </a:ln>
              <a:solidFill>
                <a:schemeClr val="tx1"/>
              </a:solidFill>
              <a:effectLst/>
              <a:latin typeface="ＭＳ Ｐゴシック" pitchFamily="50" charset="-128"/>
              <a:ea typeface="ＭＳ Ｐゴシック" pitchFamily="50" charset="-128"/>
            </a:endParaRPr>
          </a:p>
        </p:txBody>
      </p:sp>
      <p:sp>
        <p:nvSpPr>
          <p:cNvPr id="8" name="正方形/長方形 7">
            <a:extLst>
              <a:ext uri="{FF2B5EF4-FFF2-40B4-BE49-F238E27FC236}">
                <a16:creationId xmlns:a16="http://schemas.microsoft.com/office/drawing/2014/main" id="{3F7327D9-A0CF-4BB5-8CBB-9FC0E0C0ABF2}"/>
              </a:ext>
            </a:extLst>
          </p:cNvPr>
          <p:cNvSpPr/>
          <p:nvPr/>
        </p:nvSpPr>
        <p:spPr bwMode="auto">
          <a:xfrm>
            <a:off x="975462" y="3044121"/>
            <a:ext cx="1384818" cy="1833464"/>
          </a:xfrm>
          <a:prstGeom prst="rect">
            <a:avLst/>
          </a:prstGeom>
          <a:solidFill>
            <a:srgbClr val="FFC000"/>
          </a:solidFill>
          <a:ln w="12700" cap="flat" cmpd="sng" algn="ctr">
            <a:no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altLang="ja-JP" sz="1000" b="1" dirty="0">
                <a:solidFill>
                  <a:schemeClr val="bg1"/>
                </a:solidFill>
                <a:latin typeface="メイリオ" panose="020B0604030504040204" pitchFamily="50" charset="-128"/>
                <a:ea typeface="メイリオ" panose="020B0604030504040204" pitchFamily="50" charset="-128"/>
              </a:rPr>
              <a:t>AZ</a:t>
            </a:r>
            <a:endParaRPr kumimoji="1" lang="ja-JP" altLang="en-US" sz="1000" b="1"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endParaRPr>
          </a:p>
        </p:txBody>
      </p:sp>
      <p:sp>
        <p:nvSpPr>
          <p:cNvPr id="9" name="正方形/長方形 8">
            <a:extLst>
              <a:ext uri="{FF2B5EF4-FFF2-40B4-BE49-F238E27FC236}">
                <a16:creationId xmlns:a16="http://schemas.microsoft.com/office/drawing/2014/main" id="{C5D17438-6862-4916-AA85-E932CFACECA6}"/>
              </a:ext>
            </a:extLst>
          </p:cNvPr>
          <p:cNvSpPr/>
          <p:nvPr/>
        </p:nvSpPr>
        <p:spPr bwMode="auto">
          <a:xfrm>
            <a:off x="2654381" y="3044121"/>
            <a:ext cx="1384818" cy="1833464"/>
          </a:xfrm>
          <a:prstGeom prst="rect">
            <a:avLst/>
          </a:prstGeom>
          <a:solidFill>
            <a:srgbClr val="FFC000"/>
          </a:solidFill>
          <a:ln w="12700" cap="flat" cmpd="sng" algn="ctr">
            <a:no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altLang="ja-JP" sz="1000" b="1" dirty="0">
                <a:solidFill>
                  <a:schemeClr val="bg1"/>
                </a:solidFill>
                <a:latin typeface="メイリオ" panose="020B0604030504040204" pitchFamily="50" charset="-128"/>
                <a:ea typeface="メイリオ" panose="020B0604030504040204" pitchFamily="50" charset="-128"/>
              </a:rPr>
              <a:t>AZ</a:t>
            </a:r>
            <a:endParaRPr kumimoji="1" lang="ja-JP" altLang="en-US" sz="1000" b="1"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endParaRPr>
          </a:p>
        </p:txBody>
      </p:sp>
      <p:sp>
        <p:nvSpPr>
          <p:cNvPr id="10" name="四角形: 角を丸くする 9">
            <a:extLst>
              <a:ext uri="{FF2B5EF4-FFF2-40B4-BE49-F238E27FC236}">
                <a16:creationId xmlns:a16="http://schemas.microsoft.com/office/drawing/2014/main" id="{7019764A-66D0-486E-9954-6C9DFC8723AB}"/>
              </a:ext>
            </a:extLst>
          </p:cNvPr>
          <p:cNvSpPr/>
          <p:nvPr/>
        </p:nvSpPr>
        <p:spPr bwMode="auto">
          <a:xfrm>
            <a:off x="1101720" y="3205240"/>
            <a:ext cx="1155468" cy="1570800"/>
          </a:xfrm>
          <a:prstGeom prst="roundRect">
            <a:avLst/>
          </a:prstGeom>
          <a:noFill/>
          <a:ln w="12700" cap="flat" cmpd="sng" algn="ctr">
            <a:solidFill>
              <a:srgbClr val="F0861E"/>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kumimoji="1" lang="ja-JP" altLang="en-US" sz="1000" b="1"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rPr>
              <a:t>サブネット</a:t>
            </a:r>
            <a:r>
              <a:rPr kumimoji="1" lang="en-US" altLang="ja-JP" sz="1000" b="0"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rPr>
              <a:t>10.0</a:t>
            </a:r>
            <a:r>
              <a:rPr lang="en-US" altLang="ja-JP" sz="1000" dirty="0">
                <a:solidFill>
                  <a:srgbClr val="FF0000"/>
                </a:solidFill>
                <a:latin typeface="メイリオ" panose="020B0604030504040204" pitchFamily="50" charset="-128"/>
                <a:ea typeface="メイリオ" panose="020B0604030504040204" pitchFamily="50" charset="-128"/>
              </a:rPr>
              <a:t>.1</a:t>
            </a:r>
            <a:r>
              <a:rPr kumimoji="1" lang="en-US" altLang="ja-JP" sz="1000" b="0"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rPr>
              <a:t>.0</a:t>
            </a:r>
            <a:r>
              <a:rPr lang="en-US" altLang="ja-JP" sz="1000" dirty="0">
                <a:solidFill>
                  <a:srgbClr val="FF0000"/>
                </a:solidFill>
                <a:latin typeface="メイリオ" panose="020B0604030504040204" pitchFamily="50" charset="-128"/>
                <a:ea typeface="メイリオ" panose="020B0604030504040204" pitchFamily="50" charset="-128"/>
              </a:rPr>
              <a:t>/24	</a:t>
            </a:r>
            <a:endParaRPr kumimoji="1" lang="ja-JP" altLang="en-US" sz="1000" b="0"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endParaRPr>
          </a:p>
        </p:txBody>
      </p:sp>
      <p:pic>
        <p:nvPicPr>
          <p:cNvPr id="11" name="図 10" descr="音楽 が含まれている画像&#10;&#10;自動的に生成された説明">
            <a:extLst>
              <a:ext uri="{FF2B5EF4-FFF2-40B4-BE49-F238E27FC236}">
                <a16:creationId xmlns:a16="http://schemas.microsoft.com/office/drawing/2014/main" id="{67E05BF3-39BA-436A-9D03-016ED226F4C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56763" y="4081454"/>
            <a:ext cx="311861" cy="417467"/>
          </a:xfrm>
          <a:prstGeom prst="rect">
            <a:avLst/>
          </a:prstGeom>
        </p:spPr>
      </p:pic>
      <p:sp>
        <p:nvSpPr>
          <p:cNvPr id="12" name="テキスト ボックス 11">
            <a:extLst>
              <a:ext uri="{FF2B5EF4-FFF2-40B4-BE49-F238E27FC236}">
                <a16:creationId xmlns:a16="http://schemas.microsoft.com/office/drawing/2014/main" id="{5708756E-5441-4550-979A-2A45FA47AC6C}"/>
              </a:ext>
            </a:extLst>
          </p:cNvPr>
          <p:cNvSpPr txBox="1"/>
          <p:nvPr/>
        </p:nvSpPr>
        <p:spPr>
          <a:xfrm>
            <a:off x="1189318" y="4485553"/>
            <a:ext cx="429926" cy="246221"/>
          </a:xfrm>
          <a:prstGeom prst="rect">
            <a:avLst/>
          </a:prstGeom>
          <a:noFill/>
        </p:spPr>
        <p:txBody>
          <a:bodyPr wrap="none" rtlCol="0">
            <a:spAutoFit/>
          </a:bodyPr>
          <a:lstStyle/>
          <a:p>
            <a:pPr algn="ctr"/>
            <a:r>
              <a:rPr kumimoji="1" lang="en-US" altLang="ja-JP" sz="1000" dirty="0">
                <a:latin typeface="メイリオ" panose="020B0604030504040204" pitchFamily="50" charset="-128"/>
                <a:ea typeface="メイリオ" panose="020B0604030504040204" pitchFamily="50" charset="-128"/>
              </a:rPr>
              <a:t>EC2</a:t>
            </a:r>
          </a:p>
        </p:txBody>
      </p:sp>
      <p:sp>
        <p:nvSpPr>
          <p:cNvPr id="13" name="四角形: 角を丸くする 12">
            <a:extLst>
              <a:ext uri="{FF2B5EF4-FFF2-40B4-BE49-F238E27FC236}">
                <a16:creationId xmlns:a16="http://schemas.microsoft.com/office/drawing/2014/main" id="{4EB340E9-3D0F-4BE5-8E36-C51F4A564ACA}"/>
              </a:ext>
            </a:extLst>
          </p:cNvPr>
          <p:cNvSpPr/>
          <p:nvPr/>
        </p:nvSpPr>
        <p:spPr bwMode="auto">
          <a:xfrm>
            <a:off x="2773933" y="3205240"/>
            <a:ext cx="1155468" cy="1570800"/>
          </a:xfrm>
          <a:prstGeom prst="roundRect">
            <a:avLst/>
          </a:prstGeom>
          <a:noFill/>
          <a:ln w="12700" cap="flat" cmpd="sng" algn="ctr">
            <a:solidFill>
              <a:srgbClr val="F0861E"/>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kumimoji="1" lang="ja-JP" altLang="en-US" sz="1000" b="1"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rPr>
              <a:t>サブネット</a:t>
            </a:r>
            <a:r>
              <a:rPr kumimoji="1" lang="en-US" altLang="ja-JP" sz="1000" b="0"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rPr>
              <a:t>10.0</a:t>
            </a:r>
            <a:r>
              <a:rPr lang="en-US" altLang="ja-JP" sz="1000" dirty="0">
                <a:solidFill>
                  <a:srgbClr val="FF0000"/>
                </a:solidFill>
                <a:latin typeface="メイリオ" panose="020B0604030504040204" pitchFamily="50" charset="-128"/>
                <a:ea typeface="メイリオ" panose="020B0604030504040204" pitchFamily="50" charset="-128"/>
              </a:rPr>
              <a:t>.2</a:t>
            </a:r>
            <a:r>
              <a:rPr kumimoji="1" lang="en-US" altLang="ja-JP" sz="1000" b="0"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rPr>
              <a:t>.0</a:t>
            </a:r>
            <a:r>
              <a:rPr lang="en-US" altLang="ja-JP" sz="1000" dirty="0">
                <a:solidFill>
                  <a:srgbClr val="FF0000"/>
                </a:solidFill>
                <a:latin typeface="メイリオ" panose="020B0604030504040204" pitchFamily="50" charset="-128"/>
                <a:ea typeface="メイリオ" panose="020B0604030504040204" pitchFamily="50" charset="-128"/>
              </a:rPr>
              <a:t>/24	</a:t>
            </a:r>
            <a:endParaRPr kumimoji="1" lang="ja-JP" altLang="en-US" sz="1000" b="0"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endParaRPr>
          </a:p>
        </p:txBody>
      </p:sp>
      <p:cxnSp>
        <p:nvCxnSpPr>
          <p:cNvPr id="14" name="直線コネクタ 25">
            <a:extLst>
              <a:ext uri="{FF2B5EF4-FFF2-40B4-BE49-F238E27FC236}">
                <a16:creationId xmlns:a16="http://schemas.microsoft.com/office/drawing/2014/main" id="{97C781AB-5947-4C2E-8500-DCCAFBA18AEA}"/>
              </a:ext>
            </a:extLst>
          </p:cNvPr>
          <p:cNvCxnSpPr>
            <a:cxnSpLocks/>
            <a:stCxn id="11" idx="0"/>
            <a:endCxn id="16" idx="2"/>
          </p:cNvCxnSpPr>
          <p:nvPr/>
        </p:nvCxnSpPr>
        <p:spPr bwMode="auto">
          <a:xfrm rot="5400000" flipH="1" flipV="1">
            <a:off x="1776599" y="3353127"/>
            <a:ext cx="364422" cy="1092232"/>
          </a:xfrm>
          <a:prstGeom prst="bentConnector3">
            <a:avLst>
              <a:gd name="adj1" fmla="val 50000"/>
            </a:avLst>
          </a:prstGeom>
          <a:noFill/>
          <a:ln w="31750" cap="flat" cmpd="sng" algn="ctr">
            <a:solidFill>
              <a:srgbClr val="FF0000"/>
            </a:solidFill>
            <a:prstDash val="solid"/>
            <a:round/>
            <a:headEnd type="none" w="med" len="med"/>
            <a:tailEnd type="none" w="med" len="med"/>
          </a:ln>
          <a:effectLst/>
        </p:spPr>
      </p:cxnSp>
      <p:sp>
        <p:nvSpPr>
          <p:cNvPr id="15" name="テキスト ボックス 14">
            <a:extLst>
              <a:ext uri="{FF2B5EF4-FFF2-40B4-BE49-F238E27FC236}">
                <a16:creationId xmlns:a16="http://schemas.microsoft.com/office/drawing/2014/main" id="{ED0EC1F2-9159-43E6-BCC3-7C110FDE46DE}"/>
              </a:ext>
            </a:extLst>
          </p:cNvPr>
          <p:cNvSpPr txBox="1"/>
          <p:nvPr/>
        </p:nvSpPr>
        <p:spPr>
          <a:xfrm>
            <a:off x="2288704" y="3186390"/>
            <a:ext cx="429926" cy="246221"/>
          </a:xfrm>
          <a:prstGeom prst="rect">
            <a:avLst/>
          </a:prstGeom>
          <a:noFill/>
        </p:spPr>
        <p:txBody>
          <a:bodyPr wrap="none" rtlCol="0">
            <a:spAutoFit/>
          </a:bodyPr>
          <a:lstStyle/>
          <a:p>
            <a:pPr algn="ctr"/>
            <a:r>
              <a:rPr lang="en-US" altLang="ja-JP" sz="1000" dirty="0">
                <a:latin typeface="メイリオ" panose="020B0604030504040204" pitchFamily="50" charset="-128"/>
                <a:ea typeface="メイリオ" panose="020B0604030504040204" pitchFamily="50" charset="-128"/>
              </a:rPr>
              <a:t>C</a:t>
            </a:r>
            <a:r>
              <a:rPr kumimoji="1" lang="en-US" altLang="ja-JP" sz="1000" dirty="0">
                <a:latin typeface="メイリオ" panose="020B0604030504040204" pitchFamily="50" charset="-128"/>
                <a:ea typeface="メイリオ" panose="020B0604030504040204" pitchFamily="50" charset="-128"/>
              </a:rPr>
              <a:t>LB</a:t>
            </a:r>
          </a:p>
        </p:txBody>
      </p:sp>
      <p:pic>
        <p:nvPicPr>
          <p:cNvPr id="16" name="図 15">
            <a:extLst>
              <a:ext uri="{FF2B5EF4-FFF2-40B4-BE49-F238E27FC236}">
                <a16:creationId xmlns:a16="http://schemas.microsoft.com/office/drawing/2014/main" id="{865BC7D4-E446-4A02-96D3-C5C5835E7D0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327083" y="3349873"/>
            <a:ext cx="355685" cy="367159"/>
          </a:xfrm>
          <a:prstGeom prst="rect">
            <a:avLst/>
          </a:prstGeom>
        </p:spPr>
      </p:pic>
      <p:pic>
        <p:nvPicPr>
          <p:cNvPr id="17" name="図 16" descr="音楽 が含まれている画像&#10;&#10;自動的に生成された説明">
            <a:extLst>
              <a:ext uri="{FF2B5EF4-FFF2-40B4-BE49-F238E27FC236}">
                <a16:creationId xmlns:a16="http://schemas.microsoft.com/office/drawing/2014/main" id="{52558CB1-C5EF-4EE2-907C-C96F240AD28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52367" y="4081454"/>
            <a:ext cx="311861" cy="417467"/>
          </a:xfrm>
          <a:prstGeom prst="rect">
            <a:avLst/>
          </a:prstGeom>
        </p:spPr>
      </p:pic>
      <p:sp>
        <p:nvSpPr>
          <p:cNvPr id="18" name="テキスト ボックス 17">
            <a:extLst>
              <a:ext uri="{FF2B5EF4-FFF2-40B4-BE49-F238E27FC236}">
                <a16:creationId xmlns:a16="http://schemas.microsoft.com/office/drawing/2014/main" id="{FCBBAB68-628F-4D33-A2BB-8F71C20816CE}"/>
              </a:ext>
            </a:extLst>
          </p:cNvPr>
          <p:cNvSpPr txBox="1"/>
          <p:nvPr/>
        </p:nvSpPr>
        <p:spPr>
          <a:xfrm>
            <a:off x="1684922" y="4485553"/>
            <a:ext cx="429926" cy="246221"/>
          </a:xfrm>
          <a:prstGeom prst="rect">
            <a:avLst/>
          </a:prstGeom>
          <a:noFill/>
        </p:spPr>
        <p:txBody>
          <a:bodyPr wrap="none" rtlCol="0">
            <a:spAutoFit/>
          </a:bodyPr>
          <a:lstStyle/>
          <a:p>
            <a:pPr algn="ctr"/>
            <a:r>
              <a:rPr kumimoji="1" lang="en-US" altLang="ja-JP" sz="1000" dirty="0">
                <a:latin typeface="メイリオ" panose="020B0604030504040204" pitchFamily="50" charset="-128"/>
                <a:ea typeface="メイリオ" panose="020B0604030504040204" pitchFamily="50" charset="-128"/>
              </a:rPr>
              <a:t>EC2</a:t>
            </a:r>
          </a:p>
        </p:txBody>
      </p:sp>
      <p:pic>
        <p:nvPicPr>
          <p:cNvPr id="19" name="図 18" descr="音楽 が含まれている画像&#10;&#10;自動的に生成された説明">
            <a:extLst>
              <a:ext uri="{FF2B5EF4-FFF2-40B4-BE49-F238E27FC236}">
                <a16:creationId xmlns:a16="http://schemas.microsoft.com/office/drawing/2014/main" id="{0ADADACB-C5C6-4F8B-B36C-AACEBEC3947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08820" y="4081454"/>
            <a:ext cx="311861" cy="417467"/>
          </a:xfrm>
          <a:prstGeom prst="rect">
            <a:avLst/>
          </a:prstGeom>
        </p:spPr>
      </p:pic>
      <p:sp>
        <p:nvSpPr>
          <p:cNvPr id="20" name="テキスト ボックス 19">
            <a:extLst>
              <a:ext uri="{FF2B5EF4-FFF2-40B4-BE49-F238E27FC236}">
                <a16:creationId xmlns:a16="http://schemas.microsoft.com/office/drawing/2014/main" id="{E4E15D46-98C8-47A6-9CD3-052F610BD147}"/>
              </a:ext>
            </a:extLst>
          </p:cNvPr>
          <p:cNvSpPr txBox="1"/>
          <p:nvPr/>
        </p:nvSpPr>
        <p:spPr>
          <a:xfrm>
            <a:off x="2941375" y="4485553"/>
            <a:ext cx="429926" cy="246221"/>
          </a:xfrm>
          <a:prstGeom prst="rect">
            <a:avLst/>
          </a:prstGeom>
          <a:noFill/>
        </p:spPr>
        <p:txBody>
          <a:bodyPr wrap="none" rtlCol="0">
            <a:spAutoFit/>
          </a:bodyPr>
          <a:lstStyle/>
          <a:p>
            <a:pPr algn="ctr"/>
            <a:r>
              <a:rPr kumimoji="1" lang="en-US" altLang="ja-JP" sz="1000" dirty="0">
                <a:latin typeface="メイリオ" panose="020B0604030504040204" pitchFamily="50" charset="-128"/>
                <a:ea typeface="メイリオ" panose="020B0604030504040204" pitchFamily="50" charset="-128"/>
              </a:rPr>
              <a:t>EC2</a:t>
            </a:r>
          </a:p>
        </p:txBody>
      </p:sp>
      <p:pic>
        <p:nvPicPr>
          <p:cNvPr id="21" name="図 20" descr="音楽 が含まれている画像&#10;&#10;自動的に生成された説明">
            <a:extLst>
              <a:ext uri="{FF2B5EF4-FFF2-40B4-BE49-F238E27FC236}">
                <a16:creationId xmlns:a16="http://schemas.microsoft.com/office/drawing/2014/main" id="{29A94B03-951F-49AA-84E9-62983143BDF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04424" y="4081454"/>
            <a:ext cx="311861" cy="417467"/>
          </a:xfrm>
          <a:prstGeom prst="rect">
            <a:avLst/>
          </a:prstGeom>
        </p:spPr>
      </p:pic>
      <p:sp>
        <p:nvSpPr>
          <p:cNvPr id="22" name="テキスト ボックス 21">
            <a:extLst>
              <a:ext uri="{FF2B5EF4-FFF2-40B4-BE49-F238E27FC236}">
                <a16:creationId xmlns:a16="http://schemas.microsoft.com/office/drawing/2014/main" id="{11179A5F-8FF0-4A4D-BD15-72FA2A1B9A08}"/>
              </a:ext>
            </a:extLst>
          </p:cNvPr>
          <p:cNvSpPr txBox="1"/>
          <p:nvPr/>
        </p:nvSpPr>
        <p:spPr>
          <a:xfrm>
            <a:off x="3436979" y="4485553"/>
            <a:ext cx="429926" cy="246221"/>
          </a:xfrm>
          <a:prstGeom prst="rect">
            <a:avLst/>
          </a:prstGeom>
          <a:noFill/>
        </p:spPr>
        <p:txBody>
          <a:bodyPr wrap="none" rtlCol="0">
            <a:spAutoFit/>
          </a:bodyPr>
          <a:lstStyle/>
          <a:p>
            <a:pPr algn="ctr"/>
            <a:r>
              <a:rPr kumimoji="1" lang="en-US" altLang="ja-JP" sz="1000" dirty="0">
                <a:latin typeface="メイリオ" panose="020B0604030504040204" pitchFamily="50" charset="-128"/>
                <a:ea typeface="メイリオ" panose="020B0604030504040204" pitchFamily="50" charset="-128"/>
              </a:rPr>
              <a:t>EC2</a:t>
            </a:r>
          </a:p>
        </p:txBody>
      </p:sp>
      <p:cxnSp>
        <p:nvCxnSpPr>
          <p:cNvPr id="23" name="直線コネクタ 25">
            <a:extLst>
              <a:ext uri="{FF2B5EF4-FFF2-40B4-BE49-F238E27FC236}">
                <a16:creationId xmlns:a16="http://schemas.microsoft.com/office/drawing/2014/main" id="{FFE6B8F9-9D88-44F5-86E1-F5E7A581AE92}"/>
              </a:ext>
            </a:extLst>
          </p:cNvPr>
          <p:cNvCxnSpPr>
            <a:cxnSpLocks/>
            <a:stCxn id="19" idx="0"/>
            <a:endCxn id="16" idx="2"/>
          </p:cNvCxnSpPr>
          <p:nvPr/>
        </p:nvCxnSpPr>
        <p:spPr bwMode="auto">
          <a:xfrm rot="16200000" flipV="1">
            <a:off x="2652628" y="3569330"/>
            <a:ext cx="364422" cy="659825"/>
          </a:xfrm>
          <a:prstGeom prst="bentConnector3">
            <a:avLst>
              <a:gd name="adj1" fmla="val 50000"/>
            </a:avLst>
          </a:prstGeom>
          <a:noFill/>
          <a:ln w="31750" cap="flat" cmpd="sng" algn="ctr">
            <a:solidFill>
              <a:srgbClr val="FF0000"/>
            </a:solidFill>
            <a:prstDash val="solid"/>
            <a:round/>
            <a:headEnd type="none" w="med" len="med"/>
            <a:tailEnd type="none" w="med" len="med"/>
          </a:ln>
          <a:effectLst/>
        </p:spPr>
      </p:cxnSp>
      <p:cxnSp>
        <p:nvCxnSpPr>
          <p:cNvPr id="24" name="直線コネクタ 25">
            <a:extLst>
              <a:ext uri="{FF2B5EF4-FFF2-40B4-BE49-F238E27FC236}">
                <a16:creationId xmlns:a16="http://schemas.microsoft.com/office/drawing/2014/main" id="{44D6579A-D0F2-4796-96A9-FB4A6F010E28}"/>
              </a:ext>
            </a:extLst>
          </p:cNvPr>
          <p:cNvCxnSpPr>
            <a:cxnSpLocks/>
            <a:stCxn id="17" idx="0"/>
            <a:endCxn id="16" idx="2"/>
          </p:cNvCxnSpPr>
          <p:nvPr/>
        </p:nvCxnSpPr>
        <p:spPr bwMode="auto">
          <a:xfrm rot="5400000" flipH="1" flipV="1">
            <a:off x="2024401" y="3600929"/>
            <a:ext cx="364422" cy="596628"/>
          </a:xfrm>
          <a:prstGeom prst="bentConnector3">
            <a:avLst>
              <a:gd name="adj1" fmla="val 50000"/>
            </a:avLst>
          </a:prstGeom>
          <a:noFill/>
          <a:ln w="31750" cap="flat" cmpd="sng" algn="ctr">
            <a:solidFill>
              <a:srgbClr val="FF0000"/>
            </a:solidFill>
            <a:prstDash val="solid"/>
            <a:round/>
            <a:headEnd type="none" w="med" len="med"/>
            <a:tailEnd type="none" w="med" len="med"/>
          </a:ln>
          <a:effectLst/>
        </p:spPr>
      </p:cxnSp>
      <p:cxnSp>
        <p:nvCxnSpPr>
          <p:cNvPr id="25" name="直線コネクタ 25">
            <a:extLst>
              <a:ext uri="{FF2B5EF4-FFF2-40B4-BE49-F238E27FC236}">
                <a16:creationId xmlns:a16="http://schemas.microsoft.com/office/drawing/2014/main" id="{A2A5FFCE-EED2-4584-A972-BB9142AEFEFA}"/>
              </a:ext>
            </a:extLst>
          </p:cNvPr>
          <p:cNvCxnSpPr>
            <a:cxnSpLocks/>
            <a:stCxn id="21" idx="0"/>
            <a:endCxn id="16" idx="2"/>
          </p:cNvCxnSpPr>
          <p:nvPr/>
        </p:nvCxnSpPr>
        <p:spPr bwMode="auto">
          <a:xfrm rot="16200000" flipV="1">
            <a:off x="2900430" y="3321528"/>
            <a:ext cx="364422" cy="1155429"/>
          </a:xfrm>
          <a:prstGeom prst="bentConnector3">
            <a:avLst>
              <a:gd name="adj1" fmla="val 50000"/>
            </a:avLst>
          </a:prstGeom>
          <a:noFill/>
          <a:ln w="31750" cap="flat" cmpd="sng" algn="ctr">
            <a:solidFill>
              <a:srgbClr val="FF0000"/>
            </a:solidFill>
            <a:prstDash val="solid"/>
            <a:round/>
            <a:headEnd type="none" w="med" len="med"/>
            <a:tailEnd type="none" w="med" len="med"/>
          </a:ln>
          <a:effectLst/>
        </p:spPr>
      </p:cxnSp>
      <p:pic>
        <p:nvPicPr>
          <p:cNvPr id="26" name="Picture 2" descr="ãVPC ã¢ã¤ã³ã³ãã®ç»åæ¤ç´¢çµæ">
            <a:extLst>
              <a:ext uri="{FF2B5EF4-FFF2-40B4-BE49-F238E27FC236}">
                <a16:creationId xmlns:a16="http://schemas.microsoft.com/office/drawing/2014/main" id="{D9DF0841-C7E7-4FE5-8F7B-52AF4D886B1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47531" y="2641323"/>
            <a:ext cx="469409" cy="5236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57539502"/>
      </p:ext>
    </p:extLst>
  </p:cSld>
  <p:clrMapOvr>
    <a:masterClrMapping/>
  </p:clrMapOvr>
  <mc:AlternateContent xmlns:mc="http://schemas.openxmlformats.org/markup-compatibility/2006" xmlns:p14="http://schemas.microsoft.com/office/powerpoint/2010/main">
    <mc:Choice Requires="p14">
      <p:transition spd="slow" p14:dur="2000" advTm="81502"/>
    </mc:Choice>
    <mc:Fallback xmlns="">
      <p:transition spd="slow" advTm="81502"/>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タイトル 1">
            <a:extLst>
              <a:ext uri="{FF2B5EF4-FFF2-40B4-BE49-F238E27FC236}">
                <a16:creationId xmlns:a16="http://schemas.microsoft.com/office/drawing/2014/main" id="{48F80BE1-D063-4240-BFC7-C8D243720250}"/>
              </a:ext>
            </a:extLst>
          </p:cNvPr>
          <p:cNvSpPr txBox="1">
            <a:spLocks/>
          </p:cNvSpPr>
          <p:nvPr/>
        </p:nvSpPr>
        <p:spPr bwMode="auto">
          <a:xfrm>
            <a:off x="631222" y="201863"/>
            <a:ext cx="8642258" cy="50208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rtl="0" fontAlgn="base">
              <a:lnSpc>
                <a:spcPct val="90000"/>
              </a:lnSpc>
              <a:spcBef>
                <a:spcPct val="0"/>
              </a:spcBef>
              <a:spcAft>
                <a:spcPct val="0"/>
              </a:spcAft>
              <a:defRPr kumimoji="1" sz="2000">
                <a:solidFill>
                  <a:schemeClr val="tx2"/>
                </a:solidFill>
                <a:latin typeface="游明朝" panose="02020400000000000000" pitchFamily="18" charset="-128"/>
                <a:ea typeface="游明朝" panose="02020400000000000000" pitchFamily="18" charset="-128"/>
                <a:cs typeface="+mj-cs"/>
              </a:defRPr>
            </a:lvl1pPr>
            <a:lvl2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2pPr>
            <a:lvl3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3pPr>
            <a:lvl4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4pPr>
            <a:lvl5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5pPr>
            <a:lvl6pPr marL="4572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6pPr>
            <a:lvl7pPr marL="9144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7pPr>
            <a:lvl8pPr marL="13716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8pPr>
            <a:lvl9pPr marL="18288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9pPr>
          </a:lstStyle>
          <a:p>
            <a:pPr algn="l">
              <a:lnSpc>
                <a:spcPct val="100000"/>
              </a:lnSpc>
            </a:pPr>
            <a:r>
              <a:rPr lang="en-US" altLang="ja-JP" sz="3000" dirty="0">
                <a:solidFill>
                  <a:schemeClr val="tx1"/>
                </a:solidFill>
                <a:latin typeface="メイリオ" panose="020B0604030504040204" pitchFamily="50" charset="-128"/>
                <a:ea typeface="メイリオ" panose="020B0604030504040204" pitchFamily="50" charset="-128"/>
              </a:rPr>
              <a:t>ALB</a:t>
            </a:r>
            <a:r>
              <a:rPr lang="ja-JP" altLang="en-US" sz="3000" dirty="0">
                <a:solidFill>
                  <a:schemeClr val="tx1"/>
                </a:solidFill>
                <a:latin typeface="メイリオ" panose="020B0604030504040204" pitchFamily="50" charset="-128"/>
                <a:ea typeface="メイリオ" panose="020B0604030504040204" pitchFamily="50" charset="-128"/>
              </a:rPr>
              <a:t>（</a:t>
            </a:r>
            <a:r>
              <a:rPr lang="en-US" altLang="ja-JP" sz="3000" dirty="0">
                <a:solidFill>
                  <a:schemeClr val="tx1"/>
                </a:solidFill>
                <a:latin typeface="メイリオ" panose="020B0604030504040204" pitchFamily="50" charset="-128"/>
                <a:ea typeface="メイリオ" panose="020B0604030504040204" pitchFamily="50" charset="-128"/>
              </a:rPr>
              <a:t>Application Load Balancer </a:t>
            </a:r>
            <a:r>
              <a:rPr lang="ja-JP" altLang="en-US" sz="3000" dirty="0">
                <a:solidFill>
                  <a:schemeClr val="tx1"/>
                </a:solidFill>
                <a:latin typeface="メイリオ" panose="020B0604030504040204" pitchFamily="50" charset="-128"/>
                <a:ea typeface="メイリオ" panose="020B0604030504040204" pitchFamily="50" charset="-128"/>
              </a:rPr>
              <a:t>）</a:t>
            </a:r>
            <a:endParaRPr lang="en-US" altLang="ja-JP" sz="3000" dirty="0">
              <a:solidFill>
                <a:schemeClr val="tx1"/>
              </a:solidFill>
              <a:latin typeface="メイリオ" panose="020B0604030504040204" pitchFamily="50" charset="-128"/>
              <a:ea typeface="メイリオ" panose="020B0604030504040204" pitchFamily="50" charset="-128"/>
            </a:endParaRPr>
          </a:p>
        </p:txBody>
      </p:sp>
      <p:sp>
        <p:nvSpPr>
          <p:cNvPr id="5" name="コンテンツ プレースホルダー 2">
            <a:extLst>
              <a:ext uri="{FF2B5EF4-FFF2-40B4-BE49-F238E27FC236}">
                <a16:creationId xmlns:a16="http://schemas.microsoft.com/office/drawing/2014/main" id="{4223C7E6-23C7-4433-B315-D26905B0474C}"/>
              </a:ext>
            </a:extLst>
          </p:cNvPr>
          <p:cNvSpPr txBox="1">
            <a:spLocks/>
          </p:cNvSpPr>
          <p:nvPr/>
        </p:nvSpPr>
        <p:spPr>
          <a:xfrm>
            <a:off x="631222" y="799401"/>
            <a:ext cx="8858282" cy="325343"/>
          </a:xfrm>
          <a:prstGeom prst="rect">
            <a:avLst/>
          </a:prstGeom>
        </p:spPr>
        <p:txBody>
          <a:bodyPr vert="horz" lIns="74295" tIns="37148" rIns="74295" bIns="37148" rtlCol="0">
            <a:noAutofit/>
          </a:bodyPr>
          <a:lstStyle>
            <a:lvl1pPr marL="228600" indent="-228600" algn="l" defTabSz="914400" rtl="0" eaLnBrk="1" latinLnBrk="0" hangingPunct="1">
              <a:lnSpc>
                <a:spcPct val="90000"/>
              </a:lnSpc>
              <a:spcBef>
                <a:spcPts val="1000"/>
              </a:spcBef>
              <a:buFont typeface="Wingdings 2" pitchFamily="18" charset="2"/>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2" pitchFamily="18" charset="2"/>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2" pitchFamily="18" charset="2"/>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5pPr>
            <a:lvl6pPr marL="25146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6pPr>
            <a:lvl7pPr marL="29718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7pPr>
            <a:lvl8pPr marL="34290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8pPr>
            <a:lvl9pPr marL="38862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9pPr>
          </a:lstStyle>
          <a:p>
            <a:pPr marL="0" indent="0">
              <a:buNone/>
            </a:pPr>
            <a:r>
              <a:rPr lang="ja-JP" altLang="en-US" sz="2400" dirty="0">
                <a:solidFill>
                  <a:srgbClr val="002060"/>
                </a:solidFill>
                <a:latin typeface="メイリオ" panose="020B0604030504040204" pitchFamily="50" charset="-128"/>
                <a:ea typeface="メイリオ" panose="020B0604030504040204" pitchFamily="50" charset="-128"/>
              </a:rPr>
              <a:t>レイヤー</a:t>
            </a:r>
            <a:r>
              <a:rPr lang="en-US" altLang="ja-JP" sz="2400" dirty="0">
                <a:solidFill>
                  <a:srgbClr val="002060"/>
                </a:solidFill>
                <a:latin typeface="メイリオ" panose="020B0604030504040204" pitchFamily="50" charset="-128"/>
                <a:ea typeface="メイリオ" panose="020B0604030504040204" pitchFamily="50" charset="-128"/>
              </a:rPr>
              <a:t>7</a:t>
            </a:r>
            <a:r>
              <a:rPr lang="ja-JP" altLang="en-US" sz="2400" dirty="0">
                <a:solidFill>
                  <a:srgbClr val="002060"/>
                </a:solidFill>
                <a:latin typeface="メイリオ" panose="020B0604030504040204" pitchFamily="50" charset="-128"/>
                <a:ea typeface="メイリオ" panose="020B0604030504040204" pitchFamily="50" charset="-128"/>
              </a:rPr>
              <a:t>の対応が強化された単一ロードバランサーで、異なるアプリケーションへリクエストをルーティングが可能</a:t>
            </a:r>
            <a:endParaRPr lang="en-US" altLang="ja-JP" sz="2400" kern="0" dirty="0">
              <a:solidFill>
                <a:srgbClr val="002060"/>
              </a:solidFill>
              <a:latin typeface="メイリオ" panose="020B0604030504040204" pitchFamily="50" charset="-128"/>
              <a:ea typeface="メイリオ" panose="020B0604030504040204" pitchFamily="50" charset="-128"/>
            </a:endParaRPr>
          </a:p>
        </p:txBody>
      </p:sp>
      <p:sp>
        <p:nvSpPr>
          <p:cNvPr id="2" name="正方形/長方形 1">
            <a:extLst>
              <a:ext uri="{FF2B5EF4-FFF2-40B4-BE49-F238E27FC236}">
                <a16:creationId xmlns:a16="http://schemas.microsoft.com/office/drawing/2014/main" id="{4EEF92F6-1319-4379-A9DD-DF2D8CD53A35}"/>
              </a:ext>
            </a:extLst>
          </p:cNvPr>
          <p:cNvSpPr/>
          <p:nvPr/>
        </p:nvSpPr>
        <p:spPr>
          <a:xfrm>
            <a:off x="4381723" y="1916832"/>
            <a:ext cx="4953000" cy="5970865"/>
          </a:xfrm>
          <a:prstGeom prst="rect">
            <a:avLst/>
          </a:prstGeom>
        </p:spPr>
        <p:txBody>
          <a:bodyPr>
            <a:spAutoFit/>
          </a:bodyPr>
          <a:lstStyle/>
          <a:p>
            <a:pPr marL="171450" indent="-171450">
              <a:lnSpc>
                <a:spcPct val="150000"/>
              </a:lnSpc>
              <a:buFont typeface="Wingdings" panose="05000000000000000000" pitchFamily="2" charset="2"/>
              <a:buChar char="p"/>
            </a:pPr>
            <a:r>
              <a:rPr lang="ja-JP" altLang="en-US" sz="1600" b="0" i="0" kern="0" dirty="0">
                <a:solidFill>
                  <a:schemeClr val="bg2"/>
                </a:solidFill>
                <a:effectLst/>
                <a:latin typeface="メイリオ" panose="020B0604030504040204" pitchFamily="50" charset="-128"/>
                <a:ea typeface="メイリオ" panose="020B0604030504040204" pitchFamily="50" charset="-128"/>
              </a:rPr>
              <a:t>レイヤー７に対応し</a:t>
            </a:r>
            <a:r>
              <a:rPr lang="en-US" altLang="ja-JP" sz="1600" b="0" i="0" kern="0" dirty="0">
                <a:solidFill>
                  <a:schemeClr val="bg2"/>
                </a:solidFill>
                <a:effectLst/>
                <a:latin typeface="メイリオ" panose="020B0604030504040204" pitchFamily="50" charset="-128"/>
                <a:ea typeface="メイリオ" panose="020B0604030504040204" pitchFamily="50" charset="-128"/>
              </a:rPr>
              <a:t>HTTP</a:t>
            </a:r>
            <a:r>
              <a:rPr lang="ja-JP" altLang="en-US" sz="1600" b="0" i="0" kern="0" dirty="0">
                <a:solidFill>
                  <a:schemeClr val="bg2"/>
                </a:solidFill>
                <a:effectLst/>
                <a:latin typeface="メイリオ" panose="020B0604030504040204" pitchFamily="50" charset="-128"/>
                <a:ea typeface="メイリオ" panose="020B0604030504040204" pitchFamily="50" charset="-128"/>
              </a:rPr>
              <a:t>／</a:t>
            </a:r>
            <a:r>
              <a:rPr lang="en-US" altLang="ja-JP" sz="1600" b="0" i="0" kern="0" dirty="0">
                <a:solidFill>
                  <a:schemeClr val="bg2"/>
                </a:solidFill>
                <a:effectLst/>
                <a:latin typeface="メイリオ" panose="020B0604030504040204" pitchFamily="50" charset="-128"/>
                <a:ea typeface="メイリオ" panose="020B0604030504040204" pitchFamily="50" charset="-128"/>
              </a:rPr>
              <a:t>HTTPS</a:t>
            </a:r>
            <a:r>
              <a:rPr lang="ja-JP" altLang="en-US" sz="1600" b="0" i="0" kern="0" dirty="0">
                <a:solidFill>
                  <a:schemeClr val="bg2"/>
                </a:solidFill>
                <a:effectLst/>
                <a:latin typeface="メイリオ" panose="020B0604030504040204" pitchFamily="50" charset="-128"/>
                <a:ea typeface="メイリオ" panose="020B0604030504040204" pitchFamily="50" charset="-128"/>
              </a:rPr>
              <a:t>リスナー対応</a:t>
            </a:r>
            <a:endParaRPr lang="en-US" altLang="ja-JP" dirty="0">
              <a:solidFill>
                <a:srgbClr val="222222"/>
              </a:solidFill>
              <a:latin typeface="メイリオ" panose="020B0604030504040204" pitchFamily="50" charset="-128"/>
              <a:ea typeface="メイリオ" panose="020B0604030504040204" pitchFamily="50" charset="-128"/>
            </a:endParaRPr>
          </a:p>
          <a:p>
            <a:pPr marL="171450" indent="-171450">
              <a:lnSpc>
                <a:spcPct val="150000"/>
              </a:lnSpc>
              <a:buFont typeface="Wingdings" panose="05000000000000000000" pitchFamily="2" charset="2"/>
              <a:buChar char="p"/>
            </a:pPr>
            <a:r>
              <a:rPr lang="en-US" altLang="ja-JP" dirty="0">
                <a:solidFill>
                  <a:srgbClr val="222222"/>
                </a:solidFill>
                <a:latin typeface="メイリオ" panose="020B0604030504040204" pitchFamily="50" charset="-128"/>
                <a:ea typeface="メイリオ" panose="020B0604030504040204" pitchFamily="50" charset="-128"/>
              </a:rPr>
              <a:t>WebSocket</a:t>
            </a:r>
            <a:r>
              <a:rPr lang="ja-JP" altLang="en-US" dirty="0">
                <a:solidFill>
                  <a:srgbClr val="222222"/>
                </a:solidFill>
                <a:latin typeface="メイリオ" panose="020B0604030504040204" pitchFamily="50" charset="-128"/>
                <a:ea typeface="メイリオ" panose="020B0604030504040204" pitchFamily="50" charset="-128"/>
              </a:rPr>
              <a:t>と</a:t>
            </a:r>
            <a:r>
              <a:rPr lang="en-US" altLang="ja-JP" dirty="0">
                <a:solidFill>
                  <a:srgbClr val="222222"/>
                </a:solidFill>
                <a:latin typeface="メイリオ" panose="020B0604030504040204" pitchFamily="50" charset="-128"/>
                <a:ea typeface="メイリオ" panose="020B0604030504040204" pitchFamily="50" charset="-128"/>
              </a:rPr>
              <a:t>HTTP/2</a:t>
            </a:r>
            <a:r>
              <a:rPr lang="ja-JP" altLang="en-US" dirty="0">
                <a:solidFill>
                  <a:srgbClr val="222222"/>
                </a:solidFill>
                <a:latin typeface="メイリオ" panose="020B0604030504040204" pitchFamily="50" charset="-128"/>
                <a:ea typeface="メイリオ" panose="020B0604030504040204" pitchFamily="50" charset="-128"/>
              </a:rPr>
              <a:t>のリクエストを受付</a:t>
            </a:r>
          </a:p>
          <a:p>
            <a:pPr marL="171450" indent="-171450">
              <a:lnSpc>
                <a:spcPct val="150000"/>
              </a:lnSpc>
              <a:buFont typeface="Wingdings" panose="05000000000000000000" pitchFamily="2" charset="2"/>
              <a:buChar char="p"/>
            </a:pPr>
            <a:r>
              <a:rPr lang="en-US" altLang="ja-JP" dirty="0">
                <a:solidFill>
                  <a:srgbClr val="222222"/>
                </a:solidFill>
                <a:latin typeface="メイリオ" panose="020B0604030504040204" pitchFamily="50" charset="-128"/>
                <a:ea typeface="メイリオ" panose="020B0604030504040204" pitchFamily="50" charset="-128"/>
              </a:rPr>
              <a:t>1</a:t>
            </a:r>
            <a:r>
              <a:rPr lang="ja-JP" altLang="en-US" dirty="0">
                <a:solidFill>
                  <a:srgbClr val="222222"/>
                </a:solidFill>
                <a:latin typeface="メイリオ" panose="020B0604030504040204" pitchFamily="50" charset="-128"/>
                <a:ea typeface="メイリオ" panose="020B0604030504040204" pitchFamily="50" charset="-128"/>
              </a:rPr>
              <a:t>インスタンスに複数ポートを登録可能</a:t>
            </a:r>
          </a:p>
          <a:p>
            <a:pPr marL="171450" indent="-171450">
              <a:lnSpc>
                <a:spcPct val="150000"/>
              </a:lnSpc>
              <a:buFont typeface="Wingdings" panose="05000000000000000000" pitchFamily="2" charset="2"/>
              <a:buChar char="p"/>
            </a:pPr>
            <a:r>
              <a:rPr lang="ja-JP" altLang="en-US" dirty="0">
                <a:latin typeface="メイリオ" panose="020B0604030504040204" pitchFamily="50" charset="-128"/>
                <a:ea typeface="メイリオ" panose="020B0604030504040204" pitchFamily="50" charset="-128"/>
              </a:rPr>
              <a:t>複数ポートを個別のターゲットとして登録することが可能なため、ポートを利用する</a:t>
            </a:r>
            <a:r>
              <a:rPr lang="en-US" altLang="ja-JP" dirty="0">
                <a:latin typeface="メイリオ" panose="020B0604030504040204" pitchFamily="50" charset="-128"/>
                <a:ea typeface="メイリオ" panose="020B0604030504040204" pitchFamily="50" charset="-128"/>
              </a:rPr>
              <a:t>ECS</a:t>
            </a:r>
            <a:r>
              <a:rPr lang="ja-JP" altLang="en-US" dirty="0">
                <a:latin typeface="メイリオ" panose="020B0604030504040204" pitchFamily="50" charset="-128"/>
                <a:ea typeface="メイリオ" panose="020B0604030504040204" pitchFamily="50" charset="-128"/>
              </a:rPr>
              <a:t>などのコンテナをロードバランシング可能</a:t>
            </a:r>
            <a:endParaRPr lang="en-US" altLang="ja-JP" dirty="0">
              <a:solidFill>
                <a:srgbClr val="222222"/>
              </a:solidFill>
              <a:latin typeface="メイリオ" panose="020B0604030504040204" pitchFamily="50" charset="-128"/>
              <a:ea typeface="メイリオ" panose="020B0604030504040204" pitchFamily="50" charset="-128"/>
            </a:endParaRPr>
          </a:p>
          <a:p>
            <a:pPr marL="171450" indent="-171450">
              <a:lnSpc>
                <a:spcPct val="150000"/>
              </a:lnSpc>
              <a:buFont typeface="Wingdings" panose="05000000000000000000" pitchFamily="2" charset="2"/>
              <a:buChar char="p"/>
            </a:pPr>
            <a:r>
              <a:rPr lang="ja-JP" altLang="en-US" dirty="0">
                <a:solidFill>
                  <a:srgbClr val="222222"/>
                </a:solidFill>
                <a:latin typeface="メイリオ" panose="020B0604030504040204" pitchFamily="50" charset="-128"/>
                <a:ea typeface="メイリオ" panose="020B0604030504040204" pitchFamily="50" charset="-128"/>
              </a:rPr>
              <a:t>ターゲットグループでのヘルスチェックが可能</a:t>
            </a:r>
          </a:p>
          <a:p>
            <a:pPr marL="171450" indent="-171450">
              <a:lnSpc>
                <a:spcPct val="150000"/>
              </a:lnSpc>
              <a:buFont typeface="Wingdings" panose="05000000000000000000" pitchFamily="2" charset="2"/>
              <a:buChar char="p"/>
            </a:pPr>
            <a:r>
              <a:rPr lang="en-US" altLang="ja-JP" dirty="0">
                <a:solidFill>
                  <a:srgbClr val="222222"/>
                </a:solidFill>
                <a:latin typeface="メイリオ" panose="020B0604030504040204" pitchFamily="50" charset="-128"/>
                <a:ea typeface="メイリオ" panose="020B0604030504040204" pitchFamily="50" charset="-128"/>
              </a:rPr>
              <a:t>EC2</a:t>
            </a:r>
            <a:r>
              <a:rPr lang="ja-JP" altLang="en-US" dirty="0">
                <a:solidFill>
                  <a:srgbClr val="222222"/>
                </a:solidFill>
                <a:latin typeface="メイリオ" panose="020B0604030504040204" pitchFamily="50" charset="-128"/>
                <a:ea typeface="メイリオ" panose="020B0604030504040204" pitchFamily="50" charset="-128"/>
              </a:rPr>
              <a:t>と同様に削除保護が可能</a:t>
            </a:r>
            <a:endParaRPr lang="en-US" altLang="ja-JP" dirty="0">
              <a:solidFill>
                <a:srgbClr val="222222"/>
              </a:solidFill>
              <a:latin typeface="メイリオ" panose="020B0604030504040204" pitchFamily="50" charset="-128"/>
              <a:ea typeface="メイリオ" panose="020B0604030504040204" pitchFamily="50" charset="-128"/>
            </a:endParaRPr>
          </a:p>
          <a:p>
            <a:pPr marL="171450" indent="-171450">
              <a:lnSpc>
                <a:spcPct val="150000"/>
              </a:lnSpc>
              <a:buFont typeface="Wingdings" panose="05000000000000000000" pitchFamily="2" charset="2"/>
              <a:buChar char="p"/>
            </a:pPr>
            <a:r>
              <a:rPr lang="ja-JP" altLang="en-US" dirty="0">
                <a:solidFill>
                  <a:srgbClr val="222222"/>
                </a:solidFill>
                <a:latin typeface="メイリオ" panose="020B0604030504040204" pitchFamily="50" charset="-128"/>
                <a:ea typeface="メイリオ" panose="020B0604030504040204" pitchFamily="50" charset="-128"/>
              </a:rPr>
              <a:t>加重ロードバランシングが利用可能</a:t>
            </a:r>
            <a:endParaRPr lang="en-US" altLang="ja-JP" dirty="0">
              <a:solidFill>
                <a:srgbClr val="222222"/>
              </a:solidFill>
              <a:latin typeface="メイリオ" panose="020B0604030504040204" pitchFamily="50" charset="-128"/>
              <a:ea typeface="メイリオ" panose="020B0604030504040204" pitchFamily="50" charset="-128"/>
            </a:endParaRPr>
          </a:p>
          <a:p>
            <a:pPr marL="171450" indent="-171450">
              <a:lnSpc>
                <a:spcPct val="150000"/>
              </a:lnSpc>
              <a:buFont typeface="Wingdings" panose="05000000000000000000" pitchFamily="2" charset="2"/>
              <a:buChar char="p"/>
            </a:pPr>
            <a:r>
              <a:rPr lang="ja-JP" altLang="en-US" dirty="0">
                <a:latin typeface="メイリオ" panose="020B0604030504040204" pitchFamily="50" charset="-128"/>
                <a:ea typeface="メイリオ" panose="020B0604030504040204" pitchFamily="50" charset="-128"/>
              </a:rPr>
              <a:t>リクエスト内容を確認して分散先を振り分けるコンテントベースルーティングが可能</a:t>
            </a:r>
            <a:endParaRPr lang="en-US" altLang="ja-JP" dirty="0">
              <a:latin typeface="メイリオ" panose="020B0604030504040204" pitchFamily="50" charset="-128"/>
              <a:ea typeface="メイリオ" panose="020B0604030504040204" pitchFamily="50" charset="-128"/>
            </a:endParaRPr>
          </a:p>
          <a:p>
            <a:pPr marL="171450" indent="-171450">
              <a:lnSpc>
                <a:spcPct val="150000"/>
              </a:lnSpc>
              <a:buFont typeface="Wingdings" panose="05000000000000000000" pitchFamily="2" charset="2"/>
              <a:buChar char="p"/>
            </a:pPr>
            <a:r>
              <a:rPr lang="en-US" altLang="ja-JP" dirty="0">
                <a:solidFill>
                  <a:srgbClr val="222222"/>
                </a:solidFill>
                <a:latin typeface="メイリオ" panose="020B0604030504040204" pitchFamily="50" charset="-128"/>
                <a:ea typeface="メイリオ" panose="020B0604030504040204" pitchFamily="50" charset="-128"/>
              </a:rPr>
              <a:t>URL</a:t>
            </a:r>
            <a:r>
              <a:rPr lang="ja-JP" altLang="en-US" dirty="0">
                <a:solidFill>
                  <a:srgbClr val="222222"/>
                </a:solidFill>
                <a:latin typeface="メイリオ" panose="020B0604030504040204" pitchFamily="50" charset="-128"/>
                <a:ea typeface="メイリオ" panose="020B0604030504040204" pitchFamily="50" charset="-128"/>
              </a:rPr>
              <a:t>のパスに基いてルーティングが可能なパスベースルーティングが可能</a:t>
            </a:r>
          </a:p>
          <a:p>
            <a:pPr>
              <a:lnSpc>
                <a:spcPct val="150000"/>
              </a:lnSpc>
            </a:pPr>
            <a:endParaRPr lang="ja-JP" altLang="en-US" dirty="0">
              <a:solidFill>
                <a:srgbClr val="222222"/>
              </a:solidFill>
              <a:latin typeface="メイリオ" panose="020B0604030504040204" pitchFamily="50" charset="-128"/>
              <a:ea typeface="メイリオ" panose="020B0604030504040204" pitchFamily="50" charset="-128"/>
            </a:endParaRPr>
          </a:p>
          <a:p>
            <a:pPr marL="285750" indent="-285750">
              <a:lnSpc>
                <a:spcPct val="150000"/>
              </a:lnSpc>
              <a:buFont typeface="Wingdings" panose="05000000000000000000" pitchFamily="2" charset="2"/>
              <a:buChar char="p"/>
            </a:pPr>
            <a:endParaRPr lang="en-US" altLang="ja-JP" kern="0" dirty="0">
              <a:solidFill>
                <a:srgbClr val="002060"/>
              </a:solidFill>
              <a:latin typeface="メイリオ" panose="020B0604030504040204" pitchFamily="50" charset="-128"/>
              <a:ea typeface="メイリオ" panose="020B0604030504040204" pitchFamily="50" charset="-128"/>
            </a:endParaRPr>
          </a:p>
          <a:p>
            <a:pPr marL="285750" indent="-285750">
              <a:lnSpc>
                <a:spcPct val="150000"/>
              </a:lnSpc>
              <a:buFont typeface="Wingdings" panose="05000000000000000000" pitchFamily="2" charset="2"/>
              <a:buChar char="p"/>
            </a:pPr>
            <a:endParaRPr lang="ja-JP" altLang="en-US" dirty="0">
              <a:latin typeface="メイリオ" panose="020B0604030504040204" pitchFamily="50" charset="-128"/>
              <a:ea typeface="メイリオ" panose="020B0604030504040204" pitchFamily="50" charset="-128"/>
            </a:endParaRPr>
          </a:p>
        </p:txBody>
      </p:sp>
      <p:sp>
        <p:nvSpPr>
          <p:cNvPr id="9" name="正方形/長方形 8">
            <a:extLst>
              <a:ext uri="{FF2B5EF4-FFF2-40B4-BE49-F238E27FC236}">
                <a16:creationId xmlns:a16="http://schemas.microsoft.com/office/drawing/2014/main" id="{F9BAE854-7820-45F4-A7A7-F9175EA166B1}"/>
              </a:ext>
            </a:extLst>
          </p:cNvPr>
          <p:cNvSpPr/>
          <p:nvPr/>
        </p:nvSpPr>
        <p:spPr bwMode="auto">
          <a:xfrm>
            <a:off x="482853" y="2226512"/>
            <a:ext cx="3754854" cy="2651073"/>
          </a:xfrm>
          <a:prstGeom prst="rect">
            <a:avLst/>
          </a:prstGeom>
          <a:solidFill>
            <a:srgbClr val="F0861E"/>
          </a:solidFill>
          <a:ln w="12700" cap="flat" cmpd="sng" algn="ctr">
            <a:no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algn="ctr"/>
            <a:r>
              <a:rPr lang="ja-JP" altLang="en-US" sz="1000" b="1" dirty="0">
                <a:solidFill>
                  <a:schemeClr val="bg1"/>
                </a:solidFill>
                <a:latin typeface="メイリオ" panose="020B0604030504040204" pitchFamily="50" charset="-128"/>
                <a:ea typeface="メイリオ" panose="020B0604030504040204" pitchFamily="50" charset="-128"/>
              </a:rPr>
              <a:t>リージョン</a:t>
            </a:r>
            <a:endParaRPr lang="en-US" altLang="ja-JP" sz="1000" b="1" dirty="0">
              <a:solidFill>
                <a:schemeClr val="bg1"/>
              </a:solidFill>
              <a:latin typeface="メイリオ" panose="020B0604030504040204" pitchFamily="50" charset="-128"/>
              <a:ea typeface="メイリオ" panose="020B0604030504040204" pitchFamily="50" charset="-128"/>
            </a:endParaRPr>
          </a:p>
        </p:txBody>
      </p:sp>
      <p:sp>
        <p:nvSpPr>
          <p:cNvPr id="10" name="四角形: 角を丸くする 9">
            <a:extLst>
              <a:ext uri="{FF2B5EF4-FFF2-40B4-BE49-F238E27FC236}">
                <a16:creationId xmlns:a16="http://schemas.microsoft.com/office/drawing/2014/main" id="{EF5CD57A-038F-4579-A7F5-DCDD7FF944C5}"/>
              </a:ext>
            </a:extLst>
          </p:cNvPr>
          <p:cNvSpPr/>
          <p:nvPr/>
        </p:nvSpPr>
        <p:spPr bwMode="auto">
          <a:xfrm>
            <a:off x="626869" y="2548751"/>
            <a:ext cx="3502513" cy="2061480"/>
          </a:xfrm>
          <a:prstGeom prst="roundRect">
            <a:avLst/>
          </a:prstGeom>
          <a:solidFill>
            <a:schemeClr val="bg1"/>
          </a:solidFill>
          <a:ln w="12700" cap="flat" cmpd="sng" algn="ctr">
            <a:solidFill>
              <a:srgbClr val="F0861E"/>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ja-JP" altLang="en-US" sz="1000" b="0" i="0" u="none" strike="noStrike" cap="none" normalizeH="0" baseline="0">
              <a:ln>
                <a:noFill/>
              </a:ln>
              <a:solidFill>
                <a:schemeClr val="tx1"/>
              </a:solidFill>
              <a:effectLst/>
              <a:latin typeface="ＭＳ Ｐゴシック" pitchFamily="50" charset="-128"/>
              <a:ea typeface="ＭＳ Ｐゴシック" pitchFamily="50" charset="-128"/>
            </a:endParaRPr>
          </a:p>
        </p:txBody>
      </p:sp>
      <p:sp>
        <p:nvSpPr>
          <p:cNvPr id="11" name="正方形/長方形 10">
            <a:extLst>
              <a:ext uri="{FF2B5EF4-FFF2-40B4-BE49-F238E27FC236}">
                <a16:creationId xmlns:a16="http://schemas.microsoft.com/office/drawing/2014/main" id="{BCCBF5F2-4CB2-40CC-8877-01610F2131FE}"/>
              </a:ext>
            </a:extLst>
          </p:cNvPr>
          <p:cNvSpPr/>
          <p:nvPr/>
        </p:nvSpPr>
        <p:spPr bwMode="auto">
          <a:xfrm>
            <a:off x="764773" y="2709870"/>
            <a:ext cx="1517848" cy="1833464"/>
          </a:xfrm>
          <a:prstGeom prst="rect">
            <a:avLst/>
          </a:prstGeom>
          <a:solidFill>
            <a:srgbClr val="FFC000"/>
          </a:solidFill>
          <a:ln w="12700" cap="flat" cmpd="sng" algn="ctr">
            <a:no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altLang="ja-JP" sz="1000" b="1" dirty="0">
                <a:solidFill>
                  <a:schemeClr val="bg1"/>
                </a:solidFill>
                <a:latin typeface="メイリオ" panose="020B0604030504040204" pitchFamily="50" charset="-128"/>
                <a:ea typeface="メイリオ" panose="020B0604030504040204" pitchFamily="50" charset="-128"/>
              </a:rPr>
              <a:t>AZ</a:t>
            </a:r>
            <a:endParaRPr kumimoji="1" lang="ja-JP" altLang="en-US" sz="1000" b="1"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endParaRPr>
          </a:p>
        </p:txBody>
      </p:sp>
      <p:sp>
        <p:nvSpPr>
          <p:cNvPr id="12" name="正方形/長方形 11">
            <a:extLst>
              <a:ext uri="{FF2B5EF4-FFF2-40B4-BE49-F238E27FC236}">
                <a16:creationId xmlns:a16="http://schemas.microsoft.com/office/drawing/2014/main" id="{982E07D7-9870-413E-98B7-6DD1612B091C}"/>
              </a:ext>
            </a:extLst>
          </p:cNvPr>
          <p:cNvSpPr/>
          <p:nvPr/>
        </p:nvSpPr>
        <p:spPr bwMode="auto">
          <a:xfrm>
            <a:off x="2576722" y="2709870"/>
            <a:ext cx="1384818" cy="1833464"/>
          </a:xfrm>
          <a:prstGeom prst="rect">
            <a:avLst/>
          </a:prstGeom>
          <a:solidFill>
            <a:srgbClr val="FFC000"/>
          </a:solidFill>
          <a:ln w="12700" cap="flat" cmpd="sng" algn="ctr">
            <a:no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altLang="ja-JP" sz="1000" b="1" dirty="0">
                <a:solidFill>
                  <a:schemeClr val="bg1"/>
                </a:solidFill>
                <a:latin typeface="メイリオ" panose="020B0604030504040204" pitchFamily="50" charset="-128"/>
                <a:ea typeface="メイリオ" panose="020B0604030504040204" pitchFamily="50" charset="-128"/>
              </a:rPr>
              <a:t>AZ</a:t>
            </a:r>
            <a:endParaRPr kumimoji="1" lang="ja-JP" altLang="en-US" sz="1000" b="1"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endParaRPr>
          </a:p>
        </p:txBody>
      </p:sp>
      <p:sp>
        <p:nvSpPr>
          <p:cNvPr id="13" name="四角形: 角を丸くする 12">
            <a:extLst>
              <a:ext uri="{FF2B5EF4-FFF2-40B4-BE49-F238E27FC236}">
                <a16:creationId xmlns:a16="http://schemas.microsoft.com/office/drawing/2014/main" id="{9A64FD20-05D8-48A5-BF5B-670DC9DB0DA8}"/>
              </a:ext>
            </a:extLst>
          </p:cNvPr>
          <p:cNvSpPr/>
          <p:nvPr/>
        </p:nvSpPr>
        <p:spPr bwMode="auto">
          <a:xfrm>
            <a:off x="839431" y="2870989"/>
            <a:ext cx="1340098" cy="1570800"/>
          </a:xfrm>
          <a:prstGeom prst="roundRect">
            <a:avLst/>
          </a:prstGeom>
          <a:noFill/>
          <a:ln w="12700" cap="flat" cmpd="sng" algn="ctr">
            <a:solidFill>
              <a:srgbClr val="F0861E"/>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kumimoji="1" lang="ja-JP" altLang="en-US" sz="1000" b="1"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rPr>
              <a:t>サブネット</a:t>
            </a:r>
            <a:r>
              <a:rPr kumimoji="1" lang="en-US" altLang="ja-JP" sz="1000" b="0"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rPr>
              <a:t>10.0</a:t>
            </a:r>
            <a:r>
              <a:rPr lang="en-US" altLang="ja-JP" sz="1000" dirty="0">
                <a:solidFill>
                  <a:srgbClr val="FF0000"/>
                </a:solidFill>
                <a:latin typeface="メイリオ" panose="020B0604030504040204" pitchFamily="50" charset="-128"/>
                <a:ea typeface="メイリオ" panose="020B0604030504040204" pitchFamily="50" charset="-128"/>
              </a:rPr>
              <a:t>.1</a:t>
            </a:r>
            <a:r>
              <a:rPr kumimoji="1" lang="en-US" altLang="ja-JP" sz="1000" b="0"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rPr>
              <a:t>.0</a:t>
            </a:r>
            <a:r>
              <a:rPr lang="en-US" altLang="ja-JP" sz="1000" dirty="0">
                <a:solidFill>
                  <a:srgbClr val="FF0000"/>
                </a:solidFill>
                <a:latin typeface="メイリオ" panose="020B0604030504040204" pitchFamily="50" charset="-128"/>
                <a:ea typeface="メイリオ" panose="020B0604030504040204" pitchFamily="50" charset="-128"/>
              </a:rPr>
              <a:t>/24	</a:t>
            </a:r>
            <a:endParaRPr kumimoji="1" lang="ja-JP" altLang="en-US" sz="1000" b="0"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endParaRPr>
          </a:p>
        </p:txBody>
      </p:sp>
      <p:pic>
        <p:nvPicPr>
          <p:cNvPr id="14" name="図 13" descr="音楽 が含まれている画像&#10;&#10;自動的に生成された説明">
            <a:extLst>
              <a:ext uri="{FF2B5EF4-FFF2-40B4-BE49-F238E27FC236}">
                <a16:creationId xmlns:a16="http://schemas.microsoft.com/office/drawing/2014/main" id="{DBFC7207-6355-4C97-BD26-6B7BA0064AE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79104" y="3747203"/>
            <a:ext cx="311861" cy="417467"/>
          </a:xfrm>
          <a:prstGeom prst="rect">
            <a:avLst/>
          </a:prstGeom>
        </p:spPr>
      </p:pic>
      <p:sp>
        <p:nvSpPr>
          <p:cNvPr id="15" name="テキスト ボックス 14">
            <a:extLst>
              <a:ext uri="{FF2B5EF4-FFF2-40B4-BE49-F238E27FC236}">
                <a16:creationId xmlns:a16="http://schemas.microsoft.com/office/drawing/2014/main" id="{3F549503-DAC0-412B-A509-A0980A3D4D0E}"/>
              </a:ext>
            </a:extLst>
          </p:cNvPr>
          <p:cNvSpPr txBox="1"/>
          <p:nvPr/>
        </p:nvSpPr>
        <p:spPr>
          <a:xfrm>
            <a:off x="1111659" y="4151302"/>
            <a:ext cx="429926" cy="246221"/>
          </a:xfrm>
          <a:prstGeom prst="rect">
            <a:avLst/>
          </a:prstGeom>
          <a:noFill/>
        </p:spPr>
        <p:txBody>
          <a:bodyPr wrap="none" rtlCol="0">
            <a:spAutoFit/>
          </a:bodyPr>
          <a:lstStyle/>
          <a:p>
            <a:pPr algn="ctr"/>
            <a:r>
              <a:rPr kumimoji="1" lang="en-US" altLang="ja-JP" sz="1000" dirty="0">
                <a:latin typeface="メイリオ" panose="020B0604030504040204" pitchFamily="50" charset="-128"/>
                <a:ea typeface="メイリオ" panose="020B0604030504040204" pitchFamily="50" charset="-128"/>
              </a:rPr>
              <a:t>EC2</a:t>
            </a:r>
          </a:p>
        </p:txBody>
      </p:sp>
      <p:sp>
        <p:nvSpPr>
          <p:cNvPr id="16" name="四角形: 角を丸くする 15">
            <a:extLst>
              <a:ext uri="{FF2B5EF4-FFF2-40B4-BE49-F238E27FC236}">
                <a16:creationId xmlns:a16="http://schemas.microsoft.com/office/drawing/2014/main" id="{281570D5-A99D-43B9-A67F-A3349E363207}"/>
              </a:ext>
            </a:extLst>
          </p:cNvPr>
          <p:cNvSpPr/>
          <p:nvPr/>
        </p:nvSpPr>
        <p:spPr bwMode="auto">
          <a:xfrm>
            <a:off x="2696274" y="2870989"/>
            <a:ext cx="1155468" cy="1570800"/>
          </a:xfrm>
          <a:prstGeom prst="roundRect">
            <a:avLst/>
          </a:prstGeom>
          <a:noFill/>
          <a:ln w="12700" cap="flat" cmpd="sng" algn="ctr">
            <a:solidFill>
              <a:srgbClr val="F0861E"/>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kumimoji="1" lang="ja-JP" altLang="en-US" sz="1000" b="1"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rPr>
              <a:t>サブネット</a:t>
            </a:r>
            <a:r>
              <a:rPr kumimoji="1" lang="en-US" altLang="ja-JP" sz="1000" b="0"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rPr>
              <a:t>10.0</a:t>
            </a:r>
            <a:r>
              <a:rPr lang="en-US" altLang="ja-JP" sz="1000" dirty="0">
                <a:solidFill>
                  <a:srgbClr val="FF0000"/>
                </a:solidFill>
                <a:latin typeface="メイリオ" panose="020B0604030504040204" pitchFamily="50" charset="-128"/>
                <a:ea typeface="メイリオ" panose="020B0604030504040204" pitchFamily="50" charset="-128"/>
              </a:rPr>
              <a:t>.2</a:t>
            </a:r>
            <a:r>
              <a:rPr kumimoji="1" lang="en-US" altLang="ja-JP" sz="1000" b="0"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rPr>
              <a:t>.0</a:t>
            </a:r>
            <a:r>
              <a:rPr lang="en-US" altLang="ja-JP" sz="1000" dirty="0">
                <a:solidFill>
                  <a:srgbClr val="FF0000"/>
                </a:solidFill>
                <a:latin typeface="メイリオ" panose="020B0604030504040204" pitchFamily="50" charset="-128"/>
                <a:ea typeface="メイリオ" panose="020B0604030504040204" pitchFamily="50" charset="-128"/>
              </a:rPr>
              <a:t>/24	</a:t>
            </a:r>
            <a:endParaRPr kumimoji="1" lang="ja-JP" altLang="en-US" sz="1000" b="0"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endParaRPr>
          </a:p>
        </p:txBody>
      </p:sp>
      <p:cxnSp>
        <p:nvCxnSpPr>
          <p:cNvPr id="17" name="直線コネクタ 25">
            <a:extLst>
              <a:ext uri="{FF2B5EF4-FFF2-40B4-BE49-F238E27FC236}">
                <a16:creationId xmlns:a16="http://schemas.microsoft.com/office/drawing/2014/main" id="{C3703776-5DA8-42EA-AB5B-021B42FD59D0}"/>
              </a:ext>
            </a:extLst>
          </p:cNvPr>
          <p:cNvCxnSpPr>
            <a:cxnSpLocks/>
            <a:stCxn id="14" idx="0"/>
            <a:endCxn id="19" idx="1"/>
          </p:cNvCxnSpPr>
          <p:nvPr/>
        </p:nvCxnSpPr>
        <p:spPr bwMode="auto">
          <a:xfrm rot="5400000" flipH="1" flipV="1">
            <a:off x="1523821" y="3022999"/>
            <a:ext cx="535419" cy="912991"/>
          </a:xfrm>
          <a:prstGeom prst="bentConnector2">
            <a:avLst/>
          </a:prstGeom>
          <a:noFill/>
          <a:ln w="31750" cap="flat" cmpd="sng" algn="ctr">
            <a:solidFill>
              <a:srgbClr val="FF0000"/>
            </a:solidFill>
            <a:prstDash val="solid"/>
            <a:round/>
            <a:headEnd type="none" w="med" len="med"/>
            <a:tailEnd type="none" w="med" len="med"/>
          </a:ln>
          <a:effectLst/>
        </p:spPr>
      </p:cxnSp>
      <p:sp>
        <p:nvSpPr>
          <p:cNvPr id="18" name="テキスト ボックス 17">
            <a:extLst>
              <a:ext uri="{FF2B5EF4-FFF2-40B4-BE49-F238E27FC236}">
                <a16:creationId xmlns:a16="http://schemas.microsoft.com/office/drawing/2014/main" id="{BD6E50D2-9EF8-4500-8440-80AA760FD177}"/>
              </a:ext>
            </a:extLst>
          </p:cNvPr>
          <p:cNvSpPr txBox="1"/>
          <p:nvPr/>
        </p:nvSpPr>
        <p:spPr>
          <a:xfrm>
            <a:off x="2211045" y="2852139"/>
            <a:ext cx="429926" cy="246221"/>
          </a:xfrm>
          <a:prstGeom prst="rect">
            <a:avLst/>
          </a:prstGeom>
          <a:noFill/>
        </p:spPr>
        <p:txBody>
          <a:bodyPr wrap="none" rtlCol="0">
            <a:spAutoFit/>
          </a:bodyPr>
          <a:lstStyle/>
          <a:p>
            <a:pPr algn="ctr"/>
            <a:r>
              <a:rPr kumimoji="1" lang="en-US" altLang="ja-JP" sz="1000" dirty="0">
                <a:latin typeface="メイリオ" panose="020B0604030504040204" pitchFamily="50" charset="-128"/>
                <a:ea typeface="メイリオ" panose="020B0604030504040204" pitchFamily="50" charset="-128"/>
              </a:rPr>
              <a:t>ALB</a:t>
            </a:r>
          </a:p>
        </p:txBody>
      </p:sp>
      <p:pic>
        <p:nvPicPr>
          <p:cNvPr id="19" name="図 18">
            <a:extLst>
              <a:ext uri="{FF2B5EF4-FFF2-40B4-BE49-F238E27FC236}">
                <a16:creationId xmlns:a16="http://schemas.microsoft.com/office/drawing/2014/main" id="{44A0BC95-15E9-4ACB-AE9D-D0265D40B91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48026" y="3019256"/>
            <a:ext cx="367283" cy="385055"/>
          </a:xfrm>
          <a:prstGeom prst="rect">
            <a:avLst/>
          </a:prstGeom>
        </p:spPr>
      </p:pic>
      <p:pic>
        <p:nvPicPr>
          <p:cNvPr id="20" name="図 19" descr="音楽 が含まれている画像&#10;&#10;自動的に生成された説明">
            <a:extLst>
              <a:ext uri="{FF2B5EF4-FFF2-40B4-BE49-F238E27FC236}">
                <a16:creationId xmlns:a16="http://schemas.microsoft.com/office/drawing/2014/main" id="{2E42A363-B02C-428B-A4C7-AD9E438F29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74708" y="3747203"/>
            <a:ext cx="311861" cy="417467"/>
          </a:xfrm>
          <a:prstGeom prst="rect">
            <a:avLst/>
          </a:prstGeom>
        </p:spPr>
      </p:pic>
      <p:sp>
        <p:nvSpPr>
          <p:cNvPr id="21" name="テキスト ボックス 20">
            <a:extLst>
              <a:ext uri="{FF2B5EF4-FFF2-40B4-BE49-F238E27FC236}">
                <a16:creationId xmlns:a16="http://schemas.microsoft.com/office/drawing/2014/main" id="{1816745A-B7D6-4BAE-BA79-8194C26938ED}"/>
              </a:ext>
            </a:extLst>
          </p:cNvPr>
          <p:cNvSpPr txBox="1"/>
          <p:nvPr/>
        </p:nvSpPr>
        <p:spPr>
          <a:xfrm>
            <a:off x="1607263" y="4151302"/>
            <a:ext cx="429926" cy="246221"/>
          </a:xfrm>
          <a:prstGeom prst="rect">
            <a:avLst/>
          </a:prstGeom>
          <a:noFill/>
        </p:spPr>
        <p:txBody>
          <a:bodyPr wrap="none" rtlCol="0">
            <a:spAutoFit/>
          </a:bodyPr>
          <a:lstStyle/>
          <a:p>
            <a:pPr algn="ctr"/>
            <a:r>
              <a:rPr kumimoji="1" lang="en-US" altLang="ja-JP" sz="1000" dirty="0">
                <a:latin typeface="メイリオ" panose="020B0604030504040204" pitchFamily="50" charset="-128"/>
                <a:ea typeface="メイリオ" panose="020B0604030504040204" pitchFamily="50" charset="-128"/>
              </a:rPr>
              <a:t>EC2</a:t>
            </a:r>
          </a:p>
        </p:txBody>
      </p:sp>
      <p:pic>
        <p:nvPicPr>
          <p:cNvPr id="22" name="図 21" descr="音楽 が含まれている画像&#10;&#10;自動的に生成された説明">
            <a:extLst>
              <a:ext uri="{FF2B5EF4-FFF2-40B4-BE49-F238E27FC236}">
                <a16:creationId xmlns:a16="http://schemas.microsoft.com/office/drawing/2014/main" id="{3712D619-6CD0-4B94-8745-05EB4BDFC63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31161" y="3747203"/>
            <a:ext cx="311861" cy="417467"/>
          </a:xfrm>
          <a:prstGeom prst="rect">
            <a:avLst/>
          </a:prstGeom>
        </p:spPr>
      </p:pic>
      <p:sp>
        <p:nvSpPr>
          <p:cNvPr id="23" name="テキスト ボックス 22">
            <a:extLst>
              <a:ext uri="{FF2B5EF4-FFF2-40B4-BE49-F238E27FC236}">
                <a16:creationId xmlns:a16="http://schemas.microsoft.com/office/drawing/2014/main" id="{29C7A89A-3261-420E-919D-23450583DEB0}"/>
              </a:ext>
            </a:extLst>
          </p:cNvPr>
          <p:cNvSpPr txBox="1"/>
          <p:nvPr/>
        </p:nvSpPr>
        <p:spPr>
          <a:xfrm>
            <a:off x="2863716" y="4151302"/>
            <a:ext cx="429926" cy="246221"/>
          </a:xfrm>
          <a:prstGeom prst="rect">
            <a:avLst/>
          </a:prstGeom>
          <a:noFill/>
        </p:spPr>
        <p:txBody>
          <a:bodyPr wrap="none" rtlCol="0">
            <a:spAutoFit/>
          </a:bodyPr>
          <a:lstStyle/>
          <a:p>
            <a:pPr algn="ctr"/>
            <a:r>
              <a:rPr kumimoji="1" lang="en-US" altLang="ja-JP" sz="1000" dirty="0">
                <a:latin typeface="メイリオ" panose="020B0604030504040204" pitchFamily="50" charset="-128"/>
                <a:ea typeface="メイリオ" panose="020B0604030504040204" pitchFamily="50" charset="-128"/>
              </a:rPr>
              <a:t>EC2</a:t>
            </a:r>
          </a:p>
        </p:txBody>
      </p:sp>
      <p:pic>
        <p:nvPicPr>
          <p:cNvPr id="24" name="図 23" descr="音楽 が含まれている画像&#10;&#10;自動的に生成された説明">
            <a:extLst>
              <a:ext uri="{FF2B5EF4-FFF2-40B4-BE49-F238E27FC236}">
                <a16:creationId xmlns:a16="http://schemas.microsoft.com/office/drawing/2014/main" id="{20D0A96C-58AE-43CA-806F-F221B0BED96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26765" y="3747203"/>
            <a:ext cx="311861" cy="417467"/>
          </a:xfrm>
          <a:prstGeom prst="rect">
            <a:avLst/>
          </a:prstGeom>
        </p:spPr>
      </p:pic>
      <p:sp>
        <p:nvSpPr>
          <p:cNvPr id="25" name="テキスト ボックス 24">
            <a:extLst>
              <a:ext uri="{FF2B5EF4-FFF2-40B4-BE49-F238E27FC236}">
                <a16:creationId xmlns:a16="http://schemas.microsoft.com/office/drawing/2014/main" id="{52CA814A-BE19-4951-ABE6-6814E1698807}"/>
              </a:ext>
            </a:extLst>
          </p:cNvPr>
          <p:cNvSpPr txBox="1"/>
          <p:nvPr/>
        </p:nvSpPr>
        <p:spPr>
          <a:xfrm>
            <a:off x="3359320" y="4151302"/>
            <a:ext cx="429926" cy="246221"/>
          </a:xfrm>
          <a:prstGeom prst="rect">
            <a:avLst/>
          </a:prstGeom>
          <a:noFill/>
        </p:spPr>
        <p:txBody>
          <a:bodyPr wrap="none" rtlCol="0">
            <a:spAutoFit/>
          </a:bodyPr>
          <a:lstStyle/>
          <a:p>
            <a:pPr algn="ctr"/>
            <a:r>
              <a:rPr kumimoji="1" lang="en-US" altLang="ja-JP" sz="1000" dirty="0">
                <a:latin typeface="メイリオ" panose="020B0604030504040204" pitchFamily="50" charset="-128"/>
                <a:ea typeface="メイリオ" panose="020B0604030504040204" pitchFamily="50" charset="-128"/>
              </a:rPr>
              <a:t>EC2</a:t>
            </a:r>
          </a:p>
        </p:txBody>
      </p:sp>
      <p:cxnSp>
        <p:nvCxnSpPr>
          <p:cNvPr id="26" name="直線コネクタ 25">
            <a:extLst>
              <a:ext uri="{FF2B5EF4-FFF2-40B4-BE49-F238E27FC236}">
                <a16:creationId xmlns:a16="http://schemas.microsoft.com/office/drawing/2014/main" id="{892830B1-7138-47B8-9DE2-3C02AAF3E41A}"/>
              </a:ext>
            </a:extLst>
          </p:cNvPr>
          <p:cNvCxnSpPr>
            <a:cxnSpLocks/>
            <a:stCxn id="22" idx="0"/>
          </p:cNvCxnSpPr>
          <p:nvPr/>
        </p:nvCxnSpPr>
        <p:spPr bwMode="auto">
          <a:xfrm rot="16200000" flipV="1">
            <a:off x="2574969" y="3235079"/>
            <a:ext cx="364422" cy="659825"/>
          </a:xfrm>
          <a:prstGeom prst="bentConnector3">
            <a:avLst>
              <a:gd name="adj1" fmla="val 50000"/>
            </a:avLst>
          </a:prstGeom>
          <a:noFill/>
          <a:ln w="31750" cap="flat" cmpd="sng" algn="ctr">
            <a:solidFill>
              <a:srgbClr val="FF0000"/>
            </a:solidFill>
            <a:prstDash val="solid"/>
            <a:round/>
            <a:headEnd type="none" w="med" len="med"/>
            <a:tailEnd type="none" w="med" len="med"/>
          </a:ln>
          <a:effectLst/>
        </p:spPr>
      </p:cxnSp>
      <p:cxnSp>
        <p:nvCxnSpPr>
          <p:cNvPr id="28" name="直線コネクタ 25">
            <a:extLst>
              <a:ext uri="{FF2B5EF4-FFF2-40B4-BE49-F238E27FC236}">
                <a16:creationId xmlns:a16="http://schemas.microsoft.com/office/drawing/2014/main" id="{CB99602B-AB00-4562-AA8E-572D0023DBF5}"/>
              </a:ext>
            </a:extLst>
          </p:cNvPr>
          <p:cNvCxnSpPr>
            <a:cxnSpLocks/>
            <a:stCxn id="20" idx="0"/>
          </p:cNvCxnSpPr>
          <p:nvPr/>
        </p:nvCxnSpPr>
        <p:spPr bwMode="auto">
          <a:xfrm rot="5400000" flipH="1" flipV="1">
            <a:off x="1946742" y="3266678"/>
            <a:ext cx="364422" cy="596628"/>
          </a:xfrm>
          <a:prstGeom prst="bentConnector3">
            <a:avLst>
              <a:gd name="adj1" fmla="val 50000"/>
            </a:avLst>
          </a:prstGeom>
          <a:noFill/>
          <a:ln w="31750" cap="flat" cmpd="sng" algn="ctr">
            <a:solidFill>
              <a:srgbClr val="FF0000"/>
            </a:solidFill>
            <a:prstDash val="solid"/>
            <a:round/>
            <a:headEnd type="none" w="med" len="med"/>
            <a:tailEnd type="none" w="med" len="med"/>
          </a:ln>
          <a:effectLst/>
        </p:spPr>
      </p:cxnSp>
      <p:cxnSp>
        <p:nvCxnSpPr>
          <p:cNvPr id="29" name="直線コネクタ 25">
            <a:extLst>
              <a:ext uri="{FF2B5EF4-FFF2-40B4-BE49-F238E27FC236}">
                <a16:creationId xmlns:a16="http://schemas.microsoft.com/office/drawing/2014/main" id="{C2DA4EA4-44BF-48D4-9AB6-7E57D87D70EB}"/>
              </a:ext>
            </a:extLst>
          </p:cNvPr>
          <p:cNvCxnSpPr>
            <a:cxnSpLocks/>
            <a:stCxn id="24" idx="0"/>
          </p:cNvCxnSpPr>
          <p:nvPr/>
        </p:nvCxnSpPr>
        <p:spPr bwMode="auto">
          <a:xfrm rot="16200000" flipV="1">
            <a:off x="2822771" y="2987277"/>
            <a:ext cx="364422" cy="1155429"/>
          </a:xfrm>
          <a:prstGeom prst="bentConnector3">
            <a:avLst>
              <a:gd name="adj1" fmla="val 50000"/>
            </a:avLst>
          </a:prstGeom>
          <a:noFill/>
          <a:ln w="31750" cap="flat" cmpd="sng" algn="ctr">
            <a:solidFill>
              <a:srgbClr val="FF0000"/>
            </a:solidFill>
            <a:prstDash val="solid"/>
            <a:round/>
            <a:headEnd type="none" w="med" len="med"/>
            <a:tailEnd type="none" w="med" len="med"/>
          </a:ln>
          <a:effectLst/>
        </p:spPr>
      </p:cxnSp>
      <p:pic>
        <p:nvPicPr>
          <p:cNvPr id="30" name="Picture 2" descr="ãVPC ã¢ã¤ã³ã³ãã®ç»åæ¤ç´¢çµæ">
            <a:extLst>
              <a:ext uri="{FF2B5EF4-FFF2-40B4-BE49-F238E27FC236}">
                <a16:creationId xmlns:a16="http://schemas.microsoft.com/office/drawing/2014/main" id="{E7B13BEF-7688-4BD1-9F75-FCB3DCF3873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45610" y="2266792"/>
            <a:ext cx="469409" cy="523638"/>
          </a:xfrm>
          <a:prstGeom prst="rect">
            <a:avLst/>
          </a:prstGeom>
          <a:noFill/>
          <a:extLst>
            <a:ext uri="{909E8E84-426E-40DD-AFC4-6F175D3DCCD1}">
              <a14:hiddenFill xmlns:a14="http://schemas.microsoft.com/office/drawing/2010/main">
                <a:solidFill>
                  <a:srgbClr val="FFFFFF"/>
                </a:solidFill>
              </a14:hiddenFill>
            </a:ext>
          </a:extLst>
        </p:spPr>
      </p:pic>
      <p:sp>
        <p:nvSpPr>
          <p:cNvPr id="31" name="四角形: 角を丸くする 30">
            <a:extLst>
              <a:ext uri="{FF2B5EF4-FFF2-40B4-BE49-F238E27FC236}">
                <a16:creationId xmlns:a16="http://schemas.microsoft.com/office/drawing/2014/main" id="{889D9195-5DFF-4334-9390-DD2DE73D5E6E}"/>
              </a:ext>
            </a:extLst>
          </p:cNvPr>
          <p:cNvSpPr/>
          <p:nvPr/>
        </p:nvSpPr>
        <p:spPr bwMode="auto">
          <a:xfrm>
            <a:off x="1646008" y="3619655"/>
            <a:ext cx="2092618" cy="741056"/>
          </a:xfrm>
          <a:prstGeom prst="roundRect">
            <a:avLst/>
          </a:prstGeom>
          <a:noFill/>
          <a:ln w="12700" cap="flat" cmpd="sng" algn="ctr">
            <a:solidFill>
              <a:schemeClr val="tx1"/>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ja-JP" altLang="en-US" sz="1600" b="0" i="0" u="none" strike="noStrike" cap="none" normalizeH="0" baseline="0">
              <a:ln>
                <a:noFill/>
              </a:ln>
              <a:solidFill>
                <a:schemeClr val="tx1"/>
              </a:solidFill>
              <a:effectLst/>
              <a:latin typeface="ＭＳ Ｐゴシック" pitchFamily="50" charset="-128"/>
              <a:ea typeface="ＭＳ Ｐゴシック" pitchFamily="50" charset="-128"/>
            </a:endParaRPr>
          </a:p>
        </p:txBody>
      </p:sp>
      <p:pic>
        <p:nvPicPr>
          <p:cNvPr id="32" name="図 31" descr="音楽 が含まれている画像&#10;&#10;自動的に生成された説明">
            <a:extLst>
              <a:ext uri="{FF2B5EF4-FFF2-40B4-BE49-F238E27FC236}">
                <a16:creationId xmlns:a16="http://schemas.microsoft.com/office/drawing/2014/main" id="{568FA572-1BF6-44EF-99FC-65DE6F25697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7253" y="3747203"/>
            <a:ext cx="311861" cy="417467"/>
          </a:xfrm>
          <a:prstGeom prst="rect">
            <a:avLst/>
          </a:prstGeom>
        </p:spPr>
      </p:pic>
      <p:sp>
        <p:nvSpPr>
          <p:cNvPr id="33" name="テキスト ボックス 32">
            <a:extLst>
              <a:ext uri="{FF2B5EF4-FFF2-40B4-BE49-F238E27FC236}">
                <a16:creationId xmlns:a16="http://schemas.microsoft.com/office/drawing/2014/main" id="{52E35ECC-2343-4B5F-B6A0-DE3345D3F2B9}"/>
              </a:ext>
            </a:extLst>
          </p:cNvPr>
          <p:cNvSpPr txBox="1"/>
          <p:nvPr/>
        </p:nvSpPr>
        <p:spPr>
          <a:xfrm>
            <a:off x="709808" y="4151302"/>
            <a:ext cx="429926" cy="246221"/>
          </a:xfrm>
          <a:prstGeom prst="rect">
            <a:avLst/>
          </a:prstGeom>
          <a:noFill/>
        </p:spPr>
        <p:txBody>
          <a:bodyPr wrap="none" rtlCol="0">
            <a:spAutoFit/>
          </a:bodyPr>
          <a:lstStyle/>
          <a:p>
            <a:pPr algn="ctr"/>
            <a:r>
              <a:rPr kumimoji="1" lang="en-US" altLang="ja-JP" sz="1000" dirty="0">
                <a:latin typeface="メイリオ" panose="020B0604030504040204" pitchFamily="50" charset="-128"/>
                <a:ea typeface="メイリオ" panose="020B0604030504040204" pitchFamily="50" charset="-128"/>
              </a:rPr>
              <a:t>EC2</a:t>
            </a:r>
          </a:p>
        </p:txBody>
      </p:sp>
      <p:cxnSp>
        <p:nvCxnSpPr>
          <p:cNvPr id="34" name="直線コネクタ 25">
            <a:extLst>
              <a:ext uri="{FF2B5EF4-FFF2-40B4-BE49-F238E27FC236}">
                <a16:creationId xmlns:a16="http://schemas.microsoft.com/office/drawing/2014/main" id="{BBD65311-1340-4203-9FB7-5A551227AF08}"/>
              </a:ext>
            </a:extLst>
          </p:cNvPr>
          <p:cNvCxnSpPr>
            <a:cxnSpLocks/>
          </p:cNvCxnSpPr>
          <p:nvPr/>
        </p:nvCxnSpPr>
        <p:spPr bwMode="auto">
          <a:xfrm rot="5400000" flipH="1" flipV="1">
            <a:off x="1110759" y="3022999"/>
            <a:ext cx="535419" cy="912991"/>
          </a:xfrm>
          <a:prstGeom prst="bentConnector2">
            <a:avLst/>
          </a:prstGeom>
          <a:noFill/>
          <a:ln w="31750" cap="flat" cmpd="sng" algn="ctr">
            <a:solidFill>
              <a:srgbClr val="FF0000"/>
            </a:solidFill>
            <a:prstDash val="solid"/>
            <a:round/>
            <a:headEnd type="none" w="med" len="med"/>
            <a:tailEnd type="none" w="med" len="med"/>
          </a:ln>
          <a:effectLst/>
        </p:spPr>
      </p:cxnSp>
      <p:sp>
        <p:nvSpPr>
          <p:cNvPr id="35" name="四角形: 角を丸くする 34">
            <a:extLst>
              <a:ext uri="{FF2B5EF4-FFF2-40B4-BE49-F238E27FC236}">
                <a16:creationId xmlns:a16="http://schemas.microsoft.com/office/drawing/2014/main" id="{70ED78C0-7032-4682-9F69-10EF11DFE25F}"/>
              </a:ext>
            </a:extLst>
          </p:cNvPr>
          <p:cNvSpPr/>
          <p:nvPr/>
        </p:nvSpPr>
        <p:spPr bwMode="auto">
          <a:xfrm>
            <a:off x="730616" y="3619655"/>
            <a:ext cx="841000" cy="741056"/>
          </a:xfrm>
          <a:prstGeom prst="roundRect">
            <a:avLst/>
          </a:prstGeom>
          <a:noFill/>
          <a:ln w="12700" cap="flat" cmpd="sng" algn="ctr">
            <a:solidFill>
              <a:schemeClr val="tx1"/>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ja-JP" altLang="en-US" sz="1600" b="0" i="0" u="none" strike="noStrike" cap="none" normalizeH="0" baseline="0">
              <a:ln>
                <a:noFill/>
              </a:ln>
              <a:solidFill>
                <a:schemeClr val="tx1"/>
              </a:solidFill>
              <a:effectLst/>
              <a:latin typeface="ＭＳ Ｐゴシック" pitchFamily="50" charset="-128"/>
              <a:ea typeface="ＭＳ Ｐゴシック" pitchFamily="50" charset="-128"/>
            </a:endParaRPr>
          </a:p>
        </p:txBody>
      </p:sp>
      <p:sp>
        <p:nvSpPr>
          <p:cNvPr id="36" name="テキスト ボックス 35">
            <a:extLst>
              <a:ext uri="{FF2B5EF4-FFF2-40B4-BE49-F238E27FC236}">
                <a16:creationId xmlns:a16="http://schemas.microsoft.com/office/drawing/2014/main" id="{F9BA14FB-6DCF-4763-A8EF-30AF9F4BDC35}"/>
              </a:ext>
            </a:extLst>
          </p:cNvPr>
          <p:cNvSpPr txBox="1"/>
          <p:nvPr/>
        </p:nvSpPr>
        <p:spPr>
          <a:xfrm>
            <a:off x="2013077" y="3964615"/>
            <a:ext cx="825867" cy="400110"/>
          </a:xfrm>
          <a:prstGeom prst="rect">
            <a:avLst/>
          </a:prstGeom>
          <a:noFill/>
        </p:spPr>
        <p:txBody>
          <a:bodyPr wrap="none" rtlCol="0">
            <a:spAutoFit/>
          </a:bodyPr>
          <a:lstStyle/>
          <a:p>
            <a:pPr algn="ctr"/>
            <a:r>
              <a:rPr kumimoji="1" lang="ja-JP" altLang="en-US" sz="1000" dirty="0">
                <a:latin typeface="メイリオ" panose="020B0604030504040204" pitchFamily="50" charset="-128"/>
                <a:ea typeface="メイリオ" panose="020B0604030504040204" pitchFamily="50" charset="-128"/>
              </a:rPr>
              <a:t>ターゲット</a:t>
            </a:r>
            <a:endParaRPr kumimoji="1" lang="en-US" altLang="ja-JP" sz="1000" dirty="0">
              <a:latin typeface="メイリオ" panose="020B0604030504040204" pitchFamily="50" charset="-128"/>
              <a:ea typeface="メイリオ" panose="020B0604030504040204" pitchFamily="50" charset="-128"/>
            </a:endParaRPr>
          </a:p>
          <a:p>
            <a:pPr algn="ctr"/>
            <a:r>
              <a:rPr kumimoji="1" lang="ja-JP" altLang="en-US" sz="1000" dirty="0">
                <a:latin typeface="メイリオ" panose="020B0604030504040204" pitchFamily="50" charset="-128"/>
                <a:ea typeface="メイリオ" panose="020B0604030504040204" pitchFamily="50" charset="-128"/>
              </a:rPr>
              <a:t>グループ</a:t>
            </a:r>
            <a:endParaRPr kumimoji="1" lang="en-US" altLang="ja-JP" sz="1000" dirty="0">
              <a:latin typeface="メイリオ" panose="020B0604030504040204" pitchFamily="50" charset="-128"/>
              <a:ea typeface="メイリオ" panose="020B0604030504040204" pitchFamily="50" charset="-128"/>
            </a:endParaRPr>
          </a:p>
        </p:txBody>
      </p:sp>
      <p:sp>
        <p:nvSpPr>
          <p:cNvPr id="37" name="テキスト ボックス 36">
            <a:extLst>
              <a:ext uri="{FF2B5EF4-FFF2-40B4-BE49-F238E27FC236}">
                <a16:creationId xmlns:a16="http://schemas.microsoft.com/office/drawing/2014/main" id="{CD2D7636-7F47-4284-98DC-80E4F06DC9B1}"/>
              </a:ext>
            </a:extLst>
          </p:cNvPr>
          <p:cNvSpPr txBox="1"/>
          <p:nvPr/>
        </p:nvSpPr>
        <p:spPr>
          <a:xfrm>
            <a:off x="751062" y="4377861"/>
            <a:ext cx="825867" cy="400110"/>
          </a:xfrm>
          <a:prstGeom prst="rect">
            <a:avLst/>
          </a:prstGeom>
          <a:noFill/>
        </p:spPr>
        <p:txBody>
          <a:bodyPr wrap="none" rtlCol="0">
            <a:spAutoFit/>
          </a:bodyPr>
          <a:lstStyle/>
          <a:p>
            <a:pPr algn="ctr"/>
            <a:r>
              <a:rPr kumimoji="1" lang="ja-JP" altLang="en-US" sz="1000" dirty="0">
                <a:latin typeface="メイリオ" panose="020B0604030504040204" pitchFamily="50" charset="-128"/>
                <a:ea typeface="メイリオ" panose="020B0604030504040204" pitchFamily="50" charset="-128"/>
              </a:rPr>
              <a:t>ターゲット</a:t>
            </a:r>
            <a:endParaRPr kumimoji="1" lang="en-US" altLang="ja-JP" sz="1000" dirty="0">
              <a:latin typeface="メイリオ" panose="020B0604030504040204" pitchFamily="50" charset="-128"/>
              <a:ea typeface="メイリオ" panose="020B0604030504040204" pitchFamily="50" charset="-128"/>
            </a:endParaRPr>
          </a:p>
          <a:p>
            <a:pPr algn="ctr"/>
            <a:r>
              <a:rPr kumimoji="1" lang="ja-JP" altLang="en-US" sz="1000" dirty="0">
                <a:latin typeface="メイリオ" panose="020B0604030504040204" pitchFamily="50" charset="-128"/>
                <a:ea typeface="メイリオ" panose="020B0604030504040204" pitchFamily="50" charset="-128"/>
              </a:rPr>
              <a:t>グループ</a:t>
            </a:r>
            <a:endParaRPr kumimoji="1" lang="en-US" altLang="ja-JP" sz="10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751545901"/>
      </p:ext>
    </p:extLst>
  </p:cSld>
  <p:clrMapOvr>
    <a:masterClrMapping/>
  </p:clrMapOvr>
  <mc:AlternateContent xmlns:mc="http://schemas.openxmlformats.org/markup-compatibility/2006" xmlns:p14="http://schemas.microsoft.com/office/powerpoint/2010/main">
    <mc:Choice Requires="p14">
      <p:transition spd="slow" p14:dur="2000" advTm="141853"/>
    </mc:Choice>
    <mc:Fallback xmlns="">
      <p:transition spd="slow" advTm="141853"/>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 name="コンテンツ プレースホルダー 2">
            <a:extLst>
              <a:ext uri="{FF2B5EF4-FFF2-40B4-BE49-F238E27FC236}">
                <a16:creationId xmlns:a16="http://schemas.microsoft.com/office/drawing/2014/main" id="{09BB6C71-FFC9-4D5B-BA53-85E6812DDAA0}"/>
              </a:ext>
            </a:extLst>
          </p:cNvPr>
          <p:cNvSpPr txBox="1">
            <a:spLocks/>
          </p:cNvSpPr>
          <p:nvPr/>
        </p:nvSpPr>
        <p:spPr bwMode="auto">
          <a:xfrm>
            <a:off x="834802" y="2636912"/>
            <a:ext cx="3888432" cy="3240360"/>
          </a:xfrm>
          <a:prstGeom prst="rect">
            <a:avLst/>
          </a:prstGeom>
          <a:solidFill>
            <a:schemeClr val="bg1"/>
          </a:solidFill>
          <a:ln w="9525">
            <a:solidFill>
              <a:srgbClr val="F0861E"/>
            </a:solidFill>
            <a:miter lim="800000"/>
            <a:headEnd/>
            <a:tailEnd/>
          </a:ln>
          <a:effectLst/>
        </p:spPr>
        <p:txBody>
          <a:bodyPr vert="horz" wrap="square" lIns="91440" tIns="45720" rIns="91440" bIns="45720" numCol="1" anchor="t"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endParaRPr lang="en-US" altLang="ja-JP" sz="1800" dirty="0">
              <a:latin typeface="メイリオ" panose="020B0604030504040204" pitchFamily="50" charset="-128"/>
              <a:ea typeface="メイリオ" panose="020B0604030504040204" pitchFamily="50" charset="-128"/>
            </a:endParaRPr>
          </a:p>
        </p:txBody>
      </p:sp>
      <p:sp>
        <p:nvSpPr>
          <p:cNvPr id="68" name="コンテンツ プレースホルダー 2">
            <a:extLst>
              <a:ext uri="{FF2B5EF4-FFF2-40B4-BE49-F238E27FC236}">
                <a16:creationId xmlns:a16="http://schemas.microsoft.com/office/drawing/2014/main" id="{6ED46722-FD6F-4883-B14B-1CA91EA505EC}"/>
              </a:ext>
            </a:extLst>
          </p:cNvPr>
          <p:cNvSpPr txBox="1">
            <a:spLocks/>
          </p:cNvSpPr>
          <p:nvPr/>
        </p:nvSpPr>
        <p:spPr bwMode="auto">
          <a:xfrm>
            <a:off x="834802" y="1628800"/>
            <a:ext cx="3888432" cy="859072"/>
          </a:xfrm>
          <a:prstGeom prst="rect">
            <a:avLst/>
          </a:prstGeom>
          <a:solidFill>
            <a:srgbClr val="F0861E"/>
          </a:solidFill>
          <a:ln w="9525">
            <a:no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pPr algn="ctr"/>
            <a:r>
              <a:rPr lang="en-US" altLang="ja-JP" sz="2000" b="1" kern="0" dirty="0">
                <a:solidFill>
                  <a:schemeClr val="bg1"/>
                </a:solidFill>
                <a:latin typeface="メイリオ" panose="020B0604030504040204" pitchFamily="50" charset="-128"/>
                <a:ea typeface="メイリオ" panose="020B0604030504040204" pitchFamily="50" charset="-128"/>
              </a:rPr>
              <a:t>CLB</a:t>
            </a:r>
            <a:r>
              <a:rPr lang="ja-JP" altLang="en-US" sz="2000" b="1" kern="0" dirty="0">
                <a:solidFill>
                  <a:schemeClr val="bg1"/>
                </a:solidFill>
                <a:latin typeface="メイリオ" panose="020B0604030504040204" pitchFamily="50" charset="-128"/>
                <a:ea typeface="メイリオ" panose="020B0604030504040204" pitchFamily="50" charset="-128"/>
              </a:rPr>
              <a:t>の複数機能バランシング</a:t>
            </a:r>
            <a:endParaRPr lang="en-US" altLang="ja-JP" sz="2000" b="1" kern="0" dirty="0">
              <a:solidFill>
                <a:schemeClr val="bg1"/>
              </a:solidFill>
              <a:latin typeface="メイリオ" panose="020B0604030504040204" pitchFamily="50" charset="-128"/>
              <a:ea typeface="メイリオ" panose="020B0604030504040204" pitchFamily="50" charset="-128"/>
            </a:endParaRPr>
          </a:p>
        </p:txBody>
      </p:sp>
      <p:sp>
        <p:nvSpPr>
          <p:cNvPr id="27" name="タイトル 1">
            <a:extLst>
              <a:ext uri="{FF2B5EF4-FFF2-40B4-BE49-F238E27FC236}">
                <a16:creationId xmlns:a16="http://schemas.microsoft.com/office/drawing/2014/main" id="{48F80BE1-D063-4240-BFC7-C8D243720250}"/>
              </a:ext>
            </a:extLst>
          </p:cNvPr>
          <p:cNvSpPr txBox="1">
            <a:spLocks/>
          </p:cNvSpPr>
          <p:nvPr/>
        </p:nvSpPr>
        <p:spPr bwMode="auto">
          <a:xfrm>
            <a:off x="631222" y="201863"/>
            <a:ext cx="8642258" cy="50208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rtl="0" fontAlgn="base">
              <a:lnSpc>
                <a:spcPct val="90000"/>
              </a:lnSpc>
              <a:spcBef>
                <a:spcPct val="0"/>
              </a:spcBef>
              <a:spcAft>
                <a:spcPct val="0"/>
              </a:spcAft>
              <a:defRPr kumimoji="1" sz="2000">
                <a:solidFill>
                  <a:schemeClr val="tx2"/>
                </a:solidFill>
                <a:latin typeface="游明朝" panose="02020400000000000000" pitchFamily="18" charset="-128"/>
                <a:ea typeface="游明朝" panose="02020400000000000000" pitchFamily="18" charset="-128"/>
                <a:cs typeface="+mj-cs"/>
              </a:defRPr>
            </a:lvl1pPr>
            <a:lvl2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2pPr>
            <a:lvl3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3pPr>
            <a:lvl4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4pPr>
            <a:lvl5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5pPr>
            <a:lvl6pPr marL="4572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6pPr>
            <a:lvl7pPr marL="9144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7pPr>
            <a:lvl8pPr marL="13716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8pPr>
            <a:lvl9pPr marL="18288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9pPr>
          </a:lstStyle>
          <a:p>
            <a:pPr algn="l">
              <a:lnSpc>
                <a:spcPct val="100000"/>
              </a:lnSpc>
            </a:pPr>
            <a:r>
              <a:rPr lang="en-US" altLang="ja-JP" sz="3000" dirty="0">
                <a:solidFill>
                  <a:schemeClr val="tx1"/>
                </a:solidFill>
                <a:latin typeface="メイリオ" panose="020B0604030504040204" pitchFamily="50" charset="-128"/>
                <a:ea typeface="メイリオ" panose="020B0604030504040204" pitchFamily="50" charset="-128"/>
              </a:rPr>
              <a:t>CLB</a:t>
            </a:r>
            <a:r>
              <a:rPr lang="ja-JP" altLang="en-US" sz="3000" dirty="0">
                <a:solidFill>
                  <a:schemeClr val="tx1"/>
                </a:solidFill>
                <a:latin typeface="メイリオ" panose="020B0604030504040204" pitchFamily="50" charset="-128"/>
                <a:ea typeface="メイリオ" panose="020B0604030504040204" pitchFamily="50" charset="-128"/>
              </a:rPr>
              <a:t>と</a:t>
            </a:r>
            <a:r>
              <a:rPr lang="en-US" altLang="ja-JP" sz="3000" dirty="0">
                <a:solidFill>
                  <a:schemeClr val="tx1"/>
                </a:solidFill>
                <a:latin typeface="メイリオ" panose="020B0604030504040204" pitchFamily="50" charset="-128"/>
                <a:ea typeface="メイリオ" panose="020B0604030504040204" pitchFamily="50" charset="-128"/>
              </a:rPr>
              <a:t>ALB</a:t>
            </a:r>
          </a:p>
        </p:txBody>
      </p:sp>
      <p:sp>
        <p:nvSpPr>
          <p:cNvPr id="5" name="コンテンツ プレースホルダー 2">
            <a:extLst>
              <a:ext uri="{FF2B5EF4-FFF2-40B4-BE49-F238E27FC236}">
                <a16:creationId xmlns:a16="http://schemas.microsoft.com/office/drawing/2014/main" id="{4223C7E6-23C7-4433-B315-D26905B0474C}"/>
              </a:ext>
            </a:extLst>
          </p:cNvPr>
          <p:cNvSpPr txBox="1">
            <a:spLocks/>
          </p:cNvSpPr>
          <p:nvPr/>
        </p:nvSpPr>
        <p:spPr>
          <a:xfrm>
            <a:off x="631222" y="799401"/>
            <a:ext cx="8858282" cy="325343"/>
          </a:xfrm>
          <a:prstGeom prst="rect">
            <a:avLst/>
          </a:prstGeom>
        </p:spPr>
        <p:txBody>
          <a:bodyPr vert="horz" lIns="74295" tIns="37148" rIns="74295" bIns="37148" rtlCol="0">
            <a:noAutofit/>
          </a:bodyPr>
          <a:lstStyle>
            <a:lvl1pPr marL="228600" indent="-228600" algn="l" defTabSz="914400" rtl="0" eaLnBrk="1" latinLnBrk="0" hangingPunct="1">
              <a:lnSpc>
                <a:spcPct val="90000"/>
              </a:lnSpc>
              <a:spcBef>
                <a:spcPts val="1000"/>
              </a:spcBef>
              <a:buFont typeface="Wingdings 2" pitchFamily="18" charset="2"/>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2" pitchFamily="18" charset="2"/>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2" pitchFamily="18" charset="2"/>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5pPr>
            <a:lvl6pPr marL="25146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6pPr>
            <a:lvl7pPr marL="29718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7pPr>
            <a:lvl8pPr marL="34290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8pPr>
            <a:lvl9pPr marL="38862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9pPr>
          </a:lstStyle>
          <a:p>
            <a:pPr marL="0" indent="0">
              <a:buNone/>
            </a:pPr>
            <a:endParaRPr lang="en-US" altLang="ja-JP" sz="2400" kern="0" dirty="0">
              <a:solidFill>
                <a:srgbClr val="002060"/>
              </a:solidFill>
              <a:latin typeface="メイリオ" panose="020B0604030504040204" pitchFamily="50" charset="-128"/>
              <a:ea typeface="メイリオ" panose="020B0604030504040204" pitchFamily="50" charset="-128"/>
            </a:endParaRPr>
          </a:p>
        </p:txBody>
      </p:sp>
      <p:pic>
        <p:nvPicPr>
          <p:cNvPr id="30" name="図 29" descr="音楽 が含まれている画像&#10;&#10;自動的に生成された説明">
            <a:extLst>
              <a:ext uri="{FF2B5EF4-FFF2-40B4-BE49-F238E27FC236}">
                <a16:creationId xmlns:a16="http://schemas.microsoft.com/office/drawing/2014/main" id="{850E6807-AD41-4370-8297-062398F355C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94842" y="5063598"/>
            <a:ext cx="311861" cy="417467"/>
          </a:xfrm>
          <a:prstGeom prst="rect">
            <a:avLst/>
          </a:prstGeom>
        </p:spPr>
      </p:pic>
      <p:sp>
        <p:nvSpPr>
          <p:cNvPr id="31" name="テキスト ボックス 30">
            <a:extLst>
              <a:ext uri="{FF2B5EF4-FFF2-40B4-BE49-F238E27FC236}">
                <a16:creationId xmlns:a16="http://schemas.microsoft.com/office/drawing/2014/main" id="{F5BD7584-50ED-44FF-AD47-EE3AE5418672}"/>
              </a:ext>
            </a:extLst>
          </p:cNvPr>
          <p:cNvSpPr txBox="1"/>
          <p:nvPr/>
        </p:nvSpPr>
        <p:spPr>
          <a:xfrm>
            <a:off x="933323" y="5477162"/>
            <a:ext cx="809838" cy="400110"/>
          </a:xfrm>
          <a:prstGeom prst="rect">
            <a:avLst/>
          </a:prstGeom>
          <a:noFill/>
        </p:spPr>
        <p:txBody>
          <a:bodyPr wrap="none" rtlCol="0">
            <a:spAutoFit/>
          </a:bodyPr>
          <a:lstStyle/>
          <a:p>
            <a:pPr algn="ctr"/>
            <a:r>
              <a:rPr kumimoji="1" lang="ja-JP" altLang="en-US" sz="1000" dirty="0">
                <a:latin typeface="メイリオ" panose="020B0604030504040204" pitchFamily="50" charset="-128"/>
                <a:ea typeface="メイリオ" panose="020B0604030504040204" pitchFamily="50" charset="-128"/>
              </a:rPr>
              <a:t>注文機能</a:t>
            </a:r>
            <a:endParaRPr kumimoji="1" lang="en-US" altLang="ja-JP" sz="1000" dirty="0">
              <a:latin typeface="メイリオ" panose="020B0604030504040204" pitchFamily="50" charset="-128"/>
              <a:ea typeface="メイリオ" panose="020B0604030504040204" pitchFamily="50" charset="-128"/>
            </a:endParaRPr>
          </a:p>
          <a:p>
            <a:pPr algn="ctr"/>
            <a:r>
              <a:rPr kumimoji="1" lang="en-US" altLang="ja-JP" sz="1000" dirty="0">
                <a:latin typeface="メイリオ" panose="020B0604030504040204" pitchFamily="50" charset="-128"/>
                <a:ea typeface="メイリオ" panose="020B0604030504040204" pitchFamily="50" charset="-128"/>
              </a:rPr>
              <a:t>APP</a:t>
            </a:r>
            <a:r>
              <a:rPr kumimoji="1" lang="ja-JP" altLang="en-US" sz="1000" dirty="0">
                <a:latin typeface="メイリオ" panose="020B0604030504040204" pitchFamily="50" charset="-128"/>
                <a:ea typeface="メイリオ" panose="020B0604030504040204" pitchFamily="50" charset="-128"/>
              </a:rPr>
              <a:t>サーバ</a:t>
            </a:r>
            <a:endParaRPr kumimoji="1" lang="en-US" altLang="ja-JP" sz="1000" dirty="0">
              <a:latin typeface="メイリオ" panose="020B0604030504040204" pitchFamily="50" charset="-128"/>
              <a:ea typeface="メイリオ" panose="020B0604030504040204" pitchFamily="50" charset="-128"/>
            </a:endParaRPr>
          </a:p>
        </p:txBody>
      </p:sp>
      <p:cxnSp>
        <p:nvCxnSpPr>
          <p:cNvPr id="32" name="直線コネクタ 25">
            <a:extLst>
              <a:ext uri="{FF2B5EF4-FFF2-40B4-BE49-F238E27FC236}">
                <a16:creationId xmlns:a16="http://schemas.microsoft.com/office/drawing/2014/main" id="{F3CBD30B-5FF9-4CFF-AA1E-C802298220DE}"/>
              </a:ext>
            </a:extLst>
          </p:cNvPr>
          <p:cNvCxnSpPr>
            <a:cxnSpLocks/>
            <a:stCxn id="30" idx="0"/>
            <a:endCxn id="33" idx="2"/>
          </p:cNvCxnSpPr>
          <p:nvPr/>
        </p:nvCxnSpPr>
        <p:spPr bwMode="auto">
          <a:xfrm rot="5400000" flipH="1" flipV="1">
            <a:off x="1130991" y="4445072"/>
            <a:ext cx="838308" cy="398745"/>
          </a:xfrm>
          <a:prstGeom prst="bentConnector3">
            <a:avLst>
              <a:gd name="adj1" fmla="val 50000"/>
            </a:avLst>
          </a:prstGeom>
          <a:noFill/>
          <a:ln w="31750" cap="flat" cmpd="sng" algn="ctr">
            <a:solidFill>
              <a:srgbClr val="FF0000"/>
            </a:solidFill>
            <a:prstDash val="solid"/>
            <a:round/>
            <a:headEnd type="none" w="med" len="med"/>
            <a:tailEnd type="none" w="med" len="med"/>
          </a:ln>
          <a:effectLst/>
        </p:spPr>
      </p:cxnSp>
      <p:pic>
        <p:nvPicPr>
          <p:cNvPr id="33" name="図 32">
            <a:extLst>
              <a:ext uri="{FF2B5EF4-FFF2-40B4-BE49-F238E27FC236}">
                <a16:creationId xmlns:a16="http://schemas.microsoft.com/office/drawing/2014/main" id="{148DCD2A-2F6F-40ED-9C2B-B9EB3D3062B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71675" y="3858131"/>
            <a:ext cx="355685" cy="367159"/>
          </a:xfrm>
          <a:prstGeom prst="rect">
            <a:avLst/>
          </a:prstGeom>
        </p:spPr>
      </p:pic>
      <p:pic>
        <p:nvPicPr>
          <p:cNvPr id="34" name="図 33" descr="音楽 が含まれている画像&#10;&#10;自動的に生成された説明">
            <a:extLst>
              <a:ext uri="{FF2B5EF4-FFF2-40B4-BE49-F238E27FC236}">
                <a16:creationId xmlns:a16="http://schemas.microsoft.com/office/drawing/2014/main" id="{E752F3F7-10DF-4B3A-AEE3-1F227B0EC1D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84489" y="5063598"/>
            <a:ext cx="311861" cy="417467"/>
          </a:xfrm>
          <a:prstGeom prst="rect">
            <a:avLst/>
          </a:prstGeom>
        </p:spPr>
      </p:pic>
      <p:sp>
        <p:nvSpPr>
          <p:cNvPr id="35" name="テキスト ボックス 34">
            <a:extLst>
              <a:ext uri="{FF2B5EF4-FFF2-40B4-BE49-F238E27FC236}">
                <a16:creationId xmlns:a16="http://schemas.microsoft.com/office/drawing/2014/main" id="{67EA8920-D411-49EF-B41E-42EB6466084D}"/>
              </a:ext>
            </a:extLst>
          </p:cNvPr>
          <p:cNvSpPr txBox="1"/>
          <p:nvPr/>
        </p:nvSpPr>
        <p:spPr>
          <a:xfrm>
            <a:off x="1727088" y="5467697"/>
            <a:ext cx="809838" cy="400110"/>
          </a:xfrm>
          <a:prstGeom prst="rect">
            <a:avLst/>
          </a:prstGeom>
          <a:noFill/>
        </p:spPr>
        <p:txBody>
          <a:bodyPr wrap="none" rtlCol="0">
            <a:spAutoFit/>
          </a:bodyPr>
          <a:lstStyle/>
          <a:p>
            <a:pPr algn="ctr"/>
            <a:r>
              <a:rPr lang="ja-JP" altLang="en-US" sz="1000" dirty="0">
                <a:latin typeface="メイリオ" panose="020B0604030504040204" pitchFamily="50" charset="-128"/>
                <a:ea typeface="メイリオ" panose="020B0604030504040204" pitchFamily="50" charset="-128"/>
              </a:rPr>
              <a:t>注文機能</a:t>
            </a:r>
            <a:endParaRPr lang="en-US" altLang="ja-JP" sz="1000" dirty="0">
              <a:latin typeface="メイリオ" panose="020B0604030504040204" pitchFamily="50" charset="-128"/>
              <a:ea typeface="メイリオ" panose="020B0604030504040204" pitchFamily="50" charset="-128"/>
            </a:endParaRPr>
          </a:p>
          <a:p>
            <a:pPr algn="ctr"/>
            <a:r>
              <a:rPr lang="en-US" altLang="ja-JP" sz="1000" dirty="0">
                <a:latin typeface="メイリオ" panose="020B0604030504040204" pitchFamily="50" charset="-128"/>
                <a:ea typeface="メイリオ" panose="020B0604030504040204" pitchFamily="50" charset="-128"/>
              </a:rPr>
              <a:t>APP</a:t>
            </a:r>
            <a:r>
              <a:rPr lang="ja-JP" altLang="en-US" sz="1000" dirty="0">
                <a:latin typeface="メイリオ" panose="020B0604030504040204" pitchFamily="50" charset="-128"/>
                <a:ea typeface="メイリオ" panose="020B0604030504040204" pitchFamily="50" charset="-128"/>
              </a:rPr>
              <a:t>サーバ</a:t>
            </a:r>
            <a:endParaRPr lang="en-US" altLang="ja-JP" sz="1000" dirty="0">
              <a:latin typeface="メイリオ" panose="020B0604030504040204" pitchFamily="50" charset="-128"/>
              <a:ea typeface="メイリオ" panose="020B0604030504040204" pitchFamily="50" charset="-128"/>
            </a:endParaRPr>
          </a:p>
        </p:txBody>
      </p:sp>
      <p:cxnSp>
        <p:nvCxnSpPr>
          <p:cNvPr id="41" name="直線コネクタ 25">
            <a:extLst>
              <a:ext uri="{FF2B5EF4-FFF2-40B4-BE49-F238E27FC236}">
                <a16:creationId xmlns:a16="http://schemas.microsoft.com/office/drawing/2014/main" id="{436A1881-6337-4E62-8478-920CA4DBBA45}"/>
              </a:ext>
            </a:extLst>
          </p:cNvPr>
          <p:cNvCxnSpPr>
            <a:cxnSpLocks/>
            <a:stCxn id="34" idx="0"/>
            <a:endCxn id="33" idx="2"/>
          </p:cNvCxnSpPr>
          <p:nvPr/>
        </p:nvCxnSpPr>
        <p:spPr bwMode="auto">
          <a:xfrm rot="16200000" flipV="1">
            <a:off x="1525815" y="4448993"/>
            <a:ext cx="838308" cy="390902"/>
          </a:xfrm>
          <a:prstGeom prst="bentConnector3">
            <a:avLst>
              <a:gd name="adj1" fmla="val 50000"/>
            </a:avLst>
          </a:prstGeom>
          <a:noFill/>
          <a:ln w="31750" cap="flat" cmpd="sng" algn="ctr">
            <a:solidFill>
              <a:srgbClr val="FF0000"/>
            </a:solidFill>
            <a:prstDash val="solid"/>
            <a:round/>
            <a:headEnd type="none" w="med" len="med"/>
            <a:tailEnd type="none" w="med" len="med"/>
          </a:ln>
          <a:effectLst/>
        </p:spPr>
      </p:cxnSp>
      <p:pic>
        <p:nvPicPr>
          <p:cNvPr id="51" name="図 50" descr="音楽 が含まれている画像&#10;&#10;自動的に生成された説明">
            <a:extLst>
              <a:ext uri="{FF2B5EF4-FFF2-40B4-BE49-F238E27FC236}">
                <a16:creationId xmlns:a16="http://schemas.microsoft.com/office/drawing/2014/main" id="{E5F914BF-5E20-4AD6-8CE1-03C1FE85432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48541" y="5063598"/>
            <a:ext cx="311861" cy="417467"/>
          </a:xfrm>
          <a:prstGeom prst="rect">
            <a:avLst/>
          </a:prstGeom>
        </p:spPr>
      </p:pic>
      <p:sp>
        <p:nvSpPr>
          <p:cNvPr id="52" name="テキスト ボックス 51">
            <a:extLst>
              <a:ext uri="{FF2B5EF4-FFF2-40B4-BE49-F238E27FC236}">
                <a16:creationId xmlns:a16="http://schemas.microsoft.com/office/drawing/2014/main" id="{69EBF518-4D99-40A4-9011-B02863A47668}"/>
              </a:ext>
            </a:extLst>
          </p:cNvPr>
          <p:cNvSpPr txBox="1"/>
          <p:nvPr/>
        </p:nvSpPr>
        <p:spPr>
          <a:xfrm>
            <a:off x="2687023" y="5477162"/>
            <a:ext cx="809837" cy="400110"/>
          </a:xfrm>
          <a:prstGeom prst="rect">
            <a:avLst/>
          </a:prstGeom>
          <a:noFill/>
        </p:spPr>
        <p:txBody>
          <a:bodyPr wrap="none" rtlCol="0">
            <a:spAutoFit/>
          </a:bodyPr>
          <a:lstStyle/>
          <a:p>
            <a:pPr algn="ctr"/>
            <a:r>
              <a:rPr kumimoji="1" lang="ja-JP" altLang="en-US" sz="1000" dirty="0">
                <a:latin typeface="メイリオ" panose="020B0604030504040204" pitchFamily="50" charset="-128"/>
                <a:ea typeface="メイリオ" panose="020B0604030504040204" pitchFamily="50" charset="-128"/>
              </a:rPr>
              <a:t>調達機能</a:t>
            </a:r>
            <a:endParaRPr kumimoji="1" lang="en-US" altLang="ja-JP" sz="1000" dirty="0">
              <a:latin typeface="メイリオ" panose="020B0604030504040204" pitchFamily="50" charset="-128"/>
              <a:ea typeface="メイリオ" panose="020B0604030504040204" pitchFamily="50" charset="-128"/>
            </a:endParaRPr>
          </a:p>
          <a:p>
            <a:pPr algn="ctr"/>
            <a:r>
              <a:rPr kumimoji="1" lang="en-US" altLang="ja-JP" sz="1000" dirty="0">
                <a:latin typeface="メイリオ" panose="020B0604030504040204" pitchFamily="50" charset="-128"/>
                <a:ea typeface="メイリオ" panose="020B0604030504040204" pitchFamily="50" charset="-128"/>
              </a:rPr>
              <a:t>APP</a:t>
            </a:r>
            <a:r>
              <a:rPr kumimoji="1" lang="ja-JP" altLang="en-US" sz="1000" dirty="0">
                <a:latin typeface="メイリオ" panose="020B0604030504040204" pitchFamily="50" charset="-128"/>
                <a:ea typeface="メイリオ" panose="020B0604030504040204" pitchFamily="50" charset="-128"/>
              </a:rPr>
              <a:t>サーバ</a:t>
            </a:r>
            <a:endParaRPr kumimoji="1" lang="en-US" altLang="ja-JP" sz="1000" dirty="0">
              <a:latin typeface="メイリオ" panose="020B0604030504040204" pitchFamily="50" charset="-128"/>
              <a:ea typeface="メイリオ" panose="020B0604030504040204" pitchFamily="50" charset="-128"/>
            </a:endParaRPr>
          </a:p>
        </p:txBody>
      </p:sp>
      <p:cxnSp>
        <p:nvCxnSpPr>
          <p:cNvPr id="53" name="直線コネクタ 25">
            <a:extLst>
              <a:ext uri="{FF2B5EF4-FFF2-40B4-BE49-F238E27FC236}">
                <a16:creationId xmlns:a16="http://schemas.microsoft.com/office/drawing/2014/main" id="{962F56E2-0568-408E-B641-66C9C4E275CB}"/>
              </a:ext>
            </a:extLst>
          </p:cNvPr>
          <p:cNvCxnSpPr>
            <a:cxnSpLocks/>
            <a:stCxn id="51" idx="0"/>
            <a:endCxn id="54" idx="2"/>
          </p:cNvCxnSpPr>
          <p:nvPr/>
        </p:nvCxnSpPr>
        <p:spPr bwMode="auto">
          <a:xfrm rot="5400000" flipH="1" flipV="1">
            <a:off x="2884690" y="4445072"/>
            <a:ext cx="838308" cy="398745"/>
          </a:xfrm>
          <a:prstGeom prst="bentConnector3">
            <a:avLst>
              <a:gd name="adj1" fmla="val 50000"/>
            </a:avLst>
          </a:prstGeom>
          <a:noFill/>
          <a:ln w="31750" cap="flat" cmpd="sng" algn="ctr">
            <a:solidFill>
              <a:srgbClr val="FF0000"/>
            </a:solidFill>
            <a:prstDash val="solid"/>
            <a:round/>
            <a:headEnd type="none" w="med" len="med"/>
            <a:tailEnd type="none" w="med" len="med"/>
          </a:ln>
          <a:effectLst/>
        </p:spPr>
      </p:cxnSp>
      <p:pic>
        <p:nvPicPr>
          <p:cNvPr id="54" name="図 53">
            <a:extLst>
              <a:ext uri="{FF2B5EF4-FFF2-40B4-BE49-F238E27FC236}">
                <a16:creationId xmlns:a16="http://schemas.microsoft.com/office/drawing/2014/main" id="{65F5E96C-560A-40AF-B6B4-326EAC04060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325374" y="3858131"/>
            <a:ext cx="355685" cy="367159"/>
          </a:xfrm>
          <a:prstGeom prst="rect">
            <a:avLst/>
          </a:prstGeom>
        </p:spPr>
      </p:pic>
      <p:pic>
        <p:nvPicPr>
          <p:cNvPr id="55" name="図 54" descr="音楽 が含まれている画像&#10;&#10;自動的に生成された説明">
            <a:extLst>
              <a:ext uri="{FF2B5EF4-FFF2-40B4-BE49-F238E27FC236}">
                <a16:creationId xmlns:a16="http://schemas.microsoft.com/office/drawing/2014/main" id="{77E93140-D0E6-4F0E-B998-F3E4A6DEAC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38188" y="5063598"/>
            <a:ext cx="311861" cy="417467"/>
          </a:xfrm>
          <a:prstGeom prst="rect">
            <a:avLst/>
          </a:prstGeom>
        </p:spPr>
      </p:pic>
      <p:sp>
        <p:nvSpPr>
          <p:cNvPr id="56" name="テキスト ボックス 55">
            <a:extLst>
              <a:ext uri="{FF2B5EF4-FFF2-40B4-BE49-F238E27FC236}">
                <a16:creationId xmlns:a16="http://schemas.microsoft.com/office/drawing/2014/main" id="{9DFBB72C-2FEC-4D6D-9F4F-23E9459D589E}"/>
              </a:ext>
            </a:extLst>
          </p:cNvPr>
          <p:cNvSpPr txBox="1"/>
          <p:nvPr/>
        </p:nvSpPr>
        <p:spPr>
          <a:xfrm>
            <a:off x="3480787" y="5467697"/>
            <a:ext cx="809838" cy="400110"/>
          </a:xfrm>
          <a:prstGeom prst="rect">
            <a:avLst/>
          </a:prstGeom>
          <a:noFill/>
        </p:spPr>
        <p:txBody>
          <a:bodyPr wrap="none" rtlCol="0">
            <a:spAutoFit/>
          </a:bodyPr>
          <a:lstStyle/>
          <a:p>
            <a:pPr algn="ctr"/>
            <a:r>
              <a:rPr lang="ja-JP" altLang="en-US" sz="1000" dirty="0">
                <a:latin typeface="メイリオ" panose="020B0604030504040204" pitchFamily="50" charset="-128"/>
                <a:ea typeface="メイリオ" panose="020B0604030504040204" pitchFamily="50" charset="-128"/>
              </a:rPr>
              <a:t>調達機能</a:t>
            </a:r>
            <a:endParaRPr lang="en-US" altLang="ja-JP" sz="1000" dirty="0">
              <a:latin typeface="メイリオ" panose="020B0604030504040204" pitchFamily="50" charset="-128"/>
              <a:ea typeface="メイリオ" panose="020B0604030504040204" pitchFamily="50" charset="-128"/>
            </a:endParaRPr>
          </a:p>
          <a:p>
            <a:pPr algn="ctr"/>
            <a:r>
              <a:rPr lang="en-US" altLang="ja-JP" sz="1000" dirty="0">
                <a:latin typeface="メイリオ" panose="020B0604030504040204" pitchFamily="50" charset="-128"/>
                <a:ea typeface="メイリオ" panose="020B0604030504040204" pitchFamily="50" charset="-128"/>
              </a:rPr>
              <a:t>APP</a:t>
            </a:r>
            <a:r>
              <a:rPr lang="ja-JP" altLang="en-US" sz="1000" dirty="0">
                <a:latin typeface="メイリオ" panose="020B0604030504040204" pitchFamily="50" charset="-128"/>
                <a:ea typeface="メイリオ" panose="020B0604030504040204" pitchFamily="50" charset="-128"/>
              </a:rPr>
              <a:t>サーバ</a:t>
            </a:r>
            <a:endParaRPr lang="en-US" altLang="ja-JP" sz="1000" dirty="0">
              <a:latin typeface="メイリオ" panose="020B0604030504040204" pitchFamily="50" charset="-128"/>
              <a:ea typeface="メイリオ" panose="020B0604030504040204" pitchFamily="50" charset="-128"/>
            </a:endParaRPr>
          </a:p>
        </p:txBody>
      </p:sp>
      <p:cxnSp>
        <p:nvCxnSpPr>
          <p:cNvPr id="57" name="直線コネクタ 25">
            <a:extLst>
              <a:ext uri="{FF2B5EF4-FFF2-40B4-BE49-F238E27FC236}">
                <a16:creationId xmlns:a16="http://schemas.microsoft.com/office/drawing/2014/main" id="{16379D49-0D29-4826-A79A-7B201B3FE7A2}"/>
              </a:ext>
            </a:extLst>
          </p:cNvPr>
          <p:cNvCxnSpPr>
            <a:cxnSpLocks/>
            <a:stCxn id="55" idx="0"/>
            <a:endCxn id="54" idx="2"/>
          </p:cNvCxnSpPr>
          <p:nvPr/>
        </p:nvCxnSpPr>
        <p:spPr bwMode="auto">
          <a:xfrm rot="16200000" flipV="1">
            <a:off x="3279514" y="4448993"/>
            <a:ext cx="838308" cy="390902"/>
          </a:xfrm>
          <a:prstGeom prst="bentConnector3">
            <a:avLst>
              <a:gd name="adj1" fmla="val 50000"/>
            </a:avLst>
          </a:prstGeom>
          <a:noFill/>
          <a:ln w="31750" cap="flat" cmpd="sng" algn="ctr">
            <a:solidFill>
              <a:srgbClr val="FF0000"/>
            </a:solidFill>
            <a:prstDash val="solid"/>
            <a:round/>
            <a:headEnd type="none" w="med" len="med"/>
            <a:tailEnd type="none" w="med" len="med"/>
          </a:ln>
          <a:effectLst/>
        </p:spPr>
      </p:cxnSp>
      <p:pic>
        <p:nvPicPr>
          <p:cNvPr id="1026" name="Picture 2" descr="ããã½ã³ã³ ã¢ã¤ã³ã³ãã®ç»åæ¤ç´¢çµæ">
            <a:extLst>
              <a:ext uri="{FF2B5EF4-FFF2-40B4-BE49-F238E27FC236}">
                <a16:creationId xmlns:a16="http://schemas.microsoft.com/office/drawing/2014/main" id="{EA4122F6-1EE7-432E-A37D-31A41A2A003E}"/>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346970" y="2696994"/>
            <a:ext cx="545621" cy="545621"/>
          </a:xfrm>
          <a:prstGeom prst="rect">
            <a:avLst/>
          </a:prstGeom>
          <a:noFill/>
          <a:extLst>
            <a:ext uri="{909E8E84-426E-40DD-AFC4-6F175D3DCCD1}">
              <a14:hiddenFill xmlns:a14="http://schemas.microsoft.com/office/drawing/2010/main">
                <a:solidFill>
                  <a:srgbClr val="FFFFFF"/>
                </a:solidFill>
              </a14:hiddenFill>
            </a:ext>
          </a:extLst>
        </p:spPr>
      </p:pic>
      <p:cxnSp>
        <p:nvCxnSpPr>
          <p:cNvPr id="59" name="直線コネクタ 25">
            <a:extLst>
              <a:ext uri="{FF2B5EF4-FFF2-40B4-BE49-F238E27FC236}">
                <a16:creationId xmlns:a16="http://schemas.microsoft.com/office/drawing/2014/main" id="{8A0219CD-D5A4-4AD2-AD8D-D65F9D726D8E}"/>
              </a:ext>
            </a:extLst>
          </p:cNvPr>
          <p:cNvCxnSpPr>
            <a:cxnSpLocks/>
            <a:stCxn id="54" idx="0"/>
            <a:endCxn id="1026" idx="2"/>
          </p:cNvCxnSpPr>
          <p:nvPr/>
        </p:nvCxnSpPr>
        <p:spPr bwMode="auto">
          <a:xfrm flipH="1" flipV="1">
            <a:off x="2619781" y="3242615"/>
            <a:ext cx="883436" cy="615516"/>
          </a:xfrm>
          <a:prstGeom prst="straightConnector1">
            <a:avLst/>
          </a:prstGeom>
          <a:noFill/>
          <a:ln w="31750" cap="flat" cmpd="sng" algn="ctr">
            <a:solidFill>
              <a:srgbClr val="FF0000"/>
            </a:solidFill>
            <a:prstDash val="solid"/>
            <a:round/>
            <a:headEnd type="triangle" w="med" len="med"/>
            <a:tailEnd type="none" w="med" len="med"/>
          </a:ln>
          <a:effectLst/>
        </p:spPr>
      </p:cxnSp>
      <p:cxnSp>
        <p:nvCxnSpPr>
          <p:cNvPr id="62" name="直線コネクタ 25">
            <a:extLst>
              <a:ext uri="{FF2B5EF4-FFF2-40B4-BE49-F238E27FC236}">
                <a16:creationId xmlns:a16="http://schemas.microsoft.com/office/drawing/2014/main" id="{E761CFD7-6AB4-4D7A-9715-99737EEFFBD6}"/>
              </a:ext>
            </a:extLst>
          </p:cNvPr>
          <p:cNvCxnSpPr>
            <a:cxnSpLocks/>
            <a:stCxn id="33" idx="0"/>
            <a:endCxn id="1026" idx="2"/>
          </p:cNvCxnSpPr>
          <p:nvPr/>
        </p:nvCxnSpPr>
        <p:spPr bwMode="auto">
          <a:xfrm flipV="1">
            <a:off x="1749518" y="3242615"/>
            <a:ext cx="870263" cy="615516"/>
          </a:xfrm>
          <a:prstGeom prst="straightConnector1">
            <a:avLst/>
          </a:prstGeom>
          <a:noFill/>
          <a:ln w="31750" cap="flat" cmpd="sng" algn="ctr">
            <a:solidFill>
              <a:srgbClr val="FF0000"/>
            </a:solidFill>
            <a:prstDash val="solid"/>
            <a:round/>
            <a:headEnd type="triangle" w="med" len="med"/>
            <a:tailEnd type="none" w="med" len="med"/>
          </a:ln>
          <a:effectLst/>
        </p:spPr>
      </p:cxnSp>
      <p:sp>
        <p:nvSpPr>
          <p:cNvPr id="65" name="テキスト ボックス 64">
            <a:extLst>
              <a:ext uri="{FF2B5EF4-FFF2-40B4-BE49-F238E27FC236}">
                <a16:creationId xmlns:a16="http://schemas.microsoft.com/office/drawing/2014/main" id="{FAD36668-DD55-48CF-8F4D-8416A30F1BDC}"/>
              </a:ext>
            </a:extLst>
          </p:cNvPr>
          <p:cNvSpPr txBox="1"/>
          <p:nvPr/>
        </p:nvSpPr>
        <p:spPr>
          <a:xfrm>
            <a:off x="3538434" y="4172439"/>
            <a:ext cx="1364477" cy="246221"/>
          </a:xfrm>
          <a:prstGeom prst="rect">
            <a:avLst/>
          </a:prstGeom>
          <a:noFill/>
        </p:spPr>
        <p:txBody>
          <a:bodyPr wrap="none" rtlCol="0">
            <a:spAutoFit/>
          </a:bodyPr>
          <a:lstStyle/>
          <a:p>
            <a:pPr algn="ctr"/>
            <a:r>
              <a:rPr lang="en-US" altLang="ja-JP" sz="1000">
                <a:latin typeface="メイリオ" panose="020B0604030504040204" pitchFamily="50" charset="-128"/>
                <a:ea typeface="メイリオ" panose="020B0604030504040204" pitchFamily="50" charset="-128"/>
              </a:rPr>
              <a:t>Procure.japan.com</a:t>
            </a:r>
            <a:endParaRPr lang="en-US" altLang="ja-JP" sz="1000" dirty="0">
              <a:latin typeface="メイリオ" panose="020B0604030504040204" pitchFamily="50" charset="-128"/>
              <a:ea typeface="メイリオ" panose="020B0604030504040204" pitchFamily="50" charset="-128"/>
            </a:endParaRPr>
          </a:p>
        </p:txBody>
      </p:sp>
      <p:sp>
        <p:nvSpPr>
          <p:cNvPr id="66" name="テキスト ボックス 65">
            <a:extLst>
              <a:ext uri="{FF2B5EF4-FFF2-40B4-BE49-F238E27FC236}">
                <a16:creationId xmlns:a16="http://schemas.microsoft.com/office/drawing/2014/main" id="{B02FD55E-03A3-402A-815C-D39C6A826F88}"/>
              </a:ext>
            </a:extLst>
          </p:cNvPr>
          <p:cNvSpPr txBox="1"/>
          <p:nvPr/>
        </p:nvSpPr>
        <p:spPr>
          <a:xfrm>
            <a:off x="1777034" y="4172439"/>
            <a:ext cx="1221809" cy="246221"/>
          </a:xfrm>
          <a:prstGeom prst="rect">
            <a:avLst/>
          </a:prstGeom>
          <a:noFill/>
        </p:spPr>
        <p:txBody>
          <a:bodyPr wrap="none" rtlCol="0">
            <a:spAutoFit/>
          </a:bodyPr>
          <a:lstStyle/>
          <a:p>
            <a:pPr algn="ctr"/>
            <a:r>
              <a:rPr lang="en-US" altLang="ja-JP" sz="1000" dirty="0">
                <a:latin typeface="メイリオ" panose="020B0604030504040204" pitchFamily="50" charset="-128"/>
                <a:ea typeface="メイリオ" panose="020B0604030504040204" pitchFamily="50" charset="-128"/>
              </a:rPr>
              <a:t>order.japan.com</a:t>
            </a:r>
          </a:p>
        </p:txBody>
      </p:sp>
      <p:sp>
        <p:nvSpPr>
          <p:cNvPr id="69" name="コンテンツ プレースホルダー 2">
            <a:extLst>
              <a:ext uri="{FF2B5EF4-FFF2-40B4-BE49-F238E27FC236}">
                <a16:creationId xmlns:a16="http://schemas.microsoft.com/office/drawing/2014/main" id="{57692E8B-C2E2-42CC-8DB4-A8F513B6B1C8}"/>
              </a:ext>
            </a:extLst>
          </p:cNvPr>
          <p:cNvSpPr txBox="1">
            <a:spLocks/>
          </p:cNvSpPr>
          <p:nvPr/>
        </p:nvSpPr>
        <p:spPr bwMode="auto">
          <a:xfrm>
            <a:off x="4928593" y="2636912"/>
            <a:ext cx="3888432" cy="3240360"/>
          </a:xfrm>
          <a:prstGeom prst="rect">
            <a:avLst/>
          </a:prstGeom>
          <a:solidFill>
            <a:schemeClr val="bg1"/>
          </a:solidFill>
          <a:ln w="9525">
            <a:solidFill>
              <a:srgbClr val="F0861E"/>
            </a:solidFill>
            <a:miter lim="800000"/>
            <a:headEnd/>
            <a:tailEnd/>
          </a:ln>
          <a:effectLst/>
        </p:spPr>
        <p:txBody>
          <a:bodyPr vert="horz" wrap="square" lIns="91440" tIns="45720" rIns="91440" bIns="45720" numCol="1" anchor="t"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endParaRPr lang="en-US" altLang="ja-JP" sz="1800" dirty="0">
              <a:latin typeface="メイリオ" panose="020B0604030504040204" pitchFamily="50" charset="-128"/>
              <a:ea typeface="メイリオ" panose="020B0604030504040204" pitchFamily="50" charset="-128"/>
            </a:endParaRPr>
          </a:p>
        </p:txBody>
      </p:sp>
      <p:sp>
        <p:nvSpPr>
          <p:cNvPr id="70" name="コンテンツ プレースホルダー 2">
            <a:extLst>
              <a:ext uri="{FF2B5EF4-FFF2-40B4-BE49-F238E27FC236}">
                <a16:creationId xmlns:a16="http://schemas.microsoft.com/office/drawing/2014/main" id="{998AA54F-DC07-4A77-AFA2-FB84988188A5}"/>
              </a:ext>
            </a:extLst>
          </p:cNvPr>
          <p:cNvSpPr txBox="1">
            <a:spLocks/>
          </p:cNvSpPr>
          <p:nvPr/>
        </p:nvSpPr>
        <p:spPr bwMode="auto">
          <a:xfrm>
            <a:off x="4928593" y="1628800"/>
            <a:ext cx="3888432" cy="859072"/>
          </a:xfrm>
          <a:prstGeom prst="rect">
            <a:avLst/>
          </a:prstGeom>
          <a:solidFill>
            <a:srgbClr val="F0861E"/>
          </a:solidFill>
          <a:ln w="9525">
            <a:no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pPr algn="ctr"/>
            <a:r>
              <a:rPr lang="en-US" altLang="ja-JP" sz="2000" b="1" kern="0" dirty="0">
                <a:solidFill>
                  <a:schemeClr val="bg1"/>
                </a:solidFill>
                <a:latin typeface="メイリオ" panose="020B0604030504040204" pitchFamily="50" charset="-128"/>
                <a:ea typeface="メイリオ" panose="020B0604030504040204" pitchFamily="50" charset="-128"/>
              </a:rPr>
              <a:t>ALB</a:t>
            </a:r>
            <a:r>
              <a:rPr lang="ja-JP" altLang="en-US" sz="2000" b="1" kern="0" dirty="0">
                <a:solidFill>
                  <a:schemeClr val="bg1"/>
                </a:solidFill>
                <a:latin typeface="メイリオ" panose="020B0604030504040204" pitchFamily="50" charset="-128"/>
                <a:ea typeface="メイリオ" panose="020B0604030504040204" pitchFamily="50" charset="-128"/>
              </a:rPr>
              <a:t>の複数機能バランシング</a:t>
            </a:r>
            <a:endParaRPr lang="en-US" altLang="ja-JP" sz="2000" b="1" kern="0" dirty="0">
              <a:solidFill>
                <a:schemeClr val="bg1"/>
              </a:solidFill>
              <a:latin typeface="メイリオ" panose="020B0604030504040204" pitchFamily="50" charset="-128"/>
              <a:ea typeface="メイリオ" panose="020B0604030504040204" pitchFamily="50" charset="-128"/>
            </a:endParaRPr>
          </a:p>
        </p:txBody>
      </p:sp>
      <p:pic>
        <p:nvPicPr>
          <p:cNvPr id="71" name="図 70" descr="音楽 が含まれている画像&#10;&#10;自動的に生成された説明">
            <a:extLst>
              <a:ext uri="{FF2B5EF4-FFF2-40B4-BE49-F238E27FC236}">
                <a16:creationId xmlns:a16="http://schemas.microsoft.com/office/drawing/2014/main" id="{A40840B8-D4AA-4A74-A4FA-4C7337F4C26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88633" y="5063598"/>
            <a:ext cx="311861" cy="417467"/>
          </a:xfrm>
          <a:prstGeom prst="rect">
            <a:avLst/>
          </a:prstGeom>
        </p:spPr>
      </p:pic>
      <p:sp>
        <p:nvSpPr>
          <p:cNvPr id="72" name="テキスト ボックス 71">
            <a:extLst>
              <a:ext uri="{FF2B5EF4-FFF2-40B4-BE49-F238E27FC236}">
                <a16:creationId xmlns:a16="http://schemas.microsoft.com/office/drawing/2014/main" id="{A332488F-9FB3-4415-9BDB-894DE8623D1E}"/>
              </a:ext>
            </a:extLst>
          </p:cNvPr>
          <p:cNvSpPr txBox="1"/>
          <p:nvPr/>
        </p:nvSpPr>
        <p:spPr>
          <a:xfrm>
            <a:off x="5027114" y="5477162"/>
            <a:ext cx="809838" cy="400110"/>
          </a:xfrm>
          <a:prstGeom prst="rect">
            <a:avLst/>
          </a:prstGeom>
          <a:noFill/>
        </p:spPr>
        <p:txBody>
          <a:bodyPr wrap="none" rtlCol="0">
            <a:spAutoFit/>
          </a:bodyPr>
          <a:lstStyle/>
          <a:p>
            <a:pPr algn="ctr"/>
            <a:r>
              <a:rPr kumimoji="1" lang="ja-JP" altLang="en-US" sz="1000" dirty="0">
                <a:latin typeface="メイリオ" panose="020B0604030504040204" pitchFamily="50" charset="-128"/>
                <a:ea typeface="メイリオ" panose="020B0604030504040204" pitchFamily="50" charset="-128"/>
              </a:rPr>
              <a:t>注文機能</a:t>
            </a:r>
            <a:endParaRPr kumimoji="1" lang="en-US" altLang="ja-JP" sz="1000" dirty="0">
              <a:latin typeface="メイリオ" panose="020B0604030504040204" pitchFamily="50" charset="-128"/>
              <a:ea typeface="メイリオ" panose="020B0604030504040204" pitchFamily="50" charset="-128"/>
            </a:endParaRPr>
          </a:p>
          <a:p>
            <a:pPr algn="ctr"/>
            <a:r>
              <a:rPr kumimoji="1" lang="en-US" altLang="ja-JP" sz="1000" dirty="0">
                <a:latin typeface="メイリオ" panose="020B0604030504040204" pitchFamily="50" charset="-128"/>
                <a:ea typeface="メイリオ" panose="020B0604030504040204" pitchFamily="50" charset="-128"/>
              </a:rPr>
              <a:t>APP</a:t>
            </a:r>
            <a:r>
              <a:rPr kumimoji="1" lang="ja-JP" altLang="en-US" sz="1000" dirty="0">
                <a:latin typeface="メイリオ" panose="020B0604030504040204" pitchFamily="50" charset="-128"/>
                <a:ea typeface="メイリオ" panose="020B0604030504040204" pitchFamily="50" charset="-128"/>
              </a:rPr>
              <a:t>サーバ</a:t>
            </a:r>
            <a:endParaRPr kumimoji="1" lang="en-US" altLang="ja-JP" sz="1000" dirty="0">
              <a:latin typeface="メイリオ" panose="020B0604030504040204" pitchFamily="50" charset="-128"/>
              <a:ea typeface="メイリオ" panose="020B0604030504040204" pitchFamily="50" charset="-128"/>
            </a:endParaRPr>
          </a:p>
        </p:txBody>
      </p:sp>
      <p:cxnSp>
        <p:nvCxnSpPr>
          <p:cNvPr id="73" name="直線コネクタ 25">
            <a:extLst>
              <a:ext uri="{FF2B5EF4-FFF2-40B4-BE49-F238E27FC236}">
                <a16:creationId xmlns:a16="http://schemas.microsoft.com/office/drawing/2014/main" id="{42105C20-D198-4B52-8041-49C4AE5FC211}"/>
              </a:ext>
            </a:extLst>
          </p:cNvPr>
          <p:cNvCxnSpPr>
            <a:cxnSpLocks/>
            <a:stCxn id="71" idx="0"/>
          </p:cNvCxnSpPr>
          <p:nvPr/>
        </p:nvCxnSpPr>
        <p:spPr bwMode="auto">
          <a:xfrm rot="5400000" flipH="1" flipV="1">
            <a:off x="5224782" y="4445072"/>
            <a:ext cx="838308" cy="398745"/>
          </a:xfrm>
          <a:prstGeom prst="bentConnector3">
            <a:avLst>
              <a:gd name="adj1" fmla="val 50000"/>
            </a:avLst>
          </a:prstGeom>
          <a:noFill/>
          <a:ln w="31750" cap="flat" cmpd="sng" algn="ctr">
            <a:solidFill>
              <a:srgbClr val="FF0000"/>
            </a:solidFill>
            <a:prstDash val="solid"/>
            <a:round/>
            <a:headEnd type="none" w="med" len="med"/>
            <a:tailEnd type="none" w="med" len="med"/>
          </a:ln>
          <a:effectLst/>
        </p:spPr>
      </p:cxnSp>
      <p:pic>
        <p:nvPicPr>
          <p:cNvPr id="75" name="図 74" descr="音楽 が含まれている画像&#10;&#10;自動的に生成された説明">
            <a:extLst>
              <a:ext uri="{FF2B5EF4-FFF2-40B4-BE49-F238E27FC236}">
                <a16:creationId xmlns:a16="http://schemas.microsoft.com/office/drawing/2014/main" id="{DE3553A1-809F-4773-B364-670A6AE231E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78280" y="5063598"/>
            <a:ext cx="311861" cy="417467"/>
          </a:xfrm>
          <a:prstGeom prst="rect">
            <a:avLst/>
          </a:prstGeom>
        </p:spPr>
      </p:pic>
      <p:sp>
        <p:nvSpPr>
          <p:cNvPr id="76" name="テキスト ボックス 75">
            <a:extLst>
              <a:ext uri="{FF2B5EF4-FFF2-40B4-BE49-F238E27FC236}">
                <a16:creationId xmlns:a16="http://schemas.microsoft.com/office/drawing/2014/main" id="{FCE402E9-E42C-4E0A-A52E-DDDBC08F7D92}"/>
              </a:ext>
            </a:extLst>
          </p:cNvPr>
          <p:cNvSpPr txBox="1"/>
          <p:nvPr/>
        </p:nvSpPr>
        <p:spPr>
          <a:xfrm>
            <a:off x="5820879" y="5467697"/>
            <a:ext cx="809838" cy="400110"/>
          </a:xfrm>
          <a:prstGeom prst="rect">
            <a:avLst/>
          </a:prstGeom>
          <a:noFill/>
        </p:spPr>
        <p:txBody>
          <a:bodyPr wrap="none" rtlCol="0">
            <a:spAutoFit/>
          </a:bodyPr>
          <a:lstStyle/>
          <a:p>
            <a:pPr algn="ctr"/>
            <a:r>
              <a:rPr lang="ja-JP" altLang="en-US" sz="1000" dirty="0">
                <a:latin typeface="メイリオ" panose="020B0604030504040204" pitchFamily="50" charset="-128"/>
                <a:ea typeface="メイリオ" panose="020B0604030504040204" pitchFamily="50" charset="-128"/>
              </a:rPr>
              <a:t>注文機能</a:t>
            </a:r>
            <a:endParaRPr lang="en-US" altLang="ja-JP" sz="1000" dirty="0">
              <a:latin typeface="メイリオ" panose="020B0604030504040204" pitchFamily="50" charset="-128"/>
              <a:ea typeface="メイリオ" panose="020B0604030504040204" pitchFamily="50" charset="-128"/>
            </a:endParaRPr>
          </a:p>
          <a:p>
            <a:pPr algn="ctr"/>
            <a:r>
              <a:rPr lang="en-US" altLang="ja-JP" sz="1000" dirty="0">
                <a:latin typeface="メイリオ" panose="020B0604030504040204" pitchFamily="50" charset="-128"/>
                <a:ea typeface="メイリオ" panose="020B0604030504040204" pitchFamily="50" charset="-128"/>
              </a:rPr>
              <a:t>APP</a:t>
            </a:r>
            <a:r>
              <a:rPr lang="ja-JP" altLang="en-US" sz="1000" dirty="0">
                <a:latin typeface="メイリオ" panose="020B0604030504040204" pitchFamily="50" charset="-128"/>
                <a:ea typeface="メイリオ" panose="020B0604030504040204" pitchFamily="50" charset="-128"/>
              </a:rPr>
              <a:t>サーバ</a:t>
            </a:r>
            <a:endParaRPr lang="en-US" altLang="ja-JP" sz="1000" dirty="0">
              <a:latin typeface="メイリオ" panose="020B0604030504040204" pitchFamily="50" charset="-128"/>
              <a:ea typeface="メイリオ" panose="020B0604030504040204" pitchFamily="50" charset="-128"/>
            </a:endParaRPr>
          </a:p>
        </p:txBody>
      </p:sp>
      <p:cxnSp>
        <p:nvCxnSpPr>
          <p:cNvPr id="77" name="直線コネクタ 25">
            <a:extLst>
              <a:ext uri="{FF2B5EF4-FFF2-40B4-BE49-F238E27FC236}">
                <a16:creationId xmlns:a16="http://schemas.microsoft.com/office/drawing/2014/main" id="{577C06A8-6DA2-4DCD-868C-83D070D38DAA}"/>
              </a:ext>
            </a:extLst>
          </p:cNvPr>
          <p:cNvCxnSpPr>
            <a:cxnSpLocks/>
            <a:stCxn id="75" idx="0"/>
          </p:cNvCxnSpPr>
          <p:nvPr/>
        </p:nvCxnSpPr>
        <p:spPr bwMode="auto">
          <a:xfrm rot="16200000" flipV="1">
            <a:off x="5619606" y="4448993"/>
            <a:ext cx="838308" cy="390902"/>
          </a:xfrm>
          <a:prstGeom prst="bentConnector3">
            <a:avLst>
              <a:gd name="adj1" fmla="val 50000"/>
            </a:avLst>
          </a:prstGeom>
          <a:noFill/>
          <a:ln w="31750" cap="flat" cmpd="sng" algn="ctr">
            <a:solidFill>
              <a:srgbClr val="FF0000"/>
            </a:solidFill>
            <a:prstDash val="solid"/>
            <a:round/>
            <a:headEnd type="none" w="med" len="med"/>
            <a:tailEnd type="none" w="med" len="med"/>
          </a:ln>
          <a:effectLst/>
        </p:spPr>
      </p:cxnSp>
      <p:pic>
        <p:nvPicPr>
          <p:cNvPr id="78" name="図 77" descr="音楽 が含まれている画像&#10;&#10;自動的に生成された説明">
            <a:extLst>
              <a:ext uri="{FF2B5EF4-FFF2-40B4-BE49-F238E27FC236}">
                <a16:creationId xmlns:a16="http://schemas.microsoft.com/office/drawing/2014/main" id="{DB5EBE09-A62C-4770-B148-DC1BEA2FC96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42332" y="5063598"/>
            <a:ext cx="311861" cy="417467"/>
          </a:xfrm>
          <a:prstGeom prst="rect">
            <a:avLst/>
          </a:prstGeom>
        </p:spPr>
      </p:pic>
      <p:sp>
        <p:nvSpPr>
          <p:cNvPr id="79" name="テキスト ボックス 78">
            <a:extLst>
              <a:ext uri="{FF2B5EF4-FFF2-40B4-BE49-F238E27FC236}">
                <a16:creationId xmlns:a16="http://schemas.microsoft.com/office/drawing/2014/main" id="{B019C4B1-C17E-4D3B-949C-4E62C7BE60A4}"/>
              </a:ext>
            </a:extLst>
          </p:cNvPr>
          <p:cNvSpPr txBox="1"/>
          <p:nvPr/>
        </p:nvSpPr>
        <p:spPr>
          <a:xfrm>
            <a:off x="6780814" y="5477162"/>
            <a:ext cx="809837" cy="400110"/>
          </a:xfrm>
          <a:prstGeom prst="rect">
            <a:avLst/>
          </a:prstGeom>
          <a:noFill/>
        </p:spPr>
        <p:txBody>
          <a:bodyPr wrap="none" rtlCol="0">
            <a:spAutoFit/>
          </a:bodyPr>
          <a:lstStyle/>
          <a:p>
            <a:pPr algn="ctr"/>
            <a:r>
              <a:rPr kumimoji="1" lang="ja-JP" altLang="en-US" sz="1000" dirty="0">
                <a:latin typeface="メイリオ" panose="020B0604030504040204" pitchFamily="50" charset="-128"/>
                <a:ea typeface="メイリオ" panose="020B0604030504040204" pitchFamily="50" charset="-128"/>
              </a:rPr>
              <a:t>調達機能</a:t>
            </a:r>
            <a:endParaRPr kumimoji="1" lang="en-US" altLang="ja-JP" sz="1000" dirty="0">
              <a:latin typeface="メイリオ" panose="020B0604030504040204" pitchFamily="50" charset="-128"/>
              <a:ea typeface="メイリオ" panose="020B0604030504040204" pitchFamily="50" charset="-128"/>
            </a:endParaRPr>
          </a:p>
          <a:p>
            <a:pPr algn="ctr"/>
            <a:r>
              <a:rPr kumimoji="1" lang="en-US" altLang="ja-JP" sz="1000" dirty="0">
                <a:latin typeface="メイリオ" panose="020B0604030504040204" pitchFamily="50" charset="-128"/>
                <a:ea typeface="メイリオ" panose="020B0604030504040204" pitchFamily="50" charset="-128"/>
              </a:rPr>
              <a:t>APP</a:t>
            </a:r>
            <a:r>
              <a:rPr kumimoji="1" lang="ja-JP" altLang="en-US" sz="1000" dirty="0">
                <a:latin typeface="メイリオ" panose="020B0604030504040204" pitchFamily="50" charset="-128"/>
                <a:ea typeface="メイリオ" panose="020B0604030504040204" pitchFamily="50" charset="-128"/>
              </a:rPr>
              <a:t>サーバ</a:t>
            </a:r>
            <a:endParaRPr kumimoji="1" lang="en-US" altLang="ja-JP" sz="1000" dirty="0">
              <a:latin typeface="メイリオ" panose="020B0604030504040204" pitchFamily="50" charset="-128"/>
              <a:ea typeface="メイリオ" panose="020B0604030504040204" pitchFamily="50" charset="-128"/>
            </a:endParaRPr>
          </a:p>
        </p:txBody>
      </p:sp>
      <p:cxnSp>
        <p:nvCxnSpPr>
          <p:cNvPr id="80" name="直線コネクタ 25">
            <a:extLst>
              <a:ext uri="{FF2B5EF4-FFF2-40B4-BE49-F238E27FC236}">
                <a16:creationId xmlns:a16="http://schemas.microsoft.com/office/drawing/2014/main" id="{4CE8C685-FF6F-4E35-9501-18A2B4E082F7}"/>
              </a:ext>
            </a:extLst>
          </p:cNvPr>
          <p:cNvCxnSpPr>
            <a:cxnSpLocks/>
            <a:stCxn id="78" idx="0"/>
          </p:cNvCxnSpPr>
          <p:nvPr/>
        </p:nvCxnSpPr>
        <p:spPr bwMode="auto">
          <a:xfrm rot="5400000" flipH="1" flipV="1">
            <a:off x="6978481" y="4445072"/>
            <a:ext cx="838308" cy="398745"/>
          </a:xfrm>
          <a:prstGeom prst="bentConnector3">
            <a:avLst>
              <a:gd name="adj1" fmla="val 50000"/>
            </a:avLst>
          </a:prstGeom>
          <a:noFill/>
          <a:ln w="31750" cap="flat" cmpd="sng" algn="ctr">
            <a:solidFill>
              <a:srgbClr val="FF0000"/>
            </a:solidFill>
            <a:prstDash val="solid"/>
            <a:round/>
            <a:headEnd type="none" w="med" len="med"/>
            <a:tailEnd type="none" w="med" len="med"/>
          </a:ln>
          <a:effectLst/>
        </p:spPr>
      </p:cxnSp>
      <p:pic>
        <p:nvPicPr>
          <p:cNvPr id="82" name="図 81" descr="音楽 が含まれている画像&#10;&#10;自動的に生成された説明">
            <a:extLst>
              <a:ext uri="{FF2B5EF4-FFF2-40B4-BE49-F238E27FC236}">
                <a16:creationId xmlns:a16="http://schemas.microsoft.com/office/drawing/2014/main" id="{557B359E-9C5A-4165-8D94-AE056151285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31979" y="5063598"/>
            <a:ext cx="311861" cy="417467"/>
          </a:xfrm>
          <a:prstGeom prst="rect">
            <a:avLst/>
          </a:prstGeom>
        </p:spPr>
      </p:pic>
      <p:sp>
        <p:nvSpPr>
          <p:cNvPr id="83" name="テキスト ボックス 82">
            <a:extLst>
              <a:ext uri="{FF2B5EF4-FFF2-40B4-BE49-F238E27FC236}">
                <a16:creationId xmlns:a16="http://schemas.microsoft.com/office/drawing/2014/main" id="{B089BC57-48C8-4999-BEF3-7AC6C95254B4}"/>
              </a:ext>
            </a:extLst>
          </p:cNvPr>
          <p:cNvSpPr txBox="1"/>
          <p:nvPr/>
        </p:nvSpPr>
        <p:spPr>
          <a:xfrm>
            <a:off x="7574578" y="5467697"/>
            <a:ext cx="809838" cy="400110"/>
          </a:xfrm>
          <a:prstGeom prst="rect">
            <a:avLst/>
          </a:prstGeom>
          <a:noFill/>
        </p:spPr>
        <p:txBody>
          <a:bodyPr wrap="none" rtlCol="0">
            <a:spAutoFit/>
          </a:bodyPr>
          <a:lstStyle/>
          <a:p>
            <a:pPr algn="ctr"/>
            <a:r>
              <a:rPr lang="ja-JP" altLang="en-US" sz="1000" dirty="0">
                <a:latin typeface="メイリオ" panose="020B0604030504040204" pitchFamily="50" charset="-128"/>
                <a:ea typeface="メイリオ" panose="020B0604030504040204" pitchFamily="50" charset="-128"/>
              </a:rPr>
              <a:t>調達機能</a:t>
            </a:r>
            <a:endParaRPr lang="en-US" altLang="ja-JP" sz="1000" dirty="0">
              <a:latin typeface="メイリオ" panose="020B0604030504040204" pitchFamily="50" charset="-128"/>
              <a:ea typeface="メイリオ" panose="020B0604030504040204" pitchFamily="50" charset="-128"/>
            </a:endParaRPr>
          </a:p>
          <a:p>
            <a:pPr algn="ctr"/>
            <a:r>
              <a:rPr lang="en-US" altLang="ja-JP" sz="1000" dirty="0">
                <a:latin typeface="メイリオ" panose="020B0604030504040204" pitchFamily="50" charset="-128"/>
                <a:ea typeface="メイリオ" panose="020B0604030504040204" pitchFamily="50" charset="-128"/>
              </a:rPr>
              <a:t>APP</a:t>
            </a:r>
            <a:r>
              <a:rPr lang="ja-JP" altLang="en-US" sz="1000" dirty="0">
                <a:latin typeface="メイリオ" panose="020B0604030504040204" pitchFamily="50" charset="-128"/>
                <a:ea typeface="メイリオ" panose="020B0604030504040204" pitchFamily="50" charset="-128"/>
              </a:rPr>
              <a:t>サーバ</a:t>
            </a:r>
            <a:endParaRPr lang="en-US" altLang="ja-JP" sz="1000" dirty="0">
              <a:latin typeface="メイリオ" panose="020B0604030504040204" pitchFamily="50" charset="-128"/>
              <a:ea typeface="メイリオ" panose="020B0604030504040204" pitchFamily="50" charset="-128"/>
            </a:endParaRPr>
          </a:p>
        </p:txBody>
      </p:sp>
      <p:cxnSp>
        <p:nvCxnSpPr>
          <p:cNvPr id="84" name="直線コネクタ 25">
            <a:extLst>
              <a:ext uri="{FF2B5EF4-FFF2-40B4-BE49-F238E27FC236}">
                <a16:creationId xmlns:a16="http://schemas.microsoft.com/office/drawing/2014/main" id="{D0694F7C-A3E9-44B5-BE90-58BB4BFE7BF1}"/>
              </a:ext>
            </a:extLst>
          </p:cNvPr>
          <p:cNvCxnSpPr>
            <a:cxnSpLocks/>
            <a:stCxn id="82" idx="0"/>
          </p:cNvCxnSpPr>
          <p:nvPr/>
        </p:nvCxnSpPr>
        <p:spPr bwMode="auto">
          <a:xfrm rot="16200000" flipV="1">
            <a:off x="7373305" y="4448993"/>
            <a:ext cx="838308" cy="390902"/>
          </a:xfrm>
          <a:prstGeom prst="bentConnector3">
            <a:avLst>
              <a:gd name="adj1" fmla="val 50000"/>
            </a:avLst>
          </a:prstGeom>
          <a:noFill/>
          <a:ln w="31750" cap="flat" cmpd="sng" algn="ctr">
            <a:solidFill>
              <a:srgbClr val="FF0000"/>
            </a:solidFill>
            <a:prstDash val="solid"/>
            <a:round/>
            <a:headEnd type="none" w="med" len="med"/>
            <a:tailEnd type="none" w="med" len="med"/>
          </a:ln>
          <a:effectLst/>
        </p:spPr>
      </p:cxnSp>
      <p:pic>
        <p:nvPicPr>
          <p:cNvPr id="85" name="Picture 2" descr="ããã½ã³ã³ ã¢ã¤ã³ã³ãã®ç»åæ¤ç´¢çµæ">
            <a:extLst>
              <a:ext uri="{FF2B5EF4-FFF2-40B4-BE49-F238E27FC236}">
                <a16:creationId xmlns:a16="http://schemas.microsoft.com/office/drawing/2014/main" id="{0270E224-1B0C-493F-9C16-25480A2BC0E9}"/>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440761" y="2696994"/>
            <a:ext cx="545621" cy="545621"/>
          </a:xfrm>
          <a:prstGeom prst="rect">
            <a:avLst/>
          </a:prstGeom>
          <a:noFill/>
          <a:extLst>
            <a:ext uri="{909E8E84-426E-40DD-AFC4-6F175D3DCCD1}">
              <a14:hiddenFill xmlns:a14="http://schemas.microsoft.com/office/drawing/2010/main">
                <a:solidFill>
                  <a:srgbClr val="FFFFFF"/>
                </a:solidFill>
              </a14:hiddenFill>
            </a:ext>
          </a:extLst>
        </p:spPr>
      </p:pic>
      <p:cxnSp>
        <p:nvCxnSpPr>
          <p:cNvPr id="86" name="直線コネクタ 25">
            <a:extLst>
              <a:ext uri="{FF2B5EF4-FFF2-40B4-BE49-F238E27FC236}">
                <a16:creationId xmlns:a16="http://schemas.microsoft.com/office/drawing/2014/main" id="{95612FD5-138B-4A91-A8B9-9305C1D2805A}"/>
              </a:ext>
            </a:extLst>
          </p:cNvPr>
          <p:cNvCxnSpPr>
            <a:cxnSpLocks/>
            <a:stCxn id="90" idx="0"/>
            <a:endCxn id="85" idx="2"/>
          </p:cNvCxnSpPr>
          <p:nvPr/>
        </p:nvCxnSpPr>
        <p:spPr bwMode="auto">
          <a:xfrm flipH="1" flipV="1">
            <a:off x="6713572" y="3242615"/>
            <a:ext cx="2181" cy="404098"/>
          </a:xfrm>
          <a:prstGeom prst="straightConnector1">
            <a:avLst/>
          </a:prstGeom>
          <a:noFill/>
          <a:ln w="31750" cap="flat" cmpd="sng" algn="ctr">
            <a:solidFill>
              <a:srgbClr val="FF0000"/>
            </a:solidFill>
            <a:prstDash val="solid"/>
            <a:round/>
            <a:headEnd type="triangle" w="med" len="med"/>
            <a:tailEnd type="none" w="med" len="med"/>
          </a:ln>
          <a:effectLst/>
        </p:spPr>
      </p:cxnSp>
      <p:sp>
        <p:nvSpPr>
          <p:cNvPr id="88" name="テキスト ボックス 87">
            <a:extLst>
              <a:ext uri="{FF2B5EF4-FFF2-40B4-BE49-F238E27FC236}">
                <a16:creationId xmlns:a16="http://schemas.microsoft.com/office/drawing/2014/main" id="{5C32188B-65BC-41F6-B020-CFE41B28AECE}"/>
              </a:ext>
            </a:extLst>
          </p:cNvPr>
          <p:cNvSpPr txBox="1"/>
          <p:nvPr/>
        </p:nvSpPr>
        <p:spPr>
          <a:xfrm>
            <a:off x="7534536" y="4225290"/>
            <a:ext cx="1378904" cy="246221"/>
          </a:xfrm>
          <a:prstGeom prst="rect">
            <a:avLst/>
          </a:prstGeom>
          <a:noFill/>
        </p:spPr>
        <p:txBody>
          <a:bodyPr wrap="none" rtlCol="0">
            <a:spAutoFit/>
          </a:bodyPr>
          <a:lstStyle/>
          <a:p>
            <a:pPr algn="ctr"/>
            <a:r>
              <a:rPr lang="en-US" altLang="ja-JP" sz="1000" dirty="0">
                <a:latin typeface="メイリオ" panose="020B0604030504040204" pitchFamily="50" charset="-128"/>
                <a:ea typeface="メイリオ" panose="020B0604030504040204" pitchFamily="50" charset="-128"/>
              </a:rPr>
              <a:t>japan.com/procure</a:t>
            </a:r>
          </a:p>
        </p:txBody>
      </p:sp>
      <p:sp>
        <p:nvSpPr>
          <p:cNvPr id="89" name="テキスト ボックス 88">
            <a:extLst>
              <a:ext uri="{FF2B5EF4-FFF2-40B4-BE49-F238E27FC236}">
                <a16:creationId xmlns:a16="http://schemas.microsoft.com/office/drawing/2014/main" id="{3CE04DBD-CC33-4266-ABAB-A64317DC1C0C}"/>
              </a:ext>
            </a:extLst>
          </p:cNvPr>
          <p:cNvSpPr txBox="1"/>
          <p:nvPr/>
        </p:nvSpPr>
        <p:spPr>
          <a:xfrm>
            <a:off x="5335852" y="4199110"/>
            <a:ext cx="1234633" cy="246221"/>
          </a:xfrm>
          <a:prstGeom prst="rect">
            <a:avLst/>
          </a:prstGeom>
          <a:noFill/>
        </p:spPr>
        <p:txBody>
          <a:bodyPr wrap="none" rtlCol="0">
            <a:spAutoFit/>
          </a:bodyPr>
          <a:lstStyle/>
          <a:p>
            <a:pPr algn="ctr"/>
            <a:r>
              <a:rPr lang="en-US" altLang="ja-JP" sz="1000" dirty="0">
                <a:latin typeface="メイリオ" panose="020B0604030504040204" pitchFamily="50" charset="-128"/>
                <a:ea typeface="メイリオ" panose="020B0604030504040204" pitchFamily="50" charset="-128"/>
              </a:rPr>
              <a:t>japan.com/order</a:t>
            </a:r>
          </a:p>
        </p:txBody>
      </p:sp>
      <p:pic>
        <p:nvPicPr>
          <p:cNvPr id="90" name="図 89">
            <a:extLst>
              <a:ext uri="{FF2B5EF4-FFF2-40B4-BE49-F238E27FC236}">
                <a16:creationId xmlns:a16="http://schemas.microsoft.com/office/drawing/2014/main" id="{3093B8AE-BCCC-4675-8E79-D8BDAE185DD0}"/>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532111" y="3646713"/>
            <a:ext cx="367283" cy="385055"/>
          </a:xfrm>
          <a:prstGeom prst="rect">
            <a:avLst/>
          </a:prstGeom>
        </p:spPr>
      </p:pic>
      <p:sp>
        <p:nvSpPr>
          <p:cNvPr id="94" name="テキスト ボックス 93">
            <a:extLst>
              <a:ext uri="{FF2B5EF4-FFF2-40B4-BE49-F238E27FC236}">
                <a16:creationId xmlns:a16="http://schemas.microsoft.com/office/drawing/2014/main" id="{B2CC35D5-0D41-4B9B-B04B-1EC1BDF7DA2B}"/>
              </a:ext>
            </a:extLst>
          </p:cNvPr>
          <p:cNvSpPr txBox="1"/>
          <p:nvPr/>
        </p:nvSpPr>
        <p:spPr>
          <a:xfrm>
            <a:off x="7080855" y="3277026"/>
            <a:ext cx="1514474" cy="553998"/>
          </a:xfrm>
          <a:prstGeom prst="rect">
            <a:avLst/>
          </a:prstGeom>
          <a:noFill/>
        </p:spPr>
        <p:txBody>
          <a:bodyPr wrap="square" rtlCol="0">
            <a:spAutoFit/>
          </a:bodyPr>
          <a:lstStyle/>
          <a:p>
            <a:pPr algn="ctr"/>
            <a:r>
              <a:rPr lang="ja-JP" altLang="en-US" sz="1000" dirty="0">
                <a:latin typeface="メイリオ" panose="020B0604030504040204" pitchFamily="50" charset="-128"/>
                <a:ea typeface="メイリオ" panose="020B0604030504040204" pitchFamily="50" charset="-128"/>
              </a:rPr>
              <a:t>パスルーティングで複数機能のバランシングが可能</a:t>
            </a:r>
            <a:endParaRPr lang="en-US" altLang="ja-JP" sz="1000" dirty="0">
              <a:latin typeface="メイリオ" panose="020B0604030504040204" pitchFamily="50" charset="-128"/>
              <a:ea typeface="メイリオ" panose="020B0604030504040204" pitchFamily="50" charset="-128"/>
            </a:endParaRPr>
          </a:p>
        </p:txBody>
      </p:sp>
      <p:sp>
        <p:nvSpPr>
          <p:cNvPr id="93" name="四角形: 角を丸くする 92">
            <a:extLst>
              <a:ext uri="{FF2B5EF4-FFF2-40B4-BE49-F238E27FC236}">
                <a16:creationId xmlns:a16="http://schemas.microsoft.com/office/drawing/2014/main" id="{BF7A181C-5E4F-43A1-82F2-D5EE33657DA5}"/>
              </a:ext>
            </a:extLst>
          </p:cNvPr>
          <p:cNvSpPr/>
          <p:nvPr/>
        </p:nvSpPr>
        <p:spPr bwMode="auto">
          <a:xfrm>
            <a:off x="5820879" y="4149080"/>
            <a:ext cx="46083" cy="76210"/>
          </a:xfrm>
          <a:prstGeom prst="roundRect">
            <a:avLst/>
          </a:prstGeom>
          <a:noFill/>
          <a:ln w="12700" cap="flat" cmpd="sng" algn="ctr">
            <a:solidFill>
              <a:schemeClr val="tx1"/>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ja-JP" altLang="en-US" sz="1600" b="0" i="0" u="none" strike="noStrike" cap="none" normalizeH="0" baseline="0">
              <a:ln>
                <a:noFill/>
              </a:ln>
              <a:solidFill>
                <a:schemeClr val="tx1"/>
              </a:solidFill>
              <a:effectLst/>
              <a:latin typeface="ＭＳ Ｐゴシック" pitchFamily="50" charset="-128"/>
              <a:ea typeface="ＭＳ Ｐゴシック" pitchFamily="50" charset="-128"/>
            </a:endParaRPr>
          </a:p>
        </p:txBody>
      </p:sp>
      <p:cxnSp>
        <p:nvCxnSpPr>
          <p:cNvPr id="97" name="直線コネクタ 25">
            <a:extLst>
              <a:ext uri="{FF2B5EF4-FFF2-40B4-BE49-F238E27FC236}">
                <a16:creationId xmlns:a16="http://schemas.microsoft.com/office/drawing/2014/main" id="{2E975D63-2823-4C7F-B368-3A0C96235A9F}"/>
              </a:ext>
            </a:extLst>
          </p:cNvPr>
          <p:cNvCxnSpPr>
            <a:cxnSpLocks/>
            <a:stCxn id="93" idx="3"/>
            <a:endCxn id="90" idx="2"/>
          </p:cNvCxnSpPr>
          <p:nvPr/>
        </p:nvCxnSpPr>
        <p:spPr bwMode="auto">
          <a:xfrm flipV="1">
            <a:off x="5866962" y="4031768"/>
            <a:ext cx="848791" cy="155417"/>
          </a:xfrm>
          <a:prstGeom prst="bentConnector2">
            <a:avLst/>
          </a:prstGeom>
          <a:noFill/>
          <a:ln w="31750" cap="flat" cmpd="sng" algn="ctr">
            <a:solidFill>
              <a:srgbClr val="FF0000"/>
            </a:solidFill>
            <a:prstDash val="solid"/>
            <a:round/>
            <a:headEnd type="none" w="med" len="med"/>
            <a:tailEnd type="none" w="med" len="med"/>
          </a:ln>
          <a:effectLst/>
        </p:spPr>
      </p:cxnSp>
      <p:sp>
        <p:nvSpPr>
          <p:cNvPr id="101" name="四角形: 角を丸くする 100">
            <a:extLst>
              <a:ext uri="{FF2B5EF4-FFF2-40B4-BE49-F238E27FC236}">
                <a16:creationId xmlns:a16="http://schemas.microsoft.com/office/drawing/2014/main" id="{1EE01CB6-21ED-4BE0-BB2F-53EC1F18BFC6}"/>
              </a:ext>
            </a:extLst>
          </p:cNvPr>
          <p:cNvSpPr/>
          <p:nvPr/>
        </p:nvSpPr>
        <p:spPr bwMode="auto">
          <a:xfrm>
            <a:off x="7560513" y="4149080"/>
            <a:ext cx="46083" cy="76210"/>
          </a:xfrm>
          <a:prstGeom prst="roundRect">
            <a:avLst/>
          </a:prstGeom>
          <a:noFill/>
          <a:ln w="12700" cap="flat" cmpd="sng" algn="ctr">
            <a:solidFill>
              <a:schemeClr val="tx1"/>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ja-JP" altLang="en-US" sz="1600" b="0" i="0" u="none" strike="noStrike" cap="none" normalizeH="0" baseline="0">
              <a:ln>
                <a:noFill/>
              </a:ln>
              <a:solidFill>
                <a:schemeClr val="tx1"/>
              </a:solidFill>
              <a:effectLst/>
              <a:latin typeface="ＭＳ Ｐゴシック" pitchFamily="50" charset="-128"/>
              <a:ea typeface="ＭＳ Ｐゴシック" pitchFamily="50" charset="-128"/>
            </a:endParaRPr>
          </a:p>
        </p:txBody>
      </p:sp>
      <p:cxnSp>
        <p:nvCxnSpPr>
          <p:cNvPr id="102" name="直線コネクタ 25">
            <a:extLst>
              <a:ext uri="{FF2B5EF4-FFF2-40B4-BE49-F238E27FC236}">
                <a16:creationId xmlns:a16="http://schemas.microsoft.com/office/drawing/2014/main" id="{2E88B04E-7876-47E7-800C-8A2CB57DB193}"/>
              </a:ext>
            </a:extLst>
          </p:cNvPr>
          <p:cNvCxnSpPr>
            <a:cxnSpLocks/>
            <a:stCxn id="101" idx="1"/>
            <a:endCxn id="90" idx="2"/>
          </p:cNvCxnSpPr>
          <p:nvPr/>
        </p:nvCxnSpPr>
        <p:spPr bwMode="auto">
          <a:xfrm rot="10800000">
            <a:off x="6715753" y="4031769"/>
            <a:ext cx="844760" cy="155417"/>
          </a:xfrm>
          <a:prstGeom prst="bentConnector2">
            <a:avLst/>
          </a:prstGeom>
          <a:noFill/>
          <a:ln w="31750" cap="flat" cmpd="sng" algn="ctr">
            <a:solidFill>
              <a:srgbClr val="FF0000"/>
            </a:solidFill>
            <a:prstDash val="solid"/>
            <a:round/>
            <a:headEnd type="none" w="med" len="med"/>
            <a:tailEnd type="none" w="med" len="med"/>
          </a:ln>
          <a:effectLst/>
        </p:spPr>
      </p:cxnSp>
      <p:sp>
        <p:nvSpPr>
          <p:cNvPr id="106" name="コンテンツ プレースホルダー 2">
            <a:extLst>
              <a:ext uri="{FF2B5EF4-FFF2-40B4-BE49-F238E27FC236}">
                <a16:creationId xmlns:a16="http://schemas.microsoft.com/office/drawing/2014/main" id="{9AAD2143-81B6-44BA-A69B-F6B3070349ED}"/>
              </a:ext>
            </a:extLst>
          </p:cNvPr>
          <p:cNvSpPr txBox="1">
            <a:spLocks/>
          </p:cNvSpPr>
          <p:nvPr/>
        </p:nvSpPr>
        <p:spPr>
          <a:xfrm>
            <a:off x="631222" y="687941"/>
            <a:ext cx="8858282" cy="325343"/>
          </a:xfrm>
          <a:prstGeom prst="rect">
            <a:avLst/>
          </a:prstGeom>
        </p:spPr>
        <p:txBody>
          <a:bodyPr vert="horz" lIns="74295" tIns="37148" rIns="74295" bIns="37148" rtlCol="0">
            <a:noAutofit/>
          </a:bodyPr>
          <a:lstStyle>
            <a:lvl1pPr marL="228600" indent="-228600" algn="l" defTabSz="914400" rtl="0" eaLnBrk="1" latinLnBrk="0" hangingPunct="1">
              <a:lnSpc>
                <a:spcPct val="90000"/>
              </a:lnSpc>
              <a:spcBef>
                <a:spcPts val="1000"/>
              </a:spcBef>
              <a:buFont typeface="Wingdings 2" pitchFamily="18" charset="2"/>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2" pitchFamily="18" charset="2"/>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2" pitchFamily="18" charset="2"/>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5pPr>
            <a:lvl6pPr marL="25146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6pPr>
            <a:lvl7pPr marL="29718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7pPr>
            <a:lvl8pPr marL="34290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8pPr>
            <a:lvl9pPr marL="38862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9pPr>
          </a:lstStyle>
          <a:p>
            <a:pPr marL="0" indent="0">
              <a:buNone/>
            </a:pPr>
            <a:r>
              <a:rPr lang="en-US" altLang="ja-JP" sz="2400" kern="0" dirty="0">
                <a:solidFill>
                  <a:srgbClr val="002060"/>
                </a:solidFill>
                <a:latin typeface="メイリオ" panose="020B0604030504040204" pitchFamily="50" charset="-128"/>
                <a:ea typeface="メイリオ" panose="020B0604030504040204" pitchFamily="50" charset="-128"/>
              </a:rPr>
              <a:t>ALB</a:t>
            </a:r>
            <a:r>
              <a:rPr lang="ja-JP" altLang="en-US" sz="2400" kern="0" dirty="0">
                <a:solidFill>
                  <a:srgbClr val="002060"/>
                </a:solidFill>
                <a:latin typeface="メイリオ" panose="020B0604030504040204" pitchFamily="50" charset="-128"/>
                <a:ea typeface="メイリオ" panose="020B0604030504040204" pitchFamily="50" charset="-128"/>
              </a:rPr>
              <a:t>はパスベースルーティングによりリクエスト内容に応じて機能毎にバランシングすることが可能</a:t>
            </a:r>
            <a:endParaRPr lang="en-US" altLang="ja-JP" sz="2400" kern="0" dirty="0">
              <a:solidFill>
                <a:srgbClr val="002060"/>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956139868"/>
      </p:ext>
    </p:extLst>
  </p:cSld>
  <p:clrMapOvr>
    <a:masterClrMapping/>
  </p:clrMapOvr>
  <mc:AlternateContent xmlns:mc="http://schemas.openxmlformats.org/markup-compatibility/2006" xmlns:p14="http://schemas.microsoft.com/office/powerpoint/2010/main">
    <mc:Choice Requires="p14">
      <p:transition spd="slow" p14:dur="2000" advTm="60300"/>
    </mc:Choice>
    <mc:Fallback xmlns="">
      <p:transition spd="slow" advTm="60300"/>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タイトル 1">
            <a:extLst>
              <a:ext uri="{FF2B5EF4-FFF2-40B4-BE49-F238E27FC236}">
                <a16:creationId xmlns:a16="http://schemas.microsoft.com/office/drawing/2014/main" id="{48F80BE1-D063-4240-BFC7-C8D243720250}"/>
              </a:ext>
            </a:extLst>
          </p:cNvPr>
          <p:cNvSpPr txBox="1">
            <a:spLocks/>
          </p:cNvSpPr>
          <p:nvPr/>
        </p:nvSpPr>
        <p:spPr bwMode="auto">
          <a:xfrm>
            <a:off x="631222" y="201863"/>
            <a:ext cx="8642258" cy="50208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rtl="0" fontAlgn="base">
              <a:lnSpc>
                <a:spcPct val="90000"/>
              </a:lnSpc>
              <a:spcBef>
                <a:spcPct val="0"/>
              </a:spcBef>
              <a:spcAft>
                <a:spcPct val="0"/>
              </a:spcAft>
              <a:defRPr kumimoji="1" sz="2000">
                <a:solidFill>
                  <a:schemeClr val="tx2"/>
                </a:solidFill>
                <a:latin typeface="游明朝" panose="02020400000000000000" pitchFamily="18" charset="-128"/>
                <a:ea typeface="游明朝" panose="02020400000000000000" pitchFamily="18" charset="-128"/>
                <a:cs typeface="+mj-cs"/>
              </a:defRPr>
            </a:lvl1pPr>
            <a:lvl2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2pPr>
            <a:lvl3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3pPr>
            <a:lvl4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4pPr>
            <a:lvl5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5pPr>
            <a:lvl6pPr marL="4572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6pPr>
            <a:lvl7pPr marL="9144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7pPr>
            <a:lvl8pPr marL="13716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8pPr>
            <a:lvl9pPr marL="18288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9pPr>
          </a:lstStyle>
          <a:p>
            <a:pPr algn="l">
              <a:lnSpc>
                <a:spcPct val="100000"/>
              </a:lnSpc>
            </a:pPr>
            <a:r>
              <a:rPr lang="en-US" altLang="ja-JP" sz="3000" dirty="0">
                <a:solidFill>
                  <a:schemeClr val="tx1"/>
                </a:solidFill>
                <a:latin typeface="メイリオ" panose="020B0604030504040204" pitchFamily="50" charset="-128"/>
                <a:ea typeface="メイリオ" panose="020B0604030504040204" pitchFamily="50" charset="-128"/>
              </a:rPr>
              <a:t>NLB</a:t>
            </a:r>
            <a:r>
              <a:rPr lang="ja-JP" altLang="en-US" sz="3000" dirty="0">
                <a:solidFill>
                  <a:schemeClr val="tx1"/>
                </a:solidFill>
                <a:latin typeface="メイリオ" panose="020B0604030504040204" pitchFamily="50" charset="-128"/>
                <a:ea typeface="メイリオ" panose="020B0604030504040204" pitchFamily="50" charset="-128"/>
              </a:rPr>
              <a:t>（</a:t>
            </a:r>
            <a:r>
              <a:rPr lang="en-US" altLang="ja-JP" sz="3000" dirty="0">
                <a:solidFill>
                  <a:schemeClr val="tx1"/>
                </a:solidFill>
                <a:latin typeface="メイリオ" panose="020B0604030504040204" pitchFamily="50" charset="-128"/>
                <a:ea typeface="メイリオ" panose="020B0604030504040204" pitchFamily="50" charset="-128"/>
              </a:rPr>
              <a:t>Network Load Balancer</a:t>
            </a:r>
            <a:r>
              <a:rPr lang="ja-JP" altLang="en-US" sz="3000" dirty="0">
                <a:solidFill>
                  <a:schemeClr val="tx1"/>
                </a:solidFill>
                <a:latin typeface="メイリオ" panose="020B0604030504040204" pitchFamily="50" charset="-128"/>
                <a:ea typeface="メイリオ" panose="020B0604030504040204" pitchFamily="50" charset="-128"/>
              </a:rPr>
              <a:t>）</a:t>
            </a:r>
            <a:endParaRPr lang="en-US" altLang="ja-JP" sz="3000" dirty="0">
              <a:solidFill>
                <a:schemeClr val="tx1"/>
              </a:solidFill>
              <a:latin typeface="メイリオ" panose="020B0604030504040204" pitchFamily="50" charset="-128"/>
              <a:ea typeface="メイリオ" panose="020B0604030504040204" pitchFamily="50" charset="-128"/>
            </a:endParaRPr>
          </a:p>
        </p:txBody>
      </p:sp>
      <p:sp>
        <p:nvSpPr>
          <p:cNvPr id="5" name="コンテンツ プレースホルダー 2">
            <a:extLst>
              <a:ext uri="{FF2B5EF4-FFF2-40B4-BE49-F238E27FC236}">
                <a16:creationId xmlns:a16="http://schemas.microsoft.com/office/drawing/2014/main" id="{4223C7E6-23C7-4433-B315-D26905B0474C}"/>
              </a:ext>
            </a:extLst>
          </p:cNvPr>
          <p:cNvSpPr txBox="1">
            <a:spLocks/>
          </p:cNvSpPr>
          <p:nvPr/>
        </p:nvSpPr>
        <p:spPr>
          <a:xfrm>
            <a:off x="631222" y="799401"/>
            <a:ext cx="8858282" cy="325343"/>
          </a:xfrm>
          <a:prstGeom prst="rect">
            <a:avLst/>
          </a:prstGeom>
        </p:spPr>
        <p:txBody>
          <a:bodyPr vert="horz" lIns="74295" tIns="37148" rIns="74295" bIns="37148" rtlCol="0">
            <a:noAutofit/>
          </a:bodyPr>
          <a:lstStyle>
            <a:lvl1pPr marL="228600" indent="-228600" algn="l" defTabSz="914400" rtl="0" eaLnBrk="1" latinLnBrk="0" hangingPunct="1">
              <a:lnSpc>
                <a:spcPct val="90000"/>
              </a:lnSpc>
              <a:spcBef>
                <a:spcPts val="1000"/>
              </a:spcBef>
              <a:buFont typeface="Wingdings 2" pitchFamily="18" charset="2"/>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2" pitchFamily="18" charset="2"/>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2" pitchFamily="18" charset="2"/>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5pPr>
            <a:lvl6pPr marL="25146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6pPr>
            <a:lvl7pPr marL="29718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7pPr>
            <a:lvl8pPr marL="34290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8pPr>
            <a:lvl9pPr marL="38862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9pPr>
          </a:lstStyle>
          <a:p>
            <a:pPr marL="0" indent="0">
              <a:buNone/>
            </a:pPr>
            <a:r>
              <a:rPr lang="en-US" altLang="ja-JP" sz="2400" dirty="0">
                <a:solidFill>
                  <a:srgbClr val="002060"/>
                </a:solidFill>
                <a:latin typeface="メイリオ" panose="020B0604030504040204" pitchFamily="50" charset="-128"/>
                <a:ea typeface="メイリオ" panose="020B0604030504040204" pitchFamily="50" charset="-128"/>
              </a:rPr>
              <a:t>NLB</a:t>
            </a:r>
            <a:r>
              <a:rPr lang="ja-JP" altLang="en-US" sz="2400" dirty="0">
                <a:solidFill>
                  <a:srgbClr val="002060"/>
                </a:solidFill>
                <a:latin typeface="メイリオ" panose="020B0604030504040204" pitchFamily="50" charset="-128"/>
                <a:ea typeface="メイリオ" panose="020B0604030504040204" pitchFamily="50" charset="-128"/>
              </a:rPr>
              <a:t>は超低遅延で高スループットを維持しながら秒間何百万リクエストを捌けるように設計された高性能ロードバランサ</a:t>
            </a:r>
            <a:r>
              <a:rPr lang="en-US" altLang="ja-JP" sz="2400" dirty="0">
                <a:solidFill>
                  <a:srgbClr val="002060"/>
                </a:solidFill>
                <a:latin typeface="メイリオ" panose="020B0604030504040204" pitchFamily="50" charset="-128"/>
                <a:ea typeface="メイリオ" panose="020B0604030504040204" pitchFamily="50" charset="-128"/>
              </a:rPr>
              <a:t>―</a:t>
            </a:r>
            <a:endParaRPr lang="en-US" altLang="ja-JP" sz="2400" kern="0" dirty="0">
              <a:solidFill>
                <a:srgbClr val="002060"/>
              </a:solidFill>
              <a:latin typeface="メイリオ" panose="020B0604030504040204" pitchFamily="50" charset="-128"/>
              <a:ea typeface="メイリオ" panose="020B0604030504040204" pitchFamily="50" charset="-128"/>
            </a:endParaRPr>
          </a:p>
        </p:txBody>
      </p:sp>
      <p:sp>
        <p:nvSpPr>
          <p:cNvPr id="9" name="正方形/長方形 8">
            <a:extLst>
              <a:ext uri="{FF2B5EF4-FFF2-40B4-BE49-F238E27FC236}">
                <a16:creationId xmlns:a16="http://schemas.microsoft.com/office/drawing/2014/main" id="{496C5562-8A02-46F3-A8F5-3D1A7AF684A1}"/>
              </a:ext>
            </a:extLst>
          </p:cNvPr>
          <p:cNvSpPr/>
          <p:nvPr/>
        </p:nvSpPr>
        <p:spPr>
          <a:xfrm>
            <a:off x="848544" y="1901385"/>
            <a:ext cx="4953000" cy="338554"/>
          </a:xfrm>
          <a:prstGeom prst="rect">
            <a:avLst/>
          </a:prstGeom>
        </p:spPr>
        <p:txBody>
          <a:bodyPr>
            <a:spAutoFit/>
          </a:bodyPr>
          <a:lstStyle/>
          <a:p>
            <a:endParaRPr lang="ja-JP" altLang="en-US" dirty="0"/>
          </a:p>
        </p:txBody>
      </p:sp>
      <p:sp>
        <p:nvSpPr>
          <p:cNvPr id="10" name="正方形/長方形 9">
            <a:extLst>
              <a:ext uri="{FF2B5EF4-FFF2-40B4-BE49-F238E27FC236}">
                <a16:creationId xmlns:a16="http://schemas.microsoft.com/office/drawing/2014/main" id="{0B9C5E2B-DB87-48BE-9A12-62BBA19E1221}"/>
              </a:ext>
            </a:extLst>
          </p:cNvPr>
          <p:cNvSpPr/>
          <p:nvPr/>
        </p:nvSpPr>
        <p:spPr>
          <a:xfrm>
            <a:off x="4536504" y="1859340"/>
            <a:ext cx="4953000" cy="338554"/>
          </a:xfrm>
          <a:prstGeom prst="rect">
            <a:avLst/>
          </a:prstGeom>
        </p:spPr>
        <p:txBody>
          <a:bodyPr>
            <a:spAutoFit/>
          </a:bodyPr>
          <a:lstStyle/>
          <a:p>
            <a:endParaRPr lang="ja-JP" altLang="en-US" dirty="0"/>
          </a:p>
        </p:txBody>
      </p:sp>
      <p:sp>
        <p:nvSpPr>
          <p:cNvPr id="11" name="正方形/長方形 10">
            <a:extLst>
              <a:ext uri="{FF2B5EF4-FFF2-40B4-BE49-F238E27FC236}">
                <a16:creationId xmlns:a16="http://schemas.microsoft.com/office/drawing/2014/main" id="{673ED8F1-D1B9-439F-8BA8-EE04519D62B1}"/>
              </a:ext>
            </a:extLst>
          </p:cNvPr>
          <p:cNvSpPr/>
          <p:nvPr/>
        </p:nvSpPr>
        <p:spPr>
          <a:xfrm>
            <a:off x="725851" y="1770306"/>
            <a:ext cx="8568952" cy="4862870"/>
          </a:xfrm>
          <a:prstGeom prst="rect">
            <a:avLst/>
          </a:prstGeom>
        </p:spPr>
        <p:txBody>
          <a:bodyPr wrap="square">
            <a:spAutoFit/>
          </a:bodyPr>
          <a:lstStyle/>
          <a:p>
            <a:pPr marL="285750" indent="-285750">
              <a:lnSpc>
                <a:spcPct val="150000"/>
              </a:lnSpc>
              <a:buFont typeface="Wingdings" panose="05000000000000000000" pitchFamily="2" charset="2"/>
              <a:buChar char="p"/>
            </a:pPr>
            <a:r>
              <a:rPr lang="en-US" altLang="ja-JP" sz="1600" b="0" i="0" dirty="0">
                <a:solidFill>
                  <a:srgbClr val="333333"/>
                </a:solidFill>
                <a:effectLst/>
                <a:latin typeface="メイリオ" panose="020B0604030504040204" pitchFamily="50" charset="-128"/>
                <a:ea typeface="メイリオ" panose="020B0604030504040204" pitchFamily="50" charset="-128"/>
              </a:rPr>
              <a:t>L4 NAT</a:t>
            </a:r>
            <a:r>
              <a:rPr lang="ja-JP" altLang="en-US" sz="1600" b="0" i="0" dirty="0">
                <a:solidFill>
                  <a:srgbClr val="333333"/>
                </a:solidFill>
                <a:effectLst/>
                <a:latin typeface="メイリオ" panose="020B0604030504040204" pitchFamily="50" charset="-128"/>
                <a:ea typeface="メイリオ" panose="020B0604030504040204" pitchFamily="50" charset="-128"/>
              </a:rPr>
              <a:t>ロードバランサで</a:t>
            </a:r>
            <a:r>
              <a:rPr lang="en-US" altLang="ja-JP" sz="1600" b="0" i="0" dirty="0">
                <a:solidFill>
                  <a:srgbClr val="333333"/>
                </a:solidFill>
                <a:effectLst/>
                <a:latin typeface="メイリオ" panose="020B0604030504040204" pitchFamily="50" charset="-128"/>
                <a:ea typeface="メイリオ" panose="020B0604030504040204" pitchFamily="50" charset="-128"/>
              </a:rPr>
              <a:t>TCP</a:t>
            </a:r>
            <a:r>
              <a:rPr lang="ja-JP" altLang="en-US" sz="1600" b="0" i="0" dirty="0">
                <a:solidFill>
                  <a:srgbClr val="333333"/>
                </a:solidFill>
                <a:effectLst/>
                <a:latin typeface="メイリオ" panose="020B0604030504040204" pitchFamily="50" charset="-128"/>
                <a:ea typeface="メイリオ" panose="020B0604030504040204" pitchFamily="50" charset="-128"/>
              </a:rPr>
              <a:t>リスナーに対応（戻りトラフィックが</a:t>
            </a:r>
            <a:r>
              <a:rPr lang="en-US" altLang="ja-JP" sz="1600" b="0" i="0" dirty="0">
                <a:solidFill>
                  <a:srgbClr val="333333"/>
                </a:solidFill>
                <a:effectLst/>
                <a:latin typeface="メイリオ" panose="020B0604030504040204" pitchFamily="50" charset="-128"/>
                <a:ea typeface="メイリオ" panose="020B0604030504040204" pitchFamily="50" charset="-128"/>
              </a:rPr>
              <a:t>NLB</a:t>
            </a:r>
            <a:r>
              <a:rPr lang="ja-JP" altLang="en-US" sz="1600" b="0" i="0" dirty="0">
                <a:solidFill>
                  <a:srgbClr val="333333"/>
                </a:solidFill>
                <a:effectLst/>
                <a:latin typeface="メイリオ" panose="020B0604030504040204" pitchFamily="50" charset="-128"/>
                <a:ea typeface="メイリオ" panose="020B0604030504040204" pitchFamily="50" charset="-128"/>
              </a:rPr>
              <a:t>を経由しない）</a:t>
            </a:r>
            <a:endParaRPr lang="en-US" altLang="ja-JP" dirty="0">
              <a:solidFill>
                <a:srgbClr val="444444"/>
              </a:solidFill>
              <a:latin typeface="メイリオ" panose="020B0604030504040204" pitchFamily="50" charset="-128"/>
              <a:ea typeface="メイリオ" panose="020B0604030504040204" pitchFamily="50" charset="-128"/>
            </a:endParaRPr>
          </a:p>
          <a:p>
            <a:pPr marL="285750" indent="-285750">
              <a:lnSpc>
                <a:spcPct val="150000"/>
              </a:lnSpc>
              <a:buFont typeface="Wingdings" panose="05000000000000000000" pitchFamily="2" charset="2"/>
              <a:buChar char="p"/>
            </a:pPr>
            <a:r>
              <a:rPr lang="ja-JP" altLang="en-US" dirty="0">
                <a:solidFill>
                  <a:srgbClr val="444444"/>
                </a:solidFill>
                <a:latin typeface="メイリオ" panose="020B0604030504040204" pitchFamily="50" charset="-128"/>
                <a:ea typeface="メイリオ" panose="020B0604030504040204" pitchFamily="50" charset="-128"/>
              </a:rPr>
              <a:t>揮発性ワークロードを処理し、毎秒数百万のリクエストに対応できる能力</a:t>
            </a:r>
            <a:endParaRPr lang="en-US" altLang="ja-JP" dirty="0">
              <a:solidFill>
                <a:srgbClr val="444444"/>
              </a:solidFill>
              <a:latin typeface="メイリオ" panose="020B0604030504040204" pitchFamily="50" charset="-128"/>
              <a:ea typeface="メイリオ" panose="020B0604030504040204" pitchFamily="50" charset="-128"/>
            </a:endParaRPr>
          </a:p>
          <a:p>
            <a:pPr marL="285750" indent="-285750">
              <a:lnSpc>
                <a:spcPct val="150000"/>
              </a:lnSpc>
              <a:buFont typeface="Wingdings" panose="05000000000000000000" pitchFamily="2" charset="2"/>
              <a:buChar char="p"/>
            </a:pPr>
            <a:r>
              <a:rPr lang="en-US" altLang="ja-JP" dirty="0">
                <a:solidFill>
                  <a:srgbClr val="444444"/>
                </a:solidFill>
                <a:latin typeface="メイリオ" panose="020B0604030504040204" pitchFamily="50" charset="-128"/>
                <a:ea typeface="メイリオ" panose="020B0604030504040204" pitchFamily="50" charset="-128"/>
              </a:rPr>
              <a:t>VPC</a:t>
            </a:r>
            <a:r>
              <a:rPr lang="ja-JP" altLang="en-US" dirty="0">
                <a:solidFill>
                  <a:srgbClr val="444444"/>
                </a:solidFill>
                <a:latin typeface="メイリオ" panose="020B0604030504040204" pitchFamily="50" charset="-128"/>
                <a:ea typeface="メイリオ" panose="020B0604030504040204" pitchFamily="50" charset="-128"/>
              </a:rPr>
              <a:t>外のターゲットを含めた</a:t>
            </a:r>
            <a:r>
              <a:rPr lang="en-US" altLang="ja-JP" dirty="0">
                <a:solidFill>
                  <a:srgbClr val="444444"/>
                </a:solidFill>
                <a:latin typeface="メイリオ" panose="020B0604030504040204" pitchFamily="50" charset="-128"/>
                <a:ea typeface="メイリオ" panose="020B0604030504040204" pitchFamily="50" charset="-128"/>
              </a:rPr>
              <a:t>IP </a:t>
            </a:r>
            <a:r>
              <a:rPr lang="ja-JP" altLang="en-US" dirty="0">
                <a:solidFill>
                  <a:srgbClr val="444444"/>
                </a:solidFill>
                <a:latin typeface="メイリオ" panose="020B0604030504040204" pitchFamily="50" charset="-128"/>
                <a:ea typeface="メイリオ" panose="020B0604030504040204" pitchFamily="50" charset="-128"/>
              </a:rPr>
              <a:t>アドレスや静的</a:t>
            </a:r>
            <a:r>
              <a:rPr lang="en-US" altLang="ja-JP" dirty="0">
                <a:solidFill>
                  <a:srgbClr val="444444"/>
                </a:solidFill>
                <a:latin typeface="メイリオ" panose="020B0604030504040204" pitchFamily="50" charset="-128"/>
                <a:ea typeface="メイリオ" panose="020B0604030504040204" pitchFamily="50" charset="-128"/>
              </a:rPr>
              <a:t>IP</a:t>
            </a:r>
            <a:r>
              <a:rPr lang="ja-JP" altLang="en-US" dirty="0">
                <a:solidFill>
                  <a:srgbClr val="444444"/>
                </a:solidFill>
                <a:latin typeface="メイリオ" panose="020B0604030504040204" pitchFamily="50" charset="-128"/>
                <a:ea typeface="メイリオ" panose="020B0604030504040204" pitchFamily="50" charset="-128"/>
              </a:rPr>
              <a:t>アドレスでの登録可能</a:t>
            </a:r>
          </a:p>
          <a:p>
            <a:pPr marL="285750" indent="-285750">
              <a:lnSpc>
                <a:spcPct val="150000"/>
              </a:lnSpc>
              <a:buFont typeface="Wingdings" panose="05000000000000000000" pitchFamily="2" charset="2"/>
              <a:buChar char="p"/>
            </a:pPr>
            <a:r>
              <a:rPr lang="ja-JP" altLang="en-US" dirty="0">
                <a:solidFill>
                  <a:srgbClr val="444444"/>
                </a:solidFill>
                <a:latin typeface="メイリオ" panose="020B0604030504040204" pitchFamily="50" charset="-128"/>
                <a:ea typeface="メイリオ" panose="020B0604030504040204" pitchFamily="50" charset="-128"/>
              </a:rPr>
              <a:t>複数のポートで各インスタンスまたは </a:t>
            </a:r>
            <a:r>
              <a:rPr lang="en-US" altLang="ja-JP" dirty="0">
                <a:solidFill>
                  <a:srgbClr val="444444"/>
                </a:solidFill>
                <a:latin typeface="メイリオ" panose="020B0604030504040204" pitchFamily="50" charset="-128"/>
                <a:ea typeface="メイリオ" panose="020B0604030504040204" pitchFamily="50" charset="-128"/>
              </a:rPr>
              <a:t>IP </a:t>
            </a:r>
            <a:r>
              <a:rPr lang="ja-JP" altLang="en-US" dirty="0">
                <a:solidFill>
                  <a:srgbClr val="444444"/>
                </a:solidFill>
                <a:latin typeface="メイリオ" panose="020B0604030504040204" pitchFamily="50" charset="-128"/>
                <a:ea typeface="メイリオ" panose="020B0604030504040204" pitchFamily="50" charset="-128"/>
              </a:rPr>
              <a:t>アドレスを同ターゲットグループに登録可能</a:t>
            </a:r>
            <a:endParaRPr lang="en-US" altLang="ja-JP" dirty="0">
              <a:solidFill>
                <a:srgbClr val="444444"/>
              </a:solidFill>
              <a:latin typeface="メイリオ" panose="020B0604030504040204" pitchFamily="50" charset="-128"/>
              <a:ea typeface="メイリオ" panose="020B0604030504040204" pitchFamily="50" charset="-128"/>
            </a:endParaRPr>
          </a:p>
          <a:p>
            <a:pPr marL="285750" indent="-285750">
              <a:lnSpc>
                <a:spcPct val="150000"/>
              </a:lnSpc>
              <a:buFont typeface="Wingdings" panose="05000000000000000000" pitchFamily="2" charset="2"/>
              <a:buChar char="p"/>
            </a:pPr>
            <a:r>
              <a:rPr lang="ja-JP" altLang="en-US" dirty="0">
                <a:latin typeface="メイリオ" panose="020B0604030504040204" pitchFamily="50" charset="-128"/>
                <a:ea typeface="メイリオ" panose="020B0604030504040204" pitchFamily="50" charset="-128"/>
              </a:rPr>
              <a:t>大規模アクセスが予測される際に</a:t>
            </a:r>
            <a:r>
              <a:rPr lang="en-US" altLang="ja-JP" dirty="0">
                <a:latin typeface="メイリオ" panose="020B0604030504040204" pitchFamily="50" charset="-128"/>
                <a:ea typeface="メイリオ" panose="020B0604030504040204" pitchFamily="50" charset="-128"/>
              </a:rPr>
              <a:t>CLB</a:t>
            </a:r>
            <a:r>
              <a:rPr lang="ja-JP" altLang="en-US" dirty="0">
                <a:latin typeface="メイリオ" panose="020B0604030504040204" pitchFamily="50" charset="-128"/>
                <a:ea typeface="メイリオ" panose="020B0604030504040204" pitchFamily="50" charset="-128"/>
              </a:rPr>
              <a:t>や</a:t>
            </a:r>
            <a:r>
              <a:rPr lang="en-US" altLang="ja-JP" dirty="0">
                <a:latin typeface="メイリオ" panose="020B0604030504040204" pitchFamily="50" charset="-128"/>
                <a:ea typeface="メイリオ" panose="020B0604030504040204" pitchFamily="50" charset="-128"/>
              </a:rPr>
              <a:t>ALB</a:t>
            </a:r>
            <a:r>
              <a:rPr lang="ja-JP" altLang="en-US" dirty="0">
                <a:latin typeface="メイリオ" panose="020B0604030504040204" pitchFamily="50" charset="-128"/>
                <a:ea typeface="メイリオ" panose="020B0604030504040204" pitchFamily="50" charset="-128"/>
              </a:rPr>
              <a:t>では必要な事前申請が不要</a:t>
            </a:r>
            <a:endParaRPr lang="en-US" altLang="ja-JP" dirty="0">
              <a:latin typeface="メイリオ" panose="020B0604030504040204" pitchFamily="50" charset="-128"/>
              <a:ea typeface="メイリオ" panose="020B0604030504040204" pitchFamily="50" charset="-128"/>
            </a:endParaRPr>
          </a:p>
          <a:p>
            <a:pPr marL="285750" indent="-285750">
              <a:lnSpc>
                <a:spcPct val="150000"/>
              </a:lnSpc>
              <a:buFont typeface="Wingdings" panose="05000000000000000000" pitchFamily="2" charset="2"/>
              <a:buChar char="p"/>
            </a:pPr>
            <a:r>
              <a:rPr lang="en-US" altLang="ja-JP" dirty="0">
                <a:latin typeface="メイリオ" panose="020B0604030504040204" pitchFamily="50" charset="-128"/>
                <a:ea typeface="メイリオ" panose="020B0604030504040204" pitchFamily="50" charset="-128"/>
              </a:rPr>
              <a:t>ALB</a:t>
            </a:r>
            <a:r>
              <a:rPr lang="ja-JP" altLang="en-US" dirty="0">
                <a:latin typeface="メイリオ" panose="020B0604030504040204" pitchFamily="50" charset="-128"/>
                <a:ea typeface="メイリオ" panose="020B0604030504040204" pitchFamily="50" charset="-128"/>
              </a:rPr>
              <a:t>や</a:t>
            </a:r>
            <a:r>
              <a:rPr lang="en-US" altLang="ja-JP" dirty="0">
                <a:latin typeface="メイリオ" panose="020B0604030504040204" pitchFamily="50" charset="-128"/>
                <a:ea typeface="メイリオ" panose="020B0604030504040204" pitchFamily="50" charset="-128"/>
              </a:rPr>
              <a:t>CLB</a:t>
            </a:r>
            <a:r>
              <a:rPr lang="ja-JP" altLang="en-US" dirty="0">
                <a:latin typeface="メイリオ" panose="020B0604030504040204" pitchFamily="50" charset="-128"/>
                <a:ea typeface="メイリオ" panose="020B0604030504040204" pitchFamily="50" charset="-128"/>
              </a:rPr>
              <a:t>は</a:t>
            </a:r>
            <a:r>
              <a:rPr lang="en-US" altLang="ja-JP" dirty="0">
                <a:latin typeface="メイリオ" panose="020B0604030504040204" pitchFamily="50" charset="-128"/>
                <a:ea typeface="メイリオ" panose="020B0604030504040204" pitchFamily="50" charset="-128"/>
              </a:rPr>
              <a:t>X-Forwarded-For</a:t>
            </a:r>
            <a:r>
              <a:rPr lang="ja-JP" altLang="en-US" dirty="0">
                <a:latin typeface="メイリオ" panose="020B0604030504040204" pitchFamily="50" charset="-128"/>
                <a:ea typeface="メイリオ" panose="020B0604030504040204" pitchFamily="50" charset="-128"/>
              </a:rPr>
              <a:t>でアクセス元</a:t>
            </a:r>
            <a:r>
              <a:rPr lang="en-US" altLang="ja-JP" dirty="0">
                <a:latin typeface="メイリオ" panose="020B0604030504040204" pitchFamily="50" charset="-128"/>
                <a:ea typeface="メイリオ" panose="020B0604030504040204" pitchFamily="50" charset="-128"/>
              </a:rPr>
              <a:t>IP</a:t>
            </a:r>
            <a:r>
              <a:rPr lang="ja-JP" altLang="en-US" dirty="0">
                <a:latin typeface="メイリオ" panose="020B0604030504040204" pitchFamily="50" charset="-128"/>
                <a:ea typeface="メイリオ" panose="020B0604030504040204" pitchFamily="50" charset="-128"/>
              </a:rPr>
              <a:t>アドレスを判断するが、</a:t>
            </a:r>
            <a:r>
              <a:rPr lang="en-US" altLang="ja-JP" dirty="0">
                <a:latin typeface="メイリオ" panose="020B0604030504040204" pitchFamily="50" charset="-128"/>
                <a:ea typeface="メイリオ" panose="020B0604030504040204" pitchFamily="50" charset="-128"/>
              </a:rPr>
              <a:t>NLB</a:t>
            </a:r>
            <a:r>
              <a:rPr lang="ja-JP" altLang="en-US" dirty="0">
                <a:latin typeface="メイリオ" panose="020B0604030504040204" pitchFamily="50" charset="-128"/>
                <a:ea typeface="メイリオ" panose="020B0604030504040204" pitchFamily="50" charset="-128"/>
              </a:rPr>
              <a:t>は送信元</a:t>
            </a:r>
            <a:r>
              <a:rPr lang="en-US" altLang="ja-JP" dirty="0">
                <a:latin typeface="メイリオ" panose="020B0604030504040204" pitchFamily="50" charset="-128"/>
                <a:ea typeface="メイリオ" panose="020B0604030504040204" pitchFamily="50" charset="-128"/>
              </a:rPr>
              <a:t>IP</a:t>
            </a:r>
            <a:r>
              <a:rPr lang="ja-JP" altLang="en-US" dirty="0">
                <a:latin typeface="メイリオ" panose="020B0604030504040204" pitchFamily="50" charset="-128"/>
                <a:ea typeface="メイリオ" panose="020B0604030504040204" pitchFamily="50" charset="-128"/>
              </a:rPr>
              <a:t>アドレスと送信元ポートを書き換えないため、パケットからアクセス元を判断可能</a:t>
            </a:r>
            <a:endParaRPr lang="ja-JP" altLang="en-US" dirty="0">
              <a:solidFill>
                <a:srgbClr val="444444"/>
              </a:solidFill>
              <a:latin typeface="メイリオ" panose="020B0604030504040204" pitchFamily="50" charset="-128"/>
              <a:ea typeface="メイリオ" panose="020B0604030504040204" pitchFamily="50" charset="-128"/>
            </a:endParaRPr>
          </a:p>
          <a:p>
            <a:pPr marL="285750" indent="-285750">
              <a:lnSpc>
                <a:spcPct val="150000"/>
              </a:lnSpc>
              <a:buFont typeface="Wingdings" panose="05000000000000000000" pitchFamily="2" charset="2"/>
              <a:buChar char="p"/>
            </a:pPr>
            <a:r>
              <a:rPr lang="en-US" altLang="ja-JP" dirty="0">
                <a:latin typeface="メイリオ" panose="020B0604030504040204" pitchFamily="50" charset="-128"/>
                <a:ea typeface="メイリオ" panose="020B0604030504040204" pitchFamily="50" charset="-128"/>
              </a:rPr>
              <a:t>NLB</a:t>
            </a:r>
            <a:r>
              <a:rPr lang="ja-JP" altLang="en-US" dirty="0">
                <a:latin typeface="メイリオ" panose="020B0604030504040204" pitchFamily="50" charset="-128"/>
                <a:ea typeface="メイリオ" panose="020B0604030504040204" pitchFamily="50" charset="-128"/>
              </a:rPr>
              <a:t>はフォルトトレランス機能を内蔵したコネクション処理を持ち、数カ月から数年のオープンなコネクションを処理できる</a:t>
            </a:r>
            <a:endParaRPr lang="en-US" altLang="ja-JP" dirty="0">
              <a:latin typeface="メイリオ" panose="020B0604030504040204" pitchFamily="50" charset="-128"/>
              <a:ea typeface="メイリオ" panose="020B0604030504040204" pitchFamily="50" charset="-128"/>
            </a:endParaRPr>
          </a:p>
          <a:p>
            <a:pPr marL="285750" indent="-285750">
              <a:lnSpc>
                <a:spcPct val="150000"/>
              </a:lnSpc>
              <a:buFont typeface="Wingdings" panose="05000000000000000000" pitchFamily="2" charset="2"/>
              <a:buChar char="p"/>
            </a:pPr>
            <a:r>
              <a:rPr lang="en-US" altLang="ja-JP" dirty="0">
                <a:solidFill>
                  <a:srgbClr val="444444"/>
                </a:solidFill>
                <a:latin typeface="メイリオ" panose="020B0604030504040204" pitchFamily="50" charset="-128"/>
                <a:ea typeface="メイリオ" panose="020B0604030504040204" pitchFamily="50" charset="-128"/>
              </a:rPr>
              <a:t>ECS</a:t>
            </a:r>
            <a:r>
              <a:rPr lang="ja-JP" altLang="en-US" dirty="0">
                <a:solidFill>
                  <a:srgbClr val="444444"/>
                </a:solidFill>
                <a:latin typeface="メイリオ" panose="020B0604030504040204" pitchFamily="50" charset="-128"/>
                <a:ea typeface="メイリオ" panose="020B0604030504040204" pitchFamily="50" charset="-128"/>
              </a:rPr>
              <a:t>などによりコンテナ化されたアプリケーションのサポート</a:t>
            </a:r>
            <a:endParaRPr lang="en-US" altLang="ja-JP" dirty="0">
              <a:solidFill>
                <a:srgbClr val="444444"/>
              </a:solidFill>
              <a:latin typeface="メイリオ" panose="020B0604030504040204" pitchFamily="50" charset="-128"/>
              <a:ea typeface="メイリオ" panose="020B0604030504040204" pitchFamily="50" charset="-128"/>
            </a:endParaRPr>
          </a:p>
          <a:p>
            <a:pPr marL="285750" indent="-285750">
              <a:lnSpc>
                <a:spcPct val="150000"/>
              </a:lnSpc>
              <a:buFont typeface="Wingdings" panose="05000000000000000000" pitchFamily="2" charset="2"/>
              <a:buChar char="p"/>
            </a:pPr>
            <a:r>
              <a:rPr lang="ja-JP" altLang="en-US" dirty="0">
                <a:solidFill>
                  <a:srgbClr val="444444"/>
                </a:solidFill>
                <a:latin typeface="メイリオ" panose="020B0604030504040204" pitchFamily="50" charset="-128"/>
                <a:ea typeface="メイリオ" panose="020B0604030504040204" pitchFamily="50" charset="-128"/>
              </a:rPr>
              <a:t>各サービスの個別のヘルスステータスのモニタリングのサポート</a:t>
            </a:r>
            <a:endParaRPr lang="en-US" altLang="ja-JP" dirty="0">
              <a:solidFill>
                <a:srgbClr val="444444"/>
              </a:solidFill>
              <a:latin typeface="メイリオ" panose="020B0604030504040204" pitchFamily="50" charset="-128"/>
              <a:ea typeface="メイリオ" panose="020B0604030504040204" pitchFamily="50" charset="-128"/>
            </a:endParaRPr>
          </a:p>
          <a:p>
            <a:pPr marL="285750" indent="-285750">
              <a:lnSpc>
                <a:spcPct val="150000"/>
              </a:lnSpc>
              <a:buFont typeface="Wingdings" panose="05000000000000000000" pitchFamily="2" charset="2"/>
              <a:buChar char="p"/>
            </a:pPr>
            <a:r>
              <a:rPr lang="en-US" altLang="ja-JP" sz="1600" i="0" dirty="0">
                <a:solidFill>
                  <a:srgbClr val="333333"/>
                </a:solidFill>
                <a:effectLst/>
                <a:latin typeface="メイリオ" panose="020B0604030504040204" pitchFamily="50" charset="-128"/>
                <a:ea typeface="メイリオ" panose="020B0604030504040204" pitchFamily="50" charset="-128"/>
              </a:rPr>
              <a:t>NLB </a:t>
            </a:r>
            <a:r>
              <a:rPr lang="ja-JP" altLang="en-US" sz="1600" i="0" dirty="0">
                <a:solidFill>
                  <a:srgbClr val="333333"/>
                </a:solidFill>
                <a:effectLst/>
                <a:latin typeface="メイリオ" panose="020B0604030504040204" pitchFamily="50" charset="-128"/>
                <a:ea typeface="メイリオ" panose="020B0604030504040204" pitchFamily="50" charset="-128"/>
              </a:rPr>
              <a:t>のサブネット拡張サポート（サブネットを追加できる）</a:t>
            </a:r>
            <a:endParaRPr lang="en-US" altLang="ja-JP" sz="1600" i="0" dirty="0">
              <a:solidFill>
                <a:srgbClr val="333333"/>
              </a:solidFill>
              <a:effectLst/>
              <a:latin typeface="メイリオ" panose="020B0604030504040204" pitchFamily="50" charset="-128"/>
              <a:ea typeface="メイリオ" panose="020B0604030504040204" pitchFamily="50" charset="-128"/>
            </a:endParaRPr>
          </a:p>
          <a:p>
            <a:pPr marL="285750" indent="-285750">
              <a:lnSpc>
                <a:spcPct val="150000"/>
              </a:lnSpc>
              <a:buFont typeface="Wingdings" panose="05000000000000000000" pitchFamily="2" charset="2"/>
              <a:buChar char="p"/>
            </a:pPr>
            <a:endParaRPr lang="en-US" altLang="ja-JP" dirty="0">
              <a:solidFill>
                <a:srgbClr val="444444"/>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909159785"/>
      </p:ext>
    </p:extLst>
  </p:cSld>
  <p:clrMapOvr>
    <a:masterClrMapping/>
  </p:clrMapOvr>
  <mc:AlternateContent xmlns:mc="http://schemas.openxmlformats.org/markup-compatibility/2006" xmlns:p14="http://schemas.microsoft.com/office/powerpoint/2010/main">
    <mc:Choice Requires="p14">
      <p:transition spd="slow" p14:dur="2000" advTm="149196"/>
    </mc:Choice>
    <mc:Fallback xmlns="">
      <p:transition spd="slow" advTm="149196"/>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タイトル 1">
            <a:extLst>
              <a:ext uri="{FF2B5EF4-FFF2-40B4-BE49-F238E27FC236}">
                <a16:creationId xmlns:a16="http://schemas.microsoft.com/office/drawing/2014/main" id="{B14815AE-025C-4474-A800-10C3A385A67A}"/>
              </a:ext>
            </a:extLst>
          </p:cNvPr>
          <p:cNvSpPr txBox="1">
            <a:spLocks/>
          </p:cNvSpPr>
          <p:nvPr/>
        </p:nvSpPr>
        <p:spPr bwMode="auto">
          <a:xfrm>
            <a:off x="631222" y="228600"/>
            <a:ext cx="8642258" cy="50208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rtl="0" fontAlgn="base">
              <a:lnSpc>
                <a:spcPct val="90000"/>
              </a:lnSpc>
              <a:spcBef>
                <a:spcPct val="0"/>
              </a:spcBef>
              <a:spcAft>
                <a:spcPct val="0"/>
              </a:spcAft>
              <a:defRPr kumimoji="1" sz="2000">
                <a:solidFill>
                  <a:schemeClr val="tx2"/>
                </a:solidFill>
                <a:latin typeface="游明朝" panose="02020400000000000000" pitchFamily="18" charset="-128"/>
                <a:ea typeface="游明朝" panose="02020400000000000000" pitchFamily="18" charset="-128"/>
                <a:cs typeface="+mj-cs"/>
              </a:defRPr>
            </a:lvl1pPr>
            <a:lvl2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2pPr>
            <a:lvl3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3pPr>
            <a:lvl4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4pPr>
            <a:lvl5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5pPr>
            <a:lvl6pPr marL="4572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6pPr>
            <a:lvl7pPr marL="9144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7pPr>
            <a:lvl8pPr marL="13716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8pPr>
            <a:lvl9pPr marL="18288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9pPr>
          </a:lstStyle>
          <a:p>
            <a:pPr algn="l"/>
            <a:r>
              <a:rPr lang="en-US" altLang="ja-JP" sz="3000" dirty="0">
                <a:solidFill>
                  <a:schemeClr val="tx1"/>
                </a:solidFill>
                <a:latin typeface="メイリオ" panose="020B0604030504040204" pitchFamily="50" charset="-128"/>
                <a:ea typeface="メイリオ" panose="020B0604030504040204" pitchFamily="50" charset="-128"/>
              </a:rPr>
              <a:t>ELB</a:t>
            </a:r>
            <a:r>
              <a:rPr lang="ja-JP" altLang="en-US" sz="3000" dirty="0">
                <a:solidFill>
                  <a:schemeClr val="tx1"/>
                </a:solidFill>
                <a:latin typeface="メイリオ" panose="020B0604030504040204" pitchFamily="50" charset="-128"/>
                <a:ea typeface="メイリオ" panose="020B0604030504040204" pitchFamily="50" charset="-128"/>
              </a:rPr>
              <a:t>の主要機能</a:t>
            </a:r>
            <a:endParaRPr lang="en-US" altLang="ja-JP" sz="3000" dirty="0">
              <a:latin typeface="メイリオ" panose="020B0604030504040204" pitchFamily="50" charset="-128"/>
              <a:ea typeface="メイリオ" panose="020B0604030504040204" pitchFamily="50" charset="-128"/>
            </a:endParaRPr>
          </a:p>
        </p:txBody>
      </p:sp>
      <p:sp>
        <p:nvSpPr>
          <p:cNvPr id="9" name="コンテンツ プレースホルダー 2">
            <a:extLst>
              <a:ext uri="{FF2B5EF4-FFF2-40B4-BE49-F238E27FC236}">
                <a16:creationId xmlns:a16="http://schemas.microsoft.com/office/drawing/2014/main" id="{DCD0DCCE-3081-4ECA-9625-14047C59A7DF}"/>
              </a:ext>
            </a:extLst>
          </p:cNvPr>
          <p:cNvSpPr txBox="1">
            <a:spLocks/>
          </p:cNvSpPr>
          <p:nvPr/>
        </p:nvSpPr>
        <p:spPr bwMode="auto">
          <a:xfrm>
            <a:off x="3584848" y="1323216"/>
            <a:ext cx="5040560" cy="859072"/>
          </a:xfrm>
          <a:prstGeom prst="rect">
            <a:avLst/>
          </a:prstGeom>
          <a:solidFill>
            <a:schemeClr val="bg1"/>
          </a:solidFill>
          <a:ln w="9525">
            <a:solidFill>
              <a:srgbClr val="F0861E"/>
            </a:solid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r>
              <a:rPr lang="en-US" altLang="ja-JP" sz="1400" kern="0" dirty="0">
                <a:solidFill>
                  <a:schemeClr val="bg2"/>
                </a:solidFill>
                <a:latin typeface="メイリオ" panose="020B0604030504040204" pitchFamily="50" charset="-128"/>
                <a:ea typeface="メイリオ" panose="020B0604030504040204" pitchFamily="50" charset="-128"/>
              </a:rPr>
              <a:t>EC2</a:t>
            </a:r>
            <a:r>
              <a:rPr lang="ja-JP" altLang="en-US" sz="1400" kern="0" dirty="0">
                <a:solidFill>
                  <a:schemeClr val="bg2"/>
                </a:solidFill>
                <a:latin typeface="メイリオ" panose="020B0604030504040204" pitchFamily="50" charset="-128"/>
                <a:ea typeface="メイリオ" panose="020B0604030504040204" pitchFamily="50" charset="-128"/>
              </a:rPr>
              <a:t>インスタンスの正常／異常を確認し、利用する</a:t>
            </a:r>
            <a:r>
              <a:rPr lang="en-US" altLang="ja-JP" sz="1400" kern="0" dirty="0">
                <a:solidFill>
                  <a:schemeClr val="bg2"/>
                </a:solidFill>
                <a:latin typeface="メイリオ" panose="020B0604030504040204" pitchFamily="50" charset="-128"/>
                <a:ea typeface="メイリオ" panose="020B0604030504040204" pitchFamily="50" charset="-128"/>
              </a:rPr>
              <a:t>EC2</a:t>
            </a:r>
            <a:r>
              <a:rPr lang="ja-JP" altLang="en-US" sz="1400" kern="0" dirty="0">
                <a:solidFill>
                  <a:schemeClr val="bg2"/>
                </a:solidFill>
                <a:latin typeface="メイリオ" panose="020B0604030504040204" pitchFamily="50" charset="-128"/>
                <a:ea typeface="メイリオ" panose="020B0604030504040204" pitchFamily="50" charset="-128"/>
              </a:rPr>
              <a:t>の振り分けを行う</a:t>
            </a:r>
            <a:endParaRPr lang="en-US" altLang="ja-JP" sz="1400" kern="0" dirty="0">
              <a:solidFill>
                <a:schemeClr val="bg2"/>
              </a:solidFill>
              <a:latin typeface="メイリオ" panose="020B0604030504040204" pitchFamily="50" charset="-128"/>
              <a:ea typeface="メイリオ" panose="020B0604030504040204" pitchFamily="50" charset="-128"/>
            </a:endParaRPr>
          </a:p>
        </p:txBody>
      </p:sp>
      <p:sp>
        <p:nvSpPr>
          <p:cNvPr id="10" name="コンテンツ プレースホルダー 2">
            <a:extLst>
              <a:ext uri="{FF2B5EF4-FFF2-40B4-BE49-F238E27FC236}">
                <a16:creationId xmlns:a16="http://schemas.microsoft.com/office/drawing/2014/main" id="{0E89B9D3-DF1D-49F7-A489-595F4F684D55}"/>
              </a:ext>
            </a:extLst>
          </p:cNvPr>
          <p:cNvSpPr txBox="1">
            <a:spLocks/>
          </p:cNvSpPr>
          <p:nvPr/>
        </p:nvSpPr>
        <p:spPr bwMode="auto">
          <a:xfrm>
            <a:off x="1280592" y="1323216"/>
            <a:ext cx="2232248" cy="859072"/>
          </a:xfrm>
          <a:prstGeom prst="rect">
            <a:avLst/>
          </a:prstGeom>
          <a:solidFill>
            <a:srgbClr val="F0861E"/>
          </a:solidFill>
          <a:ln w="9525">
            <a:no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pPr algn="ctr"/>
            <a:r>
              <a:rPr lang="ja-JP" altLang="en-US" sz="1800" b="1" kern="0" dirty="0">
                <a:solidFill>
                  <a:schemeClr val="bg1"/>
                </a:solidFill>
                <a:latin typeface="メイリオ" panose="020B0604030504040204" pitchFamily="50" charset="-128"/>
                <a:ea typeface="メイリオ" panose="020B0604030504040204" pitchFamily="50" charset="-128"/>
              </a:rPr>
              <a:t>ヘルスチェック</a:t>
            </a:r>
            <a:endParaRPr lang="en-US" altLang="ja-JP" sz="1800" b="1" kern="0" dirty="0">
              <a:solidFill>
                <a:schemeClr val="bg1"/>
              </a:solidFill>
              <a:latin typeface="メイリオ" panose="020B0604030504040204" pitchFamily="50" charset="-128"/>
              <a:ea typeface="メイリオ" panose="020B0604030504040204" pitchFamily="50" charset="-128"/>
            </a:endParaRPr>
          </a:p>
        </p:txBody>
      </p:sp>
      <p:sp>
        <p:nvSpPr>
          <p:cNvPr id="11" name="コンテンツ プレースホルダー 2">
            <a:extLst>
              <a:ext uri="{FF2B5EF4-FFF2-40B4-BE49-F238E27FC236}">
                <a16:creationId xmlns:a16="http://schemas.microsoft.com/office/drawing/2014/main" id="{37BC5828-90F5-417E-8A96-8DD875556F90}"/>
              </a:ext>
            </a:extLst>
          </p:cNvPr>
          <p:cNvSpPr txBox="1">
            <a:spLocks/>
          </p:cNvSpPr>
          <p:nvPr/>
        </p:nvSpPr>
        <p:spPr bwMode="auto">
          <a:xfrm>
            <a:off x="3584848" y="2204244"/>
            <a:ext cx="5040560" cy="859072"/>
          </a:xfrm>
          <a:prstGeom prst="rect">
            <a:avLst/>
          </a:prstGeom>
          <a:solidFill>
            <a:schemeClr val="bg1"/>
          </a:solidFill>
          <a:ln w="9525">
            <a:solidFill>
              <a:srgbClr val="F0861E"/>
            </a:solid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r>
              <a:rPr lang="ja-JP" altLang="en-US" sz="1400" kern="0" dirty="0">
                <a:solidFill>
                  <a:schemeClr val="bg2"/>
                </a:solidFill>
                <a:latin typeface="メイリオ" panose="020B0604030504040204" pitchFamily="50" charset="-128"/>
                <a:ea typeface="メイリオ" panose="020B0604030504040204" pitchFamily="50" charset="-128"/>
              </a:rPr>
              <a:t>配下の</a:t>
            </a:r>
            <a:r>
              <a:rPr lang="en-US" altLang="ja-JP" sz="1400" kern="0" dirty="0">
                <a:solidFill>
                  <a:schemeClr val="bg2"/>
                </a:solidFill>
                <a:latin typeface="メイリオ" panose="020B0604030504040204" pitchFamily="50" charset="-128"/>
                <a:ea typeface="メイリオ" panose="020B0604030504040204" pitchFamily="50" charset="-128"/>
              </a:rPr>
              <a:t>EC2</a:t>
            </a:r>
            <a:r>
              <a:rPr lang="ja-JP" altLang="en-US" sz="1400" kern="0" dirty="0">
                <a:solidFill>
                  <a:schemeClr val="bg2"/>
                </a:solidFill>
                <a:latin typeface="メイリオ" panose="020B0604030504040204" pitchFamily="50" charset="-128"/>
                <a:ea typeface="メイリオ" panose="020B0604030504040204" pitchFamily="50" charset="-128"/>
              </a:rPr>
              <a:t>の負荷に応じて、複数の</a:t>
            </a:r>
            <a:r>
              <a:rPr lang="en-US" altLang="ja-JP" sz="1400" kern="0" dirty="0">
                <a:solidFill>
                  <a:schemeClr val="bg2"/>
                </a:solidFill>
                <a:latin typeface="メイリオ" panose="020B0604030504040204" pitchFamily="50" charset="-128"/>
                <a:ea typeface="メイリオ" panose="020B0604030504040204" pitchFamily="50" charset="-128"/>
              </a:rPr>
              <a:t>AZ</a:t>
            </a:r>
            <a:r>
              <a:rPr lang="ja-JP" altLang="en-US" sz="1400" kern="0" dirty="0">
                <a:solidFill>
                  <a:schemeClr val="bg2"/>
                </a:solidFill>
                <a:latin typeface="メイリオ" panose="020B0604030504040204" pitchFamily="50" charset="-128"/>
                <a:ea typeface="メイリオ" panose="020B0604030504040204" pitchFamily="50" charset="-128"/>
              </a:rPr>
              <a:t>に跨る</a:t>
            </a:r>
            <a:r>
              <a:rPr lang="en-US" altLang="ja-JP" sz="1400" kern="0" dirty="0">
                <a:solidFill>
                  <a:schemeClr val="bg2"/>
                </a:solidFill>
                <a:latin typeface="メイリオ" panose="020B0604030504040204" pitchFamily="50" charset="-128"/>
                <a:ea typeface="メイリオ" panose="020B0604030504040204" pitchFamily="50" charset="-128"/>
              </a:rPr>
              <a:t>EC2</a:t>
            </a:r>
            <a:r>
              <a:rPr lang="ja-JP" altLang="en-US" sz="1400" kern="0" dirty="0">
                <a:solidFill>
                  <a:schemeClr val="bg2"/>
                </a:solidFill>
                <a:latin typeface="メイリオ" panose="020B0604030504040204" pitchFamily="50" charset="-128"/>
                <a:ea typeface="メイリオ" panose="020B0604030504040204" pitchFamily="50" charset="-128"/>
              </a:rPr>
              <a:t>インスタンスに均等に負荷分散を行う</a:t>
            </a:r>
            <a:endParaRPr lang="en-US" altLang="ja-JP" sz="1400" kern="0" dirty="0">
              <a:solidFill>
                <a:schemeClr val="bg2"/>
              </a:solidFill>
              <a:latin typeface="メイリオ" panose="020B0604030504040204" pitchFamily="50" charset="-128"/>
              <a:ea typeface="メイリオ" panose="020B0604030504040204" pitchFamily="50" charset="-128"/>
            </a:endParaRPr>
          </a:p>
        </p:txBody>
      </p:sp>
      <p:sp>
        <p:nvSpPr>
          <p:cNvPr id="12" name="コンテンツ プレースホルダー 2">
            <a:extLst>
              <a:ext uri="{FF2B5EF4-FFF2-40B4-BE49-F238E27FC236}">
                <a16:creationId xmlns:a16="http://schemas.microsoft.com/office/drawing/2014/main" id="{2742D3ED-BCB3-415C-AE13-4760415DD8AD}"/>
              </a:ext>
            </a:extLst>
          </p:cNvPr>
          <p:cNvSpPr txBox="1">
            <a:spLocks/>
          </p:cNvSpPr>
          <p:nvPr/>
        </p:nvSpPr>
        <p:spPr bwMode="auto">
          <a:xfrm>
            <a:off x="1280592" y="2204244"/>
            <a:ext cx="2232248" cy="859072"/>
          </a:xfrm>
          <a:prstGeom prst="rect">
            <a:avLst/>
          </a:prstGeom>
          <a:solidFill>
            <a:srgbClr val="F0861E"/>
          </a:solidFill>
          <a:ln w="9525">
            <a:no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pPr algn="ctr"/>
            <a:r>
              <a:rPr lang="ja-JP" altLang="en-US" sz="1800" b="1" kern="0" dirty="0">
                <a:solidFill>
                  <a:schemeClr val="bg1"/>
                </a:solidFill>
                <a:latin typeface="メイリオ" panose="020B0604030504040204" pitchFamily="50" charset="-128"/>
                <a:ea typeface="メイリオ" panose="020B0604030504040204" pitchFamily="50" charset="-128"/>
              </a:rPr>
              <a:t>クロスゾーン</a:t>
            </a:r>
            <a:br>
              <a:rPr lang="en-US" altLang="ja-JP" sz="1800" b="1" kern="0" dirty="0">
                <a:solidFill>
                  <a:schemeClr val="bg1"/>
                </a:solidFill>
                <a:latin typeface="メイリオ" panose="020B0604030504040204" pitchFamily="50" charset="-128"/>
                <a:ea typeface="メイリオ" panose="020B0604030504040204" pitchFamily="50" charset="-128"/>
              </a:rPr>
            </a:br>
            <a:r>
              <a:rPr lang="ja-JP" altLang="en-US" sz="1800" b="1" kern="0" dirty="0">
                <a:solidFill>
                  <a:schemeClr val="bg1"/>
                </a:solidFill>
                <a:latin typeface="メイリオ" panose="020B0604030504040204" pitchFamily="50" charset="-128"/>
                <a:ea typeface="メイリオ" panose="020B0604030504040204" pitchFamily="50" charset="-128"/>
              </a:rPr>
              <a:t>負荷分散</a:t>
            </a:r>
            <a:endParaRPr lang="en-US" altLang="ja-JP" sz="1800" b="1" kern="0" dirty="0">
              <a:solidFill>
                <a:schemeClr val="bg1"/>
              </a:solidFill>
              <a:latin typeface="メイリオ" panose="020B0604030504040204" pitchFamily="50" charset="-128"/>
              <a:ea typeface="メイリオ" panose="020B0604030504040204" pitchFamily="50" charset="-128"/>
            </a:endParaRPr>
          </a:p>
        </p:txBody>
      </p:sp>
      <p:sp>
        <p:nvSpPr>
          <p:cNvPr id="7" name="コンテンツ プレースホルダー 2">
            <a:extLst>
              <a:ext uri="{FF2B5EF4-FFF2-40B4-BE49-F238E27FC236}">
                <a16:creationId xmlns:a16="http://schemas.microsoft.com/office/drawing/2014/main" id="{68037A02-D301-44E1-A472-50317B80B9F6}"/>
              </a:ext>
            </a:extLst>
          </p:cNvPr>
          <p:cNvSpPr txBox="1">
            <a:spLocks/>
          </p:cNvSpPr>
          <p:nvPr/>
        </p:nvSpPr>
        <p:spPr bwMode="auto">
          <a:xfrm>
            <a:off x="3584848" y="3971946"/>
            <a:ext cx="5040560" cy="859072"/>
          </a:xfrm>
          <a:prstGeom prst="rect">
            <a:avLst/>
          </a:prstGeom>
          <a:solidFill>
            <a:schemeClr val="bg1"/>
          </a:solidFill>
          <a:ln w="9525">
            <a:solidFill>
              <a:srgbClr val="F0861E"/>
            </a:solid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r>
              <a:rPr lang="en-US" altLang="ja-JP" sz="1400" kern="0" dirty="0">
                <a:solidFill>
                  <a:schemeClr val="bg2"/>
                </a:solidFill>
                <a:latin typeface="メイリオ" panose="020B0604030504040204" pitchFamily="50" charset="-128"/>
                <a:ea typeface="メイリオ" panose="020B0604030504040204" pitchFamily="50" charset="-128"/>
              </a:rPr>
              <a:t>SSL/TSL</a:t>
            </a:r>
            <a:r>
              <a:rPr lang="ja-JP" altLang="en-US" sz="1400" kern="0" dirty="0">
                <a:solidFill>
                  <a:schemeClr val="bg2"/>
                </a:solidFill>
                <a:latin typeface="メイリオ" panose="020B0604030504040204" pitchFamily="50" charset="-128"/>
                <a:ea typeface="メイリオ" panose="020B0604030504040204" pitchFamily="50" charset="-128"/>
              </a:rPr>
              <a:t>証明書を</a:t>
            </a:r>
            <a:r>
              <a:rPr lang="en-US" altLang="ja-JP" sz="1400" kern="0" dirty="0">
                <a:solidFill>
                  <a:schemeClr val="bg2"/>
                </a:solidFill>
                <a:latin typeface="メイリオ" panose="020B0604030504040204" pitchFamily="50" charset="-128"/>
                <a:ea typeface="メイリオ" panose="020B0604030504040204" pitchFamily="50" charset="-128"/>
              </a:rPr>
              <a:t>ELB</a:t>
            </a:r>
            <a:r>
              <a:rPr lang="ja-JP" altLang="en-US" sz="1400" kern="0" dirty="0">
                <a:solidFill>
                  <a:schemeClr val="bg2"/>
                </a:solidFill>
                <a:latin typeface="メイリオ" panose="020B0604030504040204" pitchFamily="50" charset="-128"/>
                <a:ea typeface="メイリオ" panose="020B0604030504040204" pitchFamily="50" charset="-128"/>
              </a:rPr>
              <a:t>に設定することで</a:t>
            </a:r>
            <a:r>
              <a:rPr lang="en-US" altLang="ja-JP" sz="1400" kern="0" dirty="0">
                <a:solidFill>
                  <a:schemeClr val="bg2"/>
                </a:solidFill>
                <a:latin typeface="メイリオ" panose="020B0604030504040204" pitchFamily="50" charset="-128"/>
                <a:ea typeface="メイリオ" panose="020B0604030504040204" pitchFamily="50" charset="-128"/>
              </a:rPr>
              <a:t>HTTPS</a:t>
            </a:r>
            <a:r>
              <a:rPr lang="ja-JP" altLang="en-US" sz="1400" kern="0" dirty="0">
                <a:solidFill>
                  <a:schemeClr val="bg2"/>
                </a:solidFill>
                <a:latin typeface="メイリオ" panose="020B0604030504040204" pitchFamily="50" charset="-128"/>
                <a:ea typeface="メイリオ" panose="020B0604030504040204" pitchFamily="50" charset="-128"/>
              </a:rPr>
              <a:t>または</a:t>
            </a:r>
            <a:r>
              <a:rPr lang="en-US" altLang="ja-JP" sz="1400" kern="0" dirty="0">
                <a:solidFill>
                  <a:schemeClr val="bg2"/>
                </a:solidFill>
                <a:latin typeface="メイリオ" panose="020B0604030504040204" pitchFamily="50" charset="-128"/>
                <a:ea typeface="メイリオ" panose="020B0604030504040204" pitchFamily="50" charset="-128"/>
              </a:rPr>
              <a:t>TLS</a:t>
            </a:r>
            <a:r>
              <a:rPr lang="ja-JP" altLang="en-US" sz="1400" kern="0" dirty="0">
                <a:solidFill>
                  <a:schemeClr val="bg2"/>
                </a:solidFill>
                <a:latin typeface="メイリオ" panose="020B0604030504040204" pitchFamily="50" charset="-128"/>
                <a:ea typeface="メイリオ" panose="020B0604030504040204" pitchFamily="50" charset="-128"/>
              </a:rPr>
              <a:t>通信を実施することができる。</a:t>
            </a:r>
            <a:endParaRPr lang="en-US" altLang="ja-JP" sz="1400" kern="0" dirty="0">
              <a:solidFill>
                <a:schemeClr val="bg2"/>
              </a:solidFill>
              <a:latin typeface="メイリオ" panose="020B0604030504040204" pitchFamily="50" charset="-128"/>
              <a:ea typeface="メイリオ" panose="020B0604030504040204" pitchFamily="50" charset="-128"/>
            </a:endParaRPr>
          </a:p>
        </p:txBody>
      </p:sp>
      <p:sp>
        <p:nvSpPr>
          <p:cNvPr id="8" name="コンテンツ プレースホルダー 2">
            <a:extLst>
              <a:ext uri="{FF2B5EF4-FFF2-40B4-BE49-F238E27FC236}">
                <a16:creationId xmlns:a16="http://schemas.microsoft.com/office/drawing/2014/main" id="{B9CE554C-7C01-4A0C-8159-809F43AFD52C}"/>
              </a:ext>
            </a:extLst>
          </p:cNvPr>
          <p:cNvSpPr txBox="1">
            <a:spLocks/>
          </p:cNvSpPr>
          <p:nvPr/>
        </p:nvSpPr>
        <p:spPr bwMode="auto">
          <a:xfrm>
            <a:off x="1280592" y="3971946"/>
            <a:ext cx="2232248" cy="859072"/>
          </a:xfrm>
          <a:prstGeom prst="rect">
            <a:avLst/>
          </a:prstGeom>
          <a:solidFill>
            <a:srgbClr val="F0861E"/>
          </a:solidFill>
          <a:ln w="9525">
            <a:no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pPr algn="ctr"/>
            <a:r>
              <a:rPr lang="ja-JP" altLang="en-US" sz="1800" b="1" kern="0" dirty="0">
                <a:solidFill>
                  <a:schemeClr val="bg1"/>
                </a:solidFill>
                <a:latin typeface="メイリオ" panose="020B0604030504040204" pitchFamily="50" charset="-128"/>
                <a:ea typeface="メイリオ" panose="020B0604030504040204" pitchFamily="50" charset="-128"/>
              </a:rPr>
              <a:t>暗号化通信</a:t>
            </a:r>
            <a:endParaRPr lang="en-US" altLang="ja-JP" sz="1800" b="1" kern="0" dirty="0">
              <a:solidFill>
                <a:schemeClr val="bg1"/>
              </a:solidFill>
              <a:latin typeface="メイリオ" panose="020B0604030504040204" pitchFamily="50" charset="-128"/>
              <a:ea typeface="メイリオ" panose="020B0604030504040204" pitchFamily="50" charset="-128"/>
            </a:endParaRPr>
          </a:p>
        </p:txBody>
      </p:sp>
      <p:sp>
        <p:nvSpPr>
          <p:cNvPr id="13" name="コンテンツ プレースホルダー 2">
            <a:extLst>
              <a:ext uri="{FF2B5EF4-FFF2-40B4-BE49-F238E27FC236}">
                <a16:creationId xmlns:a16="http://schemas.microsoft.com/office/drawing/2014/main" id="{A66EB59A-7A65-4641-A482-D21D85CA46A0}"/>
              </a:ext>
            </a:extLst>
          </p:cNvPr>
          <p:cNvSpPr txBox="1">
            <a:spLocks/>
          </p:cNvSpPr>
          <p:nvPr/>
        </p:nvSpPr>
        <p:spPr bwMode="auto">
          <a:xfrm>
            <a:off x="3584848" y="4851607"/>
            <a:ext cx="5040560" cy="859072"/>
          </a:xfrm>
          <a:prstGeom prst="rect">
            <a:avLst/>
          </a:prstGeom>
          <a:solidFill>
            <a:schemeClr val="bg1"/>
          </a:solidFill>
          <a:ln w="9525">
            <a:solidFill>
              <a:srgbClr val="F0861E"/>
            </a:solid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r>
              <a:rPr lang="ja-JP" altLang="en-US" sz="1400" dirty="0">
                <a:latin typeface="メイリオ" panose="020B0604030504040204" pitchFamily="50" charset="-128"/>
                <a:ea typeface="メイリオ" panose="020B0604030504040204" pitchFamily="50" charset="-128"/>
              </a:rPr>
              <a:t>セッションを継続して、同じクライアント端末からのリクエストを継続して同じ</a:t>
            </a:r>
            <a:r>
              <a:rPr lang="en-US" altLang="ja-JP" sz="1400" dirty="0">
                <a:latin typeface="メイリオ" panose="020B0604030504040204" pitchFamily="50" charset="-128"/>
                <a:ea typeface="メイリオ" panose="020B0604030504040204" pitchFamily="50" charset="-128"/>
              </a:rPr>
              <a:t>EC2</a:t>
            </a:r>
            <a:r>
              <a:rPr lang="ja-JP" altLang="en-US" sz="1400" dirty="0">
                <a:latin typeface="メイリオ" panose="020B0604030504040204" pitchFamily="50" charset="-128"/>
                <a:ea typeface="メイリオ" panose="020B0604030504040204" pitchFamily="50" charset="-128"/>
              </a:rPr>
              <a:t>インスタンスに送信する。</a:t>
            </a:r>
            <a:endParaRPr lang="en-US" altLang="ja-JP" sz="1400" kern="0" dirty="0">
              <a:solidFill>
                <a:schemeClr val="bg2"/>
              </a:solidFill>
              <a:latin typeface="メイリオ" panose="020B0604030504040204" pitchFamily="50" charset="-128"/>
              <a:ea typeface="メイリオ" panose="020B0604030504040204" pitchFamily="50" charset="-128"/>
            </a:endParaRPr>
          </a:p>
        </p:txBody>
      </p:sp>
      <p:sp>
        <p:nvSpPr>
          <p:cNvPr id="14" name="コンテンツ プレースホルダー 2">
            <a:extLst>
              <a:ext uri="{FF2B5EF4-FFF2-40B4-BE49-F238E27FC236}">
                <a16:creationId xmlns:a16="http://schemas.microsoft.com/office/drawing/2014/main" id="{EFF3D493-2430-455B-986E-714BBA8B2A96}"/>
              </a:ext>
            </a:extLst>
          </p:cNvPr>
          <p:cNvSpPr txBox="1">
            <a:spLocks/>
          </p:cNvSpPr>
          <p:nvPr/>
        </p:nvSpPr>
        <p:spPr bwMode="auto">
          <a:xfrm>
            <a:off x="1280592" y="4851607"/>
            <a:ext cx="2232248" cy="859072"/>
          </a:xfrm>
          <a:prstGeom prst="rect">
            <a:avLst/>
          </a:prstGeom>
          <a:solidFill>
            <a:srgbClr val="F0861E"/>
          </a:solidFill>
          <a:ln w="9525">
            <a:no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pPr algn="ctr"/>
            <a:r>
              <a:rPr lang="ja-JP" altLang="en-US" sz="1800" b="1" kern="0" dirty="0">
                <a:solidFill>
                  <a:schemeClr val="bg1"/>
                </a:solidFill>
                <a:latin typeface="メイリオ" panose="020B0604030504040204" pitchFamily="50" charset="-128"/>
                <a:ea typeface="メイリオ" panose="020B0604030504040204" pitchFamily="50" charset="-128"/>
              </a:rPr>
              <a:t>スティッキー</a:t>
            </a:r>
            <a:br>
              <a:rPr lang="en-US" altLang="ja-JP" sz="1800" b="1" kern="0" dirty="0">
                <a:solidFill>
                  <a:schemeClr val="bg1"/>
                </a:solidFill>
                <a:latin typeface="メイリオ" panose="020B0604030504040204" pitchFamily="50" charset="-128"/>
                <a:ea typeface="メイリオ" panose="020B0604030504040204" pitchFamily="50" charset="-128"/>
              </a:rPr>
            </a:br>
            <a:r>
              <a:rPr lang="ja-JP" altLang="en-US" sz="1800" b="1" kern="0" dirty="0">
                <a:solidFill>
                  <a:schemeClr val="bg1"/>
                </a:solidFill>
                <a:latin typeface="メイリオ" panose="020B0604030504040204" pitchFamily="50" charset="-128"/>
                <a:ea typeface="メイリオ" panose="020B0604030504040204" pitchFamily="50" charset="-128"/>
              </a:rPr>
              <a:t>セッション</a:t>
            </a:r>
            <a:endParaRPr lang="en-US" altLang="ja-JP" sz="1800" b="1" kern="0" dirty="0">
              <a:solidFill>
                <a:schemeClr val="bg1"/>
              </a:solidFill>
              <a:latin typeface="メイリオ" panose="020B0604030504040204" pitchFamily="50" charset="-128"/>
              <a:ea typeface="メイリオ" panose="020B0604030504040204" pitchFamily="50" charset="-128"/>
            </a:endParaRPr>
          </a:p>
        </p:txBody>
      </p:sp>
      <p:sp>
        <p:nvSpPr>
          <p:cNvPr id="15" name="コンテンツ プレースホルダー 2">
            <a:extLst>
              <a:ext uri="{FF2B5EF4-FFF2-40B4-BE49-F238E27FC236}">
                <a16:creationId xmlns:a16="http://schemas.microsoft.com/office/drawing/2014/main" id="{56F22BB5-AC35-470A-A836-C3DB100D47D4}"/>
              </a:ext>
            </a:extLst>
          </p:cNvPr>
          <p:cNvSpPr txBox="1">
            <a:spLocks/>
          </p:cNvSpPr>
          <p:nvPr/>
        </p:nvSpPr>
        <p:spPr bwMode="auto">
          <a:xfrm>
            <a:off x="3584848" y="5738280"/>
            <a:ext cx="5040560" cy="859072"/>
          </a:xfrm>
          <a:prstGeom prst="rect">
            <a:avLst/>
          </a:prstGeom>
          <a:solidFill>
            <a:schemeClr val="bg1"/>
          </a:solidFill>
          <a:ln w="9525">
            <a:solidFill>
              <a:srgbClr val="F0861E"/>
            </a:solid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pPr marL="0" indent="0">
              <a:buNone/>
            </a:pPr>
            <a:r>
              <a:rPr lang="ja-JP" altLang="en-US" sz="1400" dirty="0">
                <a:latin typeface="メイリオ" panose="020B0604030504040204" pitchFamily="50" charset="-128"/>
                <a:ea typeface="メイリオ" panose="020B0604030504040204" pitchFamily="50" charset="-128"/>
              </a:rPr>
              <a:t>インスタンスに異常が発生した場合に、そのバックエンドインスタンスへの</a:t>
            </a:r>
            <a:r>
              <a:rPr lang="ja-JP" altLang="en-US" sz="1400" b="0" i="0" dirty="0">
                <a:effectLst/>
                <a:latin typeface="メイリオ" panose="020B0604030504040204" pitchFamily="50" charset="-128"/>
                <a:ea typeface="メイリオ" panose="020B0604030504040204" pitchFamily="50" charset="-128"/>
              </a:rPr>
              <a:t>指定した秒数の間は通信が切れずに、処理中のリクエストが終わるまで一定期間待ってくれる</a:t>
            </a:r>
            <a:endParaRPr lang="en-US" altLang="ja-JP" sz="1400" kern="0" dirty="0">
              <a:latin typeface="メイリオ" panose="020B0604030504040204" pitchFamily="50" charset="-128"/>
              <a:ea typeface="メイリオ" panose="020B0604030504040204" pitchFamily="50" charset="-128"/>
            </a:endParaRPr>
          </a:p>
        </p:txBody>
      </p:sp>
      <p:sp>
        <p:nvSpPr>
          <p:cNvPr id="16" name="コンテンツ プレースホルダー 2">
            <a:extLst>
              <a:ext uri="{FF2B5EF4-FFF2-40B4-BE49-F238E27FC236}">
                <a16:creationId xmlns:a16="http://schemas.microsoft.com/office/drawing/2014/main" id="{15B7A8E5-45D3-4B74-9A4D-65DDE0724A5A}"/>
              </a:ext>
            </a:extLst>
          </p:cNvPr>
          <p:cNvSpPr txBox="1">
            <a:spLocks/>
          </p:cNvSpPr>
          <p:nvPr/>
        </p:nvSpPr>
        <p:spPr bwMode="auto">
          <a:xfrm>
            <a:off x="1280592" y="5738280"/>
            <a:ext cx="2232248" cy="859072"/>
          </a:xfrm>
          <a:prstGeom prst="rect">
            <a:avLst/>
          </a:prstGeom>
          <a:solidFill>
            <a:srgbClr val="F0861E"/>
          </a:solidFill>
          <a:ln w="9525">
            <a:no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pPr algn="ctr"/>
            <a:r>
              <a:rPr lang="en-US" altLang="ja-JP" sz="1800" b="1" dirty="0">
                <a:solidFill>
                  <a:schemeClr val="bg1"/>
                </a:solidFill>
                <a:latin typeface="メイリオ" panose="020B0604030504040204" pitchFamily="50" charset="-128"/>
                <a:ea typeface="メイリオ" panose="020B0604030504040204" pitchFamily="50" charset="-128"/>
              </a:rPr>
              <a:t>Connection</a:t>
            </a:r>
            <a:br>
              <a:rPr lang="en-US" altLang="ja-JP" sz="1800" b="1" dirty="0">
                <a:solidFill>
                  <a:schemeClr val="bg1"/>
                </a:solidFill>
                <a:latin typeface="メイリオ" panose="020B0604030504040204" pitchFamily="50" charset="-128"/>
                <a:ea typeface="メイリオ" panose="020B0604030504040204" pitchFamily="50" charset="-128"/>
              </a:rPr>
            </a:br>
            <a:r>
              <a:rPr lang="en-US" altLang="ja-JP" sz="1800" b="1" dirty="0">
                <a:solidFill>
                  <a:schemeClr val="bg1"/>
                </a:solidFill>
                <a:latin typeface="メイリオ" panose="020B0604030504040204" pitchFamily="50" charset="-128"/>
                <a:ea typeface="メイリオ" panose="020B0604030504040204" pitchFamily="50" charset="-128"/>
              </a:rPr>
              <a:t>Draining</a:t>
            </a:r>
            <a:endParaRPr lang="en-US" altLang="ja-JP" sz="1800" b="1" kern="0" dirty="0">
              <a:solidFill>
                <a:schemeClr val="bg1"/>
              </a:solidFill>
              <a:latin typeface="メイリオ" panose="020B0604030504040204" pitchFamily="50" charset="-128"/>
              <a:ea typeface="メイリオ" panose="020B0604030504040204" pitchFamily="50" charset="-128"/>
            </a:endParaRPr>
          </a:p>
        </p:txBody>
      </p:sp>
      <p:sp>
        <p:nvSpPr>
          <p:cNvPr id="2" name="コンテンツ プレースホルダー 2">
            <a:extLst>
              <a:ext uri="{FF2B5EF4-FFF2-40B4-BE49-F238E27FC236}">
                <a16:creationId xmlns:a16="http://schemas.microsoft.com/office/drawing/2014/main" id="{F153C119-66A9-44CD-ADD7-25B5ABEADC30}"/>
              </a:ext>
            </a:extLst>
          </p:cNvPr>
          <p:cNvSpPr txBox="1">
            <a:spLocks/>
          </p:cNvSpPr>
          <p:nvPr/>
        </p:nvSpPr>
        <p:spPr>
          <a:xfrm>
            <a:off x="631222" y="799401"/>
            <a:ext cx="8858282" cy="325343"/>
          </a:xfrm>
          <a:prstGeom prst="rect">
            <a:avLst/>
          </a:prstGeom>
        </p:spPr>
        <p:txBody>
          <a:bodyPr vert="horz" lIns="74295" tIns="37148" rIns="74295" bIns="37148" rtlCol="0">
            <a:noAutofit/>
          </a:bodyPr>
          <a:lstStyle>
            <a:lvl1pPr marL="228600" indent="-228600" algn="l" defTabSz="914400" rtl="0" eaLnBrk="1" latinLnBrk="0" hangingPunct="1">
              <a:lnSpc>
                <a:spcPct val="90000"/>
              </a:lnSpc>
              <a:spcBef>
                <a:spcPts val="1000"/>
              </a:spcBef>
              <a:buFont typeface="Wingdings 2" pitchFamily="18" charset="2"/>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2" pitchFamily="18" charset="2"/>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2" pitchFamily="18" charset="2"/>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5pPr>
            <a:lvl6pPr marL="25146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6pPr>
            <a:lvl7pPr marL="29718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7pPr>
            <a:lvl8pPr marL="34290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8pPr>
            <a:lvl9pPr marL="38862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9pPr>
          </a:lstStyle>
          <a:p>
            <a:pPr marL="0" indent="0">
              <a:buNone/>
            </a:pPr>
            <a:r>
              <a:rPr lang="en-US" altLang="ja-JP" sz="2400" kern="0" dirty="0">
                <a:solidFill>
                  <a:srgbClr val="002060"/>
                </a:solidFill>
                <a:latin typeface="メイリオ" panose="020B0604030504040204" pitchFamily="50" charset="-128"/>
                <a:ea typeface="メイリオ" panose="020B0604030504040204" pitchFamily="50" charset="-128"/>
              </a:rPr>
              <a:t>ELB</a:t>
            </a:r>
            <a:r>
              <a:rPr lang="ja-JP" altLang="en-US" sz="2400" kern="0" dirty="0">
                <a:solidFill>
                  <a:srgbClr val="002060"/>
                </a:solidFill>
                <a:latin typeface="メイリオ" panose="020B0604030504040204" pitchFamily="50" charset="-128"/>
                <a:ea typeface="メイリオ" panose="020B0604030504040204" pitchFamily="50" charset="-128"/>
              </a:rPr>
              <a:t>のロードバランシングの際に様々な機能を利用</a:t>
            </a:r>
            <a:endParaRPr lang="en-US" altLang="ja-JP" sz="2400" kern="0" dirty="0">
              <a:solidFill>
                <a:srgbClr val="002060"/>
              </a:solidFill>
              <a:latin typeface="メイリオ" panose="020B0604030504040204" pitchFamily="50" charset="-128"/>
              <a:ea typeface="メイリオ" panose="020B0604030504040204" pitchFamily="50" charset="-128"/>
            </a:endParaRPr>
          </a:p>
        </p:txBody>
      </p:sp>
      <p:sp>
        <p:nvSpPr>
          <p:cNvPr id="20" name="コンテンツ プレースホルダー 2">
            <a:extLst>
              <a:ext uri="{FF2B5EF4-FFF2-40B4-BE49-F238E27FC236}">
                <a16:creationId xmlns:a16="http://schemas.microsoft.com/office/drawing/2014/main" id="{7EACA7DF-8226-4F51-B516-AB578C202185}"/>
              </a:ext>
            </a:extLst>
          </p:cNvPr>
          <p:cNvSpPr txBox="1">
            <a:spLocks/>
          </p:cNvSpPr>
          <p:nvPr/>
        </p:nvSpPr>
        <p:spPr bwMode="auto">
          <a:xfrm>
            <a:off x="3584848" y="3090916"/>
            <a:ext cx="5040560" cy="859072"/>
          </a:xfrm>
          <a:prstGeom prst="rect">
            <a:avLst/>
          </a:prstGeom>
          <a:solidFill>
            <a:schemeClr val="bg1"/>
          </a:solidFill>
          <a:ln w="9525">
            <a:solidFill>
              <a:srgbClr val="F0861E"/>
            </a:solid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pPr marL="0" indent="0">
              <a:buNone/>
            </a:pPr>
            <a:r>
              <a:rPr lang="en-US" altLang="ja-JP" sz="1400" dirty="0">
                <a:solidFill>
                  <a:schemeClr val="bg2"/>
                </a:solidFill>
                <a:latin typeface="メイリオ" panose="020B0604030504040204" pitchFamily="50" charset="-128"/>
                <a:ea typeface="メイリオ" panose="020B0604030504040204" pitchFamily="50" charset="-128"/>
              </a:rPr>
              <a:t>ELB</a:t>
            </a:r>
            <a:r>
              <a:rPr lang="ja-JP" altLang="en-US" sz="1400" dirty="0">
                <a:solidFill>
                  <a:schemeClr val="bg2"/>
                </a:solidFill>
                <a:latin typeface="メイリオ" panose="020B0604030504040204" pitchFamily="50" charset="-128"/>
                <a:ea typeface="メイリオ" panose="020B0604030504040204" pitchFamily="50" charset="-128"/>
              </a:rPr>
              <a:t>はリスナー設定によって、通信するプロトコルタイプや通信ルールを設定することができる。</a:t>
            </a:r>
            <a:endParaRPr lang="en-US" altLang="ja-JP" sz="1400" kern="0" dirty="0">
              <a:solidFill>
                <a:schemeClr val="bg2"/>
              </a:solidFill>
              <a:latin typeface="メイリオ" panose="020B0604030504040204" pitchFamily="50" charset="-128"/>
              <a:ea typeface="メイリオ" panose="020B0604030504040204" pitchFamily="50" charset="-128"/>
            </a:endParaRPr>
          </a:p>
        </p:txBody>
      </p:sp>
      <p:sp>
        <p:nvSpPr>
          <p:cNvPr id="21" name="コンテンツ プレースホルダー 2">
            <a:extLst>
              <a:ext uri="{FF2B5EF4-FFF2-40B4-BE49-F238E27FC236}">
                <a16:creationId xmlns:a16="http://schemas.microsoft.com/office/drawing/2014/main" id="{82EB2E55-B2C7-4399-8A26-C04D542EF549}"/>
              </a:ext>
            </a:extLst>
          </p:cNvPr>
          <p:cNvSpPr txBox="1">
            <a:spLocks/>
          </p:cNvSpPr>
          <p:nvPr/>
        </p:nvSpPr>
        <p:spPr bwMode="auto">
          <a:xfrm>
            <a:off x="1280592" y="3090916"/>
            <a:ext cx="2232248" cy="859072"/>
          </a:xfrm>
          <a:prstGeom prst="rect">
            <a:avLst/>
          </a:prstGeom>
          <a:solidFill>
            <a:srgbClr val="F0861E"/>
          </a:solidFill>
          <a:ln w="9525">
            <a:no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pPr algn="ctr"/>
            <a:r>
              <a:rPr lang="ja-JP" altLang="en-US" sz="1800" b="1" dirty="0">
                <a:solidFill>
                  <a:schemeClr val="bg1"/>
                </a:solidFill>
                <a:latin typeface="メイリオ" panose="020B0604030504040204" pitchFamily="50" charset="-128"/>
                <a:ea typeface="メイリオ" panose="020B0604030504040204" pitchFamily="50" charset="-128"/>
              </a:rPr>
              <a:t>リスナー設定</a:t>
            </a:r>
            <a:endParaRPr lang="en-US" altLang="ja-JP" sz="1800" b="1" kern="0" dirty="0">
              <a:solidFill>
                <a:schemeClr val="bg1"/>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484566683"/>
      </p:ext>
    </p:extLst>
  </p:cSld>
  <p:clrMapOvr>
    <a:masterClrMapping/>
  </p:clrMapOvr>
  <mc:AlternateContent xmlns:mc="http://schemas.openxmlformats.org/markup-compatibility/2006" xmlns:p14="http://schemas.microsoft.com/office/powerpoint/2010/main">
    <mc:Choice Requires="p14">
      <p:transition spd="slow" p14:dur="2000" advTm="16848"/>
    </mc:Choice>
    <mc:Fallback xmlns="">
      <p:transition spd="slow" advTm="16848"/>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タイトル 1">
            <a:extLst>
              <a:ext uri="{FF2B5EF4-FFF2-40B4-BE49-F238E27FC236}">
                <a16:creationId xmlns:a16="http://schemas.microsoft.com/office/drawing/2014/main" id="{48F80BE1-D063-4240-BFC7-C8D243720250}"/>
              </a:ext>
            </a:extLst>
          </p:cNvPr>
          <p:cNvSpPr txBox="1">
            <a:spLocks/>
          </p:cNvSpPr>
          <p:nvPr/>
        </p:nvSpPr>
        <p:spPr bwMode="auto">
          <a:xfrm>
            <a:off x="631222" y="201863"/>
            <a:ext cx="8642258" cy="50208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rtl="0" fontAlgn="base">
              <a:lnSpc>
                <a:spcPct val="90000"/>
              </a:lnSpc>
              <a:spcBef>
                <a:spcPct val="0"/>
              </a:spcBef>
              <a:spcAft>
                <a:spcPct val="0"/>
              </a:spcAft>
              <a:defRPr kumimoji="1" sz="2000">
                <a:solidFill>
                  <a:schemeClr val="tx2"/>
                </a:solidFill>
                <a:latin typeface="游明朝" panose="02020400000000000000" pitchFamily="18" charset="-128"/>
                <a:ea typeface="游明朝" panose="02020400000000000000" pitchFamily="18" charset="-128"/>
                <a:cs typeface="+mj-cs"/>
              </a:defRPr>
            </a:lvl1pPr>
            <a:lvl2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2pPr>
            <a:lvl3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3pPr>
            <a:lvl4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4pPr>
            <a:lvl5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5pPr>
            <a:lvl6pPr marL="4572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6pPr>
            <a:lvl7pPr marL="9144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7pPr>
            <a:lvl8pPr marL="13716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8pPr>
            <a:lvl9pPr marL="18288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9pPr>
          </a:lstStyle>
          <a:p>
            <a:pPr algn="l">
              <a:lnSpc>
                <a:spcPct val="100000"/>
              </a:lnSpc>
            </a:pPr>
            <a:r>
              <a:rPr lang="ja-JP" altLang="en-US" sz="3000" dirty="0">
                <a:latin typeface="メイリオ" panose="020B0604030504040204" pitchFamily="50" charset="-128"/>
                <a:ea typeface="メイリオ" panose="020B0604030504040204" pitchFamily="50" charset="-128"/>
              </a:rPr>
              <a:t>ヘルスチェックの設定</a:t>
            </a:r>
            <a:endParaRPr lang="en-US" altLang="ja-JP" sz="3000" dirty="0">
              <a:solidFill>
                <a:schemeClr val="tx1"/>
              </a:solidFill>
              <a:latin typeface="メイリオ" panose="020B0604030504040204" pitchFamily="50" charset="-128"/>
              <a:ea typeface="メイリオ" panose="020B0604030504040204" pitchFamily="50" charset="-128"/>
            </a:endParaRPr>
          </a:p>
        </p:txBody>
      </p:sp>
      <p:sp>
        <p:nvSpPr>
          <p:cNvPr id="5" name="コンテンツ プレースホルダー 2">
            <a:extLst>
              <a:ext uri="{FF2B5EF4-FFF2-40B4-BE49-F238E27FC236}">
                <a16:creationId xmlns:a16="http://schemas.microsoft.com/office/drawing/2014/main" id="{4223C7E6-23C7-4433-B315-D26905B0474C}"/>
              </a:ext>
            </a:extLst>
          </p:cNvPr>
          <p:cNvSpPr txBox="1">
            <a:spLocks/>
          </p:cNvSpPr>
          <p:nvPr/>
        </p:nvSpPr>
        <p:spPr>
          <a:xfrm>
            <a:off x="631222" y="799401"/>
            <a:ext cx="8858282" cy="325343"/>
          </a:xfrm>
          <a:prstGeom prst="rect">
            <a:avLst/>
          </a:prstGeom>
        </p:spPr>
        <p:txBody>
          <a:bodyPr vert="horz" lIns="74295" tIns="37148" rIns="74295" bIns="37148" rtlCol="0">
            <a:noAutofit/>
          </a:bodyPr>
          <a:lstStyle>
            <a:lvl1pPr marL="228600" indent="-228600" algn="l" defTabSz="914400" rtl="0" eaLnBrk="1" latinLnBrk="0" hangingPunct="1">
              <a:lnSpc>
                <a:spcPct val="90000"/>
              </a:lnSpc>
              <a:spcBef>
                <a:spcPts val="1000"/>
              </a:spcBef>
              <a:buFont typeface="Wingdings 2" pitchFamily="18" charset="2"/>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2" pitchFamily="18" charset="2"/>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2" pitchFamily="18" charset="2"/>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5pPr>
            <a:lvl6pPr marL="25146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6pPr>
            <a:lvl7pPr marL="29718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7pPr>
            <a:lvl8pPr marL="34290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8pPr>
            <a:lvl9pPr marL="38862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9pPr>
          </a:lstStyle>
          <a:p>
            <a:pPr marL="0" indent="0">
              <a:buNone/>
            </a:pPr>
            <a:r>
              <a:rPr lang="en-US" altLang="ja-JP" sz="2400" dirty="0">
                <a:solidFill>
                  <a:srgbClr val="002060"/>
                </a:solidFill>
                <a:latin typeface="メイリオ" panose="020B0604030504040204" pitchFamily="50" charset="-128"/>
                <a:ea typeface="メイリオ" panose="020B0604030504040204" pitchFamily="50" charset="-128"/>
              </a:rPr>
              <a:t>EC2</a:t>
            </a:r>
            <a:r>
              <a:rPr lang="ja-JP" altLang="en-US" sz="2400" dirty="0">
                <a:solidFill>
                  <a:srgbClr val="002060"/>
                </a:solidFill>
                <a:latin typeface="メイリオ" panose="020B0604030504040204" pitchFamily="50" charset="-128"/>
                <a:ea typeface="メイリオ" panose="020B0604030504040204" pitchFamily="50" charset="-128"/>
              </a:rPr>
              <a:t>インスタンスの正常</a:t>
            </a:r>
            <a:r>
              <a:rPr lang="en-US" altLang="ja-JP" sz="2400" dirty="0">
                <a:solidFill>
                  <a:srgbClr val="002060"/>
                </a:solidFill>
                <a:latin typeface="メイリオ" panose="020B0604030504040204" pitchFamily="50" charset="-128"/>
                <a:ea typeface="メイリオ" panose="020B0604030504040204" pitchFamily="50" charset="-128"/>
              </a:rPr>
              <a:t>/</a:t>
            </a:r>
            <a:r>
              <a:rPr lang="ja-JP" altLang="en-US" sz="2400" dirty="0">
                <a:solidFill>
                  <a:srgbClr val="002060"/>
                </a:solidFill>
                <a:latin typeface="メイリオ" panose="020B0604030504040204" pitchFamily="50" charset="-128"/>
                <a:ea typeface="メイリオ" panose="020B0604030504040204" pitchFamily="50" charset="-128"/>
              </a:rPr>
              <a:t>異常をチェックする機能。これにより、正常なインスタンスのトラフィックを振り分ける。</a:t>
            </a:r>
            <a:endParaRPr lang="en-US" altLang="ja-JP" sz="2400" kern="0" dirty="0">
              <a:solidFill>
                <a:srgbClr val="002060"/>
              </a:solidFill>
              <a:latin typeface="メイリオ" panose="020B0604030504040204" pitchFamily="50" charset="-128"/>
              <a:ea typeface="メイリオ" panose="020B0604030504040204" pitchFamily="50" charset="-128"/>
            </a:endParaRPr>
          </a:p>
        </p:txBody>
      </p:sp>
      <p:sp>
        <p:nvSpPr>
          <p:cNvPr id="9" name="正方形/長方形 8">
            <a:extLst>
              <a:ext uri="{FF2B5EF4-FFF2-40B4-BE49-F238E27FC236}">
                <a16:creationId xmlns:a16="http://schemas.microsoft.com/office/drawing/2014/main" id="{496C5562-8A02-46F3-A8F5-3D1A7AF684A1}"/>
              </a:ext>
            </a:extLst>
          </p:cNvPr>
          <p:cNvSpPr/>
          <p:nvPr/>
        </p:nvSpPr>
        <p:spPr>
          <a:xfrm>
            <a:off x="848544" y="1901385"/>
            <a:ext cx="4953000" cy="338554"/>
          </a:xfrm>
          <a:prstGeom prst="rect">
            <a:avLst/>
          </a:prstGeom>
        </p:spPr>
        <p:txBody>
          <a:bodyPr>
            <a:spAutoFit/>
          </a:bodyPr>
          <a:lstStyle/>
          <a:p>
            <a:endParaRPr lang="ja-JP" altLang="en-US" dirty="0"/>
          </a:p>
        </p:txBody>
      </p:sp>
      <p:sp>
        <p:nvSpPr>
          <p:cNvPr id="10" name="正方形/長方形 9">
            <a:extLst>
              <a:ext uri="{FF2B5EF4-FFF2-40B4-BE49-F238E27FC236}">
                <a16:creationId xmlns:a16="http://schemas.microsoft.com/office/drawing/2014/main" id="{0B9C5E2B-DB87-48BE-9A12-62BBA19E1221}"/>
              </a:ext>
            </a:extLst>
          </p:cNvPr>
          <p:cNvSpPr/>
          <p:nvPr/>
        </p:nvSpPr>
        <p:spPr>
          <a:xfrm>
            <a:off x="4536504" y="1859340"/>
            <a:ext cx="4953000" cy="338554"/>
          </a:xfrm>
          <a:prstGeom prst="rect">
            <a:avLst/>
          </a:prstGeom>
        </p:spPr>
        <p:txBody>
          <a:bodyPr>
            <a:spAutoFit/>
          </a:bodyPr>
          <a:lstStyle/>
          <a:p>
            <a:endParaRPr lang="ja-JP" altLang="en-US" dirty="0"/>
          </a:p>
        </p:txBody>
      </p:sp>
      <p:sp>
        <p:nvSpPr>
          <p:cNvPr id="2" name="コンテンツ プレースホルダー 2">
            <a:extLst>
              <a:ext uri="{FF2B5EF4-FFF2-40B4-BE49-F238E27FC236}">
                <a16:creationId xmlns:a16="http://schemas.microsoft.com/office/drawing/2014/main" id="{FDA280B4-D89F-437B-DC98-C3508A0B4FD1}"/>
              </a:ext>
            </a:extLst>
          </p:cNvPr>
          <p:cNvSpPr txBox="1">
            <a:spLocks/>
          </p:cNvSpPr>
          <p:nvPr/>
        </p:nvSpPr>
        <p:spPr bwMode="auto">
          <a:xfrm>
            <a:off x="560512" y="1958930"/>
            <a:ext cx="4358240" cy="4134366"/>
          </a:xfrm>
          <a:prstGeom prst="rect">
            <a:avLst/>
          </a:prstGeom>
          <a:solidFill>
            <a:schemeClr val="bg1"/>
          </a:solidFill>
          <a:ln w="9525">
            <a:solidFill>
              <a:srgbClr val="F0861E"/>
            </a:solidFill>
            <a:miter lim="800000"/>
            <a:headEnd/>
            <a:tailEnd/>
          </a:ln>
          <a:effectLst/>
        </p:spPr>
        <p:txBody>
          <a:bodyPr vert="horz" wrap="square" lIns="91440" tIns="45720" rIns="91440" bIns="45720" numCol="1" anchor="t"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r>
              <a:rPr lang="ja-JP" altLang="en-US" sz="1800" kern="0" dirty="0">
                <a:solidFill>
                  <a:schemeClr val="bg2"/>
                </a:solidFill>
                <a:latin typeface="メイリオ" panose="020B0604030504040204" pitchFamily="50" charset="-128"/>
                <a:ea typeface="メイリオ" panose="020B0604030504040204" pitchFamily="50" charset="-128"/>
              </a:rPr>
              <a:t>ヘルスチェックによる正常なインスタンスへのトラフィック分散</a:t>
            </a:r>
            <a:endParaRPr lang="en-US" altLang="ja-JP" sz="1800" kern="0" dirty="0">
              <a:solidFill>
                <a:schemeClr val="bg2"/>
              </a:solidFill>
              <a:latin typeface="メイリオ" panose="020B0604030504040204" pitchFamily="50" charset="-128"/>
              <a:ea typeface="メイリオ" panose="020B0604030504040204" pitchFamily="50" charset="-128"/>
            </a:endParaRPr>
          </a:p>
        </p:txBody>
      </p:sp>
      <p:pic>
        <p:nvPicPr>
          <p:cNvPr id="3" name="図 2" descr="音楽 が含まれている画像&#10;&#10;自動的に生成された説明">
            <a:extLst>
              <a:ext uri="{FF2B5EF4-FFF2-40B4-BE49-F238E27FC236}">
                <a16:creationId xmlns:a16="http://schemas.microsoft.com/office/drawing/2014/main" id="{DC97ED8A-A51F-9954-4506-41F60EF7C69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25800" y="3756048"/>
            <a:ext cx="702078" cy="842494"/>
          </a:xfrm>
          <a:prstGeom prst="rect">
            <a:avLst/>
          </a:prstGeom>
        </p:spPr>
      </p:pic>
      <p:pic>
        <p:nvPicPr>
          <p:cNvPr id="4" name="図 3" descr="音楽 が含まれている画像&#10;&#10;自動的に生成された説明">
            <a:extLst>
              <a:ext uri="{FF2B5EF4-FFF2-40B4-BE49-F238E27FC236}">
                <a16:creationId xmlns:a16="http://schemas.microsoft.com/office/drawing/2014/main" id="{7C2595D8-D51A-4F01-A5CD-E28E6E540F9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46831" y="4564982"/>
            <a:ext cx="714058" cy="856869"/>
          </a:xfrm>
          <a:prstGeom prst="rect">
            <a:avLst/>
          </a:prstGeom>
        </p:spPr>
      </p:pic>
      <p:sp>
        <p:nvSpPr>
          <p:cNvPr id="6" name="テキスト ボックス 5">
            <a:extLst>
              <a:ext uri="{FF2B5EF4-FFF2-40B4-BE49-F238E27FC236}">
                <a16:creationId xmlns:a16="http://schemas.microsoft.com/office/drawing/2014/main" id="{FB8BC1C8-892B-DA53-5A07-5E1BC3A0ED03}"/>
              </a:ext>
            </a:extLst>
          </p:cNvPr>
          <p:cNvSpPr txBox="1"/>
          <p:nvPr/>
        </p:nvSpPr>
        <p:spPr>
          <a:xfrm>
            <a:off x="1215029" y="5401103"/>
            <a:ext cx="577402" cy="338554"/>
          </a:xfrm>
          <a:prstGeom prst="rect">
            <a:avLst/>
          </a:prstGeom>
          <a:noFill/>
        </p:spPr>
        <p:txBody>
          <a:bodyPr wrap="none" rtlCol="0">
            <a:spAutoFit/>
          </a:bodyPr>
          <a:lstStyle/>
          <a:p>
            <a:pPr algn="ctr"/>
            <a:r>
              <a:rPr kumimoji="1" lang="en-US" altLang="ja-JP" dirty="0">
                <a:latin typeface="メイリオ" panose="020B0604030504040204" pitchFamily="50" charset="-128"/>
                <a:ea typeface="メイリオ" panose="020B0604030504040204" pitchFamily="50" charset="-128"/>
              </a:rPr>
              <a:t>EC2</a:t>
            </a:r>
          </a:p>
        </p:txBody>
      </p:sp>
      <p:sp>
        <p:nvSpPr>
          <p:cNvPr id="7" name="テキスト ボックス 6">
            <a:extLst>
              <a:ext uri="{FF2B5EF4-FFF2-40B4-BE49-F238E27FC236}">
                <a16:creationId xmlns:a16="http://schemas.microsoft.com/office/drawing/2014/main" id="{67F9B79C-EC2C-EE15-94D3-C6B1A90B3E93}"/>
              </a:ext>
            </a:extLst>
          </p:cNvPr>
          <p:cNvSpPr txBox="1"/>
          <p:nvPr/>
        </p:nvSpPr>
        <p:spPr>
          <a:xfrm>
            <a:off x="2352765" y="4578305"/>
            <a:ext cx="562975" cy="338554"/>
          </a:xfrm>
          <a:prstGeom prst="rect">
            <a:avLst/>
          </a:prstGeom>
          <a:noFill/>
        </p:spPr>
        <p:txBody>
          <a:bodyPr wrap="none" rtlCol="0">
            <a:spAutoFit/>
          </a:bodyPr>
          <a:lstStyle/>
          <a:p>
            <a:pPr algn="ctr"/>
            <a:r>
              <a:rPr kumimoji="1" lang="en-US" altLang="ja-JP" dirty="0">
                <a:latin typeface="メイリオ" panose="020B0604030504040204" pitchFamily="50" charset="-128"/>
                <a:ea typeface="メイリオ" panose="020B0604030504040204" pitchFamily="50" charset="-128"/>
              </a:rPr>
              <a:t>ELB</a:t>
            </a:r>
          </a:p>
        </p:txBody>
      </p:sp>
      <p:pic>
        <p:nvPicPr>
          <p:cNvPr id="8" name="図 7" descr="音楽 が含まれている画像&#10;&#10;自動的に生成された説明">
            <a:extLst>
              <a:ext uri="{FF2B5EF4-FFF2-40B4-BE49-F238E27FC236}">
                <a16:creationId xmlns:a16="http://schemas.microsoft.com/office/drawing/2014/main" id="{12EF06A5-B76A-4661-45A1-CDDD78A7132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333912" y="4564982"/>
            <a:ext cx="714058" cy="856869"/>
          </a:xfrm>
          <a:prstGeom prst="rect">
            <a:avLst/>
          </a:prstGeom>
        </p:spPr>
      </p:pic>
      <p:sp>
        <p:nvSpPr>
          <p:cNvPr id="11" name="テキスト ボックス 10">
            <a:extLst>
              <a:ext uri="{FF2B5EF4-FFF2-40B4-BE49-F238E27FC236}">
                <a16:creationId xmlns:a16="http://schemas.microsoft.com/office/drawing/2014/main" id="{B0D5B3CB-CC6E-E9A0-68A7-499808A29555}"/>
              </a:ext>
            </a:extLst>
          </p:cNvPr>
          <p:cNvSpPr txBox="1"/>
          <p:nvPr/>
        </p:nvSpPr>
        <p:spPr>
          <a:xfrm>
            <a:off x="3402110" y="5401103"/>
            <a:ext cx="577402" cy="338554"/>
          </a:xfrm>
          <a:prstGeom prst="rect">
            <a:avLst/>
          </a:prstGeom>
          <a:noFill/>
        </p:spPr>
        <p:txBody>
          <a:bodyPr wrap="none" rtlCol="0">
            <a:spAutoFit/>
          </a:bodyPr>
          <a:lstStyle/>
          <a:p>
            <a:pPr algn="ctr"/>
            <a:r>
              <a:rPr kumimoji="1" lang="en-US" altLang="ja-JP" dirty="0">
                <a:latin typeface="メイリオ" panose="020B0604030504040204" pitchFamily="50" charset="-128"/>
                <a:ea typeface="メイリオ" panose="020B0604030504040204" pitchFamily="50" charset="-128"/>
              </a:rPr>
              <a:t>EC2</a:t>
            </a:r>
          </a:p>
        </p:txBody>
      </p:sp>
      <p:cxnSp>
        <p:nvCxnSpPr>
          <p:cNvPr id="12" name="直線コネクタ 11">
            <a:extLst>
              <a:ext uri="{FF2B5EF4-FFF2-40B4-BE49-F238E27FC236}">
                <a16:creationId xmlns:a16="http://schemas.microsoft.com/office/drawing/2014/main" id="{2E375FAD-C32B-8521-B568-6A52484E8973}"/>
              </a:ext>
            </a:extLst>
          </p:cNvPr>
          <p:cNvCxnSpPr>
            <a:cxnSpLocks/>
            <a:stCxn id="4" idx="0"/>
            <a:endCxn id="3" idx="1"/>
          </p:cNvCxnSpPr>
          <p:nvPr/>
        </p:nvCxnSpPr>
        <p:spPr bwMode="auto">
          <a:xfrm flipV="1">
            <a:off x="1503860" y="4177295"/>
            <a:ext cx="821940" cy="387687"/>
          </a:xfrm>
          <a:prstGeom prst="line">
            <a:avLst/>
          </a:prstGeom>
          <a:noFill/>
          <a:ln w="31750" cap="flat" cmpd="sng" algn="ctr">
            <a:solidFill>
              <a:srgbClr val="FF0000"/>
            </a:solidFill>
            <a:prstDash val="solid"/>
            <a:round/>
            <a:headEnd type="none" w="med" len="med"/>
            <a:tailEnd type="none" w="med" len="med"/>
          </a:ln>
          <a:effectLst/>
        </p:spPr>
      </p:cxnSp>
      <p:cxnSp>
        <p:nvCxnSpPr>
          <p:cNvPr id="13" name="直線コネクタ 12">
            <a:extLst>
              <a:ext uri="{FF2B5EF4-FFF2-40B4-BE49-F238E27FC236}">
                <a16:creationId xmlns:a16="http://schemas.microsoft.com/office/drawing/2014/main" id="{23F80C02-E675-7B96-98A5-5ACDB3934D74}"/>
              </a:ext>
            </a:extLst>
          </p:cNvPr>
          <p:cNvCxnSpPr>
            <a:cxnSpLocks/>
            <a:stCxn id="8" idx="0"/>
            <a:endCxn id="3" idx="3"/>
          </p:cNvCxnSpPr>
          <p:nvPr/>
        </p:nvCxnSpPr>
        <p:spPr bwMode="auto">
          <a:xfrm flipH="1" flipV="1">
            <a:off x="3027878" y="4177295"/>
            <a:ext cx="663063" cy="387687"/>
          </a:xfrm>
          <a:prstGeom prst="line">
            <a:avLst/>
          </a:prstGeom>
          <a:noFill/>
          <a:ln w="31750" cap="flat" cmpd="sng" algn="ctr">
            <a:solidFill>
              <a:srgbClr val="FF0000"/>
            </a:solidFill>
            <a:prstDash val="solid"/>
            <a:round/>
            <a:headEnd type="none" w="med" len="med"/>
            <a:tailEnd type="none" w="med" len="med"/>
          </a:ln>
          <a:effectLst/>
        </p:spPr>
      </p:cxnSp>
      <p:sp>
        <p:nvSpPr>
          <p:cNvPr id="14" name="テキスト ボックス 13">
            <a:extLst>
              <a:ext uri="{FF2B5EF4-FFF2-40B4-BE49-F238E27FC236}">
                <a16:creationId xmlns:a16="http://schemas.microsoft.com/office/drawing/2014/main" id="{1B6C0E0A-75E8-155D-A870-DB210FEBFF0F}"/>
              </a:ext>
            </a:extLst>
          </p:cNvPr>
          <p:cNvSpPr txBox="1"/>
          <p:nvPr/>
        </p:nvSpPr>
        <p:spPr>
          <a:xfrm>
            <a:off x="3055958" y="4032585"/>
            <a:ext cx="1415772" cy="338554"/>
          </a:xfrm>
          <a:prstGeom prst="rect">
            <a:avLst/>
          </a:prstGeom>
          <a:noFill/>
        </p:spPr>
        <p:txBody>
          <a:bodyPr wrap="none" rtlCol="0">
            <a:spAutoFit/>
          </a:bodyPr>
          <a:lstStyle/>
          <a:p>
            <a:pPr algn="ctr"/>
            <a:r>
              <a:rPr kumimoji="1" lang="ja-JP" altLang="en-US" dirty="0">
                <a:latin typeface="メイリオ" panose="020B0604030504040204" pitchFamily="50" charset="-128"/>
                <a:ea typeface="メイリオ" panose="020B0604030504040204" pitchFamily="50" charset="-128"/>
              </a:rPr>
              <a:t>こちらに集中</a:t>
            </a:r>
            <a:endParaRPr kumimoji="1" lang="en-US" altLang="ja-JP" dirty="0">
              <a:latin typeface="メイリオ" panose="020B0604030504040204" pitchFamily="50" charset="-128"/>
              <a:ea typeface="メイリオ" panose="020B0604030504040204" pitchFamily="50" charset="-128"/>
            </a:endParaRPr>
          </a:p>
        </p:txBody>
      </p:sp>
      <p:sp>
        <p:nvSpPr>
          <p:cNvPr id="15" name="乗算記号 14">
            <a:extLst>
              <a:ext uri="{FF2B5EF4-FFF2-40B4-BE49-F238E27FC236}">
                <a16:creationId xmlns:a16="http://schemas.microsoft.com/office/drawing/2014/main" id="{E9146DC5-D4E6-9AA1-9F0E-C248B4EAC188}"/>
              </a:ext>
            </a:extLst>
          </p:cNvPr>
          <p:cNvSpPr/>
          <p:nvPr/>
        </p:nvSpPr>
        <p:spPr bwMode="auto">
          <a:xfrm>
            <a:off x="1037220" y="4461518"/>
            <a:ext cx="936104" cy="935088"/>
          </a:xfrm>
          <a:prstGeom prst="mathMultiply">
            <a:avLst/>
          </a:prstGeom>
          <a:solidFill>
            <a:srgbClr val="FF0000"/>
          </a:solidFill>
          <a:ln w="12700" cap="flat" cmpd="sng" algn="ctr">
            <a:no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ja-JP" altLang="en-US" sz="1600" b="0" i="0" u="none" strike="noStrike" cap="none" normalizeH="0" baseline="0">
              <a:ln>
                <a:noFill/>
              </a:ln>
              <a:solidFill>
                <a:schemeClr val="tx1"/>
              </a:solidFill>
              <a:effectLst/>
              <a:latin typeface="ＭＳ Ｐゴシック" pitchFamily="50" charset="-128"/>
              <a:ea typeface="ＭＳ Ｐゴシック" pitchFamily="50" charset="-128"/>
            </a:endParaRPr>
          </a:p>
        </p:txBody>
      </p:sp>
    </p:spTree>
    <p:extLst>
      <p:ext uri="{BB962C8B-B14F-4D97-AF65-F5344CB8AC3E}">
        <p14:creationId xmlns:p14="http://schemas.microsoft.com/office/powerpoint/2010/main" val="4212949721"/>
      </p:ext>
    </p:extLst>
  </p:cSld>
  <p:clrMapOvr>
    <a:masterClrMapping/>
  </p:clrMapOvr>
  <mc:AlternateContent xmlns:mc="http://schemas.openxmlformats.org/markup-compatibility/2006" xmlns:p14="http://schemas.microsoft.com/office/powerpoint/2010/main">
    <mc:Choice Requires="p14">
      <p:transition spd="slow" p14:dur="2000" advTm="17637"/>
    </mc:Choice>
    <mc:Fallback xmlns="">
      <p:transition spd="slow" advTm="17637"/>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コンテンツ プレースホルダー 2">
            <a:extLst>
              <a:ext uri="{FF2B5EF4-FFF2-40B4-BE49-F238E27FC236}">
                <a16:creationId xmlns:a16="http://schemas.microsoft.com/office/drawing/2014/main" id="{16B8B702-EBF3-2D10-BBF4-388E53A18805}"/>
              </a:ext>
            </a:extLst>
          </p:cNvPr>
          <p:cNvSpPr txBox="1">
            <a:spLocks/>
          </p:cNvSpPr>
          <p:nvPr/>
        </p:nvSpPr>
        <p:spPr bwMode="auto">
          <a:xfrm>
            <a:off x="5095447" y="1958930"/>
            <a:ext cx="4358240" cy="4134366"/>
          </a:xfrm>
          <a:prstGeom prst="rect">
            <a:avLst/>
          </a:prstGeom>
          <a:solidFill>
            <a:schemeClr val="bg1"/>
          </a:solidFill>
          <a:ln w="9525">
            <a:solidFill>
              <a:srgbClr val="F0861E"/>
            </a:solidFill>
            <a:miter lim="800000"/>
            <a:headEnd/>
            <a:tailEnd/>
          </a:ln>
          <a:effectLst/>
        </p:spPr>
        <p:txBody>
          <a:bodyPr vert="horz" wrap="square" lIns="91440" tIns="45720" rIns="91440" bIns="45720" numCol="1" anchor="t"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r>
              <a:rPr lang="ja-JP" altLang="en-US" sz="1800" kern="0" dirty="0">
                <a:solidFill>
                  <a:schemeClr val="bg2"/>
                </a:solidFill>
                <a:latin typeface="メイリオ" panose="020B0604030504040204" pitchFamily="50" charset="-128"/>
                <a:ea typeface="メイリオ" panose="020B0604030504040204" pitchFamily="50" charset="-128"/>
              </a:rPr>
              <a:t>ヘルスチェックを</a:t>
            </a:r>
            <a:r>
              <a:rPr lang="en-US" altLang="ja-JP" sz="1800" kern="0" dirty="0">
                <a:solidFill>
                  <a:schemeClr val="bg2"/>
                </a:solidFill>
                <a:latin typeface="メイリオ" panose="020B0604030504040204" pitchFamily="50" charset="-128"/>
                <a:ea typeface="メイリオ" panose="020B0604030504040204" pitchFamily="50" charset="-128"/>
              </a:rPr>
              <a:t>CloudWatch</a:t>
            </a:r>
            <a:r>
              <a:rPr lang="ja-JP" altLang="en-US" sz="1800" kern="0" dirty="0">
                <a:solidFill>
                  <a:schemeClr val="bg2"/>
                </a:solidFill>
                <a:latin typeface="メイリオ" panose="020B0604030504040204" pitchFamily="50" charset="-128"/>
                <a:ea typeface="メイリオ" panose="020B0604030504040204" pitchFamily="50" charset="-128"/>
              </a:rPr>
              <a:t>に連携して、</a:t>
            </a:r>
            <a:r>
              <a:rPr lang="en-US" altLang="ja-JP" sz="1800" kern="0" dirty="0">
                <a:solidFill>
                  <a:schemeClr val="bg2"/>
                </a:solidFill>
                <a:latin typeface="メイリオ" panose="020B0604030504040204" pitchFamily="50" charset="-128"/>
                <a:ea typeface="メイリオ" panose="020B0604030504040204" pitchFamily="50" charset="-128"/>
              </a:rPr>
              <a:t>Auto Scaling</a:t>
            </a:r>
            <a:r>
              <a:rPr lang="ja-JP" altLang="en-US" sz="1800" kern="0" dirty="0">
                <a:solidFill>
                  <a:schemeClr val="bg2"/>
                </a:solidFill>
                <a:latin typeface="メイリオ" panose="020B0604030504040204" pitchFamily="50" charset="-128"/>
                <a:ea typeface="メイリオ" panose="020B0604030504040204" pitchFamily="50" charset="-128"/>
              </a:rPr>
              <a:t>を実施する。</a:t>
            </a:r>
            <a:endParaRPr lang="en-US" altLang="ja-JP" sz="1800" kern="0" dirty="0">
              <a:solidFill>
                <a:schemeClr val="bg2"/>
              </a:solidFill>
              <a:latin typeface="メイリオ" panose="020B0604030504040204" pitchFamily="50" charset="-128"/>
              <a:ea typeface="メイリオ" panose="020B0604030504040204" pitchFamily="50" charset="-128"/>
            </a:endParaRPr>
          </a:p>
        </p:txBody>
      </p:sp>
      <p:sp>
        <p:nvSpPr>
          <p:cNvPr id="27" name="タイトル 1">
            <a:extLst>
              <a:ext uri="{FF2B5EF4-FFF2-40B4-BE49-F238E27FC236}">
                <a16:creationId xmlns:a16="http://schemas.microsoft.com/office/drawing/2014/main" id="{48F80BE1-D063-4240-BFC7-C8D243720250}"/>
              </a:ext>
            </a:extLst>
          </p:cNvPr>
          <p:cNvSpPr txBox="1">
            <a:spLocks/>
          </p:cNvSpPr>
          <p:nvPr/>
        </p:nvSpPr>
        <p:spPr bwMode="auto">
          <a:xfrm>
            <a:off x="631222" y="201863"/>
            <a:ext cx="8642258" cy="50208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rtl="0" fontAlgn="base">
              <a:lnSpc>
                <a:spcPct val="90000"/>
              </a:lnSpc>
              <a:spcBef>
                <a:spcPct val="0"/>
              </a:spcBef>
              <a:spcAft>
                <a:spcPct val="0"/>
              </a:spcAft>
              <a:defRPr kumimoji="1" sz="2000">
                <a:solidFill>
                  <a:schemeClr val="tx2"/>
                </a:solidFill>
                <a:latin typeface="游明朝" panose="02020400000000000000" pitchFamily="18" charset="-128"/>
                <a:ea typeface="游明朝" panose="02020400000000000000" pitchFamily="18" charset="-128"/>
                <a:cs typeface="+mj-cs"/>
              </a:defRPr>
            </a:lvl1pPr>
            <a:lvl2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2pPr>
            <a:lvl3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3pPr>
            <a:lvl4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4pPr>
            <a:lvl5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5pPr>
            <a:lvl6pPr marL="4572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6pPr>
            <a:lvl7pPr marL="9144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7pPr>
            <a:lvl8pPr marL="13716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8pPr>
            <a:lvl9pPr marL="18288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9pPr>
          </a:lstStyle>
          <a:p>
            <a:pPr algn="l">
              <a:lnSpc>
                <a:spcPct val="100000"/>
              </a:lnSpc>
            </a:pPr>
            <a:r>
              <a:rPr lang="ja-JP" altLang="en-US" sz="3000" dirty="0">
                <a:latin typeface="メイリオ" panose="020B0604030504040204" pitchFamily="50" charset="-128"/>
                <a:ea typeface="メイリオ" panose="020B0604030504040204" pitchFamily="50" charset="-128"/>
              </a:rPr>
              <a:t>ヘルスチェックの設定</a:t>
            </a:r>
            <a:endParaRPr lang="en-US" altLang="ja-JP" sz="3000" dirty="0">
              <a:solidFill>
                <a:schemeClr val="tx1"/>
              </a:solidFill>
              <a:latin typeface="メイリオ" panose="020B0604030504040204" pitchFamily="50" charset="-128"/>
              <a:ea typeface="メイリオ" panose="020B0604030504040204" pitchFamily="50" charset="-128"/>
            </a:endParaRPr>
          </a:p>
        </p:txBody>
      </p:sp>
      <p:sp>
        <p:nvSpPr>
          <p:cNvPr id="5" name="コンテンツ プレースホルダー 2">
            <a:extLst>
              <a:ext uri="{FF2B5EF4-FFF2-40B4-BE49-F238E27FC236}">
                <a16:creationId xmlns:a16="http://schemas.microsoft.com/office/drawing/2014/main" id="{4223C7E6-23C7-4433-B315-D26905B0474C}"/>
              </a:ext>
            </a:extLst>
          </p:cNvPr>
          <p:cNvSpPr txBox="1">
            <a:spLocks/>
          </p:cNvSpPr>
          <p:nvPr/>
        </p:nvSpPr>
        <p:spPr>
          <a:xfrm>
            <a:off x="631222" y="799401"/>
            <a:ext cx="8858282" cy="325343"/>
          </a:xfrm>
          <a:prstGeom prst="rect">
            <a:avLst/>
          </a:prstGeom>
        </p:spPr>
        <p:txBody>
          <a:bodyPr vert="horz" lIns="74295" tIns="37148" rIns="74295" bIns="37148" rtlCol="0">
            <a:noAutofit/>
          </a:bodyPr>
          <a:lstStyle>
            <a:lvl1pPr marL="228600" indent="-228600" algn="l" defTabSz="914400" rtl="0" eaLnBrk="1" latinLnBrk="0" hangingPunct="1">
              <a:lnSpc>
                <a:spcPct val="90000"/>
              </a:lnSpc>
              <a:spcBef>
                <a:spcPts val="1000"/>
              </a:spcBef>
              <a:buFont typeface="Wingdings 2" pitchFamily="18" charset="2"/>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2" pitchFamily="18" charset="2"/>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2" pitchFamily="18" charset="2"/>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5pPr>
            <a:lvl6pPr marL="25146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6pPr>
            <a:lvl7pPr marL="29718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7pPr>
            <a:lvl8pPr marL="34290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8pPr>
            <a:lvl9pPr marL="38862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9pPr>
          </a:lstStyle>
          <a:p>
            <a:pPr marL="0" indent="0">
              <a:buNone/>
            </a:pPr>
            <a:r>
              <a:rPr lang="ja-JP" altLang="en-US" sz="2400" dirty="0">
                <a:solidFill>
                  <a:srgbClr val="002060"/>
                </a:solidFill>
                <a:latin typeface="メイリオ" panose="020B0604030504040204" pitchFamily="50" charset="-128"/>
                <a:ea typeface="メイリオ" panose="020B0604030504040204" pitchFamily="50" charset="-128"/>
              </a:rPr>
              <a:t>ヘルスチェックに基づいて負荷分散や</a:t>
            </a:r>
            <a:r>
              <a:rPr lang="en-US" altLang="ja-JP" sz="2400" dirty="0">
                <a:solidFill>
                  <a:srgbClr val="002060"/>
                </a:solidFill>
                <a:latin typeface="メイリオ" panose="020B0604030504040204" pitchFamily="50" charset="-128"/>
                <a:ea typeface="メイリオ" panose="020B0604030504040204" pitchFamily="50" charset="-128"/>
              </a:rPr>
              <a:t>Auto Scaling</a:t>
            </a:r>
            <a:r>
              <a:rPr lang="ja-JP" altLang="en-US" sz="2400" dirty="0">
                <a:solidFill>
                  <a:srgbClr val="002060"/>
                </a:solidFill>
                <a:latin typeface="メイリオ" panose="020B0604030504040204" pitchFamily="50" charset="-128"/>
                <a:ea typeface="メイリオ" panose="020B0604030504040204" pitchFamily="50" charset="-128"/>
              </a:rPr>
              <a:t>などを実施できる。</a:t>
            </a:r>
            <a:endParaRPr lang="en-US" altLang="ja-JP" sz="2400" kern="0" dirty="0">
              <a:solidFill>
                <a:srgbClr val="002060"/>
              </a:solidFill>
              <a:latin typeface="メイリオ" panose="020B0604030504040204" pitchFamily="50" charset="-128"/>
              <a:ea typeface="メイリオ" panose="020B0604030504040204" pitchFamily="50" charset="-128"/>
            </a:endParaRPr>
          </a:p>
        </p:txBody>
      </p:sp>
      <p:sp>
        <p:nvSpPr>
          <p:cNvPr id="9" name="正方形/長方形 8">
            <a:extLst>
              <a:ext uri="{FF2B5EF4-FFF2-40B4-BE49-F238E27FC236}">
                <a16:creationId xmlns:a16="http://schemas.microsoft.com/office/drawing/2014/main" id="{496C5562-8A02-46F3-A8F5-3D1A7AF684A1}"/>
              </a:ext>
            </a:extLst>
          </p:cNvPr>
          <p:cNvSpPr/>
          <p:nvPr/>
        </p:nvSpPr>
        <p:spPr>
          <a:xfrm>
            <a:off x="848544" y="1901385"/>
            <a:ext cx="4953000" cy="338554"/>
          </a:xfrm>
          <a:prstGeom prst="rect">
            <a:avLst/>
          </a:prstGeom>
        </p:spPr>
        <p:txBody>
          <a:bodyPr>
            <a:spAutoFit/>
          </a:bodyPr>
          <a:lstStyle/>
          <a:p>
            <a:endParaRPr lang="ja-JP" altLang="en-US" dirty="0"/>
          </a:p>
        </p:txBody>
      </p:sp>
      <p:sp>
        <p:nvSpPr>
          <p:cNvPr id="10" name="正方形/長方形 9">
            <a:extLst>
              <a:ext uri="{FF2B5EF4-FFF2-40B4-BE49-F238E27FC236}">
                <a16:creationId xmlns:a16="http://schemas.microsoft.com/office/drawing/2014/main" id="{0B9C5E2B-DB87-48BE-9A12-62BBA19E1221}"/>
              </a:ext>
            </a:extLst>
          </p:cNvPr>
          <p:cNvSpPr/>
          <p:nvPr/>
        </p:nvSpPr>
        <p:spPr>
          <a:xfrm>
            <a:off x="4536504" y="1859340"/>
            <a:ext cx="4953000" cy="338554"/>
          </a:xfrm>
          <a:prstGeom prst="rect">
            <a:avLst/>
          </a:prstGeom>
        </p:spPr>
        <p:txBody>
          <a:bodyPr>
            <a:spAutoFit/>
          </a:bodyPr>
          <a:lstStyle/>
          <a:p>
            <a:endParaRPr lang="ja-JP" altLang="en-US" dirty="0"/>
          </a:p>
        </p:txBody>
      </p:sp>
      <p:sp>
        <p:nvSpPr>
          <p:cNvPr id="2" name="コンテンツ プレースホルダー 2">
            <a:extLst>
              <a:ext uri="{FF2B5EF4-FFF2-40B4-BE49-F238E27FC236}">
                <a16:creationId xmlns:a16="http://schemas.microsoft.com/office/drawing/2014/main" id="{FDA280B4-D89F-437B-DC98-C3508A0B4FD1}"/>
              </a:ext>
            </a:extLst>
          </p:cNvPr>
          <p:cNvSpPr txBox="1">
            <a:spLocks/>
          </p:cNvSpPr>
          <p:nvPr/>
        </p:nvSpPr>
        <p:spPr bwMode="auto">
          <a:xfrm>
            <a:off x="560512" y="1958930"/>
            <a:ext cx="4358240" cy="4134366"/>
          </a:xfrm>
          <a:prstGeom prst="rect">
            <a:avLst/>
          </a:prstGeom>
          <a:solidFill>
            <a:schemeClr val="bg1"/>
          </a:solidFill>
          <a:ln w="9525">
            <a:solidFill>
              <a:srgbClr val="F0861E"/>
            </a:solidFill>
            <a:miter lim="800000"/>
            <a:headEnd/>
            <a:tailEnd/>
          </a:ln>
          <a:effectLst/>
        </p:spPr>
        <p:txBody>
          <a:bodyPr vert="horz" wrap="square" lIns="91440" tIns="45720" rIns="91440" bIns="45720" numCol="1" anchor="t"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r>
              <a:rPr lang="ja-JP" altLang="en-US" sz="1800" kern="0" dirty="0">
                <a:solidFill>
                  <a:schemeClr val="bg2"/>
                </a:solidFill>
                <a:latin typeface="メイリオ" panose="020B0604030504040204" pitchFamily="50" charset="-128"/>
                <a:ea typeface="メイリオ" panose="020B0604030504040204" pitchFamily="50" charset="-128"/>
              </a:rPr>
              <a:t>ヘルスチェックによる正常なインスタンスへのトラフィック分散</a:t>
            </a:r>
            <a:endParaRPr lang="en-US" altLang="ja-JP" sz="1800" kern="0" dirty="0">
              <a:solidFill>
                <a:schemeClr val="bg2"/>
              </a:solidFill>
              <a:latin typeface="メイリオ" panose="020B0604030504040204" pitchFamily="50" charset="-128"/>
              <a:ea typeface="メイリオ" panose="020B0604030504040204" pitchFamily="50" charset="-128"/>
            </a:endParaRPr>
          </a:p>
        </p:txBody>
      </p:sp>
      <p:pic>
        <p:nvPicPr>
          <p:cNvPr id="3" name="図 2" descr="音楽 が含まれている画像&#10;&#10;自動的に生成された説明">
            <a:extLst>
              <a:ext uri="{FF2B5EF4-FFF2-40B4-BE49-F238E27FC236}">
                <a16:creationId xmlns:a16="http://schemas.microsoft.com/office/drawing/2014/main" id="{DC97ED8A-A51F-9954-4506-41F60EF7C69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25800" y="3756048"/>
            <a:ext cx="702078" cy="842494"/>
          </a:xfrm>
          <a:prstGeom prst="rect">
            <a:avLst/>
          </a:prstGeom>
        </p:spPr>
      </p:pic>
      <p:pic>
        <p:nvPicPr>
          <p:cNvPr id="4" name="図 3" descr="音楽 が含まれている画像&#10;&#10;自動的に生成された説明">
            <a:extLst>
              <a:ext uri="{FF2B5EF4-FFF2-40B4-BE49-F238E27FC236}">
                <a16:creationId xmlns:a16="http://schemas.microsoft.com/office/drawing/2014/main" id="{7C2595D8-D51A-4F01-A5CD-E28E6E540F9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46831" y="4564982"/>
            <a:ext cx="714058" cy="856869"/>
          </a:xfrm>
          <a:prstGeom prst="rect">
            <a:avLst/>
          </a:prstGeom>
        </p:spPr>
      </p:pic>
      <p:sp>
        <p:nvSpPr>
          <p:cNvPr id="6" name="テキスト ボックス 5">
            <a:extLst>
              <a:ext uri="{FF2B5EF4-FFF2-40B4-BE49-F238E27FC236}">
                <a16:creationId xmlns:a16="http://schemas.microsoft.com/office/drawing/2014/main" id="{FB8BC1C8-892B-DA53-5A07-5E1BC3A0ED03}"/>
              </a:ext>
            </a:extLst>
          </p:cNvPr>
          <p:cNvSpPr txBox="1"/>
          <p:nvPr/>
        </p:nvSpPr>
        <p:spPr>
          <a:xfrm>
            <a:off x="1215029" y="5401103"/>
            <a:ext cx="577402" cy="338554"/>
          </a:xfrm>
          <a:prstGeom prst="rect">
            <a:avLst/>
          </a:prstGeom>
          <a:noFill/>
        </p:spPr>
        <p:txBody>
          <a:bodyPr wrap="none" rtlCol="0">
            <a:spAutoFit/>
          </a:bodyPr>
          <a:lstStyle/>
          <a:p>
            <a:pPr algn="ctr"/>
            <a:r>
              <a:rPr kumimoji="1" lang="en-US" altLang="ja-JP" dirty="0">
                <a:latin typeface="メイリオ" panose="020B0604030504040204" pitchFamily="50" charset="-128"/>
                <a:ea typeface="メイリオ" panose="020B0604030504040204" pitchFamily="50" charset="-128"/>
              </a:rPr>
              <a:t>EC2</a:t>
            </a:r>
          </a:p>
        </p:txBody>
      </p:sp>
      <p:sp>
        <p:nvSpPr>
          <p:cNvPr id="7" name="テキスト ボックス 6">
            <a:extLst>
              <a:ext uri="{FF2B5EF4-FFF2-40B4-BE49-F238E27FC236}">
                <a16:creationId xmlns:a16="http://schemas.microsoft.com/office/drawing/2014/main" id="{67F9B79C-EC2C-EE15-94D3-C6B1A90B3E93}"/>
              </a:ext>
            </a:extLst>
          </p:cNvPr>
          <p:cNvSpPr txBox="1"/>
          <p:nvPr/>
        </p:nvSpPr>
        <p:spPr>
          <a:xfrm>
            <a:off x="2352765" y="4578305"/>
            <a:ext cx="562975" cy="338554"/>
          </a:xfrm>
          <a:prstGeom prst="rect">
            <a:avLst/>
          </a:prstGeom>
          <a:noFill/>
        </p:spPr>
        <p:txBody>
          <a:bodyPr wrap="none" rtlCol="0">
            <a:spAutoFit/>
          </a:bodyPr>
          <a:lstStyle/>
          <a:p>
            <a:pPr algn="ctr"/>
            <a:r>
              <a:rPr kumimoji="1" lang="en-US" altLang="ja-JP" dirty="0">
                <a:latin typeface="メイリオ" panose="020B0604030504040204" pitchFamily="50" charset="-128"/>
                <a:ea typeface="メイリオ" panose="020B0604030504040204" pitchFamily="50" charset="-128"/>
              </a:rPr>
              <a:t>ELB</a:t>
            </a:r>
          </a:p>
        </p:txBody>
      </p:sp>
      <p:pic>
        <p:nvPicPr>
          <p:cNvPr id="8" name="図 7" descr="音楽 が含まれている画像&#10;&#10;自動的に生成された説明">
            <a:extLst>
              <a:ext uri="{FF2B5EF4-FFF2-40B4-BE49-F238E27FC236}">
                <a16:creationId xmlns:a16="http://schemas.microsoft.com/office/drawing/2014/main" id="{12EF06A5-B76A-4661-45A1-CDDD78A7132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333912" y="4564982"/>
            <a:ext cx="714058" cy="856869"/>
          </a:xfrm>
          <a:prstGeom prst="rect">
            <a:avLst/>
          </a:prstGeom>
        </p:spPr>
      </p:pic>
      <p:sp>
        <p:nvSpPr>
          <p:cNvPr id="11" name="テキスト ボックス 10">
            <a:extLst>
              <a:ext uri="{FF2B5EF4-FFF2-40B4-BE49-F238E27FC236}">
                <a16:creationId xmlns:a16="http://schemas.microsoft.com/office/drawing/2014/main" id="{B0D5B3CB-CC6E-E9A0-68A7-499808A29555}"/>
              </a:ext>
            </a:extLst>
          </p:cNvPr>
          <p:cNvSpPr txBox="1"/>
          <p:nvPr/>
        </p:nvSpPr>
        <p:spPr>
          <a:xfrm>
            <a:off x="3402110" y="5401103"/>
            <a:ext cx="577402" cy="338554"/>
          </a:xfrm>
          <a:prstGeom prst="rect">
            <a:avLst/>
          </a:prstGeom>
          <a:noFill/>
        </p:spPr>
        <p:txBody>
          <a:bodyPr wrap="none" rtlCol="0">
            <a:spAutoFit/>
          </a:bodyPr>
          <a:lstStyle/>
          <a:p>
            <a:pPr algn="ctr"/>
            <a:r>
              <a:rPr kumimoji="1" lang="en-US" altLang="ja-JP" dirty="0">
                <a:latin typeface="メイリオ" panose="020B0604030504040204" pitchFamily="50" charset="-128"/>
                <a:ea typeface="メイリオ" panose="020B0604030504040204" pitchFamily="50" charset="-128"/>
              </a:rPr>
              <a:t>EC2</a:t>
            </a:r>
          </a:p>
        </p:txBody>
      </p:sp>
      <p:cxnSp>
        <p:nvCxnSpPr>
          <p:cNvPr id="12" name="直線コネクタ 11">
            <a:extLst>
              <a:ext uri="{FF2B5EF4-FFF2-40B4-BE49-F238E27FC236}">
                <a16:creationId xmlns:a16="http://schemas.microsoft.com/office/drawing/2014/main" id="{2E375FAD-C32B-8521-B568-6A52484E8973}"/>
              </a:ext>
            </a:extLst>
          </p:cNvPr>
          <p:cNvCxnSpPr>
            <a:cxnSpLocks/>
            <a:stCxn id="4" idx="0"/>
            <a:endCxn id="3" idx="1"/>
          </p:cNvCxnSpPr>
          <p:nvPr/>
        </p:nvCxnSpPr>
        <p:spPr bwMode="auto">
          <a:xfrm flipV="1">
            <a:off x="1503860" y="4177295"/>
            <a:ext cx="821940" cy="387687"/>
          </a:xfrm>
          <a:prstGeom prst="line">
            <a:avLst/>
          </a:prstGeom>
          <a:noFill/>
          <a:ln w="31750" cap="flat" cmpd="sng" algn="ctr">
            <a:solidFill>
              <a:srgbClr val="FF0000"/>
            </a:solidFill>
            <a:prstDash val="solid"/>
            <a:round/>
            <a:headEnd type="none" w="med" len="med"/>
            <a:tailEnd type="none" w="med" len="med"/>
          </a:ln>
          <a:effectLst/>
        </p:spPr>
      </p:cxnSp>
      <p:cxnSp>
        <p:nvCxnSpPr>
          <p:cNvPr id="13" name="直線コネクタ 12">
            <a:extLst>
              <a:ext uri="{FF2B5EF4-FFF2-40B4-BE49-F238E27FC236}">
                <a16:creationId xmlns:a16="http://schemas.microsoft.com/office/drawing/2014/main" id="{23F80C02-E675-7B96-98A5-5ACDB3934D74}"/>
              </a:ext>
            </a:extLst>
          </p:cNvPr>
          <p:cNvCxnSpPr>
            <a:cxnSpLocks/>
            <a:stCxn id="8" idx="0"/>
            <a:endCxn id="3" idx="3"/>
          </p:cNvCxnSpPr>
          <p:nvPr/>
        </p:nvCxnSpPr>
        <p:spPr bwMode="auto">
          <a:xfrm flipH="1" flipV="1">
            <a:off x="3027878" y="4177295"/>
            <a:ext cx="663063" cy="387687"/>
          </a:xfrm>
          <a:prstGeom prst="line">
            <a:avLst/>
          </a:prstGeom>
          <a:noFill/>
          <a:ln w="31750" cap="flat" cmpd="sng" algn="ctr">
            <a:solidFill>
              <a:srgbClr val="FF0000"/>
            </a:solidFill>
            <a:prstDash val="solid"/>
            <a:round/>
            <a:headEnd type="none" w="med" len="med"/>
            <a:tailEnd type="none" w="med" len="med"/>
          </a:ln>
          <a:effectLst/>
        </p:spPr>
      </p:cxnSp>
      <p:sp>
        <p:nvSpPr>
          <p:cNvPr id="14" name="テキスト ボックス 13">
            <a:extLst>
              <a:ext uri="{FF2B5EF4-FFF2-40B4-BE49-F238E27FC236}">
                <a16:creationId xmlns:a16="http://schemas.microsoft.com/office/drawing/2014/main" id="{1B6C0E0A-75E8-155D-A870-DB210FEBFF0F}"/>
              </a:ext>
            </a:extLst>
          </p:cNvPr>
          <p:cNvSpPr txBox="1"/>
          <p:nvPr/>
        </p:nvSpPr>
        <p:spPr>
          <a:xfrm>
            <a:off x="3055958" y="4032585"/>
            <a:ext cx="1415772" cy="338554"/>
          </a:xfrm>
          <a:prstGeom prst="rect">
            <a:avLst/>
          </a:prstGeom>
          <a:noFill/>
        </p:spPr>
        <p:txBody>
          <a:bodyPr wrap="none" rtlCol="0">
            <a:spAutoFit/>
          </a:bodyPr>
          <a:lstStyle/>
          <a:p>
            <a:pPr algn="ctr"/>
            <a:r>
              <a:rPr kumimoji="1" lang="ja-JP" altLang="en-US" dirty="0">
                <a:latin typeface="メイリオ" panose="020B0604030504040204" pitchFamily="50" charset="-128"/>
                <a:ea typeface="メイリオ" panose="020B0604030504040204" pitchFamily="50" charset="-128"/>
              </a:rPr>
              <a:t>こちらに集中</a:t>
            </a:r>
            <a:endParaRPr kumimoji="1" lang="en-US" altLang="ja-JP" dirty="0">
              <a:latin typeface="メイリオ" panose="020B0604030504040204" pitchFamily="50" charset="-128"/>
              <a:ea typeface="メイリオ" panose="020B0604030504040204" pitchFamily="50" charset="-128"/>
            </a:endParaRPr>
          </a:p>
        </p:txBody>
      </p:sp>
      <p:sp>
        <p:nvSpPr>
          <p:cNvPr id="15" name="乗算記号 14">
            <a:extLst>
              <a:ext uri="{FF2B5EF4-FFF2-40B4-BE49-F238E27FC236}">
                <a16:creationId xmlns:a16="http://schemas.microsoft.com/office/drawing/2014/main" id="{E9146DC5-D4E6-9AA1-9F0E-C248B4EAC188}"/>
              </a:ext>
            </a:extLst>
          </p:cNvPr>
          <p:cNvSpPr/>
          <p:nvPr/>
        </p:nvSpPr>
        <p:spPr bwMode="auto">
          <a:xfrm>
            <a:off x="1037220" y="4461518"/>
            <a:ext cx="936104" cy="935088"/>
          </a:xfrm>
          <a:prstGeom prst="mathMultiply">
            <a:avLst/>
          </a:prstGeom>
          <a:solidFill>
            <a:srgbClr val="FF0000"/>
          </a:solidFill>
          <a:ln w="12700" cap="flat" cmpd="sng" algn="ctr">
            <a:no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ja-JP" altLang="en-US" sz="1600" b="0" i="0" u="none" strike="noStrike" cap="none" normalizeH="0" baseline="0">
              <a:ln>
                <a:noFill/>
              </a:ln>
              <a:solidFill>
                <a:schemeClr val="tx1"/>
              </a:solidFill>
              <a:effectLst/>
              <a:latin typeface="ＭＳ Ｐゴシック" pitchFamily="50" charset="-128"/>
              <a:ea typeface="ＭＳ Ｐゴシック" pitchFamily="50" charset="-128"/>
            </a:endParaRPr>
          </a:p>
        </p:txBody>
      </p:sp>
      <p:pic>
        <p:nvPicPr>
          <p:cNvPr id="17" name="図 16" descr="音楽 が含まれている画像&#10;&#10;自動的に生成された説明">
            <a:extLst>
              <a:ext uri="{FF2B5EF4-FFF2-40B4-BE49-F238E27FC236}">
                <a16:creationId xmlns:a16="http://schemas.microsoft.com/office/drawing/2014/main" id="{B3AC3A93-6086-97C7-F70C-CD091410664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70094" y="3756048"/>
            <a:ext cx="702078" cy="842494"/>
          </a:xfrm>
          <a:prstGeom prst="rect">
            <a:avLst/>
          </a:prstGeom>
        </p:spPr>
      </p:pic>
      <p:pic>
        <p:nvPicPr>
          <p:cNvPr id="18" name="図 17" descr="音楽 が含まれている画像&#10;&#10;自動的に生成された説明">
            <a:extLst>
              <a:ext uri="{FF2B5EF4-FFF2-40B4-BE49-F238E27FC236}">
                <a16:creationId xmlns:a16="http://schemas.microsoft.com/office/drawing/2014/main" id="{C68A90DA-6BE0-9DC2-F748-5907C6B232E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662723" y="4564982"/>
            <a:ext cx="714058" cy="856869"/>
          </a:xfrm>
          <a:prstGeom prst="rect">
            <a:avLst/>
          </a:prstGeom>
        </p:spPr>
      </p:pic>
      <p:sp>
        <p:nvSpPr>
          <p:cNvPr id="19" name="テキスト ボックス 18">
            <a:extLst>
              <a:ext uri="{FF2B5EF4-FFF2-40B4-BE49-F238E27FC236}">
                <a16:creationId xmlns:a16="http://schemas.microsoft.com/office/drawing/2014/main" id="{CC94305D-7C3B-282F-4FE0-1B1F778B8C5E}"/>
              </a:ext>
            </a:extLst>
          </p:cNvPr>
          <p:cNvSpPr txBox="1"/>
          <p:nvPr/>
        </p:nvSpPr>
        <p:spPr>
          <a:xfrm>
            <a:off x="5730921" y="5401103"/>
            <a:ext cx="577402" cy="338554"/>
          </a:xfrm>
          <a:prstGeom prst="rect">
            <a:avLst/>
          </a:prstGeom>
          <a:noFill/>
        </p:spPr>
        <p:txBody>
          <a:bodyPr wrap="none" rtlCol="0">
            <a:spAutoFit/>
          </a:bodyPr>
          <a:lstStyle/>
          <a:p>
            <a:pPr algn="ctr"/>
            <a:r>
              <a:rPr kumimoji="1" lang="en-US" altLang="ja-JP" dirty="0">
                <a:latin typeface="メイリオ" panose="020B0604030504040204" pitchFamily="50" charset="-128"/>
                <a:ea typeface="メイリオ" panose="020B0604030504040204" pitchFamily="50" charset="-128"/>
              </a:rPr>
              <a:t>EC2</a:t>
            </a:r>
          </a:p>
        </p:txBody>
      </p:sp>
      <p:sp>
        <p:nvSpPr>
          <p:cNvPr id="20" name="テキスト ボックス 19">
            <a:extLst>
              <a:ext uri="{FF2B5EF4-FFF2-40B4-BE49-F238E27FC236}">
                <a16:creationId xmlns:a16="http://schemas.microsoft.com/office/drawing/2014/main" id="{0986BFCB-6F3D-5615-EE3E-C1CD2290130B}"/>
              </a:ext>
            </a:extLst>
          </p:cNvPr>
          <p:cNvSpPr txBox="1"/>
          <p:nvPr/>
        </p:nvSpPr>
        <p:spPr>
          <a:xfrm>
            <a:off x="6868657" y="4578305"/>
            <a:ext cx="562975" cy="338554"/>
          </a:xfrm>
          <a:prstGeom prst="rect">
            <a:avLst/>
          </a:prstGeom>
          <a:noFill/>
        </p:spPr>
        <p:txBody>
          <a:bodyPr wrap="none" rtlCol="0">
            <a:spAutoFit/>
          </a:bodyPr>
          <a:lstStyle/>
          <a:p>
            <a:pPr algn="ctr"/>
            <a:r>
              <a:rPr kumimoji="1" lang="en-US" altLang="ja-JP" dirty="0">
                <a:latin typeface="メイリオ" panose="020B0604030504040204" pitchFamily="50" charset="-128"/>
                <a:ea typeface="メイリオ" panose="020B0604030504040204" pitchFamily="50" charset="-128"/>
              </a:rPr>
              <a:t>ELB</a:t>
            </a:r>
          </a:p>
        </p:txBody>
      </p:sp>
      <p:pic>
        <p:nvPicPr>
          <p:cNvPr id="21" name="図 20" descr="音楽 が含まれている画像&#10;&#10;自動的に生成された説明">
            <a:extLst>
              <a:ext uri="{FF2B5EF4-FFF2-40B4-BE49-F238E27FC236}">
                <a16:creationId xmlns:a16="http://schemas.microsoft.com/office/drawing/2014/main" id="{9F9B8A1E-F683-8F8C-CAB0-79CBEB60296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911350" y="4564982"/>
            <a:ext cx="714058" cy="856869"/>
          </a:xfrm>
          <a:prstGeom prst="rect">
            <a:avLst/>
          </a:prstGeom>
        </p:spPr>
      </p:pic>
      <p:sp>
        <p:nvSpPr>
          <p:cNvPr id="22" name="テキスト ボックス 21">
            <a:extLst>
              <a:ext uri="{FF2B5EF4-FFF2-40B4-BE49-F238E27FC236}">
                <a16:creationId xmlns:a16="http://schemas.microsoft.com/office/drawing/2014/main" id="{874591D5-69DF-E357-D70F-C1549F5D6E06}"/>
              </a:ext>
            </a:extLst>
          </p:cNvPr>
          <p:cNvSpPr txBox="1"/>
          <p:nvPr/>
        </p:nvSpPr>
        <p:spPr>
          <a:xfrm>
            <a:off x="7979548" y="5401103"/>
            <a:ext cx="577402" cy="338554"/>
          </a:xfrm>
          <a:prstGeom prst="rect">
            <a:avLst/>
          </a:prstGeom>
          <a:noFill/>
        </p:spPr>
        <p:txBody>
          <a:bodyPr wrap="none" rtlCol="0">
            <a:spAutoFit/>
          </a:bodyPr>
          <a:lstStyle/>
          <a:p>
            <a:pPr algn="ctr"/>
            <a:r>
              <a:rPr kumimoji="1" lang="en-US" altLang="ja-JP" dirty="0">
                <a:latin typeface="メイリオ" panose="020B0604030504040204" pitchFamily="50" charset="-128"/>
                <a:ea typeface="メイリオ" panose="020B0604030504040204" pitchFamily="50" charset="-128"/>
              </a:rPr>
              <a:t>EC2</a:t>
            </a:r>
          </a:p>
        </p:txBody>
      </p:sp>
      <p:cxnSp>
        <p:nvCxnSpPr>
          <p:cNvPr id="24" name="直線コネクタ 23">
            <a:extLst>
              <a:ext uri="{FF2B5EF4-FFF2-40B4-BE49-F238E27FC236}">
                <a16:creationId xmlns:a16="http://schemas.microsoft.com/office/drawing/2014/main" id="{7A55D5CB-A03A-A631-C34C-96441384BF58}"/>
              </a:ext>
            </a:extLst>
          </p:cNvPr>
          <p:cNvCxnSpPr>
            <a:cxnSpLocks/>
            <a:stCxn id="21" idx="0"/>
            <a:endCxn id="17" idx="3"/>
          </p:cNvCxnSpPr>
          <p:nvPr/>
        </p:nvCxnSpPr>
        <p:spPr bwMode="auto">
          <a:xfrm flipH="1" flipV="1">
            <a:off x="7572172" y="4177295"/>
            <a:ext cx="696207" cy="387687"/>
          </a:xfrm>
          <a:prstGeom prst="line">
            <a:avLst/>
          </a:prstGeom>
          <a:noFill/>
          <a:ln w="31750" cap="flat" cmpd="sng" algn="ctr">
            <a:solidFill>
              <a:srgbClr val="FF0000"/>
            </a:solidFill>
            <a:prstDash val="solid"/>
            <a:round/>
            <a:headEnd type="none" w="med" len="med"/>
            <a:tailEnd type="none" w="med" len="med"/>
          </a:ln>
          <a:effectLst/>
        </p:spPr>
      </p:cxnSp>
      <p:sp>
        <p:nvSpPr>
          <p:cNvPr id="26" name="乗算記号 25">
            <a:extLst>
              <a:ext uri="{FF2B5EF4-FFF2-40B4-BE49-F238E27FC236}">
                <a16:creationId xmlns:a16="http://schemas.microsoft.com/office/drawing/2014/main" id="{92CB14A4-7038-AE8F-5259-E8BBF28CDC3B}"/>
              </a:ext>
            </a:extLst>
          </p:cNvPr>
          <p:cNvSpPr/>
          <p:nvPr/>
        </p:nvSpPr>
        <p:spPr bwMode="auto">
          <a:xfrm>
            <a:off x="5553112" y="4461518"/>
            <a:ext cx="936104" cy="935088"/>
          </a:xfrm>
          <a:prstGeom prst="mathMultiply">
            <a:avLst/>
          </a:prstGeom>
          <a:solidFill>
            <a:srgbClr val="FF0000"/>
          </a:solidFill>
          <a:ln w="12700" cap="flat" cmpd="sng" algn="ctr">
            <a:no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ja-JP" altLang="en-US" sz="1600" b="0" i="0" u="none" strike="noStrike" cap="none" normalizeH="0" baseline="0">
              <a:ln>
                <a:noFill/>
              </a:ln>
              <a:solidFill>
                <a:schemeClr val="tx1"/>
              </a:solidFill>
              <a:effectLst/>
              <a:latin typeface="ＭＳ Ｐゴシック" pitchFamily="50" charset="-128"/>
              <a:ea typeface="ＭＳ Ｐゴシック" pitchFamily="50" charset="-128"/>
            </a:endParaRPr>
          </a:p>
        </p:txBody>
      </p:sp>
      <p:pic>
        <p:nvPicPr>
          <p:cNvPr id="6146" name="Picture 2" descr="Amazon CloudWatch カスタムメトリクス - ブログ - 株式会社Smallit（スモーリット）">
            <a:extLst>
              <a:ext uri="{FF2B5EF4-FFF2-40B4-BE49-F238E27FC236}">
                <a16:creationId xmlns:a16="http://schemas.microsoft.com/office/drawing/2014/main" id="{591D366C-C54D-B090-3EFA-93BE0F1FD790}"/>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720465" y="2556952"/>
            <a:ext cx="1491050" cy="1491050"/>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descr="Auto Scalingグループのヘルスチェックタイプ | Oji-Cloud">
            <a:extLst>
              <a:ext uri="{FF2B5EF4-FFF2-40B4-BE49-F238E27FC236}">
                <a16:creationId xmlns:a16="http://schemas.microsoft.com/office/drawing/2014/main" id="{4F9A11F0-B0F0-E676-D9D3-9E5F19044038}"/>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792701" y="2596373"/>
            <a:ext cx="891947" cy="856870"/>
          </a:xfrm>
          <a:prstGeom prst="rect">
            <a:avLst/>
          </a:prstGeom>
          <a:noFill/>
          <a:extLst>
            <a:ext uri="{909E8E84-426E-40DD-AFC4-6F175D3DCCD1}">
              <a14:hiddenFill xmlns:a14="http://schemas.microsoft.com/office/drawing/2010/main">
                <a:solidFill>
                  <a:srgbClr val="FFFFFF"/>
                </a:solidFill>
              </a14:hiddenFill>
            </a:ext>
          </a:extLst>
        </p:spPr>
      </p:pic>
      <p:cxnSp>
        <p:nvCxnSpPr>
          <p:cNvPr id="42" name="直線コネクタ 41">
            <a:extLst>
              <a:ext uri="{FF2B5EF4-FFF2-40B4-BE49-F238E27FC236}">
                <a16:creationId xmlns:a16="http://schemas.microsoft.com/office/drawing/2014/main" id="{2A01D986-F9A5-D676-9578-C46D4D2CD6E6}"/>
              </a:ext>
            </a:extLst>
          </p:cNvPr>
          <p:cNvCxnSpPr>
            <a:cxnSpLocks/>
          </p:cNvCxnSpPr>
          <p:nvPr/>
        </p:nvCxnSpPr>
        <p:spPr bwMode="auto">
          <a:xfrm flipH="1">
            <a:off x="7473280" y="3395440"/>
            <a:ext cx="673545" cy="543921"/>
          </a:xfrm>
          <a:prstGeom prst="line">
            <a:avLst/>
          </a:prstGeom>
          <a:noFill/>
          <a:ln w="31750" cap="flat" cmpd="sng" algn="ctr">
            <a:solidFill>
              <a:srgbClr val="FF0000"/>
            </a:solidFill>
            <a:prstDash val="solid"/>
            <a:round/>
            <a:headEnd type="triangle" w="med" len="med"/>
            <a:tailEnd type="none" w="med" len="med"/>
          </a:ln>
          <a:effectLst/>
        </p:spPr>
      </p:cxnSp>
      <p:sp>
        <p:nvSpPr>
          <p:cNvPr id="51" name="テキスト ボックス 50">
            <a:extLst>
              <a:ext uri="{FF2B5EF4-FFF2-40B4-BE49-F238E27FC236}">
                <a16:creationId xmlns:a16="http://schemas.microsoft.com/office/drawing/2014/main" id="{040A256A-FB15-1467-68E6-EF505F5C3A41}"/>
              </a:ext>
            </a:extLst>
          </p:cNvPr>
          <p:cNvSpPr txBox="1"/>
          <p:nvPr/>
        </p:nvSpPr>
        <p:spPr>
          <a:xfrm>
            <a:off x="7979548" y="3811233"/>
            <a:ext cx="2230036" cy="400110"/>
          </a:xfrm>
          <a:prstGeom prst="rect">
            <a:avLst/>
          </a:prstGeom>
          <a:solidFill>
            <a:schemeClr val="accent2">
              <a:lumMod val="20000"/>
              <a:lumOff val="80000"/>
            </a:schemeClr>
          </a:solidFill>
        </p:spPr>
        <p:txBody>
          <a:bodyPr wrap="square">
            <a:spAutoFit/>
          </a:bodyPr>
          <a:lstStyle/>
          <a:p>
            <a:r>
              <a:rPr lang="ja-JP" altLang="en-US" sz="1000" dirty="0">
                <a:latin typeface="メイリオ" panose="020B0604030504040204" pitchFamily="50" charset="-128"/>
                <a:ea typeface="メイリオ" panose="020B0604030504040204" pitchFamily="50" charset="-128"/>
              </a:rPr>
              <a:t>①</a:t>
            </a:r>
            <a:r>
              <a:rPr lang="en-US" altLang="ja-JP" sz="1000" dirty="0" err="1">
                <a:latin typeface="メイリオ" panose="020B0604030504040204" pitchFamily="50" charset="-128"/>
                <a:ea typeface="メイリオ" panose="020B0604030504040204" pitchFamily="50" charset="-128"/>
              </a:rPr>
              <a:t>UnhealthyHostCount</a:t>
            </a:r>
            <a:r>
              <a:rPr lang="ja-JP" altLang="en-US" sz="1000" dirty="0">
                <a:latin typeface="メイリオ" panose="020B0604030504040204" pitchFamily="50" charset="-128"/>
                <a:ea typeface="メイリオ" panose="020B0604030504040204" pitchFamily="50" charset="-128"/>
              </a:rPr>
              <a:t>メトリクス</a:t>
            </a:r>
            <a:endParaRPr lang="en-US" altLang="ja-JP" sz="1000" dirty="0">
              <a:latin typeface="メイリオ" panose="020B0604030504040204" pitchFamily="50" charset="-128"/>
              <a:ea typeface="メイリオ" panose="020B0604030504040204" pitchFamily="50" charset="-128"/>
            </a:endParaRPr>
          </a:p>
          <a:p>
            <a:r>
              <a:rPr lang="ja-JP" altLang="en-US" sz="1000" dirty="0">
                <a:latin typeface="メイリオ" panose="020B0604030504040204" pitchFamily="50" charset="-128"/>
                <a:ea typeface="メイリオ" panose="020B0604030504040204" pitchFamily="50" charset="-128"/>
              </a:rPr>
              <a:t>を</a:t>
            </a:r>
            <a:r>
              <a:rPr lang="en-US" altLang="ja-JP" sz="1000" dirty="0">
                <a:latin typeface="メイリオ" panose="020B0604030504040204" pitchFamily="50" charset="-128"/>
                <a:ea typeface="メイリオ" panose="020B0604030504040204" pitchFamily="50" charset="-128"/>
              </a:rPr>
              <a:t>CloudWatch</a:t>
            </a:r>
            <a:r>
              <a:rPr lang="ja-JP" altLang="en-US" sz="1000" dirty="0">
                <a:latin typeface="メイリオ" panose="020B0604030504040204" pitchFamily="50" charset="-128"/>
                <a:ea typeface="メイリオ" panose="020B0604030504040204" pitchFamily="50" charset="-128"/>
              </a:rPr>
              <a:t>でモニタリングする。</a:t>
            </a:r>
            <a:endParaRPr lang="ja-JP" altLang="en-US" sz="1000" dirty="0"/>
          </a:p>
        </p:txBody>
      </p:sp>
      <p:sp>
        <p:nvSpPr>
          <p:cNvPr id="16" name="テキスト ボックス 15">
            <a:extLst>
              <a:ext uri="{FF2B5EF4-FFF2-40B4-BE49-F238E27FC236}">
                <a16:creationId xmlns:a16="http://schemas.microsoft.com/office/drawing/2014/main" id="{1A9F9F45-D976-9DD9-8D8A-166232BFC9F0}"/>
              </a:ext>
            </a:extLst>
          </p:cNvPr>
          <p:cNvSpPr txBox="1"/>
          <p:nvPr/>
        </p:nvSpPr>
        <p:spPr>
          <a:xfrm>
            <a:off x="6568062" y="3325003"/>
            <a:ext cx="1263487" cy="338554"/>
          </a:xfrm>
          <a:prstGeom prst="rect">
            <a:avLst/>
          </a:prstGeom>
          <a:noFill/>
        </p:spPr>
        <p:txBody>
          <a:bodyPr wrap="none" rtlCol="0">
            <a:spAutoFit/>
          </a:bodyPr>
          <a:lstStyle/>
          <a:p>
            <a:r>
              <a:rPr kumimoji="1" lang="en-US" altLang="ja-JP" dirty="0"/>
              <a:t>Auto Scaling</a:t>
            </a:r>
            <a:endParaRPr kumimoji="1" lang="ja-JP" altLang="en-US" dirty="0"/>
          </a:p>
        </p:txBody>
      </p:sp>
    </p:spTree>
    <p:extLst>
      <p:ext uri="{BB962C8B-B14F-4D97-AF65-F5344CB8AC3E}">
        <p14:creationId xmlns:p14="http://schemas.microsoft.com/office/powerpoint/2010/main" val="3710302921"/>
      </p:ext>
    </p:extLst>
  </p:cSld>
  <p:clrMapOvr>
    <a:masterClrMapping/>
  </p:clrMapOvr>
  <mc:AlternateContent xmlns:mc="http://schemas.openxmlformats.org/markup-compatibility/2006" xmlns:p14="http://schemas.microsoft.com/office/powerpoint/2010/main">
    <mc:Choice Requires="p14">
      <p:transition spd="slow" p14:dur="2000" advTm="42239"/>
    </mc:Choice>
    <mc:Fallback xmlns="">
      <p:transition spd="slow" advTm="42239"/>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コンテンツ プレースホルダー 2">
            <a:extLst>
              <a:ext uri="{FF2B5EF4-FFF2-40B4-BE49-F238E27FC236}">
                <a16:creationId xmlns:a16="http://schemas.microsoft.com/office/drawing/2014/main" id="{16B8B702-EBF3-2D10-BBF4-388E53A18805}"/>
              </a:ext>
            </a:extLst>
          </p:cNvPr>
          <p:cNvSpPr txBox="1">
            <a:spLocks/>
          </p:cNvSpPr>
          <p:nvPr/>
        </p:nvSpPr>
        <p:spPr bwMode="auto">
          <a:xfrm>
            <a:off x="5095447" y="1958930"/>
            <a:ext cx="4358240" cy="4134366"/>
          </a:xfrm>
          <a:prstGeom prst="rect">
            <a:avLst/>
          </a:prstGeom>
          <a:solidFill>
            <a:schemeClr val="bg1"/>
          </a:solidFill>
          <a:ln w="9525">
            <a:solidFill>
              <a:srgbClr val="F0861E"/>
            </a:solidFill>
            <a:miter lim="800000"/>
            <a:headEnd/>
            <a:tailEnd/>
          </a:ln>
          <a:effectLst/>
        </p:spPr>
        <p:txBody>
          <a:bodyPr vert="horz" wrap="square" lIns="91440" tIns="45720" rIns="91440" bIns="45720" numCol="1" anchor="t"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r>
              <a:rPr lang="ja-JP" altLang="en-US" sz="1800" kern="0" dirty="0">
                <a:solidFill>
                  <a:schemeClr val="bg2"/>
                </a:solidFill>
                <a:latin typeface="メイリオ" panose="020B0604030504040204" pitchFamily="50" charset="-128"/>
                <a:ea typeface="メイリオ" panose="020B0604030504040204" pitchFamily="50" charset="-128"/>
              </a:rPr>
              <a:t>ヘルスチェックを</a:t>
            </a:r>
            <a:r>
              <a:rPr lang="en-US" altLang="ja-JP" sz="1800" kern="0" dirty="0">
                <a:solidFill>
                  <a:schemeClr val="bg2"/>
                </a:solidFill>
                <a:latin typeface="メイリオ" panose="020B0604030504040204" pitchFamily="50" charset="-128"/>
                <a:ea typeface="メイリオ" panose="020B0604030504040204" pitchFamily="50" charset="-128"/>
              </a:rPr>
              <a:t>CloudWatch</a:t>
            </a:r>
            <a:r>
              <a:rPr lang="ja-JP" altLang="en-US" sz="1800" kern="0" dirty="0">
                <a:solidFill>
                  <a:schemeClr val="bg2"/>
                </a:solidFill>
                <a:latin typeface="メイリオ" panose="020B0604030504040204" pitchFamily="50" charset="-128"/>
                <a:ea typeface="メイリオ" panose="020B0604030504040204" pitchFamily="50" charset="-128"/>
              </a:rPr>
              <a:t>に連携して、</a:t>
            </a:r>
            <a:r>
              <a:rPr lang="en-US" altLang="ja-JP" sz="1800" kern="0" dirty="0">
                <a:solidFill>
                  <a:schemeClr val="bg2"/>
                </a:solidFill>
                <a:latin typeface="メイリオ" panose="020B0604030504040204" pitchFamily="50" charset="-128"/>
                <a:ea typeface="メイリオ" panose="020B0604030504040204" pitchFamily="50" charset="-128"/>
              </a:rPr>
              <a:t>Auto Scaling</a:t>
            </a:r>
            <a:r>
              <a:rPr lang="ja-JP" altLang="en-US" sz="1800" kern="0" dirty="0">
                <a:solidFill>
                  <a:schemeClr val="bg2"/>
                </a:solidFill>
                <a:latin typeface="メイリオ" panose="020B0604030504040204" pitchFamily="50" charset="-128"/>
                <a:ea typeface="メイリオ" panose="020B0604030504040204" pitchFamily="50" charset="-128"/>
              </a:rPr>
              <a:t>を実施する。</a:t>
            </a:r>
            <a:endParaRPr lang="en-US" altLang="ja-JP" sz="1800" kern="0" dirty="0">
              <a:solidFill>
                <a:schemeClr val="bg2"/>
              </a:solidFill>
              <a:latin typeface="メイリオ" panose="020B0604030504040204" pitchFamily="50" charset="-128"/>
              <a:ea typeface="メイリオ" panose="020B0604030504040204" pitchFamily="50" charset="-128"/>
            </a:endParaRPr>
          </a:p>
        </p:txBody>
      </p:sp>
      <p:sp>
        <p:nvSpPr>
          <p:cNvPr id="27" name="タイトル 1">
            <a:extLst>
              <a:ext uri="{FF2B5EF4-FFF2-40B4-BE49-F238E27FC236}">
                <a16:creationId xmlns:a16="http://schemas.microsoft.com/office/drawing/2014/main" id="{48F80BE1-D063-4240-BFC7-C8D243720250}"/>
              </a:ext>
            </a:extLst>
          </p:cNvPr>
          <p:cNvSpPr txBox="1">
            <a:spLocks/>
          </p:cNvSpPr>
          <p:nvPr/>
        </p:nvSpPr>
        <p:spPr bwMode="auto">
          <a:xfrm>
            <a:off x="631222" y="201863"/>
            <a:ext cx="8642258" cy="50208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rtl="0" fontAlgn="base">
              <a:lnSpc>
                <a:spcPct val="90000"/>
              </a:lnSpc>
              <a:spcBef>
                <a:spcPct val="0"/>
              </a:spcBef>
              <a:spcAft>
                <a:spcPct val="0"/>
              </a:spcAft>
              <a:defRPr kumimoji="1" sz="2000">
                <a:solidFill>
                  <a:schemeClr val="tx2"/>
                </a:solidFill>
                <a:latin typeface="游明朝" panose="02020400000000000000" pitchFamily="18" charset="-128"/>
                <a:ea typeface="游明朝" panose="02020400000000000000" pitchFamily="18" charset="-128"/>
                <a:cs typeface="+mj-cs"/>
              </a:defRPr>
            </a:lvl1pPr>
            <a:lvl2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2pPr>
            <a:lvl3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3pPr>
            <a:lvl4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4pPr>
            <a:lvl5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5pPr>
            <a:lvl6pPr marL="4572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6pPr>
            <a:lvl7pPr marL="9144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7pPr>
            <a:lvl8pPr marL="13716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8pPr>
            <a:lvl9pPr marL="18288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9pPr>
          </a:lstStyle>
          <a:p>
            <a:pPr algn="l">
              <a:lnSpc>
                <a:spcPct val="100000"/>
              </a:lnSpc>
            </a:pPr>
            <a:r>
              <a:rPr lang="ja-JP" altLang="en-US" sz="3000" dirty="0">
                <a:latin typeface="メイリオ" panose="020B0604030504040204" pitchFamily="50" charset="-128"/>
                <a:ea typeface="メイリオ" panose="020B0604030504040204" pitchFamily="50" charset="-128"/>
              </a:rPr>
              <a:t>ヘルスチェックの設定</a:t>
            </a:r>
            <a:endParaRPr lang="en-US" altLang="ja-JP" sz="3000" dirty="0">
              <a:solidFill>
                <a:schemeClr val="tx1"/>
              </a:solidFill>
              <a:latin typeface="メイリオ" panose="020B0604030504040204" pitchFamily="50" charset="-128"/>
              <a:ea typeface="メイリオ" panose="020B0604030504040204" pitchFamily="50" charset="-128"/>
            </a:endParaRPr>
          </a:p>
        </p:txBody>
      </p:sp>
      <p:sp>
        <p:nvSpPr>
          <p:cNvPr id="5" name="コンテンツ プレースホルダー 2">
            <a:extLst>
              <a:ext uri="{FF2B5EF4-FFF2-40B4-BE49-F238E27FC236}">
                <a16:creationId xmlns:a16="http://schemas.microsoft.com/office/drawing/2014/main" id="{4223C7E6-23C7-4433-B315-D26905B0474C}"/>
              </a:ext>
            </a:extLst>
          </p:cNvPr>
          <p:cNvSpPr txBox="1">
            <a:spLocks/>
          </p:cNvSpPr>
          <p:nvPr/>
        </p:nvSpPr>
        <p:spPr>
          <a:xfrm>
            <a:off x="631222" y="799401"/>
            <a:ext cx="8858282" cy="325343"/>
          </a:xfrm>
          <a:prstGeom prst="rect">
            <a:avLst/>
          </a:prstGeom>
        </p:spPr>
        <p:txBody>
          <a:bodyPr vert="horz" lIns="74295" tIns="37148" rIns="74295" bIns="37148" rtlCol="0">
            <a:noAutofit/>
          </a:bodyPr>
          <a:lstStyle>
            <a:lvl1pPr marL="228600" indent="-228600" algn="l" defTabSz="914400" rtl="0" eaLnBrk="1" latinLnBrk="0" hangingPunct="1">
              <a:lnSpc>
                <a:spcPct val="90000"/>
              </a:lnSpc>
              <a:spcBef>
                <a:spcPts val="1000"/>
              </a:spcBef>
              <a:buFont typeface="Wingdings 2" pitchFamily="18" charset="2"/>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2" pitchFamily="18" charset="2"/>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2" pitchFamily="18" charset="2"/>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5pPr>
            <a:lvl6pPr marL="25146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6pPr>
            <a:lvl7pPr marL="29718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7pPr>
            <a:lvl8pPr marL="34290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8pPr>
            <a:lvl9pPr marL="38862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9pPr>
          </a:lstStyle>
          <a:p>
            <a:pPr marL="0" indent="0">
              <a:buNone/>
            </a:pPr>
            <a:r>
              <a:rPr lang="ja-JP" altLang="en-US" sz="2400" dirty="0">
                <a:solidFill>
                  <a:srgbClr val="002060"/>
                </a:solidFill>
                <a:latin typeface="メイリオ" panose="020B0604030504040204" pitchFamily="50" charset="-128"/>
                <a:ea typeface="メイリオ" panose="020B0604030504040204" pitchFamily="50" charset="-128"/>
              </a:rPr>
              <a:t>ヘルスチェックに基づいて負荷分散や</a:t>
            </a:r>
            <a:r>
              <a:rPr lang="en-US" altLang="ja-JP" sz="2400" dirty="0">
                <a:solidFill>
                  <a:srgbClr val="002060"/>
                </a:solidFill>
                <a:latin typeface="メイリオ" panose="020B0604030504040204" pitchFamily="50" charset="-128"/>
                <a:ea typeface="メイリオ" panose="020B0604030504040204" pitchFamily="50" charset="-128"/>
              </a:rPr>
              <a:t>Auto Scaling</a:t>
            </a:r>
            <a:r>
              <a:rPr lang="ja-JP" altLang="en-US" sz="2400" dirty="0">
                <a:solidFill>
                  <a:srgbClr val="002060"/>
                </a:solidFill>
                <a:latin typeface="メイリオ" panose="020B0604030504040204" pitchFamily="50" charset="-128"/>
                <a:ea typeface="メイリオ" panose="020B0604030504040204" pitchFamily="50" charset="-128"/>
              </a:rPr>
              <a:t>などを実施できる。</a:t>
            </a:r>
            <a:endParaRPr lang="en-US" altLang="ja-JP" sz="2400" kern="0" dirty="0">
              <a:solidFill>
                <a:srgbClr val="002060"/>
              </a:solidFill>
              <a:latin typeface="メイリオ" panose="020B0604030504040204" pitchFamily="50" charset="-128"/>
              <a:ea typeface="メイリオ" panose="020B0604030504040204" pitchFamily="50" charset="-128"/>
            </a:endParaRPr>
          </a:p>
        </p:txBody>
      </p:sp>
      <p:sp>
        <p:nvSpPr>
          <p:cNvPr id="9" name="正方形/長方形 8">
            <a:extLst>
              <a:ext uri="{FF2B5EF4-FFF2-40B4-BE49-F238E27FC236}">
                <a16:creationId xmlns:a16="http://schemas.microsoft.com/office/drawing/2014/main" id="{496C5562-8A02-46F3-A8F5-3D1A7AF684A1}"/>
              </a:ext>
            </a:extLst>
          </p:cNvPr>
          <p:cNvSpPr/>
          <p:nvPr/>
        </p:nvSpPr>
        <p:spPr>
          <a:xfrm>
            <a:off x="848544" y="1901385"/>
            <a:ext cx="4953000" cy="338554"/>
          </a:xfrm>
          <a:prstGeom prst="rect">
            <a:avLst/>
          </a:prstGeom>
        </p:spPr>
        <p:txBody>
          <a:bodyPr>
            <a:spAutoFit/>
          </a:bodyPr>
          <a:lstStyle/>
          <a:p>
            <a:endParaRPr lang="ja-JP" altLang="en-US" dirty="0"/>
          </a:p>
        </p:txBody>
      </p:sp>
      <p:sp>
        <p:nvSpPr>
          <p:cNvPr id="10" name="正方形/長方形 9">
            <a:extLst>
              <a:ext uri="{FF2B5EF4-FFF2-40B4-BE49-F238E27FC236}">
                <a16:creationId xmlns:a16="http://schemas.microsoft.com/office/drawing/2014/main" id="{0B9C5E2B-DB87-48BE-9A12-62BBA19E1221}"/>
              </a:ext>
            </a:extLst>
          </p:cNvPr>
          <p:cNvSpPr/>
          <p:nvPr/>
        </p:nvSpPr>
        <p:spPr>
          <a:xfrm>
            <a:off x="4536504" y="1859340"/>
            <a:ext cx="4953000" cy="338554"/>
          </a:xfrm>
          <a:prstGeom prst="rect">
            <a:avLst/>
          </a:prstGeom>
        </p:spPr>
        <p:txBody>
          <a:bodyPr>
            <a:spAutoFit/>
          </a:bodyPr>
          <a:lstStyle/>
          <a:p>
            <a:endParaRPr lang="ja-JP" altLang="en-US" dirty="0"/>
          </a:p>
        </p:txBody>
      </p:sp>
      <p:sp>
        <p:nvSpPr>
          <p:cNvPr id="2" name="コンテンツ プレースホルダー 2">
            <a:extLst>
              <a:ext uri="{FF2B5EF4-FFF2-40B4-BE49-F238E27FC236}">
                <a16:creationId xmlns:a16="http://schemas.microsoft.com/office/drawing/2014/main" id="{FDA280B4-D89F-437B-DC98-C3508A0B4FD1}"/>
              </a:ext>
            </a:extLst>
          </p:cNvPr>
          <p:cNvSpPr txBox="1">
            <a:spLocks/>
          </p:cNvSpPr>
          <p:nvPr/>
        </p:nvSpPr>
        <p:spPr bwMode="auto">
          <a:xfrm>
            <a:off x="560512" y="1958930"/>
            <a:ext cx="4358240" cy="4134366"/>
          </a:xfrm>
          <a:prstGeom prst="rect">
            <a:avLst/>
          </a:prstGeom>
          <a:solidFill>
            <a:schemeClr val="bg1"/>
          </a:solidFill>
          <a:ln w="9525">
            <a:solidFill>
              <a:srgbClr val="F0861E"/>
            </a:solidFill>
            <a:miter lim="800000"/>
            <a:headEnd/>
            <a:tailEnd/>
          </a:ln>
          <a:effectLst/>
        </p:spPr>
        <p:txBody>
          <a:bodyPr vert="horz" wrap="square" lIns="91440" tIns="45720" rIns="91440" bIns="45720" numCol="1" anchor="t"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r>
              <a:rPr lang="ja-JP" altLang="en-US" sz="1800" kern="0" dirty="0">
                <a:solidFill>
                  <a:schemeClr val="bg2"/>
                </a:solidFill>
                <a:latin typeface="メイリオ" panose="020B0604030504040204" pitchFamily="50" charset="-128"/>
                <a:ea typeface="メイリオ" panose="020B0604030504040204" pitchFamily="50" charset="-128"/>
              </a:rPr>
              <a:t>ヘルスチェックによる正常なインスタンスへのトラフィック分散</a:t>
            </a:r>
            <a:endParaRPr lang="en-US" altLang="ja-JP" sz="1800" kern="0" dirty="0">
              <a:solidFill>
                <a:schemeClr val="bg2"/>
              </a:solidFill>
              <a:latin typeface="メイリオ" panose="020B0604030504040204" pitchFamily="50" charset="-128"/>
              <a:ea typeface="メイリオ" panose="020B0604030504040204" pitchFamily="50" charset="-128"/>
            </a:endParaRPr>
          </a:p>
        </p:txBody>
      </p:sp>
      <p:pic>
        <p:nvPicPr>
          <p:cNvPr id="3" name="図 2" descr="音楽 が含まれている画像&#10;&#10;自動的に生成された説明">
            <a:extLst>
              <a:ext uri="{FF2B5EF4-FFF2-40B4-BE49-F238E27FC236}">
                <a16:creationId xmlns:a16="http://schemas.microsoft.com/office/drawing/2014/main" id="{DC97ED8A-A51F-9954-4506-41F60EF7C69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25800" y="3756048"/>
            <a:ext cx="702078" cy="842494"/>
          </a:xfrm>
          <a:prstGeom prst="rect">
            <a:avLst/>
          </a:prstGeom>
        </p:spPr>
      </p:pic>
      <p:pic>
        <p:nvPicPr>
          <p:cNvPr id="4" name="図 3" descr="音楽 が含まれている画像&#10;&#10;自動的に生成された説明">
            <a:extLst>
              <a:ext uri="{FF2B5EF4-FFF2-40B4-BE49-F238E27FC236}">
                <a16:creationId xmlns:a16="http://schemas.microsoft.com/office/drawing/2014/main" id="{7C2595D8-D51A-4F01-A5CD-E28E6E540F9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46831" y="4564982"/>
            <a:ext cx="714058" cy="856869"/>
          </a:xfrm>
          <a:prstGeom prst="rect">
            <a:avLst/>
          </a:prstGeom>
        </p:spPr>
      </p:pic>
      <p:sp>
        <p:nvSpPr>
          <p:cNvPr id="6" name="テキスト ボックス 5">
            <a:extLst>
              <a:ext uri="{FF2B5EF4-FFF2-40B4-BE49-F238E27FC236}">
                <a16:creationId xmlns:a16="http://schemas.microsoft.com/office/drawing/2014/main" id="{FB8BC1C8-892B-DA53-5A07-5E1BC3A0ED03}"/>
              </a:ext>
            </a:extLst>
          </p:cNvPr>
          <p:cNvSpPr txBox="1"/>
          <p:nvPr/>
        </p:nvSpPr>
        <p:spPr>
          <a:xfrm>
            <a:off x="1215029" y="5401103"/>
            <a:ext cx="577402" cy="338554"/>
          </a:xfrm>
          <a:prstGeom prst="rect">
            <a:avLst/>
          </a:prstGeom>
          <a:noFill/>
        </p:spPr>
        <p:txBody>
          <a:bodyPr wrap="none" rtlCol="0">
            <a:spAutoFit/>
          </a:bodyPr>
          <a:lstStyle/>
          <a:p>
            <a:pPr algn="ctr"/>
            <a:r>
              <a:rPr kumimoji="1" lang="en-US" altLang="ja-JP" dirty="0">
                <a:latin typeface="メイリオ" panose="020B0604030504040204" pitchFamily="50" charset="-128"/>
                <a:ea typeface="メイリオ" panose="020B0604030504040204" pitchFamily="50" charset="-128"/>
              </a:rPr>
              <a:t>EC2</a:t>
            </a:r>
          </a:p>
        </p:txBody>
      </p:sp>
      <p:sp>
        <p:nvSpPr>
          <p:cNvPr id="7" name="テキスト ボックス 6">
            <a:extLst>
              <a:ext uri="{FF2B5EF4-FFF2-40B4-BE49-F238E27FC236}">
                <a16:creationId xmlns:a16="http://schemas.microsoft.com/office/drawing/2014/main" id="{67F9B79C-EC2C-EE15-94D3-C6B1A90B3E93}"/>
              </a:ext>
            </a:extLst>
          </p:cNvPr>
          <p:cNvSpPr txBox="1"/>
          <p:nvPr/>
        </p:nvSpPr>
        <p:spPr>
          <a:xfrm>
            <a:off x="2352765" y="4578305"/>
            <a:ext cx="562975" cy="338554"/>
          </a:xfrm>
          <a:prstGeom prst="rect">
            <a:avLst/>
          </a:prstGeom>
          <a:noFill/>
        </p:spPr>
        <p:txBody>
          <a:bodyPr wrap="none" rtlCol="0">
            <a:spAutoFit/>
          </a:bodyPr>
          <a:lstStyle/>
          <a:p>
            <a:pPr algn="ctr"/>
            <a:r>
              <a:rPr kumimoji="1" lang="en-US" altLang="ja-JP" dirty="0">
                <a:latin typeface="メイリオ" panose="020B0604030504040204" pitchFamily="50" charset="-128"/>
                <a:ea typeface="メイリオ" panose="020B0604030504040204" pitchFamily="50" charset="-128"/>
              </a:rPr>
              <a:t>ELB</a:t>
            </a:r>
          </a:p>
        </p:txBody>
      </p:sp>
      <p:pic>
        <p:nvPicPr>
          <p:cNvPr id="8" name="図 7" descr="音楽 が含まれている画像&#10;&#10;自動的に生成された説明">
            <a:extLst>
              <a:ext uri="{FF2B5EF4-FFF2-40B4-BE49-F238E27FC236}">
                <a16:creationId xmlns:a16="http://schemas.microsoft.com/office/drawing/2014/main" id="{12EF06A5-B76A-4661-45A1-CDDD78A7132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333912" y="4564982"/>
            <a:ext cx="714058" cy="856869"/>
          </a:xfrm>
          <a:prstGeom prst="rect">
            <a:avLst/>
          </a:prstGeom>
        </p:spPr>
      </p:pic>
      <p:sp>
        <p:nvSpPr>
          <p:cNvPr id="11" name="テキスト ボックス 10">
            <a:extLst>
              <a:ext uri="{FF2B5EF4-FFF2-40B4-BE49-F238E27FC236}">
                <a16:creationId xmlns:a16="http://schemas.microsoft.com/office/drawing/2014/main" id="{B0D5B3CB-CC6E-E9A0-68A7-499808A29555}"/>
              </a:ext>
            </a:extLst>
          </p:cNvPr>
          <p:cNvSpPr txBox="1"/>
          <p:nvPr/>
        </p:nvSpPr>
        <p:spPr>
          <a:xfrm>
            <a:off x="3402110" y="5401103"/>
            <a:ext cx="577402" cy="338554"/>
          </a:xfrm>
          <a:prstGeom prst="rect">
            <a:avLst/>
          </a:prstGeom>
          <a:noFill/>
        </p:spPr>
        <p:txBody>
          <a:bodyPr wrap="none" rtlCol="0">
            <a:spAutoFit/>
          </a:bodyPr>
          <a:lstStyle/>
          <a:p>
            <a:pPr algn="ctr"/>
            <a:r>
              <a:rPr kumimoji="1" lang="en-US" altLang="ja-JP" dirty="0">
                <a:latin typeface="メイリオ" panose="020B0604030504040204" pitchFamily="50" charset="-128"/>
                <a:ea typeface="メイリオ" panose="020B0604030504040204" pitchFamily="50" charset="-128"/>
              </a:rPr>
              <a:t>EC2</a:t>
            </a:r>
          </a:p>
        </p:txBody>
      </p:sp>
      <p:cxnSp>
        <p:nvCxnSpPr>
          <p:cNvPr id="12" name="直線コネクタ 11">
            <a:extLst>
              <a:ext uri="{FF2B5EF4-FFF2-40B4-BE49-F238E27FC236}">
                <a16:creationId xmlns:a16="http://schemas.microsoft.com/office/drawing/2014/main" id="{2E375FAD-C32B-8521-B568-6A52484E8973}"/>
              </a:ext>
            </a:extLst>
          </p:cNvPr>
          <p:cNvCxnSpPr>
            <a:cxnSpLocks/>
            <a:stCxn id="4" idx="0"/>
            <a:endCxn id="3" idx="1"/>
          </p:cNvCxnSpPr>
          <p:nvPr/>
        </p:nvCxnSpPr>
        <p:spPr bwMode="auto">
          <a:xfrm flipV="1">
            <a:off x="1503860" y="4177295"/>
            <a:ext cx="821940" cy="387687"/>
          </a:xfrm>
          <a:prstGeom prst="line">
            <a:avLst/>
          </a:prstGeom>
          <a:noFill/>
          <a:ln w="31750" cap="flat" cmpd="sng" algn="ctr">
            <a:solidFill>
              <a:srgbClr val="FF0000"/>
            </a:solidFill>
            <a:prstDash val="solid"/>
            <a:round/>
            <a:headEnd type="none" w="med" len="med"/>
            <a:tailEnd type="none" w="med" len="med"/>
          </a:ln>
          <a:effectLst/>
        </p:spPr>
      </p:cxnSp>
      <p:cxnSp>
        <p:nvCxnSpPr>
          <p:cNvPr id="13" name="直線コネクタ 12">
            <a:extLst>
              <a:ext uri="{FF2B5EF4-FFF2-40B4-BE49-F238E27FC236}">
                <a16:creationId xmlns:a16="http://schemas.microsoft.com/office/drawing/2014/main" id="{23F80C02-E675-7B96-98A5-5ACDB3934D74}"/>
              </a:ext>
            </a:extLst>
          </p:cNvPr>
          <p:cNvCxnSpPr>
            <a:cxnSpLocks/>
            <a:stCxn id="8" idx="0"/>
            <a:endCxn id="3" idx="3"/>
          </p:cNvCxnSpPr>
          <p:nvPr/>
        </p:nvCxnSpPr>
        <p:spPr bwMode="auto">
          <a:xfrm flipH="1" flipV="1">
            <a:off x="3027878" y="4177295"/>
            <a:ext cx="663063" cy="387687"/>
          </a:xfrm>
          <a:prstGeom prst="line">
            <a:avLst/>
          </a:prstGeom>
          <a:noFill/>
          <a:ln w="31750" cap="flat" cmpd="sng" algn="ctr">
            <a:solidFill>
              <a:srgbClr val="FF0000"/>
            </a:solidFill>
            <a:prstDash val="solid"/>
            <a:round/>
            <a:headEnd type="none" w="med" len="med"/>
            <a:tailEnd type="none" w="med" len="med"/>
          </a:ln>
          <a:effectLst/>
        </p:spPr>
      </p:cxnSp>
      <p:sp>
        <p:nvSpPr>
          <p:cNvPr id="14" name="テキスト ボックス 13">
            <a:extLst>
              <a:ext uri="{FF2B5EF4-FFF2-40B4-BE49-F238E27FC236}">
                <a16:creationId xmlns:a16="http://schemas.microsoft.com/office/drawing/2014/main" id="{1B6C0E0A-75E8-155D-A870-DB210FEBFF0F}"/>
              </a:ext>
            </a:extLst>
          </p:cNvPr>
          <p:cNvSpPr txBox="1"/>
          <p:nvPr/>
        </p:nvSpPr>
        <p:spPr>
          <a:xfrm>
            <a:off x="3055958" y="4032585"/>
            <a:ext cx="1415772" cy="338554"/>
          </a:xfrm>
          <a:prstGeom prst="rect">
            <a:avLst/>
          </a:prstGeom>
          <a:noFill/>
        </p:spPr>
        <p:txBody>
          <a:bodyPr wrap="none" rtlCol="0">
            <a:spAutoFit/>
          </a:bodyPr>
          <a:lstStyle/>
          <a:p>
            <a:pPr algn="ctr"/>
            <a:r>
              <a:rPr kumimoji="1" lang="ja-JP" altLang="en-US" dirty="0">
                <a:latin typeface="メイリオ" panose="020B0604030504040204" pitchFamily="50" charset="-128"/>
                <a:ea typeface="メイリオ" panose="020B0604030504040204" pitchFamily="50" charset="-128"/>
              </a:rPr>
              <a:t>こちらに集中</a:t>
            </a:r>
            <a:endParaRPr kumimoji="1" lang="en-US" altLang="ja-JP" dirty="0">
              <a:latin typeface="メイリオ" panose="020B0604030504040204" pitchFamily="50" charset="-128"/>
              <a:ea typeface="メイリオ" panose="020B0604030504040204" pitchFamily="50" charset="-128"/>
            </a:endParaRPr>
          </a:p>
        </p:txBody>
      </p:sp>
      <p:sp>
        <p:nvSpPr>
          <p:cNvPr id="15" name="乗算記号 14">
            <a:extLst>
              <a:ext uri="{FF2B5EF4-FFF2-40B4-BE49-F238E27FC236}">
                <a16:creationId xmlns:a16="http://schemas.microsoft.com/office/drawing/2014/main" id="{E9146DC5-D4E6-9AA1-9F0E-C248B4EAC188}"/>
              </a:ext>
            </a:extLst>
          </p:cNvPr>
          <p:cNvSpPr/>
          <p:nvPr/>
        </p:nvSpPr>
        <p:spPr bwMode="auto">
          <a:xfrm>
            <a:off x="1037220" y="4461518"/>
            <a:ext cx="936104" cy="935088"/>
          </a:xfrm>
          <a:prstGeom prst="mathMultiply">
            <a:avLst/>
          </a:prstGeom>
          <a:solidFill>
            <a:srgbClr val="FF0000"/>
          </a:solidFill>
          <a:ln w="12700" cap="flat" cmpd="sng" algn="ctr">
            <a:no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ja-JP" altLang="en-US" sz="1600" b="0" i="0" u="none" strike="noStrike" cap="none" normalizeH="0" baseline="0">
              <a:ln>
                <a:noFill/>
              </a:ln>
              <a:solidFill>
                <a:schemeClr val="tx1"/>
              </a:solidFill>
              <a:effectLst/>
              <a:latin typeface="ＭＳ Ｐゴシック" pitchFamily="50" charset="-128"/>
              <a:ea typeface="ＭＳ Ｐゴシック" pitchFamily="50" charset="-128"/>
            </a:endParaRPr>
          </a:p>
        </p:txBody>
      </p:sp>
      <p:pic>
        <p:nvPicPr>
          <p:cNvPr id="17" name="図 16" descr="音楽 が含まれている画像&#10;&#10;自動的に生成された説明">
            <a:extLst>
              <a:ext uri="{FF2B5EF4-FFF2-40B4-BE49-F238E27FC236}">
                <a16:creationId xmlns:a16="http://schemas.microsoft.com/office/drawing/2014/main" id="{B3AC3A93-6086-97C7-F70C-CD091410664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70094" y="3756048"/>
            <a:ext cx="702078" cy="842494"/>
          </a:xfrm>
          <a:prstGeom prst="rect">
            <a:avLst/>
          </a:prstGeom>
        </p:spPr>
      </p:pic>
      <p:pic>
        <p:nvPicPr>
          <p:cNvPr id="18" name="図 17" descr="音楽 が含まれている画像&#10;&#10;自動的に生成された説明">
            <a:extLst>
              <a:ext uri="{FF2B5EF4-FFF2-40B4-BE49-F238E27FC236}">
                <a16:creationId xmlns:a16="http://schemas.microsoft.com/office/drawing/2014/main" id="{C68A90DA-6BE0-9DC2-F748-5907C6B232E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662723" y="4564982"/>
            <a:ext cx="714058" cy="856869"/>
          </a:xfrm>
          <a:prstGeom prst="rect">
            <a:avLst/>
          </a:prstGeom>
        </p:spPr>
      </p:pic>
      <p:sp>
        <p:nvSpPr>
          <p:cNvPr id="19" name="テキスト ボックス 18">
            <a:extLst>
              <a:ext uri="{FF2B5EF4-FFF2-40B4-BE49-F238E27FC236}">
                <a16:creationId xmlns:a16="http://schemas.microsoft.com/office/drawing/2014/main" id="{CC94305D-7C3B-282F-4FE0-1B1F778B8C5E}"/>
              </a:ext>
            </a:extLst>
          </p:cNvPr>
          <p:cNvSpPr txBox="1"/>
          <p:nvPr/>
        </p:nvSpPr>
        <p:spPr>
          <a:xfrm>
            <a:off x="5730921" y="5401103"/>
            <a:ext cx="577402" cy="338554"/>
          </a:xfrm>
          <a:prstGeom prst="rect">
            <a:avLst/>
          </a:prstGeom>
          <a:noFill/>
        </p:spPr>
        <p:txBody>
          <a:bodyPr wrap="none" rtlCol="0">
            <a:spAutoFit/>
          </a:bodyPr>
          <a:lstStyle/>
          <a:p>
            <a:pPr algn="ctr"/>
            <a:r>
              <a:rPr kumimoji="1" lang="en-US" altLang="ja-JP" dirty="0">
                <a:latin typeface="メイリオ" panose="020B0604030504040204" pitchFamily="50" charset="-128"/>
                <a:ea typeface="メイリオ" panose="020B0604030504040204" pitchFamily="50" charset="-128"/>
              </a:rPr>
              <a:t>EC2</a:t>
            </a:r>
          </a:p>
        </p:txBody>
      </p:sp>
      <p:sp>
        <p:nvSpPr>
          <p:cNvPr id="20" name="テキスト ボックス 19">
            <a:extLst>
              <a:ext uri="{FF2B5EF4-FFF2-40B4-BE49-F238E27FC236}">
                <a16:creationId xmlns:a16="http://schemas.microsoft.com/office/drawing/2014/main" id="{0986BFCB-6F3D-5615-EE3E-C1CD2290130B}"/>
              </a:ext>
            </a:extLst>
          </p:cNvPr>
          <p:cNvSpPr txBox="1"/>
          <p:nvPr/>
        </p:nvSpPr>
        <p:spPr>
          <a:xfrm>
            <a:off x="6868657" y="4578305"/>
            <a:ext cx="562975" cy="338554"/>
          </a:xfrm>
          <a:prstGeom prst="rect">
            <a:avLst/>
          </a:prstGeom>
          <a:noFill/>
        </p:spPr>
        <p:txBody>
          <a:bodyPr wrap="none" rtlCol="0">
            <a:spAutoFit/>
          </a:bodyPr>
          <a:lstStyle/>
          <a:p>
            <a:pPr algn="ctr"/>
            <a:r>
              <a:rPr kumimoji="1" lang="en-US" altLang="ja-JP" dirty="0">
                <a:latin typeface="メイリオ" panose="020B0604030504040204" pitchFamily="50" charset="-128"/>
                <a:ea typeface="メイリオ" panose="020B0604030504040204" pitchFamily="50" charset="-128"/>
              </a:rPr>
              <a:t>ELB</a:t>
            </a:r>
          </a:p>
        </p:txBody>
      </p:sp>
      <p:pic>
        <p:nvPicPr>
          <p:cNvPr id="21" name="図 20" descr="音楽 が含まれている画像&#10;&#10;自動的に生成された説明">
            <a:extLst>
              <a:ext uri="{FF2B5EF4-FFF2-40B4-BE49-F238E27FC236}">
                <a16:creationId xmlns:a16="http://schemas.microsoft.com/office/drawing/2014/main" id="{9F9B8A1E-F683-8F8C-CAB0-79CBEB60296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911350" y="4564982"/>
            <a:ext cx="714058" cy="856869"/>
          </a:xfrm>
          <a:prstGeom prst="rect">
            <a:avLst/>
          </a:prstGeom>
        </p:spPr>
      </p:pic>
      <p:sp>
        <p:nvSpPr>
          <p:cNvPr id="22" name="テキスト ボックス 21">
            <a:extLst>
              <a:ext uri="{FF2B5EF4-FFF2-40B4-BE49-F238E27FC236}">
                <a16:creationId xmlns:a16="http://schemas.microsoft.com/office/drawing/2014/main" id="{874591D5-69DF-E357-D70F-C1549F5D6E06}"/>
              </a:ext>
            </a:extLst>
          </p:cNvPr>
          <p:cNvSpPr txBox="1"/>
          <p:nvPr/>
        </p:nvSpPr>
        <p:spPr>
          <a:xfrm>
            <a:off x="7979548" y="5401103"/>
            <a:ext cx="577402" cy="338554"/>
          </a:xfrm>
          <a:prstGeom prst="rect">
            <a:avLst/>
          </a:prstGeom>
          <a:noFill/>
        </p:spPr>
        <p:txBody>
          <a:bodyPr wrap="none" rtlCol="0">
            <a:spAutoFit/>
          </a:bodyPr>
          <a:lstStyle/>
          <a:p>
            <a:pPr algn="ctr"/>
            <a:r>
              <a:rPr kumimoji="1" lang="en-US" altLang="ja-JP" dirty="0">
                <a:latin typeface="メイリオ" panose="020B0604030504040204" pitchFamily="50" charset="-128"/>
                <a:ea typeface="メイリオ" panose="020B0604030504040204" pitchFamily="50" charset="-128"/>
              </a:rPr>
              <a:t>EC2</a:t>
            </a:r>
          </a:p>
        </p:txBody>
      </p:sp>
      <p:cxnSp>
        <p:nvCxnSpPr>
          <p:cNvPr id="24" name="直線コネクタ 23">
            <a:extLst>
              <a:ext uri="{FF2B5EF4-FFF2-40B4-BE49-F238E27FC236}">
                <a16:creationId xmlns:a16="http://schemas.microsoft.com/office/drawing/2014/main" id="{7A55D5CB-A03A-A631-C34C-96441384BF58}"/>
              </a:ext>
            </a:extLst>
          </p:cNvPr>
          <p:cNvCxnSpPr>
            <a:cxnSpLocks/>
            <a:stCxn id="21" idx="0"/>
            <a:endCxn id="17" idx="3"/>
          </p:cNvCxnSpPr>
          <p:nvPr/>
        </p:nvCxnSpPr>
        <p:spPr bwMode="auto">
          <a:xfrm flipH="1" flipV="1">
            <a:off x="7572172" y="4177295"/>
            <a:ext cx="696207" cy="387687"/>
          </a:xfrm>
          <a:prstGeom prst="line">
            <a:avLst/>
          </a:prstGeom>
          <a:noFill/>
          <a:ln w="31750" cap="flat" cmpd="sng" algn="ctr">
            <a:solidFill>
              <a:srgbClr val="FF0000"/>
            </a:solidFill>
            <a:prstDash val="solid"/>
            <a:round/>
            <a:headEnd type="none" w="med" len="med"/>
            <a:tailEnd type="none" w="med" len="med"/>
          </a:ln>
          <a:effectLst/>
        </p:spPr>
      </p:cxnSp>
      <p:sp>
        <p:nvSpPr>
          <p:cNvPr id="26" name="乗算記号 25">
            <a:extLst>
              <a:ext uri="{FF2B5EF4-FFF2-40B4-BE49-F238E27FC236}">
                <a16:creationId xmlns:a16="http://schemas.microsoft.com/office/drawing/2014/main" id="{92CB14A4-7038-AE8F-5259-E8BBF28CDC3B}"/>
              </a:ext>
            </a:extLst>
          </p:cNvPr>
          <p:cNvSpPr/>
          <p:nvPr/>
        </p:nvSpPr>
        <p:spPr bwMode="auto">
          <a:xfrm>
            <a:off x="5553112" y="4461518"/>
            <a:ext cx="936104" cy="935088"/>
          </a:xfrm>
          <a:prstGeom prst="mathMultiply">
            <a:avLst/>
          </a:prstGeom>
          <a:solidFill>
            <a:srgbClr val="FF0000"/>
          </a:solidFill>
          <a:ln w="12700" cap="flat" cmpd="sng" algn="ctr">
            <a:no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ja-JP" altLang="en-US" sz="1600" b="0" i="0" u="none" strike="noStrike" cap="none" normalizeH="0" baseline="0">
              <a:ln>
                <a:noFill/>
              </a:ln>
              <a:solidFill>
                <a:schemeClr val="tx1"/>
              </a:solidFill>
              <a:effectLst/>
              <a:latin typeface="ＭＳ Ｐゴシック" pitchFamily="50" charset="-128"/>
              <a:ea typeface="ＭＳ Ｐゴシック" pitchFamily="50" charset="-128"/>
            </a:endParaRPr>
          </a:p>
        </p:txBody>
      </p:sp>
      <p:pic>
        <p:nvPicPr>
          <p:cNvPr id="6146" name="Picture 2" descr="Amazon CloudWatch カスタムメトリクス - ブログ - 株式会社Smallit（スモーリット）">
            <a:extLst>
              <a:ext uri="{FF2B5EF4-FFF2-40B4-BE49-F238E27FC236}">
                <a16:creationId xmlns:a16="http://schemas.microsoft.com/office/drawing/2014/main" id="{591D366C-C54D-B090-3EFA-93BE0F1FD790}"/>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720465" y="2556952"/>
            <a:ext cx="1491050" cy="1491050"/>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descr="Auto Scalingグループのヘルスチェックタイプ | Oji-Cloud">
            <a:extLst>
              <a:ext uri="{FF2B5EF4-FFF2-40B4-BE49-F238E27FC236}">
                <a16:creationId xmlns:a16="http://schemas.microsoft.com/office/drawing/2014/main" id="{4F9A11F0-B0F0-E676-D9D3-9E5F19044038}"/>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792701" y="2596373"/>
            <a:ext cx="891947" cy="856870"/>
          </a:xfrm>
          <a:prstGeom prst="rect">
            <a:avLst/>
          </a:prstGeom>
          <a:noFill/>
          <a:extLst>
            <a:ext uri="{909E8E84-426E-40DD-AFC4-6F175D3DCCD1}">
              <a14:hiddenFill xmlns:a14="http://schemas.microsoft.com/office/drawing/2010/main">
                <a:solidFill>
                  <a:srgbClr val="FFFFFF"/>
                </a:solidFill>
              </a14:hiddenFill>
            </a:ext>
          </a:extLst>
        </p:spPr>
      </p:pic>
      <p:cxnSp>
        <p:nvCxnSpPr>
          <p:cNvPr id="42" name="直線コネクタ 41">
            <a:extLst>
              <a:ext uri="{FF2B5EF4-FFF2-40B4-BE49-F238E27FC236}">
                <a16:creationId xmlns:a16="http://schemas.microsoft.com/office/drawing/2014/main" id="{2A01D986-F9A5-D676-9578-C46D4D2CD6E6}"/>
              </a:ext>
            </a:extLst>
          </p:cNvPr>
          <p:cNvCxnSpPr>
            <a:cxnSpLocks/>
          </p:cNvCxnSpPr>
          <p:nvPr/>
        </p:nvCxnSpPr>
        <p:spPr bwMode="auto">
          <a:xfrm flipH="1">
            <a:off x="7473280" y="3395440"/>
            <a:ext cx="673545" cy="543921"/>
          </a:xfrm>
          <a:prstGeom prst="line">
            <a:avLst/>
          </a:prstGeom>
          <a:noFill/>
          <a:ln w="31750" cap="flat" cmpd="sng" algn="ctr">
            <a:solidFill>
              <a:srgbClr val="FF0000"/>
            </a:solidFill>
            <a:prstDash val="solid"/>
            <a:round/>
            <a:headEnd type="triangle" w="med" len="med"/>
            <a:tailEnd type="none" w="med" len="med"/>
          </a:ln>
          <a:effectLst/>
        </p:spPr>
      </p:cxnSp>
      <p:cxnSp>
        <p:nvCxnSpPr>
          <p:cNvPr id="46" name="直線コネクタ 45">
            <a:extLst>
              <a:ext uri="{FF2B5EF4-FFF2-40B4-BE49-F238E27FC236}">
                <a16:creationId xmlns:a16="http://schemas.microsoft.com/office/drawing/2014/main" id="{0DC229AF-B5D2-376D-E0F3-B14E231D14E6}"/>
              </a:ext>
            </a:extLst>
          </p:cNvPr>
          <p:cNvCxnSpPr>
            <a:cxnSpLocks/>
            <a:stCxn id="6148" idx="3"/>
          </p:cNvCxnSpPr>
          <p:nvPr/>
        </p:nvCxnSpPr>
        <p:spPr bwMode="auto">
          <a:xfrm>
            <a:off x="7684648" y="3024808"/>
            <a:ext cx="416482" cy="0"/>
          </a:xfrm>
          <a:prstGeom prst="line">
            <a:avLst/>
          </a:prstGeom>
          <a:noFill/>
          <a:ln w="31750" cap="flat" cmpd="sng" algn="ctr">
            <a:solidFill>
              <a:srgbClr val="FF0000"/>
            </a:solidFill>
            <a:prstDash val="solid"/>
            <a:round/>
            <a:headEnd type="triangle" w="med" len="med"/>
            <a:tailEnd type="none" w="med" len="med"/>
          </a:ln>
          <a:effectLst/>
        </p:spPr>
      </p:cxnSp>
      <p:sp>
        <p:nvSpPr>
          <p:cNvPr id="51" name="テキスト ボックス 50">
            <a:extLst>
              <a:ext uri="{FF2B5EF4-FFF2-40B4-BE49-F238E27FC236}">
                <a16:creationId xmlns:a16="http://schemas.microsoft.com/office/drawing/2014/main" id="{040A256A-FB15-1467-68E6-EF505F5C3A41}"/>
              </a:ext>
            </a:extLst>
          </p:cNvPr>
          <p:cNvSpPr txBox="1"/>
          <p:nvPr/>
        </p:nvSpPr>
        <p:spPr>
          <a:xfrm>
            <a:off x="7979548" y="3811233"/>
            <a:ext cx="2230036" cy="400110"/>
          </a:xfrm>
          <a:prstGeom prst="rect">
            <a:avLst/>
          </a:prstGeom>
          <a:solidFill>
            <a:schemeClr val="accent2">
              <a:lumMod val="20000"/>
              <a:lumOff val="80000"/>
            </a:schemeClr>
          </a:solidFill>
        </p:spPr>
        <p:txBody>
          <a:bodyPr wrap="square">
            <a:spAutoFit/>
          </a:bodyPr>
          <a:lstStyle/>
          <a:p>
            <a:r>
              <a:rPr lang="ja-JP" altLang="en-US" sz="1000" dirty="0">
                <a:latin typeface="メイリオ" panose="020B0604030504040204" pitchFamily="50" charset="-128"/>
                <a:ea typeface="メイリオ" panose="020B0604030504040204" pitchFamily="50" charset="-128"/>
              </a:rPr>
              <a:t>①</a:t>
            </a:r>
            <a:r>
              <a:rPr lang="en-US" altLang="ja-JP" sz="1000" dirty="0" err="1">
                <a:latin typeface="メイリオ" panose="020B0604030504040204" pitchFamily="50" charset="-128"/>
                <a:ea typeface="メイリオ" panose="020B0604030504040204" pitchFamily="50" charset="-128"/>
              </a:rPr>
              <a:t>UnhealthyHostCount</a:t>
            </a:r>
            <a:r>
              <a:rPr lang="ja-JP" altLang="en-US" sz="1000" dirty="0">
                <a:latin typeface="メイリオ" panose="020B0604030504040204" pitchFamily="50" charset="-128"/>
                <a:ea typeface="メイリオ" panose="020B0604030504040204" pitchFamily="50" charset="-128"/>
              </a:rPr>
              <a:t>メトリクス</a:t>
            </a:r>
            <a:endParaRPr lang="en-US" altLang="ja-JP" sz="1000" dirty="0">
              <a:latin typeface="メイリオ" panose="020B0604030504040204" pitchFamily="50" charset="-128"/>
              <a:ea typeface="メイリオ" panose="020B0604030504040204" pitchFamily="50" charset="-128"/>
            </a:endParaRPr>
          </a:p>
          <a:p>
            <a:r>
              <a:rPr lang="ja-JP" altLang="en-US" sz="1000" dirty="0">
                <a:latin typeface="メイリオ" panose="020B0604030504040204" pitchFamily="50" charset="-128"/>
                <a:ea typeface="メイリオ" panose="020B0604030504040204" pitchFamily="50" charset="-128"/>
              </a:rPr>
              <a:t>を</a:t>
            </a:r>
            <a:r>
              <a:rPr lang="en-US" altLang="ja-JP" sz="1000" dirty="0">
                <a:latin typeface="メイリオ" panose="020B0604030504040204" pitchFamily="50" charset="-128"/>
                <a:ea typeface="メイリオ" panose="020B0604030504040204" pitchFamily="50" charset="-128"/>
              </a:rPr>
              <a:t>CloudWatch</a:t>
            </a:r>
            <a:r>
              <a:rPr lang="ja-JP" altLang="en-US" sz="1000" dirty="0">
                <a:latin typeface="メイリオ" panose="020B0604030504040204" pitchFamily="50" charset="-128"/>
                <a:ea typeface="メイリオ" panose="020B0604030504040204" pitchFamily="50" charset="-128"/>
              </a:rPr>
              <a:t>でモニタリングする。</a:t>
            </a:r>
            <a:endParaRPr lang="ja-JP" altLang="en-US" sz="1000" dirty="0"/>
          </a:p>
        </p:txBody>
      </p:sp>
      <p:sp>
        <p:nvSpPr>
          <p:cNvPr id="52" name="テキスト ボックス 51">
            <a:extLst>
              <a:ext uri="{FF2B5EF4-FFF2-40B4-BE49-F238E27FC236}">
                <a16:creationId xmlns:a16="http://schemas.microsoft.com/office/drawing/2014/main" id="{2D93E6CA-DC4D-BCF5-51E5-23D8B8EBBF96}"/>
              </a:ext>
            </a:extLst>
          </p:cNvPr>
          <p:cNvSpPr txBox="1"/>
          <p:nvPr/>
        </p:nvSpPr>
        <p:spPr>
          <a:xfrm>
            <a:off x="7510390" y="2524834"/>
            <a:ext cx="2230036" cy="400110"/>
          </a:xfrm>
          <a:prstGeom prst="rect">
            <a:avLst/>
          </a:prstGeom>
          <a:solidFill>
            <a:schemeClr val="accent2">
              <a:lumMod val="20000"/>
              <a:lumOff val="80000"/>
            </a:schemeClr>
          </a:solidFill>
        </p:spPr>
        <p:txBody>
          <a:bodyPr wrap="square">
            <a:spAutoFit/>
          </a:bodyPr>
          <a:lstStyle/>
          <a:p>
            <a:r>
              <a:rPr lang="ja-JP" altLang="en-US" sz="1000" dirty="0">
                <a:latin typeface="メイリオ" panose="020B0604030504040204" pitchFamily="50" charset="-128"/>
                <a:ea typeface="メイリオ" panose="020B0604030504040204" pitchFamily="50" charset="-128"/>
              </a:rPr>
              <a:t>②異常があった場合に</a:t>
            </a:r>
            <a:r>
              <a:rPr lang="en-US" altLang="ja-JP" sz="1000" dirty="0">
                <a:latin typeface="メイリオ" panose="020B0604030504040204" pitchFamily="50" charset="-128"/>
                <a:ea typeface="メイリオ" panose="020B0604030504040204" pitchFamily="50" charset="-128"/>
              </a:rPr>
              <a:t>Auto Scaling</a:t>
            </a:r>
            <a:r>
              <a:rPr lang="ja-JP" altLang="en-US" sz="1000" dirty="0">
                <a:latin typeface="メイリオ" panose="020B0604030504040204" pitchFamily="50" charset="-128"/>
                <a:ea typeface="メイリオ" panose="020B0604030504040204" pitchFamily="50" charset="-128"/>
              </a:rPr>
              <a:t>にアラートを通知する。</a:t>
            </a:r>
            <a:endParaRPr lang="ja-JP" altLang="en-US" sz="1000" dirty="0"/>
          </a:p>
        </p:txBody>
      </p:sp>
      <p:sp>
        <p:nvSpPr>
          <p:cNvPr id="16" name="テキスト ボックス 15">
            <a:extLst>
              <a:ext uri="{FF2B5EF4-FFF2-40B4-BE49-F238E27FC236}">
                <a16:creationId xmlns:a16="http://schemas.microsoft.com/office/drawing/2014/main" id="{1A9F9F45-D976-9DD9-8D8A-166232BFC9F0}"/>
              </a:ext>
            </a:extLst>
          </p:cNvPr>
          <p:cNvSpPr txBox="1"/>
          <p:nvPr/>
        </p:nvSpPr>
        <p:spPr>
          <a:xfrm>
            <a:off x="6568062" y="3325003"/>
            <a:ext cx="1263487" cy="338554"/>
          </a:xfrm>
          <a:prstGeom prst="rect">
            <a:avLst/>
          </a:prstGeom>
          <a:noFill/>
        </p:spPr>
        <p:txBody>
          <a:bodyPr wrap="none" rtlCol="0">
            <a:spAutoFit/>
          </a:bodyPr>
          <a:lstStyle/>
          <a:p>
            <a:r>
              <a:rPr kumimoji="1" lang="en-US" altLang="ja-JP" dirty="0"/>
              <a:t>Auto Scaling</a:t>
            </a:r>
            <a:endParaRPr kumimoji="1" lang="ja-JP" altLang="en-US" dirty="0"/>
          </a:p>
        </p:txBody>
      </p:sp>
    </p:spTree>
    <p:extLst>
      <p:ext uri="{BB962C8B-B14F-4D97-AF65-F5344CB8AC3E}">
        <p14:creationId xmlns:p14="http://schemas.microsoft.com/office/powerpoint/2010/main" val="3948119"/>
      </p:ext>
    </p:extLst>
  </p:cSld>
  <p:clrMapOvr>
    <a:masterClrMapping/>
  </p:clrMapOvr>
  <mc:AlternateContent xmlns:mc="http://schemas.openxmlformats.org/markup-compatibility/2006" xmlns:p14="http://schemas.microsoft.com/office/powerpoint/2010/main">
    <mc:Choice Requires="p14">
      <p:transition spd="slow" p14:dur="2000" advTm="17676"/>
    </mc:Choice>
    <mc:Fallback xmlns="">
      <p:transition spd="slow" advTm="17676"/>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コンテンツ プレースホルダー 2">
            <a:extLst>
              <a:ext uri="{FF2B5EF4-FFF2-40B4-BE49-F238E27FC236}">
                <a16:creationId xmlns:a16="http://schemas.microsoft.com/office/drawing/2014/main" id="{16B8B702-EBF3-2D10-BBF4-388E53A18805}"/>
              </a:ext>
            </a:extLst>
          </p:cNvPr>
          <p:cNvSpPr txBox="1">
            <a:spLocks/>
          </p:cNvSpPr>
          <p:nvPr/>
        </p:nvSpPr>
        <p:spPr bwMode="auto">
          <a:xfrm>
            <a:off x="5095447" y="1958930"/>
            <a:ext cx="4358240" cy="4134366"/>
          </a:xfrm>
          <a:prstGeom prst="rect">
            <a:avLst/>
          </a:prstGeom>
          <a:solidFill>
            <a:schemeClr val="bg1"/>
          </a:solidFill>
          <a:ln w="9525">
            <a:solidFill>
              <a:srgbClr val="F0861E"/>
            </a:solidFill>
            <a:miter lim="800000"/>
            <a:headEnd/>
            <a:tailEnd/>
          </a:ln>
          <a:effectLst/>
        </p:spPr>
        <p:txBody>
          <a:bodyPr vert="horz" wrap="square" lIns="91440" tIns="45720" rIns="91440" bIns="45720" numCol="1" anchor="t"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r>
              <a:rPr lang="ja-JP" altLang="en-US" sz="1800" kern="0" dirty="0">
                <a:solidFill>
                  <a:schemeClr val="bg2"/>
                </a:solidFill>
                <a:latin typeface="メイリオ" panose="020B0604030504040204" pitchFamily="50" charset="-128"/>
                <a:ea typeface="メイリオ" panose="020B0604030504040204" pitchFamily="50" charset="-128"/>
              </a:rPr>
              <a:t>ヘルスチェックを</a:t>
            </a:r>
            <a:r>
              <a:rPr lang="en-US" altLang="ja-JP" sz="1800" kern="0" dirty="0">
                <a:solidFill>
                  <a:schemeClr val="bg2"/>
                </a:solidFill>
                <a:latin typeface="メイリオ" panose="020B0604030504040204" pitchFamily="50" charset="-128"/>
                <a:ea typeface="メイリオ" panose="020B0604030504040204" pitchFamily="50" charset="-128"/>
              </a:rPr>
              <a:t>CloudWatch</a:t>
            </a:r>
            <a:r>
              <a:rPr lang="ja-JP" altLang="en-US" sz="1800" kern="0" dirty="0">
                <a:solidFill>
                  <a:schemeClr val="bg2"/>
                </a:solidFill>
                <a:latin typeface="メイリオ" panose="020B0604030504040204" pitchFamily="50" charset="-128"/>
                <a:ea typeface="メイリオ" panose="020B0604030504040204" pitchFamily="50" charset="-128"/>
              </a:rPr>
              <a:t>に連携して、</a:t>
            </a:r>
            <a:r>
              <a:rPr lang="en-US" altLang="ja-JP" sz="1800" kern="0" dirty="0">
                <a:solidFill>
                  <a:schemeClr val="bg2"/>
                </a:solidFill>
                <a:latin typeface="メイリオ" panose="020B0604030504040204" pitchFamily="50" charset="-128"/>
                <a:ea typeface="メイリオ" panose="020B0604030504040204" pitchFamily="50" charset="-128"/>
              </a:rPr>
              <a:t>Auto Scaling</a:t>
            </a:r>
            <a:r>
              <a:rPr lang="ja-JP" altLang="en-US" sz="1800" kern="0" dirty="0">
                <a:solidFill>
                  <a:schemeClr val="bg2"/>
                </a:solidFill>
                <a:latin typeface="メイリオ" panose="020B0604030504040204" pitchFamily="50" charset="-128"/>
                <a:ea typeface="メイリオ" panose="020B0604030504040204" pitchFamily="50" charset="-128"/>
              </a:rPr>
              <a:t>を実施する。</a:t>
            </a:r>
            <a:endParaRPr lang="en-US" altLang="ja-JP" sz="1800" kern="0" dirty="0">
              <a:solidFill>
                <a:schemeClr val="bg2"/>
              </a:solidFill>
              <a:latin typeface="メイリオ" panose="020B0604030504040204" pitchFamily="50" charset="-128"/>
              <a:ea typeface="メイリオ" panose="020B0604030504040204" pitchFamily="50" charset="-128"/>
            </a:endParaRPr>
          </a:p>
        </p:txBody>
      </p:sp>
      <p:sp>
        <p:nvSpPr>
          <p:cNvPr id="27" name="タイトル 1">
            <a:extLst>
              <a:ext uri="{FF2B5EF4-FFF2-40B4-BE49-F238E27FC236}">
                <a16:creationId xmlns:a16="http://schemas.microsoft.com/office/drawing/2014/main" id="{48F80BE1-D063-4240-BFC7-C8D243720250}"/>
              </a:ext>
            </a:extLst>
          </p:cNvPr>
          <p:cNvSpPr txBox="1">
            <a:spLocks/>
          </p:cNvSpPr>
          <p:nvPr/>
        </p:nvSpPr>
        <p:spPr bwMode="auto">
          <a:xfrm>
            <a:off x="631222" y="201863"/>
            <a:ext cx="8642258" cy="50208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rtl="0" fontAlgn="base">
              <a:lnSpc>
                <a:spcPct val="90000"/>
              </a:lnSpc>
              <a:spcBef>
                <a:spcPct val="0"/>
              </a:spcBef>
              <a:spcAft>
                <a:spcPct val="0"/>
              </a:spcAft>
              <a:defRPr kumimoji="1" sz="2000">
                <a:solidFill>
                  <a:schemeClr val="tx2"/>
                </a:solidFill>
                <a:latin typeface="游明朝" panose="02020400000000000000" pitchFamily="18" charset="-128"/>
                <a:ea typeface="游明朝" panose="02020400000000000000" pitchFamily="18" charset="-128"/>
                <a:cs typeface="+mj-cs"/>
              </a:defRPr>
            </a:lvl1pPr>
            <a:lvl2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2pPr>
            <a:lvl3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3pPr>
            <a:lvl4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4pPr>
            <a:lvl5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5pPr>
            <a:lvl6pPr marL="4572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6pPr>
            <a:lvl7pPr marL="9144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7pPr>
            <a:lvl8pPr marL="13716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8pPr>
            <a:lvl9pPr marL="18288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9pPr>
          </a:lstStyle>
          <a:p>
            <a:pPr algn="l">
              <a:lnSpc>
                <a:spcPct val="100000"/>
              </a:lnSpc>
            </a:pPr>
            <a:r>
              <a:rPr lang="ja-JP" altLang="en-US" sz="3000" dirty="0">
                <a:latin typeface="メイリオ" panose="020B0604030504040204" pitchFamily="50" charset="-128"/>
                <a:ea typeface="メイリオ" panose="020B0604030504040204" pitchFamily="50" charset="-128"/>
              </a:rPr>
              <a:t>ヘルスチェックの設定</a:t>
            </a:r>
            <a:endParaRPr lang="en-US" altLang="ja-JP" sz="3000" dirty="0">
              <a:solidFill>
                <a:schemeClr val="tx1"/>
              </a:solidFill>
              <a:latin typeface="メイリオ" panose="020B0604030504040204" pitchFamily="50" charset="-128"/>
              <a:ea typeface="メイリオ" panose="020B0604030504040204" pitchFamily="50" charset="-128"/>
            </a:endParaRPr>
          </a:p>
        </p:txBody>
      </p:sp>
      <p:sp>
        <p:nvSpPr>
          <p:cNvPr id="5" name="コンテンツ プレースホルダー 2">
            <a:extLst>
              <a:ext uri="{FF2B5EF4-FFF2-40B4-BE49-F238E27FC236}">
                <a16:creationId xmlns:a16="http://schemas.microsoft.com/office/drawing/2014/main" id="{4223C7E6-23C7-4433-B315-D26905B0474C}"/>
              </a:ext>
            </a:extLst>
          </p:cNvPr>
          <p:cNvSpPr txBox="1">
            <a:spLocks/>
          </p:cNvSpPr>
          <p:nvPr/>
        </p:nvSpPr>
        <p:spPr>
          <a:xfrm>
            <a:off x="631222" y="799401"/>
            <a:ext cx="8858282" cy="325343"/>
          </a:xfrm>
          <a:prstGeom prst="rect">
            <a:avLst/>
          </a:prstGeom>
        </p:spPr>
        <p:txBody>
          <a:bodyPr vert="horz" lIns="74295" tIns="37148" rIns="74295" bIns="37148" rtlCol="0">
            <a:noAutofit/>
          </a:bodyPr>
          <a:lstStyle>
            <a:lvl1pPr marL="228600" indent="-228600" algn="l" defTabSz="914400" rtl="0" eaLnBrk="1" latinLnBrk="0" hangingPunct="1">
              <a:lnSpc>
                <a:spcPct val="90000"/>
              </a:lnSpc>
              <a:spcBef>
                <a:spcPts val="1000"/>
              </a:spcBef>
              <a:buFont typeface="Wingdings 2" pitchFamily="18" charset="2"/>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2" pitchFamily="18" charset="2"/>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2" pitchFamily="18" charset="2"/>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5pPr>
            <a:lvl6pPr marL="25146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6pPr>
            <a:lvl7pPr marL="29718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7pPr>
            <a:lvl8pPr marL="34290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8pPr>
            <a:lvl9pPr marL="38862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9pPr>
          </a:lstStyle>
          <a:p>
            <a:pPr marL="0" indent="0">
              <a:buNone/>
            </a:pPr>
            <a:r>
              <a:rPr lang="ja-JP" altLang="en-US" sz="2400" dirty="0">
                <a:solidFill>
                  <a:srgbClr val="002060"/>
                </a:solidFill>
                <a:latin typeface="メイリオ" panose="020B0604030504040204" pitchFamily="50" charset="-128"/>
                <a:ea typeface="メイリオ" panose="020B0604030504040204" pitchFamily="50" charset="-128"/>
              </a:rPr>
              <a:t>ヘルスチェックに基づいて負荷分散や</a:t>
            </a:r>
            <a:r>
              <a:rPr lang="en-US" altLang="ja-JP" sz="2400" dirty="0">
                <a:solidFill>
                  <a:srgbClr val="002060"/>
                </a:solidFill>
                <a:latin typeface="メイリオ" panose="020B0604030504040204" pitchFamily="50" charset="-128"/>
                <a:ea typeface="メイリオ" panose="020B0604030504040204" pitchFamily="50" charset="-128"/>
              </a:rPr>
              <a:t>Auto Scaling</a:t>
            </a:r>
            <a:r>
              <a:rPr lang="ja-JP" altLang="en-US" sz="2400" dirty="0">
                <a:solidFill>
                  <a:srgbClr val="002060"/>
                </a:solidFill>
                <a:latin typeface="メイリオ" panose="020B0604030504040204" pitchFamily="50" charset="-128"/>
                <a:ea typeface="メイリオ" panose="020B0604030504040204" pitchFamily="50" charset="-128"/>
              </a:rPr>
              <a:t>などを実施できる。</a:t>
            </a:r>
            <a:endParaRPr lang="en-US" altLang="ja-JP" sz="2400" kern="0" dirty="0">
              <a:solidFill>
                <a:srgbClr val="002060"/>
              </a:solidFill>
              <a:latin typeface="メイリオ" panose="020B0604030504040204" pitchFamily="50" charset="-128"/>
              <a:ea typeface="メイリオ" panose="020B0604030504040204" pitchFamily="50" charset="-128"/>
            </a:endParaRPr>
          </a:p>
        </p:txBody>
      </p:sp>
      <p:sp>
        <p:nvSpPr>
          <p:cNvPr id="9" name="正方形/長方形 8">
            <a:extLst>
              <a:ext uri="{FF2B5EF4-FFF2-40B4-BE49-F238E27FC236}">
                <a16:creationId xmlns:a16="http://schemas.microsoft.com/office/drawing/2014/main" id="{496C5562-8A02-46F3-A8F5-3D1A7AF684A1}"/>
              </a:ext>
            </a:extLst>
          </p:cNvPr>
          <p:cNvSpPr/>
          <p:nvPr/>
        </p:nvSpPr>
        <p:spPr>
          <a:xfrm>
            <a:off x="848544" y="1901385"/>
            <a:ext cx="4953000" cy="338554"/>
          </a:xfrm>
          <a:prstGeom prst="rect">
            <a:avLst/>
          </a:prstGeom>
        </p:spPr>
        <p:txBody>
          <a:bodyPr>
            <a:spAutoFit/>
          </a:bodyPr>
          <a:lstStyle/>
          <a:p>
            <a:endParaRPr lang="ja-JP" altLang="en-US" dirty="0"/>
          </a:p>
        </p:txBody>
      </p:sp>
      <p:sp>
        <p:nvSpPr>
          <p:cNvPr id="10" name="正方形/長方形 9">
            <a:extLst>
              <a:ext uri="{FF2B5EF4-FFF2-40B4-BE49-F238E27FC236}">
                <a16:creationId xmlns:a16="http://schemas.microsoft.com/office/drawing/2014/main" id="{0B9C5E2B-DB87-48BE-9A12-62BBA19E1221}"/>
              </a:ext>
            </a:extLst>
          </p:cNvPr>
          <p:cNvSpPr/>
          <p:nvPr/>
        </p:nvSpPr>
        <p:spPr>
          <a:xfrm>
            <a:off x="4536504" y="1859340"/>
            <a:ext cx="4953000" cy="338554"/>
          </a:xfrm>
          <a:prstGeom prst="rect">
            <a:avLst/>
          </a:prstGeom>
        </p:spPr>
        <p:txBody>
          <a:bodyPr>
            <a:spAutoFit/>
          </a:bodyPr>
          <a:lstStyle/>
          <a:p>
            <a:endParaRPr lang="ja-JP" altLang="en-US" dirty="0"/>
          </a:p>
        </p:txBody>
      </p:sp>
      <p:sp>
        <p:nvSpPr>
          <p:cNvPr id="2" name="コンテンツ プレースホルダー 2">
            <a:extLst>
              <a:ext uri="{FF2B5EF4-FFF2-40B4-BE49-F238E27FC236}">
                <a16:creationId xmlns:a16="http://schemas.microsoft.com/office/drawing/2014/main" id="{FDA280B4-D89F-437B-DC98-C3508A0B4FD1}"/>
              </a:ext>
            </a:extLst>
          </p:cNvPr>
          <p:cNvSpPr txBox="1">
            <a:spLocks/>
          </p:cNvSpPr>
          <p:nvPr/>
        </p:nvSpPr>
        <p:spPr bwMode="auto">
          <a:xfrm>
            <a:off x="560512" y="1958930"/>
            <a:ext cx="4358240" cy="4134366"/>
          </a:xfrm>
          <a:prstGeom prst="rect">
            <a:avLst/>
          </a:prstGeom>
          <a:solidFill>
            <a:schemeClr val="bg1"/>
          </a:solidFill>
          <a:ln w="9525">
            <a:solidFill>
              <a:srgbClr val="F0861E"/>
            </a:solidFill>
            <a:miter lim="800000"/>
            <a:headEnd/>
            <a:tailEnd/>
          </a:ln>
          <a:effectLst/>
        </p:spPr>
        <p:txBody>
          <a:bodyPr vert="horz" wrap="square" lIns="91440" tIns="45720" rIns="91440" bIns="45720" numCol="1" anchor="t"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r>
              <a:rPr lang="ja-JP" altLang="en-US" sz="1800" kern="0" dirty="0">
                <a:solidFill>
                  <a:schemeClr val="bg2"/>
                </a:solidFill>
                <a:latin typeface="メイリオ" panose="020B0604030504040204" pitchFamily="50" charset="-128"/>
                <a:ea typeface="メイリオ" panose="020B0604030504040204" pitchFamily="50" charset="-128"/>
              </a:rPr>
              <a:t>ヘルスチェックによる正常なインスタンスへのトラフィック分散</a:t>
            </a:r>
            <a:endParaRPr lang="en-US" altLang="ja-JP" sz="1800" kern="0" dirty="0">
              <a:solidFill>
                <a:schemeClr val="bg2"/>
              </a:solidFill>
              <a:latin typeface="メイリオ" panose="020B0604030504040204" pitchFamily="50" charset="-128"/>
              <a:ea typeface="メイリオ" panose="020B0604030504040204" pitchFamily="50" charset="-128"/>
            </a:endParaRPr>
          </a:p>
        </p:txBody>
      </p:sp>
      <p:pic>
        <p:nvPicPr>
          <p:cNvPr id="3" name="図 2" descr="音楽 が含まれている画像&#10;&#10;自動的に生成された説明">
            <a:extLst>
              <a:ext uri="{FF2B5EF4-FFF2-40B4-BE49-F238E27FC236}">
                <a16:creationId xmlns:a16="http://schemas.microsoft.com/office/drawing/2014/main" id="{DC97ED8A-A51F-9954-4506-41F60EF7C69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25800" y="3756048"/>
            <a:ext cx="702078" cy="842494"/>
          </a:xfrm>
          <a:prstGeom prst="rect">
            <a:avLst/>
          </a:prstGeom>
        </p:spPr>
      </p:pic>
      <p:pic>
        <p:nvPicPr>
          <p:cNvPr id="4" name="図 3" descr="音楽 が含まれている画像&#10;&#10;自動的に生成された説明">
            <a:extLst>
              <a:ext uri="{FF2B5EF4-FFF2-40B4-BE49-F238E27FC236}">
                <a16:creationId xmlns:a16="http://schemas.microsoft.com/office/drawing/2014/main" id="{7C2595D8-D51A-4F01-A5CD-E28E6E540F9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46831" y="4564982"/>
            <a:ext cx="714058" cy="856869"/>
          </a:xfrm>
          <a:prstGeom prst="rect">
            <a:avLst/>
          </a:prstGeom>
        </p:spPr>
      </p:pic>
      <p:sp>
        <p:nvSpPr>
          <p:cNvPr id="6" name="テキスト ボックス 5">
            <a:extLst>
              <a:ext uri="{FF2B5EF4-FFF2-40B4-BE49-F238E27FC236}">
                <a16:creationId xmlns:a16="http://schemas.microsoft.com/office/drawing/2014/main" id="{FB8BC1C8-892B-DA53-5A07-5E1BC3A0ED03}"/>
              </a:ext>
            </a:extLst>
          </p:cNvPr>
          <p:cNvSpPr txBox="1"/>
          <p:nvPr/>
        </p:nvSpPr>
        <p:spPr>
          <a:xfrm>
            <a:off x="1215029" y="5401103"/>
            <a:ext cx="577402" cy="338554"/>
          </a:xfrm>
          <a:prstGeom prst="rect">
            <a:avLst/>
          </a:prstGeom>
          <a:noFill/>
        </p:spPr>
        <p:txBody>
          <a:bodyPr wrap="none" rtlCol="0">
            <a:spAutoFit/>
          </a:bodyPr>
          <a:lstStyle/>
          <a:p>
            <a:pPr algn="ctr"/>
            <a:r>
              <a:rPr kumimoji="1" lang="en-US" altLang="ja-JP" dirty="0">
                <a:latin typeface="メイリオ" panose="020B0604030504040204" pitchFamily="50" charset="-128"/>
                <a:ea typeface="メイリオ" panose="020B0604030504040204" pitchFamily="50" charset="-128"/>
              </a:rPr>
              <a:t>EC2</a:t>
            </a:r>
          </a:p>
        </p:txBody>
      </p:sp>
      <p:sp>
        <p:nvSpPr>
          <p:cNvPr id="7" name="テキスト ボックス 6">
            <a:extLst>
              <a:ext uri="{FF2B5EF4-FFF2-40B4-BE49-F238E27FC236}">
                <a16:creationId xmlns:a16="http://schemas.microsoft.com/office/drawing/2014/main" id="{67F9B79C-EC2C-EE15-94D3-C6B1A90B3E93}"/>
              </a:ext>
            </a:extLst>
          </p:cNvPr>
          <p:cNvSpPr txBox="1"/>
          <p:nvPr/>
        </p:nvSpPr>
        <p:spPr>
          <a:xfrm>
            <a:off x="2352765" y="4578305"/>
            <a:ext cx="562975" cy="338554"/>
          </a:xfrm>
          <a:prstGeom prst="rect">
            <a:avLst/>
          </a:prstGeom>
          <a:noFill/>
        </p:spPr>
        <p:txBody>
          <a:bodyPr wrap="none" rtlCol="0">
            <a:spAutoFit/>
          </a:bodyPr>
          <a:lstStyle/>
          <a:p>
            <a:pPr algn="ctr"/>
            <a:r>
              <a:rPr kumimoji="1" lang="en-US" altLang="ja-JP" dirty="0">
                <a:latin typeface="メイリオ" panose="020B0604030504040204" pitchFamily="50" charset="-128"/>
                <a:ea typeface="メイリオ" panose="020B0604030504040204" pitchFamily="50" charset="-128"/>
              </a:rPr>
              <a:t>ELB</a:t>
            </a:r>
          </a:p>
        </p:txBody>
      </p:sp>
      <p:pic>
        <p:nvPicPr>
          <p:cNvPr id="8" name="図 7" descr="音楽 が含まれている画像&#10;&#10;自動的に生成された説明">
            <a:extLst>
              <a:ext uri="{FF2B5EF4-FFF2-40B4-BE49-F238E27FC236}">
                <a16:creationId xmlns:a16="http://schemas.microsoft.com/office/drawing/2014/main" id="{12EF06A5-B76A-4661-45A1-CDDD78A7132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333912" y="4564982"/>
            <a:ext cx="714058" cy="856869"/>
          </a:xfrm>
          <a:prstGeom prst="rect">
            <a:avLst/>
          </a:prstGeom>
        </p:spPr>
      </p:pic>
      <p:sp>
        <p:nvSpPr>
          <p:cNvPr id="11" name="テキスト ボックス 10">
            <a:extLst>
              <a:ext uri="{FF2B5EF4-FFF2-40B4-BE49-F238E27FC236}">
                <a16:creationId xmlns:a16="http://schemas.microsoft.com/office/drawing/2014/main" id="{B0D5B3CB-CC6E-E9A0-68A7-499808A29555}"/>
              </a:ext>
            </a:extLst>
          </p:cNvPr>
          <p:cNvSpPr txBox="1"/>
          <p:nvPr/>
        </p:nvSpPr>
        <p:spPr>
          <a:xfrm>
            <a:off x="3402110" y="5401103"/>
            <a:ext cx="577402" cy="338554"/>
          </a:xfrm>
          <a:prstGeom prst="rect">
            <a:avLst/>
          </a:prstGeom>
          <a:noFill/>
        </p:spPr>
        <p:txBody>
          <a:bodyPr wrap="none" rtlCol="0">
            <a:spAutoFit/>
          </a:bodyPr>
          <a:lstStyle/>
          <a:p>
            <a:pPr algn="ctr"/>
            <a:r>
              <a:rPr kumimoji="1" lang="en-US" altLang="ja-JP" dirty="0">
                <a:latin typeface="メイリオ" panose="020B0604030504040204" pitchFamily="50" charset="-128"/>
                <a:ea typeface="メイリオ" panose="020B0604030504040204" pitchFamily="50" charset="-128"/>
              </a:rPr>
              <a:t>EC2</a:t>
            </a:r>
          </a:p>
        </p:txBody>
      </p:sp>
      <p:cxnSp>
        <p:nvCxnSpPr>
          <p:cNvPr id="12" name="直線コネクタ 11">
            <a:extLst>
              <a:ext uri="{FF2B5EF4-FFF2-40B4-BE49-F238E27FC236}">
                <a16:creationId xmlns:a16="http://schemas.microsoft.com/office/drawing/2014/main" id="{2E375FAD-C32B-8521-B568-6A52484E8973}"/>
              </a:ext>
            </a:extLst>
          </p:cNvPr>
          <p:cNvCxnSpPr>
            <a:cxnSpLocks/>
            <a:stCxn id="4" idx="0"/>
            <a:endCxn id="3" idx="1"/>
          </p:cNvCxnSpPr>
          <p:nvPr/>
        </p:nvCxnSpPr>
        <p:spPr bwMode="auto">
          <a:xfrm flipV="1">
            <a:off x="1503860" y="4177295"/>
            <a:ext cx="821940" cy="387687"/>
          </a:xfrm>
          <a:prstGeom prst="line">
            <a:avLst/>
          </a:prstGeom>
          <a:noFill/>
          <a:ln w="31750" cap="flat" cmpd="sng" algn="ctr">
            <a:solidFill>
              <a:srgbClr val="FF0000"/>
            </a:solidFill>
            <a:prstDash val="solid"/>
            <a:round/>
            <a:headEnd type="none" w="med" len="med"/>
            <a:tailEnd type="none" w="med" len="med"/>
          </a:ln>
          <a:effectLst/>
        </p:spPr>
      </p:cxnSp>
      <p:cxnSp>
        <p:nvCxnSpPr>
          <p:cNvPr id="13" name="直線コネクタ 12">
            <a:extLst>
              <a:ext uri="{FF2B5EF4-FFF2-40B4-BE49-F238E27FC236}">
                <a16:creationId xmlns:a16="http://schemas.microsoft.com/office/drawing/2014/main" id="{23F80C02-E675-7B96-98A5-5ACDB3934D74}"/>
              </a:ext>
            </a:extLst>
          </p:cNvPr>
          <p:cNvCxnSpPr>
            <a:cxnSpLocks/>
            <a:stCxn id="8" idx="0"/>
            <a:endCxn id="3" idx="3"/>
          </p:cNvCxnSpPr>
          <p:nvPr/>
        </p:nvCxnSpPr>
        <p:spPr bwMode="auto">
          <a:xfrm flipH="1" flipV="1">
            <a:off x="3027878" y="4177295"/>
            <a:ext cx="663063" cy="387687"/>
          </a:xfrm>
          <a:prstGeom prst="line">
            <a:avLst/>
          </a:prstGeom>
          <a:noFill/>
          <a:ln w="31750" cap="flat" cmpd="sng" algn="ctr">
            <a:solidFill>
              <a:srgbClr val="FF0000"/>
            </a:solidFill>
            <a:prstDash val="solid"/>
            <a:round/>
            <a:headEnd type="none" w="med" len="med"/>
            <a:tailEnd type="none" w="med" len="med"/>
          </a:ln>
          <a:effectLst/>
        </p:spPr>
      </p:cxnSp>
      <p:sp>
        <p:nvSpPr>
          <p:cNvPr id="14" name="テキスト ボックス 13">
            <a:extLst>
              <a:ext uri="{FF2B5EF4-FFF2-40B4-BE49-F238E27FC236}">
                <a16:creationId xmlns:a16="http://schemas.microsoft.com/office/drawing/2014/main" id="{1B6C0E0A-75E8-155D-A870-DB210FEBFF0F}"/>
              </a:ext>
            </a:extLst>
          </p:cNvPr>
          <p:cNvSpPr txBox="1"/>
          <p:nvPr/>
        </p:nvSpPr>
        <p:spPr>
          <a:xfrm>
            <a:off x="3055958" y="4032585"/>
            <a:ext cx="1415772" cy="338554"/>
          </a:xfrm>
          <a:prstGeom prst="rect">
            <a:avLst/>
          </a:prstGeom>
          <a:noFill/>
        </p:spPr>
        <p:txBody>
          <a:bodyPr wrap="none" rtlCol="0">
            <a:spAutoFit/>
          </a:bodyPr>
          <a:lstStyle/>
          <a:p>
            <a:pPr algn="ctr"/>
            <a:r>
              <a:rPr kumimoji="1" lang="ja-JP" altLang="en-US" dirty="0">
                <a:latin typeface="メイリオ" panose="020B0604030504040204" pitchFamily="50" charset="-128"/>
                <a:ea typeface="メイリオ" panose="020B0604030504040204" pitchFamily="50" charset="-128"/>
              </a:rPr>
              <a:t>こちらに集中</a:t>
            </a:r>
            <a:endParaRPr kumimoji="1" lang="en-US" altLang="ja-JP" dirty="0">
              <a:latin typeface="メイリオ" panose="020B0604030504040204" pitchFamily="50" charset="-128"/>
              <a:ea typeface="メイリオ" panose="020B0604030504040204" pitchFamily="50" charset="-128"/>
            </a:endParaRPr>
          </a:p>
        </p:txBody>
      </p:sp>
      <p:sp>
        <p:nvSpPr>
          <p:cNvPr id="15" name="乗算記号 14">
            <a:extLst>
              <a:ext uri="{FF2B5EF4-FFF2-40B4-BE49-F238E27FC236}">
                <a16:creationId xmlns:a16="http://schemas.microsoft.com/office/drawing/2014/main" id="{E9146DC5-D4E6-9AA1-9F0E-C248B4EAC188}"/>
              </a:ext>
            </a:extLst>
          </p:cNvPr>
          <p:cNvSpPr/>
          <p:nvPr/>
        </p:nvSpPr>
        <p:spPr bwMode="auto">
          <a:xfrm>
            <a:off x="1037220" y="4461518"/>
            <a:ext cx="936104" cy="935088"/>
          </a:xfrm>
          <a:prstGeom prst="mathMultiply">
            <a:avLst/>
          </a:prstGeom>
          <a:solidFill>
            <a:srgbClr val="FF0000"/>
          </a:solidFill>
          <a:ln w="12700" cap="flat" cmpd="sng" algn="ctr">
            <a:no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ja-JP" altLang="en-US" sz="1600" b="0" i="0" u="none" strike="noStrike" cap="none" normalizeH="0" baseline="0">
              <a:ln>
                <a:noFill/>
              </a:ln>
              <a:solidFill>
                <a:schemeClr val="tx1"/>
              </a:solidFill>
              <a:effectLst/>
              <a:latin typeface="ＭＳ Ｐゴシック" pitchFamily="50" charset="-128"/>
              <a:ea typeface="ＭＳ Ｐゴシック" pitchFamily="50" charset="-128"/>
            </a:endParaRPr>
          </a:p>
        </p:txBody>
      </p:sp>
      <p:pic>
        <p:nvPicPr>
          <p:cNvPr id="17" name="図 16" descr="音楽 が含まれている画像&#10;&#10;自動的に生成された説明">
            <a:extLst>
              <a:ext uri="{FF2B5EF4-FFF2-40B4-BE49-F238E27FC236}">
                <a16:creationId xmlns:a16="http://schemas.microsoft.com/office/drawing/2014/main" id="{B3AC3A93-6086-97C7-F70C-CD091410664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70094" y="3756048"/>
            <a:ext cx="702078" cy="842494"/>
          </a:xfrm>
          <a:prstGeom prst="rect">
            <a:avLst/>
          </a:prstGeom>
        </p:spPr>
      </p:pic>
      <p:pic>
        <p:nvPicPr>
          <p:cNvPr id="18" name="図 17" descr="音楽 が含まれている画像&#10;&#10;自動的に生成された説明">
            <a:extLst>
              <a:ext uri="{FF2B5EF4-FFF2-40B4-BE49-F238E27FC236}">
                <a16:creationId xmlns:a16="http://schemas.microsoft.com/office/drawing/2014/main" id="{C68A90DA-6BE0-9DC2-F748-5907C6B232E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662723" y="4564982"/>
            <a:ext cx="714058" cy="856869"/>
          </a:xfrm>
          <a:prstGeom prst="rect">
            <a:avLst/>
          </a:prstGeom>
        </p:spPr>
      </p:pic>
      <p:sp>
        <p:nvSpPr>
          <p:cNvPr id="19" name="テキスト ボックス 18">
            <a:extLst>
              <a:ext uri="{FF2B5EF4-FFF2-40B4-BE49-F238E27FC236}">
                <a16:creationId xmlns:a16="http://schemas.microsoft.com/office/drawing/2014/main" id="{CC94305D-7C3B-282F-4FE0-1B1F778B8C5E}"/>
              </a:ext>
            </a:extLst>
          </p:cNvPr>
          <p:cNvSpPr txBox="1"/>
          <p:nvPr/>
        </p:nvSpPr>
        <p:spPr>
          <a:xfrm>
            <a:off x="5730921" y="5401103"/>
            <a:ext cx="577402" cy="338554"/>
          </a:xfrm>
          <a:prstGeom prst="rect">
            <a:avLst/>
          </a:prstGeom>
          <a:noFill/>
        </p:spPr>
        <p:txBody>
          <a:bodyPr wrap="none" rtlCol="0">
            <a:spAutoFit/>
          </a:bodyPr>
          <a:lstStyle/>
          <a:p>
            <a:pPr algn="ctr"/>
            <a:r>
              <a:rPr kumimoji="1" lang="en-US" altLang="ja-JP" dirty="0">
                <a:latin typeface="メイリオ" panose="020B0604030504040204" pitchFamily="50" charset="-128"/>
                <a:ea typeface="メイリオ" panose="020B0604030504040204" pitchFamily="50" charset="-128"/>
              </a:rPr>
              <a:t>EC2</a:t>
            </a:r>
          </a:p>
        </p:txBody>
      </p:sp>
      <p:sp>
        <p:nvSpPr>
          <p:cNvPr id="20" name="テキスト ボックス 19">
            <a:extLst>
              <a:ext uri="{FF2B5EF4-FFF2-40B4-BE49-F238E27FC236}">
                <a16:creationId xmlns:a16="http://schemas.microsoft.com/office/drawing/2014/main" id="{0986BFCB-6F3D-5615-EE3E-C1CD2290130B}"/>
              </a:ext>
            </a:extLst>
          </p:cNvPr>
          <p:cNvSpPr txBox="1"/>
          <p:nvPr/>
        </p:nvSpPr>
        <p:spPr>
          <a:xfrm>
            <a:off x="6868657" y="4578305"/>
            <a:ext cx="562975" cy="338554"/>
          </a:xfrm>
          <a:prstGeom prst="rect">
            <a:avLst/>
          </a:prstGeom>
          <a:noFill/>
        </p:spPr>
        <p:txBody>
          <a:bodyPr wrap="none" rtlCol="0">
            <a:spAutoFit/>
          </a:bodyPr>
          <a:lstStyle/>
          <a:p>
            <a:pPr algn="ctr"/>
            <a:r>
              <a:rPr kumimoji="1" lang="en-US" altLang="ja-JP" dirty="0">
                <a:latin typeface="メイリオ" panose="020B0604030504040204" pitchFamily="50" charset="-128"/>
                <a:ea typeface="メイリオ" panose="020B0604030504040204" pitchFamily="50" charset="-128"/>
              </a:rPr>
              <a:t>ELB</a:t>
            </a:r>
          </a:p>
        </p:txBody>
      </p:sp>
      <p:pic>
        <p:nvPicPr>
          <p:cNvPr id="21" name="図 20" descr="音楽 が含まれている画像&#10;&#10;自動的に生成された説明">
            <a:extLst>
              <a:ext uri="{FF2B5EF4-FFF2-40B4-BE49-F238E27FC236}">
                <a16:creationId xmlns:a16="http://schemas.microsoft.com/office/drawing/2014/main" id="{9F9B8A1E-F683-8F8C-CAB0-79CBEB60296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911350" y="4564982"/>
            <a:ext cx="714058" cy="856869"/>
          </a:xfrm>
          <a:prstGeom prst="rect">
            <a:avLst/>
          </a:prstGeom>
        </p:spPr>
      </p:pic>
      <p:sp>
        <p:nvSpPr>
          <p:cNvPr id="22" name="テキスト ボックス 21">
            <a:extLst>
              <a:ext uri="{FF2B5EF4-FFF2-40B4-BE49-F238E27FC236}">
                <a16:creationId xmlns:a16="http://schemas.microsoft.com/office/drawing/2014/main" id="{874591D5-69DF-E357-D70F-C1549F5D6E06}"/>
              </a:ext>
            </a:extLst>
          </p:cNvPr>
          <p:cNvSpPr txBox="1"/>
          <p:nvPr/>
        </p:nvSpPr>
        <p:spPr>
          <a:xfrm>
            <a:off x="7979548" y="5401103"/>
            <a:ext cx="577402" cy="338554"/>
          </a:xfrm>
          <a:prstGeom prst="rect">
            <a:avLst/>
          </a:prstGeom>
          <a:noFill/>
        </p:spPr>
        <p:txBody>
          <a:bodyPr wrap="none" rtlCol="0">
            <a:spAutoFit/>
          </a:bodyPr>
          <a:lstStyle/>
          <a:p>
            <a:pPr algn="ctr"/>
            <a:r>
              <a:rPr kumimoji="1" lang="en-US" altLang="ja-JP" dirty="0">
                <a:latin typeface="メイリオ" panose="020B0604030504040204" pitchFamily="50" charset="-128"/>
                <a:ea typeface="メイリオ" panose="020B0604030504040204" pitchFamily="50" charset="-128"/>
              </a:rPr>
              <a:t>EC2</a:t>
            </a:r>
          </a:p>
        </p:txBody>
      </p:sp>
      <p:cxnSp>
        <p:nvCxnSpPr>
          <p:cNvPr id="23" name="直線コネクタ 22">
            <a:extLst>
              <a:ext uri="{FF2B5EF4-FFF2-40B4-BE49-F238E27FC236}">
                <a16:creationId xmlns:a16="http://schemas.microsoft.com/office/drawing/2014/main" id="{69F845B1-ABF1-77D1-3D5A-1F44FC856704}"/>
              </a:ext>
            </a:extLst>
          </p:cNvPr>
          <p:cNvCxnSpPr>
            <a:cxnSpLocks/>
            <a:stCxn id="34" idx="3"/>
          </p:cNvCxnSpPr>
          <p:nvPr/>
        </p:nvCxnSpPr>
        <p:spPr bwMode="auto">
          <a:xfrm>
            <a:off x="6341136" y="3663557"/>
            <a:ext cx="527521" cy="275804"/>
          </a:xfrm>
          <a:prstGeom prst="line">
            <a:avLst/>
          </a:prstGeom>
          <a:noFill/>
          <a:ln w="31750" cap="flat" cmpd="sng" algn="ctr">
            <a:solidFill>
              <a:srgbClr val="FF0000"/>
            </a:solidFill>
            <a:prstDash val="solid"/>
            <a:round/>
            <a:headEnd type="none" w="med" len="med"/>
            <a:tailEnd type="none" w="med" len="med"/>
          </a:ln>
          <a:effectLst/>
        </p:spPr>
      </p:cxnSp>
      <p:cxnSp>
        <p:nvCxnSpPr>
          <p:cNvPr id="24" name="直線コネクタ 23">
            <a:extLst>
              <a:ext uri="{FF2B5EF4-FFF2-40B4-BE49-F238E27FC236}">
                <a16:creationId xmlns:a16="http://schemas.microsoft.com/office/drawing/2014/main" id="{7A55D5CB-A03A-A631-C34C-96441384BF58}"/>
              </a:ext>
            </a:extLst>
          </p:cNvPr>
          <p:cNvCxnSpPr>
            <a:cxnSpLocks/>
            <a:stCxn id="21" idx="0"/>
            <a:endCxn id="17" idx="3"/>
          </p:cNvCxnSpPr>
          <p:nvPr/>
        </p:nvCxnSpPr>
        <p:spPr bwMode="auto">
          <a:xfrm flipH="1" flipV="1">
            <a:off x="7572172" y="4177295"/>
            <a:ext cx="696207" cy="387687"/>
          </a:xfrm>
          <a:prstGeom prst="line">
            <a:avLst/>
          </a:prstGeom>
          <a:noFill/>
          <a:ln w="31750" cap="flat" cmpd="sng" algn="ctr">
            <a:solidFill>
              <a:srgbClr val="FF0000"/>
            </a:solidFill>
            <a:prstDash val="solid"/>
            <a:round/>
            <a:headEnd type="none" w="med" len="med"/>
            <a:tailEnd type="none" w="med" len="med"/>
          </a:ln>
          <a:effectLst/>
        </p:spPr>
      </p:cxnSp>
      <p:sp>
        <p:nvSpPr>
          <p:cNvPr id="26" name="乗算記号 25">
            <a:extLst>
              <a:ext uri="{FF2B5EF4-FFF2-40B4-BE49-F238E27FC236}">
                <a16:creationId xmlns:a16="http://schemas.microsoft.com/office/drawing/2014/main" id="{92CB14A4-7038-AE8F-5259-E8BBF28CDC3B}"/>
              </a:ext>
            </a:extLst>
          </p:cNvPr>
          <p:cNvSpPr/>
          <p:nvPr/>
        </p:nvSpPr>
        <p:spPr bwMode="auto">
          <a:xfrm>
            <a:off x="5553112" y="4461518"/>
            <a:ext cx="936104" cy="935088"/>
          </a:xfrm>
          <a:prstGeom prst="mathMultiply">
            <a:avLst/>
          </a:prstGeom>
          <a:solidFill>
            <a:srgbClr val="FF0000"/>
          </a:solidFill>
          <a:ln w="12700" cap="flat" cmpd="sng" algn="ctr">
            <a:no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ja-JP" altLang="en-US" sz="1600" b="0" i="0" u="none" strike="noStrike" cap="none" normalizeH="0" baseline="0">
              <a:ln>
                <a:noFill/>
              </a:ln>
              <a:solidFill>
                <a:schemeClr val="tx1"/>
              </a:solidFill>
              <a:effectLst/>
              <a:latin typeface="ＭＳ Ｐゴシック" pitchFamily="50" charset="-128"/>
              <a:ea typeface="ＭＳ Ｐゴシック" pitchFamily="50" charset="-128"/>
            </a:endParaRPr>
          </a:p>
        </p:txBody>
      </p:sp>
      <p:pic>
        <p:nvPicPr>
          <p:cNvPr id="6146" name="Picture 2" descr="Amazon CloudWatch カスタムメトリクス - ブログ - 株式会社Smallit（スモーリット）">
            <a:extLst>
              <a:ext uri="{FF2B5EF4-FFF2-40B4-BE49-F238E27FC236}">
                <a16:creationId xmlns:a16="http://schemas.microsoft.com/office/drawing/2014/main" id="{591D366C-C54D-B090-3EFA-93BE0F1FD790}"/>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720465" y="2556952"/>
            <a:ext cx="1491050" cy="1491050"/>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descr="Auto Scalingグループのヘルスチェックタイプ | Oji-Cloud">
            <a:extLst>
              <a:ext uri="{FF2B5EF4-FFF2-40B4-BE49-F238E27FC236}">
                <a16:creationId xmlns:a16="http://schemas.microsoft.com/office/drawing/2014/main" id="{4F9A11F0-B0F0-E676-D9D3-9E5F19044038}"/>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792701" y="2596373"/>
            <a:ext cx="891947" cy="856870"/>
          </a:xfrm>
          <a:prstGeom prst="rect">
            <a:avLst/>
          </a:prstGeom>
          <a:noFill/>
          <a:extLst>
            <a:ext uri="{909E8E84-426E-40DD-AFC4-6F175D3DCCD1}">
              <a14:hiddenFill xmlns:a14="http://schemas.microsoft.com/office/drawing/2010/main">
                <a:solidFill>
                  <a:srgbClr val="FFFFFF"/>
                </a:solidFill>
              </a14:hiddenFill>
            </a:ext>
          </a:extLst>
        </p:spPr>
      </p:pic>
      <p:pic>
        <p:nvPicPr>
          <p:cNvPr id="34" name="図 33" descr="音楽 が含まれている画像&#10;&#10;自動的に生成された説明">
            <a:extLst>
              <a:ext uri="{FF2B5EF4-FFF2-40B4-BE49-F238E27FC236}">
                <a16:creationId xmlns:a16="http://schemas.microsoft.com/office/drawing/2014/main" id="{1B4C08BD-581D-20D0-388F-B8B826BAF57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627078" y="3235122"/>
            <a:ext cx="714058" cy="856869"/>
          </a:xfrm>
          <a:prstGeom prst="rect">
            <a:avLst/>
          </a:prstGeom>
        </p:spPr>
      </p:pic>
      <p:sp>
        <p:nvSpPr>
          <p:cNvPr id="35" name="テキスト ボックス 34">
            <a:extLst>
              <a:ext uri="{FF2B5EF4-FFF2-40B4-BE49-F238E27FC236}">
                <a16:creationId xmlns:a16="http://schemas.microsoft.com/office/drawing/2014/main" id="{32D61E71-3368-2A31-367E-56F0C00E7E3C}"/>
              </a:ext>
            </a:extLst>
          </p:cNvPr>
          <p:cNvSpPr txBox="1"/>
          <p:nvPr/>
        </p:nvSpPr>
        <p:spPr>
          <a:xfrm>
            <a:off x="5695276" y="4071243"/>
            <a:ext cx="577402" cy="338554"/>
          </a:xfrm>
          <a:prstGeom prst="rect">
            <a:avLst/>
          </a:prstGeom>
          <a:noFill/>
        </p:spPr>
        <p:txBody>
          <a:bodyPr wrap="none" rtlCol="0">
            <a:spAutoFit/>
          </a:bodyPr>
          <a:lstStyle/>
          <a:p>
            <a:pPr algn="ctr"/>
            <a:r>
              <a:rPr kumimoji="1" lang="en-US" altLang="ja-JP" dirty="0">
                <a:latin typeface="メイリオ" panose="020B0604030504040204" pitchFamily="50" charset="-128"/>
                <a:ea typeface="メイリオ" panose="020B0604030504040204" pitchFamily="50" charset="-128"/>
              </a:rPr>
              <a:t>EC2</a:t>
            </a:r>
          </a:p>
        </p:txBody>
      </p:sp>
      <p:cxnSp>
        <p:nvCxnSpPr>
          <p:cNvPr id="39" name="直線コネクタ 38">
            <a:extLst>
              <a:ext uri="{FF2B5EF4-FFF2-40B4-BE49-F238E27FC236}">
                <a16:creationId xmlns:a16="http://schemas.microsoft.com/office/drawing/2014/main" id="{824E2F12-414C-5722-D4B5-3F60661D8470}"/>
              </a:ext>
            </a:extLst>
          </p:cNvPr>
          <p:cNvCxnSpPr>
            <a:cxnSpLocks/>
            <a:endCxn id="6148" idx="1"/>
          </p:cNvCxnSpPr>
          <p:nvPr/>
        </p:nvCxnSpPr>
        <p:spPr bwMode="auto">
          <a:xfrm flipV="1">
            <a:off x="6272678" y="3024808"/>
            <a:ext cx="520023" cy="316084"/>
          </a:xfrm>
          <a:prstGeom prst="line">
            <a:avLst/>
          </a:prstGeom>
          <a:noFill/>
          <a:ln w="31750" cap="flat" cmpd="sng" algn="ctr">
            <a:solidFill>
              <a:srgbClr val="FF0000"/>
            </a:solidFill>
            <a:prstDash val="solid"/>
            <a:round/>
            <a:headEnd type="triangle" w="med" len="med"/>
            <a:tailEnd type="none" w="med" len="med"/>
          </a:ln>
          <a:effectLst/>
        </p:spPr>
      </p:cxnSp>
      <p:cxnSp>
        <p:nvCxnSpPr>
          <p:cNvPr id="42" name="直線コネクタ 41">
            <a:extLst>
              <a:ext uri="{FF2B5EF4-FFF2-40B4-BE49-F238E27FC236}">
                <a16:creationId xmlns:a16="http://schemas.microsoft.com/office/drawing/2014/main" id="{2A01D986-F9A5-D676-9578-C46D4D2CD6E6}"/>
              </a:ext>
            </a:extLst>
          </p:cNvPr>
          <p:cNvCxnSpPr>
            <a:cxnSpLocks/>
          </p:cNvCxnSpPr>
          <p:nvPr/>
        </p:nvCxnSpPr>
        <p:spPr bwMode="auto">
          <a:xfrm flipH="1">
            <a:off x="7473280" y="3395440"/>
            <a:ext cx="673545" cy="543921"/>
          </a:xfrm>
          <a:prstGeom prst="line">
            <a:avLst/>
          </a:prstGeom>
          <a:noFill/>
          <a:ln w="31750" cap="flat" cmpd="sng" algn="ctr">
            <a:solidFill>
              <a:srgbClr val="FF0000"/>
            </a:solidFill>
            <a:prstDash val="solid"/>
            <a:round/>
            <a:headEnd type="triangle" w="med" len="med"/>
            <a:tailEnd type="none" w="med" len="med"/>
          </a:ln>
          <a:effectLst/>
        </p:spPr>
      </p:cxnSp>
      <p:cxnSp>
        <p:nvCxnSpPr>
          <p:cNvPr id="46" name="直線コネクタ 45">
            <a:extLst>
              <a:ext uri="{FF2B5EF4-FFF2-40B4-BE49-F238E27FC236}">
                <a16:creationId xmlns:a16="http://schemas.microsoft.com/office/drawing/2014/main" id="{0DC229AF-B5D2-376D-E0F3-B14E231D14E6}"/>
              </a:ext>
            </a:extLst>
          </p:cNvPr>
          <p:cNvCxnSpPr>
            <a:cxnSpLocks/>
            <a:stCxn id="6148" idx="3"/>
          </p:cNvCxnSpPr>
          <p:nvPr/>
        </p:nvCxnSpPr>
        <p:spPr bwMode="auto">
          <a:xfrm>
            <a:off x="7684648" y="3024808"/>
            <a:ext cx="416482" cy="0"/>
          </a:xfrm>
          <a:prstGeom prst="line">
            <a:avLst/>
          </a:prstGeom>
          <a:noFill/>
          <a:ln w="31750" cap="flat" cmpd="sng" algn="ctr">
            <a:solidFill>
              <a:srgbClr val="FF0000"/>
            </a:solidFill>
            <a:prstDash val="solid"/>
            <a:round/>
            <a:headEnd type="triangle" w="med" len="med"/>
            <a:tailEnd type="none" w="med" len="med"/>
          </a:ln>
          <a:effectLst/>
        </p:spPr>
      </p:cxnSp>
      <p:sp>
        <p:nvSpPr>
          <p:cNvPr id="51" name="テキスト ボックス 50">
            <a:extLst>
              <a:ext uri="{FF2B5EF4-FFF2-40B4-BE49-F238E27FC236}">
                <a16:creationId xmlns:a16="http://schemas.microsoft.com/office/drawing/2014/main" id="{040A256A-FB15-1467-68E6-EF505F5C3A41}"/>
              </a:ext>
            </a:extLst>
          </p:cNvPr>
          <p:cNvSpPr txBox="1"/>
          <p:nvPr/>
        </p:nvSpPr>
        <p:spPr>
          <a:xfrm>
            <a:off x="7979548" y="3811233"/>
            <a:ext cx="2230036" cy="400110"/>
          </a:xfrm>
          <a:prstGeom prst="rect">
            <a:avLst/>
          </a:prstGeom>
          <a:solidFill>
            <a:schemeClr val="accent2">
              <a:lumMod val="20000"/>
              <a:lumOff val="80000"/>
            </a:schemeClr>
          </a:solidFill>
        </p:spPr>
        <p:txBody>
          <a:bodyPr wrap="square">
            <a:spAutoFit/>
          </a:bodyPr>
          <a:lstStyle/>
          <a:p>
            <a:r>
              <a:rPr lang="ja-JP" altLang="en-US" sz="1000" dirty="0">
                <a:latin typeface="メイリオ" panose="020B0604030504040204" pitchFamily="50" charset="-128"/>
                <a:ea typeface="メイリオ" panose="020B0604030504040204" pitchFamily="50" charset="-128"/>
              </a:rPr>
              <a:t>①</a:t>
            </a:r>
            <a:r>
              <a:rPr lang="en-US" altLang="ja-JP" sz="1000" dirty="0" err="1">
                <a:latin typeface="メイリオ" panose="020B0604030504040204" pitchFamily="50" charset="-128"/>
                <a:ea typeface="メイリオ" panose="020B0604030504040204" pitchFamily="50" charset="-128"/>
              </a:rPr>
              <a:t>UnhealthyHostCount</a:t>
            </a:r>
            <a:r>
              <a:rPr lang="ja-JP" altLang="en-US" sz="1000" dirty="0">
                <a:latin typeface="メイリオ" panose="020B0604030504040204" pitchFamily="50" charset="-128"/>
                <a:ea typeface="メイリオ" panose="020B0604030504040204" pitchFamily="50" charset="-128"/>
              </a:rPr>
              <a:t>メトリクス</a:t>
            </a:r>
            <a:endParaRPr lang="en-US" altLang="ja-JP" sz="1000" dirty="0">
              <a:latin typeface="メイリオ" panose="020B0604030504040204" pitchFamily="50" charset="-128"/>
              <a:ea typeface="メイリオ" panose="020B0604030504040204" pitchFamily="50" charset="-128"/>
            </a:endParaRPr>
          </a:p>
          <a:p>
            <a:r>
              <a:rPr lang="ja-JP" altLang="en-US" sz="1000" dirty="0">
                <a:latin typeface="メイリオ" panose="020B0604030504040204" pitchFamily="50" charset="-128"/>
                <a:ea typeface="メイリオ" panose="020B0604030504040204" pitchFamily="50" charset="-128"/>
              </a:rPr>
              <a:t>を</a:t>
            </a:r>
            <a:r>
              <a:rPr lang="en-US" altLang="ja-JP" sz="1000" dirty="0">
                <a:latin typeface="メイリオ" panose="020B0604030504040204" pitchFamily="50" charset="-128"/>
                <a:ea typeface="メイリオ" panose="020B0604030504040204" pitchFamily="50" charset="-128"/>
              </a:rPr>
              <a:t>CloudWatch</a:t>
            </a:r>
            <a:r>
              <a:rPr lang="ja-JP" altLang="en-US" sz="1000" dirty="0">
                <a:latin typeface="メイリオ" panose="020B0604030504040204" pitchFamily="50" charset="-128"/>
                <a:ea typeface="メイリオ" panose="020B0604030504040204" pitchFamily="50" charset="-128"/>
              </a:rPr>
              <a:t>でモニタリングする。</a:t>
            </a:r>
            <a:endParaRPr lang="ja-JP" altLang="en-US" sz="1000" dirty="0"/>
          </a:p>
        </p:txBody>
      </p:sp>
      <p:sp>
        <p:nvSpPr>
          <p:cNvPr id="52" name="テキスト ボックス 51">
            <a:extLst>
              <a:ext uri="{FF2B5EF4-FFF2-40B4-BE49-F238E27FC236}">
                <a16:creationId xmlns:a16="http://schemas.microsoft.com/office/drawing/2014/main" id="{2D93E6CA-DC4D-BCF5-51E5-23D8B8EBBF96}"/>
              </a:ext>
            </a:extLst>
          </p:cNvPr>
          <p:cNvSpPr txBox="1"/>
          <p:nvPr/>
        </p:nvSpPr>
        <p:spPr>
          <a:xfrm>
            <a:off x="7510390" y="2524834"/>
            <a:ext cx="2230036" cy="400110"/>
          </a:xfrm>
          <a:prstGeom prst="rect">
            <a:avLst/>
          </a:prstGeom>
          <a:solidFill>
            <a:schemeClr val="accent2">
              <a:lumMod val="20000"/>
              <a:lumOff val="80000"/>
            </a:schemeClr>
          </a:solidFill>
        </p:spPr>
        <p:txBody>
          <a:bodyPr wrap="square">
            <a:spAutoFit/>
          </a:bodyPr>
          <a:lstStyle/>
          <a:p>
            <a:r>
              <a:rPr lang="ja-JP" altLang="en-US" sz="1000" dirty="0">
                <a:latin typeface="メイリオ" panose="020B0604030504040204" pitchFamily="50" charset="-128"/>
                <a:ea typeface="メイリオ" panose="020B0604030504040204" pitchFamily="50" charset="-128"/>
              </a:rPr>
              <a:t>②異常があった場合に</a:t>
            </a:r>
            <a:r>
              <a:rPr lang="en-US" altLang="ja-JP" sz="1000" dirty="0">
                <a:latin typeface="メイリオ" panose="020B0604030504040204" pitchFamily="50" charset="-128"/>
                <a:ea typeface="メイリオ" panose="020B0604030504040204" pitchFamily="50" charset="-128"/>
              </a:rPr>
              <a:t>Auto Scaling</a:t>
            </a:r>
            <a:r>
              <a:rPr lang="ja-JP" altLang="en-US" sz="1000" dirty="0">
                <a:latin typeface="メイリオ" panose="020B0604030504040204" pitchFamily="50" charset="-128"/>
                <a:ea typeface="メイリオ" panose="020B0604030504040204" pitchFamily="50" charset="-128"/>
              </a:rPr>
              <a:t>にアラートを通知する。</a:t>
            </a:r>
            <a:endParaRPr lang="ja-JP" altLang="en-US" sz="1000" dirty="0"/>
          </a:p>
        </p:txBody>
      </p:sp>
      <p:sp>
        <p:nvSpPr>
          <p:cNvPr id="53" name="テキスト ボックス 52">
            <a:extLst>
              <a:ext uri="{FF2B5EF4-FFF2-40B4-BE49-F238E27FC236}">
                <a16:creationId xmlns:a16="http://schemas.microsoft.com/office/drawing/2014/main" id="{D631BAF7-AF2D-007B-0E5E-19D18D90253A}"/>
              </a:ext>
            </a:extLst>
          </p:cNvPr>
          <p:cNvSpPr txBox="1"/>
          <p:nvPr/>
        </p:nvSpPr>
        <p:spPr>
          <a:xfrm>
            <a:off x="5045542" y="2740858"/>
            <a:ext cx="1419626" cy="400110"/>
          </a:xfrm>
          <a:prstGeom prst="rect">
            <a:avLst/>
          </a:prstGeom>
          <a:solidFill>
            <a:schemeClr val="accent2">
              <a:lumMod val="20000"/>
              <a:lumOff val="80000"/>
            </a:schemeClr>
          </a:solidFill>
        </p:spPr>
        <p:txBody>
          <a:bodyPr wrap="square">
            <a:spAutoFit/>
          </a:bodyPr>
          <a:lstStyle/>
          <a:p>
            <a:r>
              <a:rPr lang="ja-JP" altLang="en-US" sz="1000" dirty="0">
                <a:latin typeface="メイリオ" panose="020B0604030504040204" pitchFamily="50" charset="-128"/>
                <a:ea typeface="メイリオ" panose="020B0604030504040204" pitchFamily="50" charset="-128"/>
              </a:rPr>
              <a:t>③新しい</a:t>
            </a:r>
            <a:r>
              <a:rPr lang="en-US" altLang="ja-JP" sz="1000" dirty="0">
                <a:latin typeface="メイリオ" panose="020B0604030504040204" pitchFamily="50" charset="-128"/>
                <a:ea typeface="メイリオ" panose="020B0604030504040204" pitchFamily="50" charset="-128"/>
              </a:rPr>
              <a:t>EC2</a:t>
            </a:r>
            <a:r>
              <a:rPr lang="ja-JP" altLang="en-US" sz="1000" dirty="0">
                <a:latin typeface="メイリオ" panose="020B0604030504040204" pitchFamily="50" charset="-128"/>
                <a:ea typeface="メイリオ" panose="020B0604030504040204" pitchFamily="50" charset="-128"/>
              </a:rPr>
              <a:t>インスタンスを起動する。</a:t>
            </a:r>
            <a:endParaRPr lang="ja-JP" altLang="en-US" sz="1000" dirty="0"/>
          </a:p>
        </p:txBody>
      </p:sp>
      <p:sp>
        <p:nvSpPr>
          <p:cNvPr id="16" name="テキスト ボックス 15">
            <a:extLst>
              <a:ext uri="{FF2B5EF4-FFF2-40B4-BE49-F238E27FC236}">
                <a16:creationId xmlns:a16="http://schemas.microsoft.com/office/drawing/2014/main" id="{1A9F9F45-D976-9DD9-8D8A-166232BFC9F0}"/>
              </a:ext>
            </a:extLst>
          </p:cNvPr>
          <p:cNvSpPr txBox="1"/>
          <p:nvPr/>
        </p:nvSpPr>
        <p:spPr>
          <a:xfrm>
            <a:off x="6568062" y="3325003"/>
            <a:ext cx="1263487" cy="338554"/>
          </a:xfrm>
          <a:prstGeom prst="rect">
            <a:avLst/>
          </a:prstGeom>
          <a:noFill/>
        </p:spPr>
        <p:txBody>
          <a:bodyPr wrap="none" rtlCol="0">
            <a:spAutoFit/>
          </a:bodyPr>
          <a:lstStyle/>
          <a:p>
            <a:r>
              <a:rPr kumimoji="1" lang="en-US" altLang="ja-JP" dirty="0"/>
              <a:t>Auto Scaling</a:t>
            </a:r>
            <a:endParaRPr kumimoji="1" lang="ja-JP" altLang="en-US" dirty="0"/>
          </a:p>
        </p:txBody>
      </p:sp>
    </p:spTree>
    <p:extLst>
      <p:ext uri="{BB962C8B-B14F-4D97-AF65-F5344CB8AC3E}">
        <p14:creationId xmlns:p14="http://schemas.microsoft.com/office/powerpoint/2010/main" val="3887986397"/>
      </p:ext>
    </p:extLst>
  </p:cSld>
  <p:clrMapOvr>
    <a:masterClrMapping/>
  </p:clrMapOvr>
  <mc:AlternateContent xmlns:mc="http://schemas.openxmlformats.org/markup-compatibility/2006" xmlns:p14="http://schemas.microsoft.com/office/powerpoint/2010/main">
    <mc:Choice Requires="p14">
      <p:transition spd="slow" p14:dur="2000" advTm="10801"/>
    </mc:Choice>
    <mc:Fallback xmlns="">
      <p:transition spd="slow" advTm="10801"/>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タイトル 1">
            <a:extLst>
              <a:ext uri="{FF2B5EF4-FFF2-40B4-BE49-F238E27FC236}">
                <a16:creationId xmlns:a16="http://schemas.microsoft.com/office/drawing/2014/main" id="{48F80BE1-D063-4240-BFC7-C8D243720250}"/>
              </a:ext>
            </a:extLst>
          </p:cNvPr>
          <p:cNvSpPr txBox="1">
            <a:spLocks/>
          </p:cNvSpPr>
          <p:nvPr/>
        </p:nvSpPr>
        <p:spPr bwMode="auto">
          <a:xfrm>
            <a:off x="631222" y="201863"/>
            <a:ext cx="8642258" cy="50208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rtl="0" fontAlgn="base">
              <a:lnSpc>
                <a:spcPct val="90000"/>
              </a:lnSpc>
              <a:spcBef>
                <a:spcPct val="0"/>
              </a:spcBef>
              <a:spcAft>
                <a:spcPct val="0"/>
              </a:spcAft>
              <a:defRPr kumimoji="1" sz="2000">
                <a:solidFill>
                  <a:schemeClr val="tx2"/>
                </a:solidFill>
                <a:latin typeface="游明朝" panose="02020400000000000000" pitchFamily="18" charset="-128"/>
                <a:ea typeface="游明朝" panose="02020400000000000000" pitchFamily="18" charset="-128"/>
                <a:cs typeface="+mj-cs"/>
              </a:defRPr>
            </a:lvl1pPr>
            <a:lvl2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2pPr>
            <a:lvl3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3pPr>
            <a:lvl4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4pPr>
            <a:lvl5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5pPr>
            <a:lvl6pPr marL="4572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6pPr>
            <a:lvl7pPr marL="9144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7pPr>
            <a:lvl8pPr marL="13716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8pPr>
            <a:lvl9pPr marL="18288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9pPr>
          </a:lstStyle>
          <a:p>
            <a:pPr algn="l">
              <a:lnSpc>
                <a:spcPct val="100000"/>
              </a:lnSpc>
            </a:pPr>
            <a:r>
              <a:rPr lang="ja-JP" altLang="en-US" sz="3000" dirty="0">
                <a:latin typeface="メイリオ" panose="020B0604030504040204" pitchFamily="50" charset="-128"/>
                <a:ea typeface="メイリオ" panose="020B0604030504040204" pitchFamily="50" charset="-128"/>
              </a:rPr>
              <a:t>クロスゾーン負荷分散</a:t>
            </a:r>
            <a:endParaRPr lang="en-US" altLang="ja-JP" sz="3000" dirty="0">
              <a:solidFill>
                <a:schemeClr val="tx1"/>
              </a:solidFill>
              <a:latin typeface="メイリオ" panose="020B0604030504040204" pitchFamily="50" charset="-128"/>
              <a:ea typeface="メイリオ" panose="020B0604030504040204" pitchFamily="50" charset="-128"/>
            </a:endParaRPr>
          </a:p>
        </p:txBody>
      </p:sp>
      <p:sp>
        <p:nvSpPr>
          <p:cNvPr id="5" name="コンテンツ プレースホルダー 2">
            <a:extLst>
              <a:ext uri="{FF2B5EF4-FFF2-40B4-BE49-F238E27FC236}">
                <a16:creationId xmlns:a16="http://schemas.microsoft.com/office/drawing/2014/main" id="{4223C7E6-23C7-4433-B315-D26905B0474C}"/>
              </a:ext>
            </a:extLst>
          </p:cNvPr>
          <p:cNvSpPr txBox="1">
            <a:spLocks/>
          </p:cNvSpPr>
          <p:nvPr/>
        </p:nvSpPr>
        <p:spPr>
          <a:xfrm>
            <a:off x="631222" y="799401"/>
            <a:ext cx="8858282" cy="325343"/>
          </a:xfrm>
          <a:prstGeom prst="rect">
            <a:avLst/>
          </a:prstGeom>
        </p:spPr>
        <p:txBody>
          <a:bodyPr vert="horz" lIns="74295" tIns="37148" rIns="74295" bIns="37148" rtlCol="0">
            <a:noAutofit/>
          </a:bodyPr>
          <a:lstStyle>
            <a:lvl1pPr marL="228600" indent="-228600" algn="l" defTabSz="914400" rtl="0" eaLnBrk="1" latinLnBrk="0" hangingPunct="1">
              <a:lnSpc>
                <a:spcPct val="90000"/>
              </a:lnSpc>
              <a:spcBef>
                <a:spcPts val="1000"/>
              </a:spcBef>
              <a:buFont typeface="Wingdings 2" pitchFamily="18" charset="2"/>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2" pitchFamily="18" charset="2"/>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2" pitchFamily="18" charset="2"/>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5pPr>
            <a:lvl6pPr marL="25146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6pPr>
            <a:lvl7pPr marL="29718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7pPr>
            <a:lvl8pPr marL="34290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8pPr>
            <a:lvl9pPr marL="38862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9pPr>
          </a:lstStyle>
          <a:p>
            <a:pPr marL="0" indent="0">
              <a:buNone/>
            </a:pPr>
            <a:r>
              <a:rPr lang="ja-JP" altLang="en-US" sz="2400" kern="0" dirty="0">
                <a:solidFill>
                  <a:srgbClr val="002060"/>
                </a:solidFill>
                <a:latin typeface="メイリオ" panose="020B0604030504040204" pitchFamily="50" charset="-128"/>
                <a:ea typeface="メイリオ" panose="020B0604030504040204" pitchFamily="50" charset="-128"/>
              </a:rPr>
              <a:t>クロスゾーン負荷分散が無効にされていると、ゾーン毎に均等に負荷が分散される。</a:t>
            </a:r>
            <a:endParaRPr lang="en-US" altLang="ja-JP" sz="2400" kern="0" dirty="0">
              <a:solidFill>
                <a:srgbClr val="002060"/>
              </a:solidFill>
              <a:latin typeface="メイリオ" panose="020B0604030504040204" pitchFamily="50" charset="-128"/>
              <a:ea typeface="メイリオ" panose="020B0604030504040204" pitchFamily="50" charset="-128"/>
            </a:endParaRPr>
          </a:p>
        </p:txBody>
      </p:sp>
      <p:sp>
        <p:nvSpPr>
          <p:cNvPr id="9" name="正方形/長方形 8">
            <a:extLst>
              <a:ext uri="{FF2B5EF4-FFF2-40B4-BE49-F238E27FC236}">
                <a16:creationId xmlns:a16="http://schemas.microsoft.com/office/drawing/2014/main" id="{496C5562-8A02-46F3-A8F5-3D1A7AF684A1}"/>
              </a:ext>
            </a:extLst>
          </p:cNvPr>
          <p:cNvSpPr/>
          <p:nvPr/>
        </p:nvSpPr>
        <p:spPr>
          <a:xfrm>
            <a:off x="848544" y="1901385"/>
            <a:ext cx="4953000" cy="338554"/>
          </a:xfrm>
          <a:prstGeom prst="rect">
            <a:avLst/>
          </a:prstGeom>
        </p:spPr>
        <p:txBody>
          <a:bodyPr>
            <a:spAutoFit/>
          </a:bodyPr>
          <a:lstStyle/>
          <a:p>
            <a:endParaRPr lang="ja-JP" altLang="en-US" dirty="0"/>
          </a:p>
        </p:txBody>
      </p:sp>
      <p:sp>
        <p:nvSpPr>
          <p:cNvPr id="10" name="正方形/長方形 9">
            <a:extLst>
              <a:ext uri="{FF2B5EF4-FFF2-40B4-BE49-F238E27FC236}">
                <a16:creationId xmlns:a16="http://schemas.microsoft.com/office/drawing/2014/main" id="{0B9C5E2B-DB87-48BE-9A12-62BBA19E1221}"/>
              </a:ext>
            </a:extLst>
          </p:cNvPr>
          <p:cNvSpPr/>
          <p:nvPr/>
        </p:nvSpPr>
        <p:spPr>
          <a:xfrm>
            <a:off x="4536504" y="1859340"/>
            <a:ext cx="4953000" cy="338554"/>
          </a:xfrm>
          <a:prstGeom prst="rect">
            <a:avLst/>
          </a:prstGeom>
        </p:spPr>
        <p:txBody>
          <a:bodyPr>
            <a:spAutoFit/>
          </a:bodyPr>
          <a:lstStyle/>
          <a:p>
            <a:endParaRPr lang="ja-JP" altLang="en-US" dirty="0"/>
          </a:p>
        </p:txBody>
      </p:sp>
      <p:sp>
        <p:nvSpPr>
          <p:cNvPr id="2" name="四角形: 角を丸くする 1">
            <a:extLst>
              <a:ext uri="{FF2B5EF4-FFF2-40B4-BE49-F238E27FC236}">
                <a16:creationId xmlns:a16="http://schemas.microsoft.com/office/drawing/2014/main" id="{D1AF9010-EEB2-1D64-CED6-BB73BA8B74F9}"/>
              </a:ext>
            </a:extLst>
          </p:cNvPr>
          <p:cNvSpPr/>
          <p:nvPr/>
        </p:nvSpPr>
        <p:spPr bwMode="auto">
          <a:xfrm>
            <a:off x="1018592" y="1870087"/>
            <a:ext cx="8208912" cy="3863169"/>
          </a:xfrm>
          <a:prstGeom prst="roundRect">
            <a:avLst/>
          </a:prstGeom>
          <a:solidFill>
            <a:schemeClr val="bg1"/>
          </a:solidFill>
          <a:ln w="12700" cap="flat" cmpd="sng" algn="ctr">
            <a:solidFill>
              <a:srgbClr val="F0861E"/>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ja-JP" altLang="en-US" sz="1400" b="0" i="0" u="none" strike="noStrike" cap="none" normalizeH="0" baseline="0">
              <a:ln>
                <a:noFill/>
              </a:ln>
              <a:solidFill>
                <a:schemeClr val="tx1"/>
              </a:solidFill>
              <a:effectLst/>
              <a:latin typeface="ＭＳ Ｐゴシック" pitchFamily="50" charset="-128"/>
              <a:ea typeface="ＭＳ Ｐゴシック" pitchFamily="50" charset="-128"/>
            </a:endParaRPr>
          </a:p>
        </p:txBody>
      </p:sp>
      <p:sp>
        <p:nvSpPr>
          <p:cNvPr id="3" name="正方形/長方形 2">
            <a:extLst>
              <a:ext uri="{FF2B5EF4-FFF2-40B4-BE49-F238E27FC236}">
                <a16:creationId xmlns:a16="http://schemas.microsoft.com/office/drawing/2014/main" id="{84CBE10A-AF01-76CC-B35B-E2B2D3F11392}"/>
              </a:ext>
            </a:extLst>
          </p:cNvPr>
          <p:cNvSpPr/>
          <p:nvPr/>
        </p:nvSpPr>
        <p:spPr bwMode="auto">
          <a:xfrm>
            <a:off x="5306178" y="2374143"/>
            <a:ext cx="3256634" cy="3344551"/>
          </a:xfrm>
          <a:prstGeom prst="rect">
            <a:avLst/>
          </a:prstGeom>
          <a:solidFill>
            <a:srgbClr val="FFC000"/>
          </a:solidFill>
          <a:ln w="12700" cap="flat" cmpd="sng" algn="ctr">
            <a:no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altLang="ja-JP" sz="1400" b="1" dirty="0">
                <a:solidFill>
                  <a:schemeClr val="bg1"/>
                </a:solidFill>
                <a:latin typeface="メイリオ" panose="020B0604030504040204" pitchFamily="50" charset="-128"/>
                <a:ea typeface="メイリオ" panose="020B0604030504040204" pitchFamily="50" charset="-128"/>
              </a:rPr>
              <a:t>AZ</a:t>
            </a:r>
            <a:endParaRPr kumimoji="1" lang="ja-JP" altLang="en-US" sz="1400" b="1"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6CCE528E-EA8B-36EE-182D-1AD71437D91F}"/>
              </a:ext>
            </a:extLst>
          </p:cNvPr>
          <p:cNvSpPr/>
          <p:nvPr/>
        </p:nvSpPr>
        <p:spPr bwMode="auto">
          <a:xfrm>
            <a:off x="1563789" y="2374143"/>
            <a:ext cx="3256634" cy="3344551"/>
          </a:xfrm>
          <a:prstGeom prst="rect">
            <a:avLst/>
          </a:prstGeom>
          <a:solidFill>
            <a:srgbClr val="FFC000"/>
          </a:solidFill>
          <a:ln w="12700" cap="flat" cmpd="sng" algn="ctr">
            <a:no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altLang="ja-JP" sz="1400" b="1" dirty="0">
                <a:solidFill>
                  <a:schemeClr val="bg1"/>
                </a:solidFill>
                <a:latin typeface="メイリオ" panose="020B0604030504040204" pitchFamily="50" charset="-128"/>
                <a:ea typeface="メイリオ" panose="020B0604030504040204" pitchFamily="50" charset="-128"/>
              </a:rPr>
              <a:t>AZ</a:t>
            </a:r>
            <a:endParaRPr kumimoji="1" lang="ja-JP" altLang="en-US" sz="1400" b="1"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endParaRPr>
          </a:p>
        </p:txBody>
      </p:sp>
      <p:pic>
        <p:nvPicPr>
          <p:cNvPr id="6" name="Picture 2" descr="ãVPC ã¢ã¤ã³ã³ãã®ç»åæ¤ç´¢çµæ">
            <a:extLst>
              <a:ext uri="{FF2B5EF4-FFF2-40B4-BE49-F238E27FC236}">
                <a16:creationId xmlns:a16="http://schemas.microsoft.com/office/drawing/2014/main" id="{96348BE3-B87B-91D0-CD70-945550678E7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39343" y="1541497"/>
            <a:ext cx="838961" cy="832646"/>
          </a:xfrm>
          <a:prstGeom prst="rect">
            <a:avLst/>
          </a:prstGeom>
          <a:noFill/>
          <a:extLst>
            <a:ext uri="{909E8E84-426E-40DD-AFC4-6F175D3DCCD1}">
              <a14:hiddenFill xmlns:a14="http://schemas.microsoft.com/office/drawing/2010/main">
                <a:solidFill>
                  <a:srgbClr val="FFFFFF"/>
                </a:solidFill>
              </a14:hiddenFill>
            </a:ext>
          </a:extLst>
        </p:spPr>
      </p:pic>
      <p:sp>
        <p:nvSpPr>
          <p:cNvPr id="7" name="コンテンツ プレースホルダー 2">
            <a:extLst>
              <a:ext uri="{FF2B5EF4-FFF2-40B4-BE49-F238E27FC236}">
                <a16:creationId xmlns:a16="http://schemas.microsoft.com/office/drawing/2014/main" id="{5EB49BED-5BD2-03B5-E347-53634A901B79}"/>
              </a:ext>
            </a:extLst>
          </p:cNvPr>
          <p:cNvSpPr txBox="1">
            <a:spLocks/>
          </p:cNvSpPr>
          <p:nvPr/>
        </p:nvSpPr>
        <p:spPr>
          <a:xfrm>
            <a:off x="1954696" y="1988087"/>
            <a:ext cx="2033449" cy="289386"/>
          </a:xfrm>
          <a:prstGeom prst="rect">
            <a:avLst/>
          </a:prstGeom>
        </p:spPr>
        <p:txBody>
          <a:bodyPr vert="horz" lIns="74295" tIns="37148" rIns="74295" bIns="37148" rtlCol="0">
            <a:noAutofit/>
          </a:bodyPr>
          <a:lstStyle>
            <a:lvl1pPr marL="228600" indent="-228600" algn="l" defTabSz="914400" rtl="0" eaLnBrk="1" latinLnBrk="0" hangingPunct="1">
              <a:lnSpc>
                <a:spcPct val="90000"/>
              </a:lnSpc>
              <a:spcBef>
                <a:spcPts val="1000"/>
              </a:spcBef>
              <a:buFont typeface="Wingdings 2" pitchFamily="18" charset="2"/>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2" pitchFamily="18" charset="2"/>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2" pitchFamily="18" charset="2"/>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5pPr>
            <a:lvl6pPr marL="25146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6pPr>
            <a:lvl7pPr marL="29718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7pPr>
            <a:lvl8pPr marL="34290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8pPr>
            <a:lvl9pPr marL="38862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9pPr>
          </a:lstStyle>
          <a:p>
            <a:pPr marL="0" indent="0">
              <a:buNone/>
            </a:pPr>
            <a:r>
              <a:rPr lang="en-US" altLang="ja-JP" sz="1400" dirty="0">
                <a:solidFill>
                  <a:srgbClr val="FF0000"/>
                </a:solidFill>
                <a:latin typeface="メイリオ" panose="020B0604030504040204" pitchFamily="50" charset="-128"/>
                <a:ea typeface="メイリオ" panose="020B0604030504040204" pitchFamily="50" charset="-128"/>
              </a:rPr>
              <a:t>10.0.0.0/16</a:t>
            </a:r>
          </a:p>
        </p:txBody>
      </p:sp>
      <p:sp>
        <p:nvSpPr>
          <p:cNvPr id="8" name="四角形: 角を丸くする 7">
            <a:extLst>
              <a:ext uri="{FF2B5EF4-FFF2-40B4-BE49-F238E27FC236}">
                <a16:creationId xmlns:a16="http://schemas.microsoft.com/office/drawing/2014/main" id="{7884A586-3DF4-B2B9-E7DC-000826FB9386}"/>
              </a:ext>
            </a:extLst>
          </p:cNvPr>
          <p:cNvSpPr/>
          <p:nvPr/>
        </p:nvSpPr>
        <p:spPr bwMode="auto">
          <a:xfrm>
            <a:off x="1954696" y="2842334"/>
            <a:ext cx="2387812" cy="2602889"/>
          </a:xfrm>
          <a:prstGeom prst="roundRect">
            <a:avLst/>
          </a:prstGeom>
          <a:solidFill>
            <a:schemeClr val="bg1"/>
          </a:solidFill>
          <a:ln w="12700" cap="flat" cmpd="sng" algn="ctr">
            <a:solidFill>
              <a:srgbClr val="F0861E"/>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kumimoji="1" lang="ja-JP" altLang="en-US" sz="1400" b="1"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rPr>
              <a:t>パブリックサブネット</a:t>
            </a:r>
            <a:r>
              <a:rPr kumimoji="1" lang="en-US" altLang="ja-JP" sz="1400" b="0"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rPr>
              <a:t>10.0</a:t>
            </a:r>
            <a:r>
              <a:rPr lang="en-US" altLang="ja-JP" sz="1400" dirty="0">
                <a:solidFill>
                  <a:srgbClr val="FF0000"/>
                </a:solidFill>
                <a:latin typeface="メイリオ" panose="020B0604030504040204" pitchFamily="50" charset="-128"/>
                <a:ea typeface="メイリオ" panose="020B0604030504040204" pitchFamily="50" charset="-128"/>
              </a:rPr>
              <a:t>.0</a:t>
            </a:r>
            <a:r>
              <a:rPr kumimoji="1" lang="en-US" altLang="ja-JP" sz="1400" b="0"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rPr>
              <a:t>.0</a:t>
            </a:r>
            <a:r>
              <a:rPr lang="en-US" altLang="ja-JP" sz="1400" dirty="0">
                <a:solidFill>
                  <a:srgbClr val="FF0000"/>
                </a:solidFill>
                <a:latin typeface="メイリオ" panose="020B0604030504040204" pitchFamily="50" charset="-128"/>
                <a:ea typeface="メイリオ" panose="020B0604030504040204" pitchFamily="50" charset="-128"/>
              </a:rPr>
              <a:t>/24	</a:t>
            </a:r>
            <a:endParaRPr kumimoji="1" lang="ja-JP" altLang="en-US" sz="1400" b="0"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endParaRPr>
          </a:p>
        </p:txBody>
      </p:sp>
      <p:pic>
        <p:nvPicPr>
          <p:cNvPr id="13" name="図 12" descr="音楽 が含まれている画像&#10;&#10;自動的に生成された説明">
            <a:extLst>
              <a:ext uri="{FF2B5EF4-FFF2-40B4-BE49-F238E27FC236}">
                <a16:creationId xmlns:a16="http://schemas.microsoft.com/office/drawing/2014/main" id="{B91EFEBB-6438-3DDA-06D6-6083580B479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894995" y="3756035"/>
            <a:ext cx="571869" cy="681077"/>
          </a:xfrm>
          <a:prstGeom prst="rect">
            <a:avLst/>
          </a:prstGeom>
        </p:spPr>
      </p:pic>
      <p:sp>
        <p:nvSpPr>
          <p:cNvPr id="14" name="テキスト ボックス 13">
            <a:extLst>
              <a:ext uri="{FF2B5EF4-FFF2-40B4-BE49-F238E27FC236}">
                <a16:creationId xmlns:a16="http://schemas.microsoft.com/office/drawing/2014/main" id="{730C0AB7-077C-7854-1570-3ADEAB24419C}"/>
              </a:ext>
            </a:extLst>
          </p:cNvPr>
          <p:cNvSpPr txBox="1"/>
          <p:nvPr/>
        </p:nvSpPr>
        <p:spPr>
          <a:xfrm>
            <a:off x="2918186" y="4056712"/>
            <a:ext cx="495649" cy="276999"/>
          </a:xfrm>
          <a:prstGeom prst="rect">
            <a:avLst/>
          </a:prstGeom>
          <a:noFill/>
        </p:spPr>
        <p:txBody>
          <a:bodyPr wrap="none" rtlCol="0">
            <a:spAutoFit/>
          </a:bodyPr>
          <a:lstStyle/>
          <a:p>
            <a:pPr algn="ctr"/>
            <a:r>
              <a:rPr kumimoji="1" lang="en-US" altLang="ja-JP" sz="1200" b="1" dirty="0">
                <a:solidFill>
                  <a:schemeClr val="bg1"/>
                </a:solidFill>
                <a:latin typeface="メイリオ" panose="020B0604030504040204" pitchFamily="50" charset="-128"/>
                <a:ea typeface="メイリオ" panose="020B0604030504040204" pitchFamily="50" charset="-128"/>
              </a:rPr>
              <a:t>EC2</a:t>
            </a:r>
          </a:p>
        </p:txBody>
      </p:sp>
      <p:cxnSp>
        <p:nvCxnSpPr>
          <p:cNvPr id="15" name="コネクタ: カギ線 14">
            <a:extLst>
              <a:ext uri="{FF2B5EF4-FFF2-40B4-BE49-F238E27FC236}">
                <a16:creationId xmlns:a16="http://schemas.microsoft.com/office/drawing/2014/main" id="{14C9BA96-59FC-2AC1-AC21-1EBE70D94B7C}"/>
              </a:ext>
            </a:extLst>
          </p:cNvPr>
          <p:cNvCxnSpPr>
            <a:cxnSpLocks/>
            <a:stCxn id="17" idx="2"/>
            <a:endCxn id="13" idx="0"/>
          </p:cNvCxnSpPr>
          <p:nvPr/>
        </p:nvCxnSpPr>
        <p:spPr bwMode="auto">
          <a:xfrm rot="5400000">
            <a:off x="3530720" y="2201698"/>
            <a:ext cx="1204547" cy="1904126"/>
          </a:xfrm>
          <a:prstGeom prst="bentConnector3">
            <a:avLst>
              <a:gd name="adj1" fmla="val 50000"/>
            </a:avLst>
          </a:prstGeom>
          <a:noFill/>
          <a:ln w="31750" cap="flat" cmpd="sng" algn="ctr">
            <a:solidFill>
              <a:srgbClr val="FF0000"/>
            </a:solidFill>
            <a:prstDash val="solid"/>
            <a:round/>
            <a:headEnd type="none" w="med" len="med"/>
            <a:tailEnd type="triangle"/>
          </a:ln>
          <a:effectLst/>
        </p:spPr>
      </p:cxnSp>
      <p:sp>
        <p:nvSpPr>
          <p:cNvPr id="16" name="テキスト ボックス 15">
            <a:extLst>
              <a:ext uri="{FF2B5EF4-FFF2-40B4-BE49-F238E27FC236}">
                <a16:creationId xmlns:a16="http://schemas.microsoft.com/office/drawing/2014/main" id="{7AA42E2D-C579-B44E-DDDB-BEF8FDA55A8E}"/>
              </a:ext>
            </a:extLst>
          </p:cNvPr>
          <p:cNvSpPr txBox="1"/>
          <p:nvPr/>
        </p:nvSpPr>
        <p:spPr>
          <a:xfrm>
            <a:off x="5023478" y="2477196"/>
            <a:ext cx="439544" cy="246221"/>
          </a:xfrm>
          <a:prstGeom prst="rect">
            <a:avLst/>
          </a:prstGeom>
          <a:noFill/>
        </p:spPr>
        <p:txBody>
          <a:bodyPr wrap="none" rtlCol="0">
            <a:spAutoFit/>
          </a:bodyPr>
          <a:lstStyle/>
          <a:p>
            <a:pPr algn="ctr"/>
            <a:r>
              <a:rPr kumimoji="1" lang="en-US" altLang="ja-JP" sz="1000" b="1" dirty="0">
                <a:latin typeface="メイリオ" panose="020B0604030504040204" pitchFamily="50" charset="-128"/>
                <a:ea typeface="メイリオ" panose="020B0604030504040204" pitchFamily="50" charset="-128"/>
              </a:rPr>
              <a:t>ELB</a:t>
            </a:r>
            <a:endParaRPr lang="en-US" altLang="ja-JP" sz="1000" b="1" dirty="0">
              <a:latin typeface="メイリオ" panose="020B0604030504040204" pitchFamily="50" charset="-128"/>
              <a:ea typeface="メイリオ" panose="020B0604030504040204" pitchFamily="50" charset="-128"/>
            </a:endParaRPr>
          </a:p>
        </p:txBody>
      </p:sp>
      <p:pic>
        <p:nvPicPr>
          <p:cNvPr id="17" name="図 16">
            <a:extLst>
              <a:ext uri="{FF2B5EF4-FFF2-40B4-BE49-F238E27FC236}">
                <a16:creationId xmlns:a16="http://schemas.microsoft.com/office/drawing/2014/main" id="{C01F436B-F3C3-C625-1796-D8532875258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828765" y="2014103"/>
            <a:ext cx="512582" cy="537385"/>
          </a:xfrm>
          <a:prstGeom prst="rect">
            <a:avLst/>
          </a:prstGeom>
        </p:spPr>
      </p:pic>
      <p:sp>
        <p:nvSpPr>
          <p:cNvPr id="18" name="テキスト ボックス 17">
            <a:extLst>
              <a:ext uri="{FF2B5EF4-FFF2-40B4-BE49-F238E27FC236}">
                <a16:creationId xmlns:a16="http://schemas.microsoft.com/office/drawing/2014/main" id="{EAC8AA96-3FAB-3BC9-2FA4-8BCF70F54D1F}"/>
              </a:ext>
            </a:extLst>
          </p:cNvPr>
          <p:cNvSpPr txBox="1"/>
          <p:nvPr/>
        </p:nvSpPr>
        <p:spPr>
          <a:xfrm>
            <a:off x="1162758" y="6351068"/>
            <a:ext cx="461986" cy="338554"/>
          </a:xfrm>
          <a:prstGeom prst="rect">
            <a:avLst/>
          </a:prstGeom>
          <a:noFill/>
        </p:spPr>
        <p:txBody>
          <a:bodyPr wrap="none" rtlCol="0">
            <a:spAutoFit/>
          </a:bodyPr>
          <a:lstStyle/>
          <a:p>
            <a:pPr algn="ctr"/>
            <a:r>
              <a:rPr kumimoji="1" lang="en-US" altLang="ja-JP" b="1" dirty="0">
                <a:solidFill>
                  <a:schemeClr val="bg1"/>
                </a:solidFill>
                <a:latin typeface="メイリオ" panose="020B0604030504040204" pitchFamily="50" charset="-128"/>
                <a:ea typeface="メイリオ" panose="020B0604030504040204" pitchFamily="50" charset="-128"/>
              </a:rPr>
              <a:t>S3</a:t>
            </a:r>
          </a:p>
        </p:txBody>
      </p:sp>
      <p:sp>
        <p:nvSpPr>
          <p:cNvPr id="19" name="四角形: 角を丸くする 18">
            <a:extLst>
              <a:ext uri="{FF2B5EF4-FFF2-40B4-BE49-F238E27FC236}">
                <a16:creationId xmlns:a16="http://schemas.microsoft.com/office/drawing/2014/main" id="{5BFB2F63-7BA0-6703-8EC2-4123682263B7}"/>
              </a:ext>
            </a:extLst>
          </p:cNvPr>
          <p:cNvSpPr/>
          <p:nvPr/>
        </p:nvSpPr>
        <p:spPr bwMode="auto">
          <a:xfrm>
            <a:off x="5785755" y="2842334"/>
            <a:ext cx="2387812" cy="2602889"/>
          </a:xfrm>
          <a:prstGeom prst="roundRect">
            <a:avLst/>
          </a:prstGeom>
          <a:solidFill>
            <a:schemeClr val="bg1"/>
          </a:solidFill>
          <a:ln w="12700" cap="flat" cmpd="sng" algn="ctr">
            <a:solidFill>
              <a:srgbClr val="F0861E"/>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kumimoji="1" lang="ja-JP" altLang="en-US" sz="1400" b="1"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rPr>
              <a:t>パブリックサブネット</a:t>
            </a:r>
            <a:r>
              <a:rPr kumimoji="1" lang="en-US" altLang="ja-JP" sz="1400" b="0"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rPr>
              <a:t>10.0</a:t>
            </a:r>
            <a:r>
              <a:rPr lang="en-US" altLang="ja-JP" sz="1400" dirty="0">
                <a:solidFill>
                  <a:srgbClr val="FF0000"/>
                </a:solidFill>
                <a:latin typeface="メイリオ" panose="020B0604030504040204" pitchFamily="50" charset="-128"/>
                <a:ea typeface="メイリオ" panose="020B0604030504040204" pitchFamily="50" charset="-128"/>
              </a:rPr>
              <a:t>.1</a:t>
            </a:r>
            <a:r>
              <a:rPr kumimoji="1" lang="en-US" altLang="ja-JP" sz="1400" b="0"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rPr>
              <a:t>.0</a:t>
            </a:r>
            <a:r>
              <a:rPr lang="en-US" altLang="ja-JP" sz="1400" dirty="0">
                <a:solidFill>
                  <a:srgbClr val="FF0000"/>
                </a:solidFill>
                <a:latin typeface="メイリオ" panose="020B0604030504040204" pitchFamily="50" charset="-128"/>
                <a:ea typeface="メイリオ" panose="020B0604030504040204" pitchFamily="50" charset="-128"/>
              </a:rPr>
              <a:t>/24	</a:t>
            </a:r>
            <a:endParaRPr kumimoji="1" lang="ja-JP" altLang="en-US" sz="1400" b="0"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endParaRPr>
          </a:p>
        </p:txBody>
      </p:sp>
      <p:pic>
        <p:nvPicPr>
          <p:cNvPr id="20" name="図 19" descr="音楽 が含まれている画像&#10;&#10;自動的に生成された説明">
            <a:extLst>
              <a:ext uri="{FF2B5EF4-FFF2-40B4-BE49-F238E27FC236}">
                <a16:creationId xmlns:a16="http://schemas.microsoft.com/office/drawing/2014/main" id="{64A4A4BD-09DC-997F-806F-E1CC24C38A8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689554" y="3749498"/>
            <a:ext cx="571869" cy="681077"/>
          </a:xfrm>
          <a:prstGeom prst="rect">
            <a:avLst/>
          </a:prstGeom>
        </p:spPr>
      </p:pic>
      <p:sp>
        <p:nvSpPr>
          <p:cNvPr id="21" name="テキスト ボックス 20">
            <a:extLst>
              <a:ext uri="{FF2B5EF4-FFF2-40B4-BE49-F238E27FC236}">
                <a16:creationId xmlns:a16="http://schemas.microsoft.com/office/drawing/2014/main" id="{E2A8285A-DA4E-5B38-F862-FB50CAB57382}"/>
              </a:ext>
            </a:extLst>
          </p:cNvPr>
          <p:cNvSpPr txBox="1"/>
          <p:nvPr/>
        </p:nvSpPr>
        <p:spPr>
          <a:xfrm>
            <a:off x="6712745" y="4050175"/>
            <a:ext cx="495649" cy="276999"/>
          </a:xfrm>
          <a:prstGeom prst="rect">
            <a:avLst/>
          </a:prstGeom>
          <a:noFill/>
        </p:spPr>
        <p:txBody>
          <a:bodyPr wrap="none" rtlCol="0">
            <a:spAutoFit/>
          </a:bodyPr>
          <a:lstStyle/>
          <a:p>
            <a:pPr algn="ctr"/>
            <a:r>
              <a:rPr kumimoji="1" lang="en-US" altLang="ja-JP" sz="1200" b="1" dirty="0">
                <a:solidFill>
                  <a:schemeClr val="bg1"/>
                </a:solidFill>
                <a:latin typeface="メイリオ" panose="020B0604030504040204" pitchFamily="50" charset="-128"/>
                <a:ea typeface="メイリオ" panose="020B0604030504040204" pitchFamily="50" charset="-128"/>
              </a:rPr>
              <a:t>EC2</a:t>
            </a:r>
          </a:p>
        </p:txBody>
      </p:sp>
      <p:cxnSp>
        <p:nvCxnSpPr>
          <p:cNvPr id="22" name="コネクタ: カギ線 21">
            <a:extLst>
              <a:ext uri="{FF2B5EF4-FFF2-40B4-BE49-F238E27FC236}">
                <a16:creationId xmlns:a16="http://schemas.microsoft.com/office/drawing/2014/main" id="{21C70C2A-4C1E-3E7B-8C53-AD60D01846AA}"/>
              </a:ext>
            </a:extLst>
          </p:cNvPr>
          <p:cNvCxnSpPr>
            <a:cxnSpLocks/>
            <a:stCxn id="17" idx="2"/>
            <a:endCxn id="20" idx="0"/>
          </p:cNvCxnSpPr>
          <p:nvPr/>
        </p:nvCxnSpPr>
        <p:spPr bwMode="auto">
          <a:xfrm rot="16200000" flipH="1">
            <a:off x="5431267" y="2205276"/>
            <a:ext cx="1198010" cy="1890433"/>
          </a:xfrm>
          <a:prstGeom prst="bentConnector3">
            <a:avLst>
              <a:gd name="adj1" fmla="val 50000"/>
            </a:avLst>
          </a:prstGeom>
          <a:noFill/>
          <a:ln w="31750" cap="flat" cmpd="sng" algn="ctr">
            <a:solidFill>
              <a:srgbClr val="FF0000"/>
            </a:solidFill>
            <a:prstDash val="solid"/>
            <a:round/>
            <a:headEnd type="none" w="med" len="med"/>
            <a:tailEnd type="triangle"/>
          </a:ln>
          <a:effectLst/>
        </p:spPr>
      </p:cxnSp>
      <p:pic>
        <p:nvPicPr>
          <p:cNvPr id="25" name="図 24" descr="音楽 が含まれている画像&#10;&#10;自動的に生成された説明">
            <a:extLst>
              <a:ext uri="{FF2B5EF4-FFF2-40B4-BE49-F238E27FC236}">
                <a16:creationId xmlns:a16="http://schemas.microsoft.com/office/drawing/2014/main" id="{B6A63810-FA1A-3A52-B557-6238429E26B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589043" y="3756035"/>
            <a:ext cx="571869" cy="681077"/>
          </a:xfrm>
          <a:prstGeom prst="rect">
            <a:avLst/>
          </a:prstGeom>
        </p:spPr>
      </p:pic>
      <p:sp>
        <p:nvSpPr>
          <p:cNvPr id="26" name="テキスト ボックス 25">
            <a:extLst>
              <a:ext uri="{FF2B5EF4-FFF2-40B4-BE49-F238E27FC236}">
                <a16:creationId xmlns:a16="http://schemas.microsoft.com/office/drawing/2014/main" id="{15C5157E-4391-5AF4-7DAB-FE7642AF1738}"/>
              </a:ext>
            </a:extLst>
          </p:cNvPr>
          <p:cNvSpPr txBox="1"/>
          <p:nvPr/>
        </p:nvSpPr>
        <p:spPr>
          <a:xfrm>
            <a:off x="3612234" y="4056712"/>
            <a:ext cx="495649" cy="276999"/>
          </a:xfrm>
          <a:prstGeom prst="rect">
            <a:avLst/>
          </a:prstGeom>
          <a:noFill/>
        </p:spPr>
        <p:txBody>
          <a:bodyPr wrap="none" rtlCol="0">
            <a:spAutoFit/>
          </a:bodyPr>
          <a:lstStyle/>
          <a:p>
            <a:pPr algn="ctr"/>
            <a:r>
              <a:rPr kumimoji="1" lang="en-US" altLang="ja-JP" sz="1200" b="1" dirty="0">
                <a:solidFill>
                  <a:schemeClr val="bg1"/>
                </a:solidFill>
                <a:latin typeface="メイリオ" panose="020B0604030504040204" pitchFamily="50" charset="-128"/>
                <a:ea typeface="メイリオ" panose="020B0604030504040204" pitchFamily="50" charset="-128"/>
              </a:rPr>
              <a:t>EC2</a:t>
            </a:r>
          </a:p>
        </p:txBody>
      </p:sp>
      <p:pic>
        <p:nvPicPr>
          <p:cNvPr id="28" name="図 27" descr="音楽 が含まれている画像&#10;&#10;自動的に生成された説明">
            <a:extLst>
              <a:ext uri="{FF2B5EF4-FFF2-40B4-BE49-F238E27FC236}">
                <a16:creationId xmlns:a16="http://schemas.microsoft.com/office/drawing/2014/main" id="{20915CAA-52D5-9F1A-6480-B4F387964F6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03349" y="3756035"/>
            <a:ext cx="571869" cy="681077"/>
          </a:xfrm>
          <a:prstGeom prst="rect">
            <a:avLst/>
          </a:prstGeom>
        </p:spPr>
      </p:pic>
      <p:sp>
        <p:nvSpPr>
          <p:cNvPr id="29" name="テキスト ボックス 28">
            <a:extLst>
              <a:ext uri="{FF2B5EF4-FFF2-40B4-BE49-F238E27FC236}">
                <a16:creationId xmlns:a16="http://schemas.microsoft.com/office/drawing/2014/main" id="{B8B8FBC3-6082-8F54-47DE-0F35FCB9DACE}"/>
              </a:ext>
            </a:extLst>
          </p:cNvPr>
          <p:cNvSpPr txBox="1"/>
          <p:nvPr/>
        </p:nvSpPr>
        <p:spPr>
          <a:xfrm>
            <a:off x="2226540" y="4056712"/>
            <a:ext cx="495649" cy="276999"/>
          </a:xfrm>
          <a:prstGeom prst="rect">
            <a:avLst/>
          </a:prstGeom>
          <a:noFill/>
        </p:spPr>
        <p:txBody>
          <a:bodyPr wrap="none" rtlCol="0">
            <a:spAutoFit/>
          </a:bodyPr>
          <a:lstStyle/>
          <a:p>
            <a:pPr algn="ctr"/>
            <a:r>
              <a:rPr kumimoji="1" lang="en-US" altLang="ja-JP" sz="1200" b="1" dirty="0">
                <a:solidFill>
                  <a:schemeClr val="bg1"/>
                </a:solidFill>
                <a:latin typeface="メイリオ" panose="020B0604030504040204" pitchFamily="50" charset="-128"/>
                <a:ea typeface="メイリオ" panose="020B0604030504040204" pitchFamily="50" charset="-128"/>
              </a:rPr>
              <a:t>EC2</a:t>
            </a:r>
          </a:p>
        </p:txBody>
      </p:sp>
      <p:sp>
        <p:nvSpPr>
          <p:cNvPr id="31" name="テキスト ボックス 30">
            <a:extLst>
              <a:ext uri="{FF2B5EF4-FFF2-40B4-BE49-F238E27FC236}">
                <a16:creationId xmlns:a16="http://schemas.microsoft.com/office/drawing/2014/main" id="{B48BE899-EECF-064E-FB23-FB79F74D3AC5}"/>
              </a:ext>
            </a:extLst>
          </p:cNvPr>
          <p:cNvSpPr txBox="1"/>
          <p:nvPr/>
        </p:nvSpPr>
        <p:spPr>
          <a:xfrm>
            <a:off x="2217106" y="4474971"/>
            <a:ext cx="554960" cy="338554"/>
          </a:xfrm>
          <a:prstGeom prst="rect">
            <a:avLst/>
          </a:prstGeom>
          <a:noFill/>
        </p:spPr>
        <p:txBody>
          <a:bodyPr wrap="none" rtlCol="0">
            <a:spAutoFit/>
          </a:bodyPr>
          <a:lstStyle/>
          <a:p>
            <a:r>
              <a:rPr lang="en-US" altLang="ja-JP" dirty="0"/>
              <a:t>17 </a:t>
            </a:r>
            <a:r>
              <a:rPr kumimoji="1" lang="en-US" altLang="ja-JP" dirty="0"/>
              <a:t>%</a:t>
            </a:r>
            <a:endParaRPr kumimoji="1" lang="ja-JP" altLang="en-US" dirty="0"/>
          </a:p>
        </p:txBody>
      </p:sp>
      <p:sp>
        <p:nvSpPr>
          <p:cNvPr id="32" name="テキスト ボックス 31">
            <a:extLst>
              <a:ext uri="{FF2B5EF4-FFF2-40B4-BE49-F238E27FC236}">
                <a16:creationId xmlns:a16="http://schemas.microsoft.com/office/drawing/2014/main" id="{082C83DA-7D6B-2F7D-1510-B337CB3C870C}"/>
              </a:ext>
            </a:extLst>
          </p:cNvPr>
          <p:cNvSpPr txBox="1"/>
          <p:nvPr/>
        </p:nvSpPr>
        <p:spPr>
          <a:xfrm>
            <a:off x="2914997" y="4474971"/>
            <a:ext cx="554960" cy="338554"/>
          </a:xfrm>
          <a:prstGeom prst="rect">
            <a:avLst/>
          </a:prstGeom>
          <a:noFill/>
        </p:spPr>
        <p:txBody>
          <a:bodyPr wrap="none" rtlCol="0">
            <a:spAutoFit/>
          </a:bodyPr>
          <a:lstStyle/>
          <a:p>
            <a:r>
              <a:rPr lang="en-US" altLang="ja-JP" dirty="0"/>
              <a:t>17 </a:t>
            </a:r>
            <a:r>
              <a:rPr kumimoji="1" lang="en-US" altLang="ja-JP" dirty="0"/>
              <a:t>%</a:t>
            </a:r>
            <a:endParaRPr kumimoji="1" lang="ja-JP" altLang="en-US" dirty="0"/>
          </a:p>
        </p:txBody>
      </p:sp>
      <p:sp>
        <p:nvSpPr>
          <p:cNvPr id="33" name="テキスト ボックス 32">
            <a:extLst>
              <a:ext uri="{FF2B5EF4-FFF2-40B4-BE49-F238E27FC236}">
                <a16:creationId xmlns:a16="http://schemas.microsoft.com/office/drawing/2014/main" id="{6B16210E-5085-386E-CBD2-77F913E49F5D}"/>
              </a:ext>
            </a:extLst>
          </p:cNvPr>
          <p:cNvSpPr txBox="1"/>
          <p:nvPr/>
        </p:nvSpPr>
        <p:spPr>
          <a:xfrm>
            <a:off x="3676451" y="4474971"/>
            <a:ext cx="492443" cy="338554"/>
          </a:xfrm>
          <a:prstGeom prst="rect">
            <a:avLst/>
          </a:prstGeom>
          <a:noFill/>
        </p:spPr>
        <p:txBody>
          <a:bodyPr wrap="none" rtlCol="0">
            <a:spAutoFit/>
          </a:bodyPr>
          <a:lstStyle/>
          <a:p>
            <a:r>
              <a:rPr lang="en-US" altLang="ja-JP" dirty="0"/>
              <a:t>17</a:t>
            </a:r>
            <a:r>
              <a:rPr kumimoji="1" lang="en-US" altLang="ja-JP" dirty="0"/>
              <a:t>%</a:t>
            </a:r>
            <a:endParaRPr kumimoji="1" lang="ja-JP" altLang="en-US" dirty="0"/>
          </a:p>
        </p:txBody>
      </p:sp>
      <p:sp>
        <p:nvSpPr>
          <p:cNvPr id="34" name="テキスト ボックス 33">
            <a:extLst>
              <a:ext uri="{FF2B5EF4-FFF2-40B4-BE49-F238E27FC236}">
                <a16:creationId xmlns:a16="http://schemas.microsoft.com/office/drawing/2014/main" id="{88B7FEBE-53A7-3AC8-F545-F7FE7DFD1CEE}"/>
              </a:ext>
            </a:extLst>
          </p:cNvPr>
          <p:cNvSpPr txBox="1"/>
          <p:nvPr/>
        </p:nvSpPr>
        <p:spPr>
          <a:xfrm>
            <a:off x="6768980" y="4474971"/>
            <a:ext cx="492443" cy="338554"/>
          </a:xfrm>
          <a:prstGeom prst="rect">
            <a:avLst/>
          </a:prstGeom>
          <a:noFill/>
        </p:spPr>
        <p:txBody>
          <a:bodyPr wrap="none" rtlCol="0">
            <a:spAutoFit/>
          </a:bodyPr>
          <a:lstStyle/>
          <a:p>
            <a:r>
              <a:rPr lang="en-US" altLang="ja-JP" dirty="0"/>
              <a:t>50</a:t>
            </a:r>
            <a:r>
              <a:rPr kumimoji="1" lang="en-US" altLang="ja-JP" dirty="0"/>
              <a:t>%</a:t>
            </a:r>
            <a:endParaRPr kumimoji="1" lang="ja-JP" altLang="en-US" dirty="0"/>
          </a:p>
        </p:txBody>
      </p:sp>
      <p:sp>
        <p:nvSpPr>
          <p:cNvPr id="35" name="テキスト ボックス 34">
            <a:extLst>
              <a:ext uri="{FF2B5EF4-FFF2-40B4-BE49-F238E27FC236}">
                <a16:creationId xmlns:a16="http://schemas.microsoft.com/office/drawing/2014/main" id="{7C6CE9E4-607A-37F0-13F7-DC62FA1D3701}"/>
              </a:ext>
            </a:extLst>
          </p:cNvPr>
          <p:cNvSpPr txBox="1"/>
          <p:nvPr/>
        </p:nvSpPr>
        <p:spPr>
          <a:xfrm>
            <a:off x="6200455" y="3467549"/>
            <a:ext cx="492443" cy="338554"/>
          </a:xfrm>
          <a:prstGeom prst="rect">
            <a:avLst/>
          </a:prstGeom>
          <a:noFill/>
        </p:spPr>
        <p:txBody>
          <a:bodyPr wrap="none" rtlCol="0">
            <a:spAutoFit/>
          </a:bodyPr>
          <a:lstStyle/>
          <a:p>
            <a:r>
              <a:rPr lang="en-US" altLang="ja-JP" dirty="0"/>
              <a:t>50</a:t>
            </a:r>
            <a:r>
              <a:rPr kumimoji="1" lang="en-US" altLang="ja-JP" dirty="0"/>
              <a:t>%</a:t>
            </a:r>
            <a:endParaRPr kumimoji="1" lang="ja-JP" altLang="en-US" dirty="0"/>
          </a:p>
        </p:txBody>
      </p:sp>
      <p:sp>
        <p:nvSpPr>
          <p:cNvPr id="36" name="テキスト ボックス 35">
            <a:extLst>
              <a:ext uri="{FF2B5EF4-FFF2-40B4-BE49-F238E27FC236}">
                <a16:creationId xmlns:a16="http://schemas.microsoft.com/office/drawing/2014/main" id="{ACFEF9CC-BBE5-B9B3-BC75-2CF63C24F520}"/>
              </a:ext>
            </a:extLst>
          </p:cNvPr>
          <p:cNvSpPr txBox="1"/>
          <p:nvPr/>
        </p:nvSpPr>
        <p:spPr>
          <a:xfrm>
            <a:off x="3175009" y="3467549"/>
            <a:ext cx="492443" cy="338554"/>
          </a:xfrm>
          <a:prstGeom prst="rect">
            <a:avLst/>
          </a:prstGeom>
          <a:noFill/>
        </p:spPr>
        <p:txBody>
          <a:bodyPr wrap="none" rtlCol="0">
            <a:spAutoFit/>
          </a:bodyPr>
          <a:lstStyle/>
          <a:p>
            <a:r>
              <a:rPr lang="en-US" altLang="ja-JP" dirty="0"/>
              <a:t>50</a:t>
            </a:r>
            <a:r>
              <a:rPr kumimoji="1" lang="en-US" altLang="ja-JP" dirty="0"/>
              <a:t>%</a:t>
            </a:r>
            <a:endParaRPr kumimoji="1" lang="ja-JP" altLang="en-US" dirty="0"/>
          </a:p>
        </p:txBody>
      </p:sp>
      <p:cxnSp>
        <p:nvCxnSpPr>
          <p:cNvPr id="37" name="コネクタ: カギ線 36">
            <a:extLst>
              <a:ext uri="{FF2B5EF4-FFF2-40B4-BE49-F238E27FC236}">
                <a16:creationId xmlns:a16="http://schemas.microsoft.com/office/drawing/2014/main" id="{FF87B0E2-CB90-C71F-9855-9BC241E1E2D7}"/>
              </a:ext>
            </a:extLst>
          </p:cNvPr>
          <p:cNvCxnSpPr>
            <a:cxnSpLocks/>
          </p:cNvCxnSpPr>
          <p:nvPr/>
        </p:nvCxnSpPr>
        <p:spPr bwMode="auto">
          <a:xfrm rot="5400000">
            <a:off x="3184897" y="1855875"/>
            <a:ext cx="1204547" cy="2595772"/>
          </a:xfrm>
          <a:prstGeom prst="bentConnector3">
            <a:avLst>
              <a:gd name="adj1" fmla="val 50000"/>
            </a:avLst>
          </a:prstGeom>
          <a:noFill/>
          <a:ln w="31750" cap="flat" cmpd="sng" algn="ctr">
            <a:solidFill>
              <a:srgbClr val="FF0000"/>
            </a:solidFill>
            <a:prstDash val="solid"/>
            <a:round/>
            <a:headEnd type="none" w="med" len="med"/>
            <a:tailEnd type="triangle"/>
          </a:ln>
          <a:effectLst/>
        </p:spPr>
      </p:cxnSp>
      <p:cxnSp>
        <p:nvCxnSpPr>
          <p:cNvPr id="38" name="コネクタ: カギ線 37">
            <a:extLst>
              <a:ext uri="{FF2B5EF4-FFF2-40B4-BE49-F238E27FC236}">
                <a16:creationId xmlns:a16="http://schemas.microsoft.com/office/drawing/2014/main" id="{CD1BD8D5-8B49-715A-1D96-94CA6A6A6CC8}"/>
              </a:ext>
            </a:extLst>
          </p:cNvPr>
          <p:cNvCxnSpPr>
            <a:cxnSpLocks/>
          </p:cNvCxnSpPr>
          <p:nvPr/>
        </p:nvCxnSpPr>
        <p:spPr bwMode="auto">
          <a:xfrm rot="5400000">
            <a:off x="3877744" y="2548722"/>
            <a:ext cx="1204547" cy="1210078"/>
          </a:xfrm>
          <a:prstGeom prst="bentConnector3">
            <a:avLst>
              <a:gd name="adj1" fmla="val 50000"/>
            </a:avLst>
          </a:prstGeom>
          <a:noFill/>
          <a:ln w="31750" cap="flat" cmpd="sng" algn="ctr">
            <a:solidFill>
              <a:srgbClr val="FF0000"/>
            </a:solidFill>
            <a:prstDash val="solid"/>
            <a:round/>
            <a:headEnd type="none" w="med" len="med"/>
            <a:tailEnd type="triangle"/>
          </a:ln>
          <a:effectLst/>
        </p:spPr>
      </p:cxnSp>
    </p:spTree>
    <p:extLst>
      <p:ext uri="{BB962C8B-B14F-4D97-AF65-F5344CB8AC3E}">
        <p14:creationId xmlns:p14="http://schemas.microsoft.com/office/powerpoint/2010/main" val="668949794"/>
      </p:ext>
    </p:extLst>
  </p:cSld>
  <p:clrMapOvr>
    <a:masterClrMapping/>
  </p:clrMapOvr>
  <mc:AlternateContent xmlns:mc="http://schemas.openxmlformats.org/markup-compatibility/2006" xmlns:p14="http://schemas.microsoft.com/office/powerpoint/2010/main">
    <mc:Choice Requires="p14">
      <p:transition spd="slow" p14:dur="2000" advTm="46313"/>
    </mc:Choice>
    <mc:Fallback xmlns="">
      <p:transition spd="slow" advTm="46313"/>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タイトル 1">
            <a:extLst>
              <a:ext uri="{FF2B5EF4-FFF2-40B4-BE49-F238E27FC236}">
                <a16:creationId xmlns:a16="http://schemas.microsoft.com/office/drawing/2014/main" id="{48F80BE1-D063-4240-BFC7-C8D243720250}"/>
              </a:ext>
            </a:extLst>
          </p:cNvPr>
          <p:cNvSpPr txBox="1">
            <a:spLocks/>
          </p:cNvSpPr>
          <p:nvPr/>
        </p:nvSpPr>
        <p:spPr bwMode="auto">
          <a:xfrm>
            <a:off x="631222" y="201863"/>
            <a:ext cx="8642258" cy="50208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rtl="0" fontAlgn="base">
              <a:lnSpc>
                <a:spcPct val="90000"/>
              </a:lnSpc>
              <a:spcBef>
                <a:spcPct val="0"/>
              </a:spcBef>
              <a:spcAft>
                <a:spcPct val="0"/>
              </a:spcAft>
              <a:defRPr kumimoji="1" sz="2000">
                <a:solidFill>
                  <a:schemeClr val="tx2"/>
                </a:solidFill>
                <a:latin typeface="游明朝" panose="02020400000000000000" pitchFamily="18" charset="-128"/>
                <a:ea typeface="游明朝" panose="02020400000000000000" pitchFamily="18" charset="-128"/>
                <a:cs typeface="+mj-cs"/>
              </a:defRPr>
            </a:lvl1pPr>
            <a:lvl2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2pPr>
            <a:lvl3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3pPr>
            <a:lvl4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4pPr>
            <a:lvl5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5pPr>
            <a:lvl6pPr marL="4572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6pPr>
            <a:lvl7pPr marL="9144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7pPr>
            <a:lvl8pPr marL="13716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8pPr>
            <a:lvl9pPr marL="18288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9pPr>
          </a:lstStyle>
          <a:p>
            <a:pPr algn="l">
              <a:lnSpc>
                <a:spcPct val="100000"/>
              </a:lnSpc>
            </a:pPr>
            <a:r>
              <a:rPr lang="ja-JP" altLang="en-US" sz="3000" dirty="0">
                <a:latin typeface="メイリオ" panose="020B0604030504040204" pitchFamily="50" charset="-128"/>
                <a:ea typeface="メイリオ" panose="020B0604030504040204" pitchFamily="50" charset="-128"/>
              </a:rPr>
              <a:t>クロスゾーン負荷分散</a:t>
            </a:r>
            <a:endParaRPr lang="en-US" altLang="ja-JP" sz="3000" dirty="0">
              <a:solidFill>
                <a:schemeClr val="tx1"/>
              </a:solidFill>
              <a:latin typeface="メイリオ" panose="020B0604030504040204" pitchFamily="50" charset="-128"/>
              <a:ea typeface="メイリオ" panose="020B0604030504040204" pitchFamily="50" charset="-128"/>
            </a:endParaRPr>
          </a:p>
        </p:txBody>
      </p:sp>
      <p:sp>
        <p:nvSpPr>
          <p:cNvPr id="5" name="コンテンツ プレースホルダー 2">
            <a:extLst>
              <a:ext uri="{FF2B5EF4-FFF2-40B4-BE49-F238E27FC236}">
                <a16:creationId xmlns:a16="http://schemas.microsoft.com/office/drawing/2014/main" id="{4223C7E6-23C7-4433-B315-D26905B0474C}"/>
              </a:ext>
            </a:extLst>
          </p:cNvPr>
          <p:cNvSpPr txBox="1">
            <a:spLocks/>
          </p:cNvSpPr>
          <p:nvPr/>
        </p:nvSpPr>
        <p:spPr>
          <a:xfrm>
            <a:off x="631222" y="799401"/>
            <a:ext cx="8858282" cy="325343"/>
          </a:xfrm>
          <a:prstGeom prst="rect">
            <a:avLst/>
          </a:prstGeom>
        </p:spPr>
        <p:txBody>
          <a:bodyPr vert="horz" lIns="74295" tIns="37148" rIns="74295" bIns="37148" rtlCol="0">
            <a:noAutofit/>
          </a:bodyPr>
          <a:lstStyle>
            <a:lvl1pPr marL="228600" indent="-228600" algn="l" defTabSz="914400" rtl="0" eaLnBrk="1" latinLnBrk="0" hangingPunct="1">
              <a:lnSpc>
                <a:spcPct val="90000"/>
              </a:lnSpc>
              <a:spcBef>
                <a:spcPts val="1000"/>
              </a:spcBef>
              <a:buFont typeface="Wingdings 2" pitchFamily="18" charset="2"/>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2" pitchFamily="18" charset="2"/>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2" pitchFamily="18" charset="2"/>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5pPr>
            <a:lvl6pPr marL="25146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6pPr>
            <a:lvl7pPr marL="29718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7pPr>
            <a:lvl8pPr marL="34290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8pPr>
            <a:lvl9pPr marL="38862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9pPr>
          </a:lstStyle>
          <a:p>
            <a:pPr marL="0" indent="0">
              <a:buNone/>
            </a:pPr>
            <a:r>
              <a:rPr lang="ja-JP" altLang="en-US" sz="2400" kern="0" dirty="0">
                <a:solidFill>
                  <a:srgbClr val="002060"/>
                </a:solidFill>
                <a:latin typeface="メイリオ" panose="020B0604030504040204" pitchFamily="50" charset="-128"/>
                <a:ea typeface="メイリオ" panose="020B0604030504040204" pitchFamily="50" charset="-128"/>
              </a:rPr>
              <a:t>クロスゾーン負荷分散が有効化されていると、ゾーンを跨いでインスタンスに均等に負荷が分散される。</a:t>
            </a:r>
            <a:endParaRPr lang="en-US" altLang="ja-JP" sz="2400" kern="0" dirty="0">
              <a:solidFill>
                <a:srgbClr val="002060"/>
              </a:solidFill>
              <a:latin typeface="メイリオ" panose="020B0604030504040204" pitchFamily="50" charset="-128"/>
              <a:ea typeface="メイリオ" panose="020B0604030504040204" pitchFamily="50" charset="-128"/>
            </a:endParaRPr>
          </a:p>
        </p:txBody>
      </p:sp>
      <p:sp>
        <p:nvSpPr>
          <p:cNvPr id="9" name="正方形/長方形 8">
            <a:extLst>
              <a:ext uri="{FF2B5EF4-FFF2-40B4-BE49-F238E27FC236}">
                <a16:creationId xmlns:a16="http://schemas.microsoft.com/office/drawing/2014/main" id="{496C5562-8A02-46F3-A8F5-3D1A7AF684A1}"/>
              </a:ext>
            </a:extLst>
          </p:cNvPr>
          <p:cNvSpPr/>
          <p:nvPr/>
        </p:nvSpPr>
        <p:spPr>
          <a:xfrm>
            <a:off x="848544" y="1901385"/>
            <a:ext cx="4953000" cy="338554"/>
          </a:xfrm>
          <a:prstGeom prst="rect">
            <a:avLst/>
          </a:prstGeom>
        </p:spPr>
        <p:txBody>
          <a:bodyPr>
            <a:spAutoFit/>
          </a:bodyPr>
          <a:lstStyle/>
          <a:p>
            <a:endParaRPr lang="ja-JP" altLang="en-US" dirty="0"/>
          </a:p>
        </p:txBody>
      </p:sp>
      <p:sp>
        <p:nvSpPr>
          <p:cNvPr id="10" name="正方形/長方形 9">
            <a:extLst>
              <a:ext uri="{FF2B5EF4-FFF2-40B4-BE49-F238E27FC236}">
                <a16:creationId xmlns:a16="http://schemas.microsoft.com/office/drawing/2014/main" id="{0B9C5E2B-DB87-48BE-9A12-62BBA19E1221}"/>
              </a:ext>
            </a:extLst>
          </p:cNvPr>
          <p:cNvSpPr/>
          <p:nvPr/>
        </p:nvSpPr>
        <p:spPr>
          <a:xfrm>
            <a:off x="4536504" y="1859340"/>
            <a:ext cx="4953000" cy="338554"/>
          </a:xfrm>
          <a:prstGeom prst="rect">
            <a:avLst/>
          </a:prstGeom>
        </p:spPr>
        <p:txBody>
          <a:bodyPr>
            <a:spAutoFit/>
          </a:bodyPr>
          <a:lstStyle/>
          <a:p>
            <a:endParaRPr lang="ja-JP" altLang="en-US" dirty="0"/>
          </a:p>
        </p:txBody>
      </p:sp>
      <p:sp>
        <p:nvSpPr>
          <p:cNvPr id="2" name="四角形: 角を丸くする 1">
            <a:extLst>
              <a:ext uri="{FF2B5EF4-FFF2-40B4-BE49-F238E27FC236}">
                <a16:creationId xmlns:a16="http://schemas.microsoft.com/office/drawing/2014/main" id="{D1AF9010-EEB2-1D64-CED6-BB73BA8B74F9}"/>
              </a:ext>
            </a:extLst>
          </p:cNvPr>
          <p:cNvSpPr/>
          <p:nvPr/>
        </p:nvSpPr>
        <p:spPr bwMode="auto">
          <a:xfrm>
            <a:off x="1018592" y="1870087"/>
            <a:ext cx="8208912" cy="3907009"/>
          </a:xfrm>
          <a:prstGeom prst="roundRect">
            <a:avLst/>
          </a:prstGeom>
          <a:solidFill>
            <a:schemeClr val="bg1"/>
          </a:solidFill>
          <a:ln w="12700" cap="flat" cmpd="sng" algn="ctr">
            <a:solidFill>
              <a:srgbClr val="F0861E"/>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ja-JP" altLang="en-US" sz="1400" b="0" i="0" u="none" strike="noStrike" cap="none" normalizeH="0" baseline="0">
              <a:ln>
                <a:noFill/>
              </a:ln>
              <a:solidFill>
                <a:schemeClr val="tx1"/>
              </a:solidFill>
              <a:effectLst/>
              <a:latin typeface="ＭＳ Ｐゴシック" pitchFamily="50" charset="-128"/>
              <a:ea typeface="ＭＳ Ｐゴシック" pitchFamily="50" charset="-128"/>
            </a:endParaRPr>
          </a:p>
        </p:txBody>
      </p:sp>
      <p:sp>
        <p:nvSpPr>
          <p:cNvPr id="3" name="正方形/長方形 2">
            <a:extLst>
              <a:ext uri="{FF2B5EF4-FFF2-40B4-BE49-F238E27FC236}">
                <a16:creationId xmlns:a16="http://schemas.microsoft.com/office/drawing/2014/main" id="{84CBE10A-AF01-76CC-B35B-E2B2D3F11392}"/>
              </a:ext>
            </a:extLst>
          </p:cNvPr>
          <p:cNvSpPr/>
          <p:nvPr/>
        </p:nvSpPr>
        <p:spPr bwMode="auto">
          <a:xfrm>
            <a:off x="5306178" y="2374143"/>
            <a:ext cx="3256634" cy="3344551"/>
          </a:xfrm>
          <a:prstGeom prst="rect">
            <a:avLst/>
          </a:prstGeom>
          <a:solidFill>
            <a:srgbClr val="FFC000"/>
          </a:solidFill>
          <a:ln w="12700" cap="flat" cmpd="sng" algn="ctr">
            <a:no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altLang="ja-JP" sz="1400" b="1" dirty="0">
                <a:solidFill>
                  <a:schemeClr val="bg1"/>
                </a:solidFill>
                <a:latin typeface="メイリオ" panose="020B0604030504040204" pitchFamily="50" charset="-128"/>
                <a:ea typeface="メイリオ" panose="020B0604030504040204" pitchFamily="50" charset="-128"/>
              </a:rPr>
              <a:t>AZ</a:t>
            </a:r>
            <a:endParaRPr kumimoji="1" lang="ja-JP" altLang="en-US" sz="1400" b="1"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6CCE528E-EA8B-36EE-182D-1AD71437D91F}"/>
              </a:ext>
            </a:extLst>
          </p:cNvPr>
          <p:cNvSpPr/>
          <p:nvPr/>
        </p:nvSpPr>
        <p:spPr bwMode="auto">
          <a:xfrm>
            <a:off x="1563789" y="2374143"/>
            <a:ext cx="3256634" cy="3344551"/>
          </a:xfrm>
          <a:prstGeom prst="rect">
            <a:avLst/>
          </a:prstGeom>
          <a:solidFill>
            <a:srgbClr val="FFC000"/>
          </a:solidFill>
          <a:ln w="12700" cap="flat" cmpd="sng" algn="ctr">
            <a:no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altLang="ja-JP" sz="1400" b="1" dirty="0">
                <a:solidFill>
                  <a:schemeClr val="bg1"/>
                </a:solidFill>
                <a:latin typeface="メイリオ" panose="020B0604030504040204" pitchFamily="50" charset="-128"/>
                <a:ea typeface="メイリオ" panose="020B0604030504040204" pitchFamily="50" charset="-128"/>
              </a:rPr>
              <a:t>AZ</a:t>
            </a:r>
            <a:endParaRPr kumimoji="1" lang="ja-JP" altLang="en-US" sz="1400" b="1"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endParaRPr>
          </a:p>
        </p:txBody>
      </p:sp>
      <p:pic>
        <p:nvPicPr>
          <p:cNvPr id="6" name="Picture 2" descr="ãVPC ã¢ã¤ã³ã³ãã®ç»åæ¤ç´¢çµæ">
            <a:extLst>
              <a:ext uri="{FF2B5EF4-FFF2-40B4-BE49-F238E27FC236}">
                <a16:creationId xmlns:a16="http://schemas.microsoft.com/office/drawing/2014/main" id="{96348BE3-B87B-91D0-CD70-945550678E7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39343" y="1541497"/>
            <a:ext cx="838961" cy="832646"/>
          </a:xfrm>
          <a:prstGeom prst="rect">
            <a:avLst/>
          </a:prstGeom>
          <a:noFill/>
          <a:extLst>
            <a:ext uri="{909E8E84-426E-40DD-AFC4-6F175D3DCCD1}">
              <a14:hiddenFill xmlns:a14="http://schemas.microsoft.com/office/drawing/2010/main">
                <a:solidFill>
                  <a:srgbClr val="FFFFFF"/>
                </a:solidFill>
              </a14:hiddenFill>
            </a:ext>
          </a:extLst>
        </p:spPr>
      </p:pic>
      <p:sp>
        <p:nvSpPr>
          <p:cNvPr id="7" name="コンテンツ プレースホルダー 2">
            <a:extLst>
              <a:ext uri="{FF2B5EF4-FFF2-40B4-BE49-F238E27FC236}">
                <a16:creationId xmlns:a16="http://schemas.microsoft.com/office/drawing/2014/main" id="{5EB49BED-5BD2-03B5-E347-53634A901B79}"/>
              </a:ext>
            </a:extLst>
          </p:cNvPr>
          <p:cNvSpPr txBox="1">
            <a:spLocks/>
          </p:cNvSpPr>
          <p:nvPr/>
        </p:nvSpPr>
        <p:spPr>
          <a:xfrm>
            <a:off x="1954696" y="1988087"/>
            <a:ext cx="2033449" cy="289386"/>
          </a:xfrm>
          <a:prstGeom prst="rect">
            <a:avLst/>
          </a:prstGeom>
        </p:spPr>
        <p:txBody>
          <a:bodyPr vert="horz" lIns="74295" tIns="37148" rIns="74295" bIns="37148" rtlCol="0">
            <a:noAutofit/>
          </a:bodyPr>
          <a:lstStyle>
            <a:lvl1pPr marL="228600" indent="-228600" algn="l" defTabSz="914400" rtl="0" eaLnBrk="1" latinLnBrk="0" hangingPunct="1">
              <a:lnSpc>
                <a:spcPct val="90000"/>
              </a:lnSpc>
              <a:spcBef>
                <a:spcPts val="1000"/>
              </a:spcBef>
              <a:buFont typeface="Wingdings 2" pitchFamily="18" charset="2"/>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2" pitchFamily="18" charset="2"/>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2" pitchFamily="18" charset="2"/>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5pPr>
            <a:lvl6pPr marL="25146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6pPr>
            <a:lvl7pPr marL="29718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7pPr>
            <a:lvl8pPr marL="34290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8pPr>
            <a:lvl9pPr marL="38862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9pPr>
          </a:lstStyle>
          <a:p>
            <a:pPr marL="0" indent="0">
              <a:buNone/>
            </a:pPr>
            <a:r>
              <a:rPr lang="en-US" altLang="ja-JP" sz="1400" dirty="0">
                <a:solidFill>
                  <a:srgbClr val="FF0000"/>
                </a:solidFill>
                <a:latin typeface="メイリオ" panose="020B0604030504040204" pitchFamily="50" charset="-128"/>
                <a:ea typeface="メイリオ" panose="020B0604030504040204" pitchFamily="50" charset="-128"/>
              </a:rPr>
              <a:t>10.0.0.0/16</a:t>
            </a:r>
          </a:p>
        </p:txBody>
      </p:sp>
      <p:sp>
        <p:nvSpPr>
          <p:cNvPr id="8" name="四角形: 角を丸くする 7">
            <a:extLst>
              <a:ext uri="{FF2B5EF4-FFF2-40B4-BE49-F238E27FC236}">
                <a16:creationId xmlns:a16="http://schemas.microsoft.com/office/drawing/2014/main" id="{7884A586-3DF4-B2B9-E7DC-000826FB9386}"/>
              </a:ext>
            </a:extLst>
          </p:cNvPr>
          <p:cNvSpPr/>
          <p:nvPr/>
        </p:nvSpPr>
        <p:spPr bwMode="auto">
          <a:xfrm>
            <a:off x="1954696" y="2842334"/>
            <a:ext cx="2387812" cy="2602889"/>
          </a:xfrm>
          <a:prstGeom prst="roundRect">
            <a:avLst/>
          </a:prstGeom>
          <a:solidFill>
            <a:schemeClr val="bg1"/>
          </a:solidFill>
          <a:ln w="12700" cap="flat" cmpd="sng" algn="ctr">
            <a:solidFill>
              <a:srgbClr val="F0861E"/>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kumimoji="1" lang="ja-JP" altLang="en-US" sz="1400" b="1"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rPr>
              <a:t>パブリックサブネット</a:t>
            </a:r>
            <a:r>
              <a:rPr kumimoji="1" lang="en-US" altLang="ja-JP" sz="1400" b="0"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rPr>
              <a:t>10.0</a:t>
            </a:r>
            <a:r>
              <a:rPr lang="en-US" altLang="ja-JP" sz="1400" dirty="0">
                <a:solidFill>
                  <a:srgbClr val="FF0000"/>
                </a:solidFill>
                <a:latin typeface="メイリオ" panose="020B0604030504040204" pitchFamily="50" charset="-128"/>
                <a:ea typeface="メイリオ" panose="020B0604030504040204" pitchFamily="50" charset="-128"/>
              </a:rPr>
              <a:t>.0</a:t>
            </a:r>
            <a:r>
              <a:rPr kumimoji="1" lang="en-US" altLang="ja-JP" sz="1400" b="0"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rPr>
              <a:t>.0</a:t>
            </a:r>
            <a:r>
              <a:rPr lang="en-US" altLang="ja-JP" sz="1400" dirty="0">
                <a:solidFill>
                  <a:srgbClr val="FF0000"/>
                </a:solidFill>
                <a:latin typeface="メイリオ" panose="020B0604030504040204" pitchFamily="50" charset="-128"/>
                <a:ea typeface="メイリオ" panose="020B0604030504040204" pitchFamily="50" charset="-128"/>
              </a:rPr>
              <a:t>/24	</a:t>
            </a:r>
            <a:endParaRPr kumimoji="1" lang="ja-JP" altLang="en-US" sz="1400" b="0"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endParaRPr>
          </a:p>
        </p:txBody>
      </p:sp>
      <p:pic>
        <p:nvPicPr>
          <p:cNvPr id="13" name="図 12" descr="音楽 が含まれている画像&#10;&#10;自動的に生成された説明">
            <a:extLst>
              <a:ext uri="{FF2B5EF4-FFF2-40B4-BE49-F238E27FC236}">
                <a16:creationId xmlns:a16="http://schemas.microsoft.com/office/drawing/2014/main" id="{B91EFEBB-6438-3DDA-06D6-6083580B479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894995" y="3756035"/>
            <a:ext cx="571869" cy="681077"/>
          </a:xfrm>
          <a:prstGeom prst="rect">
            <a:avLst/>
          </a:prstGeom>
        </p:spPr>
      </p:pic>
      <p:sp>
        <p:nvSpPr>
          <p:cNvPr id="14" name="テキスト ボックス 13">
            <a:extLst>
              <a:ext uri="{FF2B5EF4-FFF2-40B4-BE49-F238E27FC236}">
                <a16:creationId xmlns:a16="http://schemas.microsoft.com/office/drawing/2014/main" id="{730C0AB7-077C-7854-1570-3ADEAB24419C}"/>
              </a:ext>
            </a:extLst>
          </p:cNvPr>
          <p:cNvSpPr txBox="1"/>
          <p:nvPr/>
        </p:nvSpPr>
        <p:spPr>
          <a:xfrm>
            <a:off x="2918186" y="4056712"/>
            <a:ext cx="495649" cy="276999"/>
          </a:xfrm>
          <a:prstGeom prst="rect">
            <a:avLst/>
          </a:prstGeom>
          <a:noFill/>
        </p:spPr>
        <p:txBody>
          <a:bodyPr wrap="none" rtlCol="0">
            <a:spAutoFit/>
          </a:bodyPr>
          <a:lstStyle/>
          <a:p>
            <a:pPr algn="ctr"/>
            <a:r>
              <a:rPr kumimoji="1" lang="en-US" altLang="ja-JP" sz="1200" b="1" dirty="0">
                <a:solidFill>
                  <a:schemeClr val="bg1"/>
                </a:solidFill>
                <a:latin typeface="メイリオ" panose="020B0604030504040204" pitchFamily="50" charset="-128"/>
                <a:ea typeface="メイリオ" panose="020B0604030504040204" pitchFamily="50" charset="-128"/>
              </a:rPr>
              <a:t>EC2</a:t>
            </a:r>
          </a:p>
        </p:txBody>
      </p:sp>
      <p:cxnSp>
        <p:nvCxnSpPr>
          <p:cNvPr id="15" name="コネクタ: カギ線 14">
            <a:extLst>
              <a:ext uri="{FF2B5EF4-FFF2-40B4-BE49-F238E27FC236}">
                <a16:creationId xmlns:a16="http://schemas.microsoft.com/office/drawing/2014/main" id="{14C9BA96-59FC-2AC1-AC21-1EBE70D94B7C}"/>
              </a:ext>
            </a:extLst>
          </p:cNvPr>
          <p:cNvCxnSpPr>
            <a:cxnSpLocks/>
            <a:stCxn id="17" idx="2"/>
            <a:endCxn id="13" idx="0"/>
          </p:cNvCxnSpPr>
          <p:nvPr/>
        </p:nvCxnSpPr>
        <p:spPr bwMode="auto">
          <a:xfrm rot="5400000">
            <a:off x="3530720" y="2201698"/>
            <a:ext cx="1204547" cy="1904126"/>
          </a:xfrm>
          <a:prstGeom prst="bentConnector3">
            <a:avLst>
              <a:gd name="adj1" fmla="val 50000"/>
            </a:avLst>
          </a:prstGeom>
          <a:noFill/>
          <a:ln w="31750" cap="flat" cmpd="sng" algn="ctr">
            <a:solidFill>
              <a:srgbClr val="FF0000"/>
            </a:solidFill>
            <a:prstDash val="solid"/>
            <a:round/>
            <a:headEnd type="none" w="med" len="med"/>
            <a:tailEnd type="triangle"/>
          </a:ln>
          <a:effectLst/>
        </p:spPr>
      </p:cxnSp>
      <p:sp>
        <p:nvSpPr>
          <p:cNvPr id="16" name="テキスト ボックス 15">
            <a:extLst>
              <a:ext uri="{FF2B5EF4-FFF2-40B4-BE49-F238E27FC236}">
                <a16:creationId xmlns:a16="http://schemas.microsoft.com/office/drawing/2014/main" id="{7AA42E2D-C579-B44E-DDDB-BEF8FDA55A8E}"/>
              </a:ext>
            </a:extLst>
          </p:cNvPr>
          <p:cNvSpPr txBox="1"/>
          <p:nvPr/>
        </p:nvSpPr>
        <p:spPr>
          <a:xfrm>
            <a:off x="5023478" y="2477196"/>
            <a:ext cx="439544" cy="246221"/>
          </a:xfrm>
          <a:prstGeom prst="rect">
            <a:avLst/>
          </a:prstGeom>
          <a:noFill/>
        </p:spPr>
        <p:txBody>
          <a:bodyPr wrap="none" rtlCol="0">
            <a:spAutoFit/>
          </a:bodyPr>
          <a:lstStyle/>
          <a:p>
            <a:pPr algn="ctr"/>
            <a:r>
              <a:rPr kumimoji="1" lang="en-US" altLang="ja-JP" sz="1000" b="1" dirty="0">
                <a:latin typeface="メイリオ" panose="020B0604030504040204" pitchFamily="50" charset="-128"/>
                <a:ea typeface="メイリオ" panose="020B0604030504040204" pitchFamily="50" charset="-128"/>
              </a:rPr>
              <a:t>ELB</a:t>
            </a:r>
            <a:endParaRPr lang="en-US" altLang="ja-JP" sz="1000" b="1" dirty="0">
              <a:latin typeface="メイリオ" panose="020B0604030504040204" pitchFamily="50" charset="-128"/>
              <a:ea typeface="メイリオ" panose="020B0604030504040204" pitchFamily="50" charset="-128"/>
            </a:endParaRPr>
          </a:p>
        </p:txBody>
      </p:sp>
      <p:pic>
        <p:nvPicPr>
          <p:cNvPr id="17" name="図 16">
            <a:extLst>
              <a:ext uri="{FF2B5EF4-FFF2-40B4-BE49-F238E27FC236}">
                <a16:creationId xmlns:a16="http://schemas.microsoft.com/office/drawing/2014/main" id="{C01F436B-F3C3-C625-1796-D8532875258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828765" y="2014103"/>
            <a:ext cx="512582" cy="537385"/>
          </a:xfrm>
          <a:prstGeom prst="rect">
            <a:avLst/>
          </a:prstGeom>
        </p:spPr>
      </p:pic>
      <p:sp>
        <p:nvSpPr>
          <p:cNvPr id="18" name="テキスト ボックス 17">
            <a:extLst>
              <a:ext uri="{FF2B5EF4-FFF2-40B4-BE49-F238E27FC236}">
                <a16:creationId xmlns:a16="http://schemas.microsoft.com/office/drawing/2014/main" id="{EAC8AA96-3FAB-3BC9-2FA4-8BCF70F54D1F}"/>
              </a:ext>
            </a:extLst>
          </p:cNvPr>
          <p:cNvSpPr txBox="1"/>
          <p:nvPr/>
        </p:nvSpPr>
        <p:spPr>
          <a:xfrm>
            <a:off x="1162758" y="6351068"/>
            <a:ext cx="461986" cy="338554"/>
          </a:xfrm>
          <a:prstGeom prst="rect">
            <a:avLst/>
          </a:prstGeom>
          <a:noFill/>
        </p:spPr>
        <p:txBody>
          <a:bodyPr wrap="none" rtlCol="0">
            <a:spAutoFit/>
          </a:bodyPr>
          <a:lstStyle/>
          <a:p>
            <a:pPr algn="ctr"/>
            <a:r>
              <a:rPr kumimoji="1" lang="en-US" altLang="ja-JP" b="1" dirty="0">
                <a:solidFill>
                  <a:schemeClr val="bg1"/>
                </a:solidFill>
                <a:latin typeface="メイリオ" panose="020B0604030504040204" pitchFamily="50" charset="-128"/>
                <a:ea typeface="メイリオ" panose="020B0604030504040204" pitchFamily="50" charset="-128"/>
              </a:rPr>
              <a:t>S3</a:t>
            </a:r>
          </a:p>
        </p:txBody>
      </p:sp>
      <p:sp>
        <p:nvSpPr>
          <p:cNvPr id="19" name="四角形: 角を丸くする 18">
            <a:extLst>
              <a:ext uri="{FF2B5EF4-FFF2-40B4-BE49-F238E27FC236}">
                <a16:creationId xmlns:a16="http://schemas.microsoft.com/office/drawing/2014/main" id="{5BFB2F63-7BA0-6703-8EC2-4123682263B7}"/>
              </a:ext>
            </a:extLst>
          </p:cNvPr>
          <p:cNvSpPr/>
          <p:nvPr/>
        </p:nvSpPr>
        <p:spPr bwMode="auto">
          <a:xfrm>
            <a:off x="5785755" y="2842334"/>
            <a:ext cx="2387812" cy="2602889"/>
          </a:xfrm>
          <a:prstGeom prst="roundRect">
            <a:avLst/>
          </a:prstGeom>
          <a:solidFill>
            <a:schemeClr val="bg1"/>
          </a:solidFill>
          <a:ln w="12700" cap="flat" cmpd="sng" algn="ctr">
            <a:solidFill>
              <a:srgbClr val="F0861E"/>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kumimoji="1" lang="ja-JP" altLang="en-US" sz="1400" b="1"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rPr>
              <a:t>パブリックサブネット</a:t>
            </a:r>
            <a:r>
              <a:rPr kumimoji="1" lang="en-US" altLang="ja-JP" sz="1400" b="0"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rPr>
              <a:t>10.0</a:t>
            </a:r>
            <a:r>
              <a:rPr lang="en-US" altLang="ja-JP" sz="1400" dirty="0">
                <a:solidFill>
                  <a:srgbClr val="FF0000"/>
                </a:solidFill>
                <a:latin typeface="メイリオ" panose="020B0604030504040204" pitchFamily="50" charset="-128"/>
                <a:ea typeface="メイリオ" panose="020B0604030504040204" pitchFamily="50" charset="-128"/>
              </a:rPr>
              <a:t>.1</a:t>
            </a:r>
            <a:r>
              <a:rPr kumimoji="1" lang="en-US" altLang="ja-JP" sz="1400" b="0"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rPr>
              <a:t>.0</a:t>
            </a:r>
            <a:r>
              <a:rPr lang="en-US" altLang="ja-JP" sz="1400" dirty="0">
                <a:solidFill>
                  <a:srgbClr val="FF0000"/>
                </a:solidFill>
                <a:latin typeface="メイリオ" panose="020B0604030504040204" pitchFamily="50" charset="-128"/>
                <a:ea typeface="メイリオ" panose="020B0604030504040204" pitchFamily="50" charset="-128"/>
              </a:rPr>
              <a:t>/24	</a:t>
            </a:r>
            <a:endParaRPr kumimoji="1" lang="ja-JP" altLang="en-US" sz="1400" b="0"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endParaRPr>
          </a:p>
        </p:txBody>
      </p:sp>
      <p:pic>
        <p:nvPicPr>
          <p:cNvPr id="20" name="図 19" descr="音楽 が含まれている画像&#10;&#10;自動的に生成された説明">
            <a:extLst>
              <a:ext uri="{FF2B5EF4-FFF2-40B4-BE49-F238E27FC236}">
                <a16:creationId xmlns:a16="http://schemas.microsoft.com/office/drawing/2014/main" id="{64A4A4BD-09DC-997F-806F-E1CC24C38A8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689554" y="3749498"/>
            <a:ext cx="571869" cy="681077"/>
          </a:xfrm>
          <a:prstGeom prst="rect">
            <a:avLst/>
          </a:prstGeom>
        </p:spPr>
      </p:pic>
      <p:sp>
        <p:nvSpPr>
          <p:cNvPr id="21" name="テキスト ボックス 20">
            <a:extLst>
              <a:ext uri="{FF2B5EF4-FFF2-40B4-BE49-F238E27FC236}">
                <a16:creationId xmlns:a16="http://schemas.microsoft.com/office/drawing/2014/main" id="{E2A8285A-DA4E-5B38-F862-FB50CAB57382}"/>
              </a:ext>
            </a:extLst>
          </p:cNvPr>
          <p:cNvSpPr txBox="1"/>
          <p:nvPr/>
        </p:nvSpPr>
        <p:spPr>
          <a:xfrm>
            <a:off x="6712745" y="4050175"/>
            <a:ext cx="495649" cy="276999"/>
          </a:xfrm>
          <a:prstGeom prst="rect">
            <a:avLst/>
          </a:prstGeom>
          <a:noFill/>
        </p:spPr>
        <p:txBody>
          <a:bodyPr wrap="none" rtlCol="0">
            <a:spAutoFit/>
          </a:bodyPr>
          <a:lstStyle/>
          <a:p>
            <a:pPr algn="ctr"/>
            <a:r>
              <a:rPr kumimoji="1" lang="en-US" altLang="ja-JP" sz="1200" b="1" dirty="0">
                <a:solidFill>
                  <a:schemeClr val="bg1"/>
                </a:solidFill>
                <a:latin typeface="メイリオ" panose="020B0604030504040204" pitchFamily="50" charset="-128"/>
                <a:ea typeface="メイリオ" panose="020B0604030504040204" pitchFamily="50" charset="-128"/>
              </a:rPr>
              <a:t>EC2</a:t>
            </a:r>
          </a:p>
        </p:txBody>
      </p:sp>
      <p:cxnSp>
        <p:nvCxnSpPr>
          <p:cNvPr id="22" name="コネクタ: カギ線 21">
            <a:extLst>
              <a:ext uri="{FF2B5EF4-FFF2-40B4-BE49-F238E27FC236}">
                <a16:creationId xmlns:a16="http://schemas.microsoft.com/office/drawing/2014/main" id="{21C70C2A-4C1E-3E7B-8C53-AD60D01846AA}"/>
              </a:ext>
            </a:extLst>
          </p:cNvPr>
          <p:cNvCxnSpPr>
            <a:cxnSpLocks/>
            <a:stCxn id="17" idx="2"/>
            <a:endCxn id="20" idx="0"/>
          </p:cNvCxnSpPr>
          <p:nvPr/>
        </p:nvCxnSpPr>
        <p:spPr bwMode="auto">
          <a:xfrm rot="16200000" flipH="1">
            <a:off x="5431267" y="2205276"/>
            <a:ext cx="1198010" cy="1890433"/>
          </a:xfrm>
          <a:prstGeom prst="bentConnector3">
            <a:avLst>
              <a:gd name="adj1" fmla="val 50000"/>
            </a:avLst>
          </a:prstGeom>
          <a:noFill/>
          <a:ln w="31750" cap="flat" cmpd="sng" algn="ctr">
            <a:solidFill>
              <a:srgbClr val="FF0000"/>
            </a:solidFill>
            <a:prstDash val="solid"/>
            <a:round/>
            <a:headEnd type="none" w="med" len="med"/>
            <a:tailEnd type="triangle"/>
          </a:ln>
          <a:effectLst/>
        </p:spPr>
      </p:cxnSp>
      <p:pic>
        <p:nvPicPr>
          <p:cNvPr id="25" name="図 24" descr="音楽 が含まれている画像&#10;&#10;自動的に生成された説明">
            <a:extLst>
              <a:ext uri="{FF2B5EF4-FFF2-40B4-BE49-F238E27FC236}">
                <a16:creationId xmlns:a16="http://schemas.microsoft.com/office/drawing/2014/main" id="{B6A63810-FA1A-3A52-B557-6238429E26B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589043" y="3756035"/>
            <a:ext cx="571869" cy="681077"/>
          </a:xfrm>
          <a:prstGeom prst="rect">
            <a:avLst/>
          </a:prstGeom>
        </p:spPr>
      </p:pic>
      <p:sp>
        <p:nvSpPr>
          <p:cNvPr id="26" name="テキスト ボックス 25">
            <a:extLst>
              <a:ext uri="{FF2B5EF4-FFF2-40B4-BE49-F238E27FC236}">
                <a16:creationId xmlns:a16="http://schemas.microsoft.com/office/drawing/2014/main" id="{15C5157E-4391-5AF4-7DAB-FE7642AF1738}"/>
              </a:ext>
            </a:extLst>
          </p:cNvPr>
          <p:cNvSpPr txBox="1"/>
          <p:nvPr/>
        </p:nvSpPr>
        <p:spPr>
          <a:xfrm>
            <a:off x="3612234" y="4056712"/>
            <a:ext cx="495649" cy="276999"/>
          </a:xfrm>
          <a:prstGeom prst="rect">
            <a:avLst/>
          </a:prstGeom>
          <a:noFill/>
        </p:spPr>
        <p:txBody>
          <a:bodyPr wrap="none" rtlCol="0">
            <a:spAutoFit/>
          </a:bodyPr>
          <a:lstStyle/>
          <a:p>
            <a:pPr algn="ctr"/>
            <a:r>
              <a:rPr kumimoji="1" lang="en-US" altLang="ja-JP" sz="1200" b="1" dirty="0">
                <a:solidFill>
                  <a:schemeClr val="bg1"/>
                </a:solidFill>
                <a:latin typeface="メイリオ" panose="020B0604030504040204" pitchFamily="50" charset="-128"/>
                <a:ea typeface="メイリオ" panose="020B0604030504040204" pitchFamily="50" charset="-128"/>
              </a:rPr>
              <a:t>EC2</a:t>
            </a:r>
          </a:p>
        </p:txBody>
      </p:sp>
      <p:pic>
        <p:nvPicPr>
          <p:cNvPr id="28" name="図 27" descr="音楽 が含まれている画像&#10;&#10;自動的に生成された説明">
            <a:extLst>
              <a:ext uri="{FF2B5EF4-FFF2-40B4-BE49-F238E27FC236}">
                <a16:creationId xmlns:a16="http://schemas.microsoft.com/office/drawing/2014/main" id="{20915CAA-52D5-9F1A-6480-B4F387964F6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03349" y="3756035"/>
            <a:ext cx="571869" cy="681077"/>
          </a:xfrm>
          <a:prstGeom prst="rect">
            <a:avLst/>
          </a:prstGeom>
        </p:spPr>
      </p:pic>
      <p:sp>
        <p:nvSpPr>
          <p:cNvPr id="29" name="テキスト ボックス 28">
            <a:extLst>
              <a:ext uri="{FF2B5EF4-FFF2-40B4-BE49-F238E27FC236}">
                <a16:creationId xmlns:a16="http://schemas.microsoft.com/office/drawing/2014/main" id="{B8B8FBC3-6082-8F54-47DE-0F35FCB9DACE}"/>
              </a:ext>
            </a:extLst>
          </p:cNvPr>
          <p:cNvSpPr txBox="1"/>
          <p:nvPr/>
        </p:nvSpPr>
        <p:spPr>
          <a:xfrm>
            <a:off x="2226540" y="4056712"/>
            <a:ext cx="495649" cy="276999"/>
          </a:xfrm>
          <a:prstGeom prst="rect">
            <a:avLst/>
          </a:prstGeom>
          <a:noFill/>
        </p:spPr>
        <p:txBody>
          <a:bodyPr wrap="none" rtlCol="0">
            <a:spAutoFit/>
          </a:bodyPr>
          <a:lstStyle/>
          <a:p>
            <a:pPr algn="ctr"/>
            <a:r>
              <a:rPr kumimoji="1" lang="en-US" altLang="ja-JP" sz="1200" b="1" dirty="0">
                <a:solidFill>
                  <a:schemeClr val="bg1"/>
                </a:solidFill>
                <a:latin typeface="メイリオ" panose="020B0604030504040204" pitchFamily="50" charset="-128"/>
                <a:ea typeface="メイリオ" panose="020B0604030504040204" pitchFamily="50" charset="-128"/>
              </a:rPr>
              <a:t>EC2</a:t>
            </a:r>
          </a:p>
        </p:txBody>
      </p:sp>
      <p:sp>
        <p:nvSpPr>
          <p:cNvPr id="31" name="テキスト ボックス 30">
            <a:extLst>
              <a:ext uri="{FF2B5EF4-FFF2-40B4-BE49-F238E27FC236}">
                <a16:creationId xmlns:a16="http://schemas.microsoft.com/office/drawing/2014/main" id="{B48BE899-EECF-064E-FB23-FB79F74D3AC5}"/>
              </a:ext>
            </a:extLst>
          </p:cNvPr>
          <p:cNvSpPr txBox="1"/>
          <p:nvPr/>
        </p:nvSpPr>
        <p:spPr>
          <a:xfrm>
            <a:off x="2217106" y="4474971"/>
            <a:ext cx="492443" cy="338554"/>
          </a:xfrm>
          <a:prstGeom prst="rect">
            <a:avLst/>
          </a:prstGeom>
          <a:noFill/>
        </p:spPr>
        <p:txBody>
          <a:bodyPr wrap="none" rtlCol="0">
            <a:spAutoFit/>
          </a:bodyPr>
          <a:lstStyle/>
          <a:p>
            <a:r>
              <a:rPr kumimoji="1" lang="en-US" altLang="ja-JP" dirty="0"/>
              <a:t>25%</a:t>
            </a:r>
            <a:endParaRPr kumimoji="1" lang="ja-JP" altLang="en-US" dirty="0"/>
          </a:p>
        </p:txBody>
      </p:sp>
      <p:sp>
        <p:nvSpPr>
          <p:cNvPr id="32" name="テキスト ボックス 31">
            <a:extLst>
              <a:ext uri="{FF2B5EF4-FFF2-40B4-BE49-F238E27FC236}">
                <a16:creationId xmlns:a16="http://schemas.microsoft.com/office/drawing/2014/main" id="{082C83DA-7D6B-2F7D-1510-B337CB3C870C}"/>
              </a:ext>
            </a:extLst>
          </p:cNvPr>
          <p:cNvSpPr txBox="1"/>
          <p:nvPr/>
        </p:nvSpPr>
        <p:spPr>
          <a:xfrm>
            <a:off x="2914997" y="4474971"/>
            <a:ext cx="492443" cy="338554"/>
          </a:xfrm>
          <a:prstGeom prst="rect">
            <a:avLst/>
          </a:prstGeom>
          <a:noFill/>
        </p:spPr>
        <p:txBody>
          <a:bodyPr wrap="none" rtlCol="0">
            <a:spAutoFit/>
          </a:bodyPr>
          <a:lstStyle/>
          <a:p>
            <a:r>
              <a:rPr kumimoji="1" lang="en-US" altLang="ja-JP" dirty="0"/>
              <a:t>25%</a:t>
            </a:r>
            <a:endParaRPr kumimoji="1" lang="ja-JP" altLang="en-US" dirty="0"/>
          </a:p>
        </p:txBody>
      </p:sp>
      <p:sp>
        <p:nvSpPr>
          <p:cNvPr id="33" name="テキスト ボックス 32">
            <a:extLst>
              <a:ext uri="{FF2B5EF4-FFF2-40B4-BE49-F238E27FC236}">
                <a16:creationId xmlns:a16="http://schemas.microsoft.com/office/drawing/2014/main" id="{6B16210E-5085-386E-CBD2-77F913E49F5D}"/>
              </a:ext>
            </a:extLst>
          </p:cNvPr>
          <p:cNvSpPr txBox="1"/>
          <p:nvPr/>
        </p:nvSpPr>
        <p:spPr>
          <a:xfrm>
            <a:off x="3676451" y="4474971"/>
            <a:ext cx="492443" cy="338554"/>
          </a:xfrm>
          <a:prstGeom prst="rect">
            <a:avLst/>
          </a:prstGeom>
          <a:noFill/>
        </p:spPr>
        <p:txBody>
          <a:bodyPr wrap="none" rtlCol="0">
            <a:spAutoFit/>
          </a:bodyPr>
          <a:lstStyle/>
          <a:p>
            <a:r>
              <a:rPr kumimoji="1" lang="en-US" altLang="ja-JP" dirty="0"/>
              <a:t>25%</a:t>
            </a:r>
            <a:endParaRPr kumimoji="1" lang="ja-JP" altLang="en-US" dirty="0"/>
          </a:p>
        </p:txBody>
      </p:sp>
      <p:sp>
        <p:nvSpPr>
          <p:cNvPr id="34" name="テキスト ボックス 33">
            <a:extLst>
              <a:ext uri="{FF2B5EF4-FFF2-40B4-BE49-F238E27FC236}">
                <a16:creationId xmlns:a16="http://schemas.microsoft.com/office/drawing/2014/main" id="{88B7FEBE-53A7-3AC8-F545-F7FE7DFD1CEE}"/>
              </a:ext>
            </a:extLst>
          </p:cNvPr>
          <p:cNvSpPr txBox="1"/>
          <p:nvPr/>
        </p:nvSpPr>
        <p:spPr>
          <a:xfrm>
            <a:off x="6768980" y="4474971"/>
            <a:ext cx="492443" cy="338554"/>
          </a:xfrm>
          <a:prstGeom prst="rect">
            <a:avLst/>
          </a:prstGeom>
          <a:noFill/>
        </p:spPr>
        <p:txBody>
          <a:bodyPr wrap="none" rtlCol="0">
            <a:spAutoFit/>
          </a:bodyPr>
          <a:lstStyle/>
          <a:p>
            <a:r>
              <a:rPr kumimoji="1" lang="en-US" altLang="ja-JP" dirty="0"/>
              <a:t>25%</a:t>
            </a:r>
            <a:endParaRPr kumimoji="1" lang="ja-JP" altLang="en-US" dirty="0"/>
          </a:p>
        </p:txBody>
      </p:sp>
      <p:sp>
        <p:nvSpPr>
          <p:cNvPr id="12" name="コンテンツ プレースホルダー 2">
            <a:extLst>
              <a:ext uri="{FF2B5EF4-FFF2-40B4-BE49-F238E27FC236}">
                <a16:creationId xmlns:a16="http://schemas.microsoft.com/office/drawing/2014/main" id="{D7CCE63E-BA83-222A-543F-EEDD58B5C540}"/>
              </a:ext>
            </a:extLst>
          </p:cNvPr>
          <p:cNvSpPr txBox="1">
            <a:spLocks/>
          </p:cNvSpPr>
          <p:nvPr/>
        </p:nvSpPr>
        <p:spPr>
          <a:xfrm>
            <a:off x="919254" y="5911969"/>
            <a:ext cx="8858282" cy="325343"/>
          </a:xfrm>
          <a:prstGeom prst="rect">
            <a:avLst/>
          </a:prstGeom>
        </p:spPr>
        <p:txBody>
          <a:bodyPr vert="horz" lIns="74295" tIns="37148" rIns="74295" bIns="37148" rtlCol="0">
            <a:noAutofit/>
          </a:bodyPr>
          <a:lstStyle>
            <a:lvl1pPr marL="228600" indent="-228600" algn="l" defTabSz="914400" rtl="0" eaLnBrk="1" latinLnBrk="0" hangingPunct="1">
              <a:lnSpc>
                <a:spcPct val="90000"/>
              </a:lnSpc>
              <a:spcBef>
                <a:spcPts val="1000"/>
              </a:spcBef>
              <a:buFont typeface="Wingdings 2" pitchFamily="18" charset="2"/>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2" pitchFamily="18" charset="2"/>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2" pitchFamily="18" charset="2"/>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5pPr>
            <a:lvl6pPr marL="25146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6pPr>
            <a:lvl7pPr marL="29718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7pPr>
            <a:lvl8pPr marL="34290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8pPr>
            <a:lvl9pPr marL="38862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9pPr>
          </a:lstStyle>
          <a:p>
            <a:pPr>
              <a:buFont typeface="Wingdings" panose="05000000000000000000" pitchFamily="2" charset="2"/>
              <a:buChar char="ü"/>
            </a:pPr>
            <a:r>
              <a:rPr lang="en-US" altLang="ja-JP" sz="1400" kern="0" dirty="0">
                <a:solidFill>
                  <a:srgbClr val="002060"/>
                </a:solidFill>
                <a:latin typeface="メイリオ" panose="020B0604030504040204" pitchFamily="50" charset="-128"/>
                <a:ea typeface="メイリオ" panose="020B0604030504040204" pitchFamily="50" charset="-128"/>
              </a:rPr>
              <a:t>ALB</a:t>
            </a:r>
            <a:r>
              <a:rPr lang="ja-JP" altLang="en-US" sz="1400" kern="0" dirty="0">
                <a:solidFill>
                  <a:srgbClr val="002060"/>
                </a:solidFill>
                <a:latin typeface="メイリオ" panose="020B0604030504040204" pitchFamily="50" charset="-128"/>
                <a:ea typeface="メイリオ" panose="020B0604030504040204" pitchFamily="50" charset="-128"/>
              </a:rPr>
              <a:t>ではデフォルト有効（無効化できるようなった）</a:t>
            </a:r>
            <a:r>
              <a:rPr lang="en-US" altLang="ja-JP" sz="1400" kern="0" dirty="0">
                <a:solidFill>
                  <a:srgbClr val="002060"/>
                </a:solidFill>
                <a:latin typeface="メイリオ" panose="020B0604030504040204" pitchFamily="50" charset="-128"/>
                <a:ea typeface="メイリオ" panose="020B0604030504040204" pitchFamily="50" charset="-128"/>
              </a:rPr>
              <a:t>/</a:t>
            </a:r>
            <a:r>
              <a:rPr lang="ja-JP" altLang="en-US" sz="1400" kern="0" dirty="0">
                <a:solidFill>
                  <a:srgbClr val="002060"/>
                </a:solidFill>
                <a:latin typeface="メイリオ" panose="020B0604030504040204" pitchFamily="50" charset="-128"/>
                <a:ea typeface="メイリオ" panose="020B0604030504040204" pitchFamily="50" charset="-128"/>
              </a:rPr>
              <a:t>有効時の</a:t>
            </a:r>
            <a:r>
              <a:rPr lang="en-US" altLang="ja-JP" sz="1400" kern="0" dirty="0">
                <a:solidFill>
                  <a:srgbClr val="002060"/>
                </a:solidFill>
                <a:latin typeface="メイリオ" panose="020B0604030504040204" pitchFamily="50" charset="-128"/>
                <a:ea typeface="メイリオ" panose="020B0604030504040204" pitchFamily="50" charset="-128"/>
              </a:rPr>
              <a:t>AZ</a:t>
            </a:r>
            <a:r>
              <a:rPr lang="ja-JP" altLang="en-US" sz="1400" kern="0" dirty="0">
                <a:solidFill>
                  <a:srgbClr val="002060"/>
                </a:solidFill>
                <a:latin typeface="メイリオ" panose="020B0604030504040204" pitchFamily="50" charset="-128"/>
                <a:ea typeface="メイリオ" panose="020B0604030504040204" pitchFamily="50" charset="-128"/>
              </a:rPr>
              <a:t>間のデータ転送無料</a:t>
            </a:r>
            <a:endParaRPr lang="en-US" altLang="ja-JP" sz="1400" kern="0" dirty="0">
              <a:solidFill>
                <a:srgbClr val="002060"/>
              </a:solidFill>
              <a:latin typeface="メイリオ" panose="020B0604030504040204" pitchFamily="50" charset="-128"/>
              <a:ea typeface="メイリオ" panose="020B0604030504040204" pitchFamily="50" charset="-128"/>
            </a:endParaRPr>
          </a:p>
          <a:p>
            <a:pPr>
              <a:buFont typeface="Wingdings" panose="05000000000000000000" pitchFamily="2" charset="2"/>
              <a:buChar char="ü"/>
            </a:pPr>
            <a:r>
              <a:rPr lang="en-US" altLang="ja-JP" sz="1400" kern="0" dirty="0">
                <a:solidFill>
                  <a:srgbClr val="002060"/>
                </a:solidFill>
                <a:latin typeface="メイリオ" panose="020B0604030504040204" pitchFamily="50" charset="-128"/>
                <a:ea typeface="メイリオ" panose="020B0604030504040204" pitchFamily="50" charset="-128"/>
              </a:rPr>
              <a:t>NLB</a:t>
            </a:r>
            <a:r>
              <a:rPr lang="ja-JP" altLang="en-US" sz="1400" kern="0" dirty="0">
                <a:solidFill>
                  <a:srgbClr val="002060"/>
                </a:solidFill>
                <a:latin typeface="メイリオ" panose="020B0604030504040204" pitchFamily="50" charset="-128"/>
                <a:ea typeface="メイリオ" panose="020B0604030504040204" pitchFamily="50" charset="-128"/>
              </a:rPr>
              <a:t>ではデフォルト無効</a:t>
            </a:r>
            <a:r>
              <a:rPr lang="en-US" altLang="ja-JP" sz="1400" kern="0" dirty="0">
                <a:solidFill>
                  <a:srgbClr val="002060"/>
                </a:solidFill>
                <a:latin typeface="メイリオ" panose="020B0604030504040204" pitchFamily="50" charset="-128"/>
                <a:ea typeface="メイリオ" panose="020B0604030504040204" pitchFamily="50" charset="-128"/>
              </a:rPr>
              <a:t>/</a:t>
            </a:r>
            <a:r>
              <a:rPr lang="ja-JP" altLang="en-US" sz="1400" kern="0" dirty="0">
                <a:solidFill>
                  <a:srgbClr val="002060"/>
                </a:solidFill>
                <a:latin typeface="メイリオ" panose="020B0604030504040204" pitchFamily="50" charset="-128"/>
                <a:ea typeface="メイリオ" panose="020B0604030504040204" pitchFamily="50" charset="-128"/>
              </a:rPr>
              <a:t>有効時の</a:t>
            </a:r>
            <a:r>
              <a:rPr lang="en-US" altLang="ja-JP" sz="1400" kern="0" dirty="0">
                <a:solidFill>
                  <a:srgbClr val="002060"/>
                </a:solidFill>
                <a:latin typeface="メイリオ" panose="020B0604030504040204" pitchFamily="50" charset="-128"/>
                <a:ea typeface="メイリオ" panose="020B0604030504040204" pitchFamily="50" charset="-128"/>
              </a:rPr>
              <a:t>AZ</a:t>
            </a:r>
            <a:r>
              <a:rPr lang="ja-JP" altLang="en-US" sz="1400" kern="0" dirty="0">
                <a:solidFill>
                  <a:srgbClr val="002060"/>
                </a:solidFill>
                <a:latin typeface="メイリオ" panose="020B0604030504040204" pitchFamily="50" charset="-128"/>
                <a:ea typeface="メイリオ" panose="020B0604030504040204" pitchFamily="50" charset="-128"/>
              </a:rPr>
              <a:t>間のデータ転送有料</a:t>
            </a:r>
            <a:endParaRPr lang="en-US" altLang="ja-JP" sz="1400" kern="0" dirty="0">
              <a:solidFill>
                <a:srgbClr val="002060"/>
              </a:solidFill>
              <a:latin typeface="メイリオ" panose="020B0604030504040204" pitchFamily="50" charset="-128"/>
              <a:ea typeface="メイリオ" panose="020B0604030504040204" pitchFamily="50" charset="-128"/>
            </a:endParaRPr>
          </a:p>
          <a:p>
            <a:pPr>
              <a:buFont typeface="Wingdings" panose="05000000000000000000" pitchFamily="2" charset="2"/>
              <a:buChar char="ü"/>
            </a:pPr>
            <a:r>
              <a:rPr lang="ja-JP" altLang="en-US" sz="1400" kern="0" dirty="0">
                <a:solidFill>
                  <a:srgbClr val="002060"/>
                </a:solidFill>
                <a:latin typeface="メイリオ" panose="020B0604030504040204" pitchFamily="50" charset="-128"/>
                <a:ea typeface="メイリオ" panose="020B0604030504040204" pitchFamily="50" charset="-128"/>
              </a:rPr>
              <a:t>デメリットは、ゾーンごとに偏りが発生すること。スケーリングのアンバランス化</a:t>
            </a:r>
            <a:endParaRPr lang="en-US" altLang="ja-JP" sz="1400" kern="0" dirty="0">
              <a:solidFill>
                <a:srgbClr val="002060"/>
              </a:solidFill>
              <a:latin typeface="メイリオ" panose="020B0604030504040204" pitchFamily="50" charset="-128"/>
              <a:ea typeface="メイリオ" panose="020B0604030504040204" pitchFamily="50" charset="-128"/>
            </a:endParaRPr>
          </a:p>
        </p:txBody>
      </p:sp>
      <p:cxnSp>
        <p:nvCxnSpPr>
          <p:cNvPr id="23" name="コネクタ: カギ線 22">
            <a:extLst>
              <a:ext uri="{FF2B5EF4-FFF2-40B4-BE49-F238E27FC236}">
                <a16:creationId xmlns:a16="http://schemas.microsoft.com/office/drawing/2014/main" id="{9F01EBEA-1E78-37CA-82DB-294EE7DB3FF3}"/>
              </a:ext>
            </a:extLst>
          </p:cNvPr>
          <p:cNvCxnSpPr>
            <a:cxnSpLocks/>
          </p:cNvCxnSpPr>
          <p:nvPr/>
        </p:nvCxnSpPr>
        <p:spPr bwMode="auto">
          <a:xfrm rot="5400000">
            <a:off x="3184897" y="1855875"/>
            <a:ext cx="1204547" cy="2595772"/>
          </a:xfrm>
          <a:prstGeom prst="bentConnector3">
            <a:avLst>
              <a:gd name="adj1" fmla="val 50000"/>
            </a:avLst>
          </a:prstGeom>
          <a:noFill/>
          <a:ln w="31750" cap="flat" cmpd="sng" algn="ctr">
            <a:solidFill>
              <a:srgbClr val="FF0000"/>
            </a:solidFill>
            <a:prstDash val="solid"/>
            <a:round/>
            <a:headEnd type="none" w="med" len="med"/>
            <a:tailEnd type="triangle"/>
          </a:ln>
          <a:effectLst/>
        </p:spPr>
      </p:cxnSp>
      <p:cxnSp>
        <p:nvCxnSpPr>
          <p:cNvPr id="24" name="コネクタ: カギ線 23">
            <a:extLst>
              <a:ext uri="{FF2B5EF4-FFF2-40B4-BE49-F238E27FC236}">
                <a16:creationId xmlns:a16="http://schemas.microsoft.com/office/drawing/2014/main" id="{4C7906A1-450E-DEFC-6977-056827DB5518}"/>
              </a:ext>
            </a:extLst>
          </p:cNvPr>
          <p:cNvCxnSpPr>
            <a:cxnSpLocks/>
          </p:cNvCxnSpPr>
          <p:nvPr/>
        </p:nvCxnSpPr>
        <p:spPr bwMode="auto">
          <a:xfrm rot="5400000">
            <a:off x="3877744" y="2548722"/>
            <a:ext cx="1204547" cy="1210078"/>
          </a:xfrm>
          <a:prstGeom prst="bentConnector3">
            <a:avLst>
              <a:gd name="adj1" fmla="val 50000"/>
            </a:avLst>
          </a:prstGeom>
          <a:noFill/>
          <a:ln w="31750" cap="flat" cmpd="sng" algn="ctr">
            <a:solidFill>
              <a:srgbClr val="FF0000"/>
            </a:solidFill>
            <a:prstDash val="solid"/>
            <a:round/>
            <a:headEnd type="none" w="med" len="med"/>
            <a:tailEnd type="triangle"/>
          </a:ln>
          <a:effectLst/>
        </p:spPr>
      </p:cxnSp>
    </p:spTree>
    <p:extLst>
      <p:ext uri="{BB962C8B-B14F-4D97-AF65-F5344CB8AC3E}">
        <p14:creationId xmlns:p14="http://schemas.microsoft.com/office/powerpoint/2010/main" val="502019174"/>
      </p:ext>
    </p:extLst>
  </p:cSld>
  <p:clrMapOvr>
    <a:masterClrMapping/>
  </p:clrMapOvr>
  <mc:AlternateContent xmlns:mc="http://schemas.openxmlformats.org/markup-compatibility/2006" xmlns:p14="http://schemas.microsoft.com/office/powerpoint/2010/main">
    <mc:Choice Requires="p14">
      <p:transition spd="slow" p14:dur="2000" advTm="62266"/>
    </mc:Choice>
    <mc:Fallback xmlns="">
      <p:transition spd="slow" advTm="62266"/>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タイトル 1">
            <a:extLst>
              <a:ext uri="{FF2B5EF4-FFF2-40B4-BE49-F238E27FC236}">
                <a16:creationId xmlns:a16="http://schemas.microsoft.com/office/drawing/2014/main" id="{48F80BE1-D063-4240-BFC7-C8D243720250}"/>
              </a:ext>
            </a:extLst>
          </p:cNvPr>
          <p:cNvSpPr txBox="1">
            <a:spLocks/>
          </p:cNvSpPr>
          <p:nvPr/>
        </p:nvSpPr>
        <p:spPr bwMode="auto">
          <a:xfrm>
            <a:off x="631222" y="201863"/>
            <a:ext cx="8642258" cy="50208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rtl="0" fontAlgn="base">
              <a:lnSpc>
                <a:spcPct val="90000"/>
              </a:lnSpc>
              <a:spcBef>
                <a:spcPct val="0"/>
              </a:spcBef>
              <a:spcAft>
                <a:spcPct val="0"/>
              </a:spcAft>
              <a:defRPr kumimoji="1" sz="2000">
                <a:solidFill>
                  <a:schemeClr val="tx2"/>
                </a:solidFill>
                <a:latin typeface="游明朝" panose="02020400000000000000" pitchFamily="18" charset="-128"/>
                <a:ea typeface="游明朝" panose="02020400000000000000" pitchFamily="18" charset="-128"/>
                <a:cs typeface="+mj-cs"/>
              </a:defRPr>
            </a:lvl1pPr>
            <a:lvl2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2pPr>
            <a:lvl3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3pPr>
            <a:lvl4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4pPr>
            <a:lvl5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5pPr>
            <a:lvl6pPr marL="4572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6pPr>
            <a:lvl7pPr marL="9144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7pPr>
            <a:lvl8pPr marL="13716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8pPr>
            <a:lvl9pPr marL="18288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9pPr>
          </a:lstStyle>
          <a:p>
            <a:pPr algn="l">
              <a:lnSpc>
                <a:spcPct val="100000"/>
              </a:lnSpc>
            </a:pPr>
            <a:r>
              <a:rPr lang="ja-JP" altLang="en-US" sz="3000" dirty="0">
                <a:solidFill>
                  <a:schemeClr val="tx1"/>
                </a:solidFill>
                <a:latin typeface="メイリオ" panose="020B0604030504040204" pitchFamily="50" charset="-128"/>
                <a:ea typeface="メイリオ" panose="020B0604030504040204" pitchFamily="50" charset="-128"/>
              </a:rPr>
              <a:t>ゾーンシフト機能（</a:t>
            </a:r>
            <a:r>
              <a:rPr lang="en-US" altLang="ja-JP" sz="3000" dirty="0">
                <a:solidFill>
                  <a:schemeClr val="tx1"/>
                </a:solidFill>
                <a:latin typeface="メイリオ" panose="020B0604030504040204" pitchFamily="50" charset="-128"/>
                <a:ea typeface="メイリオ" panose="020B0604030504040204" pitchFamily="50" charset="-128"/>
              </a:rPr>
              <a:t>ALB/NLB</a:t>
            </a:r>
            <a:r>
              <a:rPr lang="ja-JP" altLang="en-US" sz="3000" dirty="0">
                <a:solidFill>
                  <a:schemeClr val="tx1"/>
                </a:solidFill>
                <a:latin typeface="メイリオ" panose="020B0604030504040204" pitchFamily="50" charset="-128"/>
                <a:ea typeface="メイリオ" panose="020B0604030504040204" pitchFamily="50" charset="-128"/>
              </a:rPr>
              <a:t>）</a:t>
            </a:r>
            <a:endParaRPr lang="en-US" altLang="ja-JP" sz="3000" dirty="0">
              <a:solidFill>
                <a:schemeClr val="tx1"/>
              </a:solidFill>
              <a:latin typeface="メイリオ" panose="020B0604030504040204" pitchFamily="50" charset="-128"/>
              <a:ea typeface="メイリオ" panose="020B0604030504040204" pitchFamily="50" charset="-128"/>
            </a:endParaRPr>
          </a:p>
        </p:txBody>
      </p:sp>
      <p:sp>
        <p:nvSpPr>
          <p:cNvPr id="5" name="コンテンツ プレースホルダー 2">
            <a:extLst>
              <a:ext uri="{FF2B5EF4-FFF2-40B4-BE49-F238E27FC236}">
                <a16:creationId xmlns:a16="http://schemas.microsoft.com/office/drawing/2014/main" id="{4223C7E6-23C7-4433-B315-D26905B0474C}"/>
              </a:ext>
            </a:extLst>
          </p:cNvPr>
          <p:cNvSpPr txBox="1">
            <a:spLocks/>
          </p:cNvSpPr>
          <p:nvPr/>
        </p:nvSpPr>
        <p:spPr>
          <a:xfrm>
            <a:off x="631222" y="799401"/>
            <a:ext cx="8858282" cy="325343"/>
          </a:xfrm>
          <a:prstGeom prst="rect">
            <a:avLst/>
          </a:prstGeom>
        </p:spPr>
        <p:txBody>
          <a:bodyPr vert="horz" lIns="74295" tIns="37148" rIns="74295" bIns="37148" rtlCol="0">
            <a:noAutofit/>
          </a:bodyPr>
          <a:lstStyle>
            <a:lvl1pPr marL="228600" indent="-228600" algn="l" defTabSz="914400" rtl="0" eaLnBrk="1" latinLnBrk="0" hangingPunct="1">
              <a:lnSpc>
                <a:spcPct val="90000"/>
              </a:lnSpc>
              <a:spcBef>
                <a:spcPts val="1000"/>
              </a:spcBef>
              <a:buFont typeface="Wingdings 2" pitchFamily="18" charset="2"/>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2" pitchFamily="18" charset="2"/>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2" pitchFamily="18" charset="2"/>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5pPr>
            <a:lvl6pPr marL="25146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6pPr>
            <a:lvl7pPr marL="29718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7pPr>
            <a:lvl8pPr marL="34290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8pPr>
            <a:lvl9pPr marL="38862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9pPr>
          </a:lstStyle>
          <a:p>
            <a:pPr marL="0" indent="0">
              <a:buNone/>
            </a:pPr>
            <a:r>
              <a:rPr lang="ja-JP" altLang="en-US" sz="2400" kern="0" dirty="0">
                <a:solidFill>
                  <a:srgbClr val="002060"/>
                </a:solidFill>
                <a:latin typeface="メイリオ" panose="020B0604030504040204" pitchFamily="50" charset="-128"/>
                <a:ea typeface="メイリオ" panose="020B0604030504040204" pitchFamily="50" charset="-128"/>
              </a:rPr>
              <a:t>単一ゾーン障害が発生した際に、別の</a:t>
            </a:r>
            <a:r>
              <a:rPr lang="en-US" altLang="ja-JP" sz="2400" kern="0" dirty="0">
                <a:solidFill>
                  <a:srgbClr val="002060"/>
                </a:solidFill>
                <a:latin typeface="メイリオ" panose="020B0604030504040204" pitchFamily="50" charset="-128"/>
                <a:ea typeface="メイリオ" panose="020B0604030504040204" pitchFamily="50" charset="-128"/>
              </a:rPr>
              <a:t>AZ</a:t>
            </a:r>
            <a:r>
              <a:rPr lang="ja-JP" altLang="en-US" sz="2400" kern="0" dirty="0">
                <a:solidFill>
                  <a:srgbClr val="002060"/>
                </a:solidFill>
                <a:latin typeface="メイリオ" panose="020B0604030504040204" pitchFamily="50" charset="-128"/>
                <a:ea typeface="メイリオ" panose="020B0604030504040204" pitchFamily="50" charset="-128"/>
              </a:rPr>
              <a:t>にトラフィックをシフトさせる機能。クロスゾーン負荷分散無効時の利用を推奨</a:t>
            </a:r>
            <a:endParaRPr lang="en-US" altLang="ja-JP" sz="2400" kern="0" dirty="0">
              <a:solidFill>
                <a:srgbClr val="002060"/>
              </a:solidFill>
              <a:latin typeface="メイリオ" panose="020B0604030504040204" pitchFamily="50" charset="-128"/>
              <a:ea typeface="メイリオ" panose="020B0604030504040204" pitchFamily="50" charset="-128"/>
            </a:endParaRPr>
          </a:p>
        </p:txBody>
      </p:sp>
      <p:sp>
        <p:nvSpPr>
          <p:cNvPr id="18" name="テキスト ボックス 17">
            <a:extLst>
              <a:ext uri="{FF2B5EF4-FFF2-40B4-BE49-F238E27FC236}">
                <a16:creationId xmlns:a16="http://schemas.microsoft.com/office/drawing/2014/main" id="{EAC8AA96-3FAB-3BC9-2FA4-8BCF70F54D1F}"/>
              </a:ext>
            </a:extLst>
          </p:cNvPr>
          <p:cNvSpPr txBox="1"/>
          <p:nvPr/>
        </p:nvSpPr>
        <p:spPr>
          <a:xfrm>
            <a:off x="1162758" y="6351068"/>
            <a:ext cx="461986" cy="338554"/>
          </a:xfrm>
          <a:prstGeom prst="rect">
            <a:avLst/>
          </a:prstGeom>
          <a:noFill/>
        </p:spPr>
        <p:txBody>
          <a:bodyPr wrap="none" rtlCol="0">
            <a:spAutoFit/>
          </a:bodyPr>
          <a:lstStyle/>
          <a:p>
            <a:pPr algn="ctr"/>
            <a:r>
              <a:rPr kumimoji="1" lang="en-US" altLang="ja-JP" b="1" dirty="0">
                <a:solidFill>
                  <a:schemeClr val="bg1"/>
                </a:solidFill>
                <a:latin typeface="メイリオ" panose="020B0604030504040204" pitchFamily="50" charset="-128"/>
                <a:ea typeface="メイリオ" panose="020B0604030504040204" pitchFamily="50" charset="-128"/>
              </a:rPr>
              <a:t>S3</a:t>
            </a:r>
          </a:p>
        </p:txBody>
      </p:sp>
      <p:sp>
        <p:nvSpPr>
          <p:cNvPr id="39" name="正方形/長方形 38">
            <a:extLst>
              <a:ext uri="{FF2B5EF4-FFF2-40B4-BE49-F238E27FC236}">
                <a16:creationId xmlns:a16="http://schemas.microsoft.com/office/drawing/2014/main" id="{7EA67D7E-AB23-FB23-40B5-DA0473CDFA8A}"/>
              </a:ext>
            </a:extLst>
          </p:cNvPr>
          <p:cNvSpPr/>
          <p:nvPr/>
        </p:nvSpPr>
        <p:spPr>
          <a:xfrm>
            <a:off x="848544" y="1901385"/>
            <a:ext cx="4953000" cy="338554"/>
          </a:xfrm>
          <a:prstGeom prst="rect">
            <a:avLst/>
          </a:prstGeom>
        </p:spPr>
        <p:txBody>
          <a:bodyPr>
            <a:spAutoFit/>
          </a:bodyPr>
          <a:lstStyle/>
          <a:p>
            <a:endParaRPr lang="ja-JP" altLang="en-US" dirty="0"/>
          </a:p>
        </p:txBody>
      </p:sp>
      <p:sp>
        <p:nvSpPr>
          <p:cNvPr id="40" name="正方形/長方形 39">
            <a:extLst>
              <a:ext uri="{FF2B5EF4-FFF2-40B4-BE49-F238E27FC236}">
                <a16:creationId xmlns:a16="http://schemas.microsoft.com/office/drawing/2014/main" id="{E45A98B7-8D8B-7BAC-7093-83363BFAEF6B}"/>
              </a:ext>
            </a:extLst>
          </p:cNvPr>
          <p:cNvSpPr/>
          <p:nvPr/>
        </p:nvSpPr>
        <p:spPr>
          <a:xfrm>
            <a:off x="4536504" y="1859340"/>
            <a:ext cx="4953000" cy="338554"/>
          </a:xfrm>
          <a:prstGeom prst="rect">
            <a:avLst/>
          </a:prstGeom>
        </p:spPr>
        <p:txBody>
          <a:bodyPr>
            <a:spAutoFit/>
          </a:bodyPr>
          <a:lstStyle/>
          <a:p>
            <a:endParaRPr lang="ja-JP" altLang="en-US" dirty="0"/>
          </a:p>
        </p:txBody>
      </p:sp>
      <p:sp>
        <p:nvSpPr>
          <p:cNvPr id="41" name="四角形: 角を丸くする 40">
            <a:extLst>
              <a:ext uri="{FF2B5EF4-FFF2-40B4-BE49-F238E27FC236}">
                <a16:creationId xmlns:a16="http://schemas.microsoft.com/office/drawing/2014/main" id="{98086FC1-427A-36EB-7D8B-4397C525D5C3}"/>
              </a:ext>
            </a:extLst>
          </p:cNvPr>
          <p:cNvSpPr/>
          <p:nvPr/>
        </p:nvSpPr>
        <p:spPr bwMode="auto">
          <a:xfrm>
            <a:off x="1018592" y="1870087"/>
            <a:ext cx="8208912" cy="3907009"/>
          </a:xfrm>
          <a:prstGeom prst="roundRect">
            <a:avLst/>
          </a:prstGeom>
          <a:solidFill>
            <a:schemeClr val="bg1"/>
          </a:solidFill>
          <a:ln w="12700" cap="flat" cmpd="sng" algn="ctr">
            <a:solidFill>
              <a:srgbClr val="F0861E"/>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ja-JP" altLang="en-US" sz="1400" b="0" i="0" u="none" strike="noStrike" cap="none" normalizeH="0" baseline="0">
              <a:ln>
                <a:noFill/>
              </a:ln>
              <a:solidFill>
                <a:schemeClr val="tx1"/>
              </a:solidFill>
              <a:effectLst/>
              <a:latin typeface="ＭＳ Ｐゴシック" pitchFamily="50" charset="-128"/>
              <a:ea typeface="ＭＳ Ｐゴシック" pitchFamily="50" charset="-128"/>
            </a:endParaRPr>
          </a:p>
        </p:txBody>
      </p:sp>
      <p:sp>
        <p:nvSpPr>
          <p:cNvPr id="42" name="正方形/長方形 41">
            <a:extLst>
              <a:ext uri="{FF2B5EF4-FFF2-40B4-BE49-F238E27FC236}">
                <a16:creationId xmlns:a16="http://schemas.microsoft.com/office/drawing/2014/main" id="{4026A400-2E9B-5383-473E-C7C684C6F56A}"/>
              </a:ext>
            </a:extLst>
          </p:cNvPr>
          <p:cNvSpPr/>
          <p:nvPr/>
        </p:nvSpPr>
        <p:spPr bwMode="auto">
          <a:xfrm>
            <a:off x="5306178" y="2374143"/>
            <a:ext cx="3256634" cy="3344551"/>
          </a:xfrm>
          <a:prstGeom prst="rect">
            <a:avLst/>
          </a:prstGeom>
          <a:solidFill>
            <a:srgbClr val="FFC000"/>
          </a:solidFill>
          <a:ln w="12700" cap="flat" cmpd="sng" algn="ctr">
            <a:no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altLang="ja-JP" sz="1400" b="1" dirty="0">
                <a:solidFill>
                  <a:schemeClr val="bg1"/>
                </a:solidFill>
                <a:latin typeface="メイリオ" panose="020B0604030504040204" pitchFamily="50" charset="-128"/>
                <a:ea typeface="メイリオ" panose="020B0604030504040204" pitchFamily="50" charset="-128"/>
              </a:rPr>
              <a:t>AZ</a:t>
            </a:r>
            <a:endParaRPr kumimoji="1" lang="ja-JP" altLang="en-US" sz="1400" b="1"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endParaRPr>
          </a:p>
        </p:txBody>
      </p:sp>
      <p:sp>
        <p:nvSpPr>
          <p:cNvPr id="43" name="正方形/長方形 42">
            <a:extLst>
              <a:ext uri="{FF2B5EF4-FFF2-40B4-BE49-F238E27FC236}">
                <a16:creationId xmlns:a16="http://schemas.microsoft.com/office/drawing/2014/main" id="{3778A587-715C-1637-6DF7-B84B6C1D300F}"/>
              </a:ext>
            </a:extLst>
          </p:cNvPr>
          <p:cNvSpPr/>
          <p:nvPr/>
        </p:nvSpPr>
        <p:spPr bwMode="auto">
          <a:xfrm>
            <a:off x="1563789" y="2374143"/>
            <a:ext cx="3256634" cy="3344551"/>
          </a:xfrm>
          <a:prstGeom prst="rect">
            <a:avLst/>
          </a:prstGeom>
          <a:solidFill>
            <a:srgbClr val="FFC000"/>
          </a:solidFill>
          <a:ln w="12700" cap="flat" cmpd="sng" algn="ctr">
            <a:no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altLang="ja-JP" sz="1400" b="1" dirty="0">
                <a:solidFill>
                  <a:schemeClr val="bg1"/>
                </a:solidFill>
                <a:latin typeface="メイリオ" panose="020B0604030504040204" pitchFamily="50" charset="-128"/>
                <a:ea typeface="メイリオ" panose="020B0604030504040204" pitchFamily="50" charset="-128"/>
              </a:rPr>
              <a:t>AZ</a:t>
            </a:r>
            <a:endParaRPr kumimoji="1" lang="ja-JP" altLang="en-US" sz="1400" b="1"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endParaRPr>
          </a:p>
        </p:txBody>
      </p:sp>
      <p:pic>
        <p:nvPicPr>
          <p:cNvPr id="44" name="Picture 2" descr="ãVPC ã¢ã¤ã³ã³ãã®ç»åæ¤ç´¢çµæ">
            <a:extLst>
              <a:ext uri="{FF2B5EF4-FFF2-40B4-BE49-F238E27FC236}">
                <a16:creationId xmlns:a16="http://schemas.microsoft.com/office/drawing/2014/main" id="{D6AEA633-DF44-9294-22E2-E8F2820B758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39343" y="1541497"/>
            <a:ext cx="838961" cy="832646"/>
          </a:xfrm>
          <a:prstGeom prst="rect">
            <a:avLst/>
          </a:prstGeom>
          <a:noFill/>
          <a:extLst>
            <a:ext uri="{909E8E84-426E-40DD-AFC4-6F175D3DCCD1}">
              <a14:hiddenFill xmlns:a14="http://schemas.microsoft.com/office/drawing/2010/main">
                <a:solidFill>
                  <a:srgbClr val="FFFFFF"/>
                </a:solidFill>
              </a14:hiddenFill>
            </a:ext>
          </a:extLst>
        </p:spPr>
      </p:pic>
      <p:sp>
        <p:nvSpPr>
          <p:cNvPr id="45" name="コンテンツ プレースホルダー 2">
            <a:extLst>
              <a:ext uri="{FF2B5EF4-FFF2-40B4-BE49-F238E27FC236}">
                <a16:creationId xmlns:a16="http://schemas.microsoft.com/office/drawing/2014/main" id="{E9F7ED7A-1B7B-A728-0F35-D6E5294C7011}"/>
              </a:ext>
            </a:extLst>
          </p:cNvPr>
          <p:cNvSpPr txBox="1">
            <a:spLocks/>
          </p:cNvSpPr>
          <p:nvPr/>
        </p:nvSpPr>
        <p:spPr>
          <a:xfrm>
            <a:off x="1954696" y="1988087"/>
            <a:ext cx="2033449" cy="289386"/>
          </a:xfrm>
          <a:prstGeom prst="rect">
            <a:avLst/>
          </a:prstGeom>
        </p:spPr>
        <p:txBody>
          <a:bodyPr vert="horz" lIns="74295" tIns="37148" rIns="74295" bIns="37148" rtlCol="0">
            <a:noAutofit/>
          </a:bodyPr>
          <a:lstStyle>
            <a:lvl1pPr marL="228600" indent="-228600" algn="l" defTabSz="914400" rtl="0" eaLnBrk="1" latinLnBrk="0" hangingPunct="1">
              <a:lnSpc>
                <a:spcPct val="90000"/>
              </a:lnSpc>
              <a:spcBef>
                <a:spcPts val="1000"/>
              </a:spcBef>
              <a:buFont typeface="Wingdings 2" pitchFamily="18" charset="2"/>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2" pitchFamily="18" charset="2"/>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2" pitchFamily="18" charset="2"/>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5pPr>
            <a:lvl6pPr marL="25146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6pPr>
            <a:lvl7pPr marL="29718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7pPr>
            <a:lvl8pPr marL="34290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8pPr>
            <a:lvl9pPr marL="38862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9pPr>
          </a:lstStyle>
          <a:p>
            <a:pPr marL="0" indent="0">
              <a:buNone/>
            </a:pPr>
            <a:r>
              <a:rPr lang="en-US" altLang="ja-JP" sz="1400" dirty="0">
                <a:solidFill>
                  <a:srgbClr val="FF0000"/>
                </a:solidFill>
                <a:latin typeface="メイリオ" panose="020B0604030504040204" pitchFamily="50" charset="-128"/>
                <a:ea typeface="メイリオ" panose="020B0604030504040204" pitchFamily="50" charset="-128"/>
              </a:rPr>
              <a:t>10.0.0.0/16</a:t>
            </a:r>
          </a:p>
        </p:txBody>
      </p:sp>
      <p:sp>
        <p:nvSpPr>
          <p:cNvPr id="46" name="四角形: 角を丸くする 45">
            <a:extLst>
              <a:ext uri="{FF2B5EF4-FFF2-40B4-BE49-F238E27FC236}">
                <a16:creationId xmlns:a16="http://schemas.microsoft.com/office/drawing/2014/main" id="{8B33899C-C991-E879-081C-745AEA6DA834}"/>
              </a:ext>
            </a:extLst>
          </p:cNvPr>
          <p:cNvSpPr/>
          <p:nvPr/>
        </p:nvSpPr>
        <p:spPr bwMode="auto">
          <a:xfrm>
            <a:off x="1954696" y="2842334"/>
            <a:ext cx="2387812" cy="2602889"/>
          </a:xfrm>
          <a:prstGeom prst="roundRect">
            <a:avLst/>
          </a:prstGeom>
          <a:solidFill>
            <a:schemeClr val="bg1"/>
          </a:solidFill>
          <a:ln w="12700" cap="flat" cmpd="sng" algn="ctr">
            <a:solidFill>
              <a:srgbClr val="F0861E"/>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kumimoji="1" lang="ja-JP" altLang="en-US" sz="1400" b="1"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rPr>
              <a:t>パブリックサブネット</a:t>
            </a:r>
            <a:r>
              <a:rPr kumimoji="1" lang="en-US" altLang="ja-JP" sz="1400" b="0"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rPr>
              <a:t>10.0</a:t>
            </a:r>
            <a:r>
              <a:rPr lang="en-US" altLang="ja-JP" sz="1400" dirty="0">
                <a:solidFill>
                  <a:srgbClr val="FF0000"/>
                </a:solidFill>
                <a:latin typeface="メイリオ" panose="020B0604030504040204" pitchFamily="50" charset="-128"/>
                <a:ea typeface="メイリオ" panose="020B0604030504040204" pitchFamily="50" charset="-128"/>
              </a:rPr>
              <a:t>.0</a:t>
            </a:r>
            <a:r>
              <a:rPr kumimoji="1" lang="en-US" altLang="ja-JP" sz="1400" b="0"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rPr>
              <a:t>.0</a:t>
            </a:r>
            <a:r>
              <a:rPr lang="en-US" altLang="ja-JP" sz="1400" dirty="0">
                <a:solidFill>
                  <a:srgbClr val="FF0000"/>
                </a:solidFill>
                <a:latin typeface="メイリオ" panose="020B0604030504040204" pitchFamily="50" charset="-128"/>
                <a:ea typeface="メイリオ" panose="020B0604030504040204" pitchFamily="50" charset="-128"/>
              </a:rPr>
              <a:t>/24	</a:t>
            </a:r>
            <a:endParaRPr kumimoji="1" lang="ja-JP" altLang="en-US" sz="1400" b="0"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endParaRPr>
          </a:p>
        </p:txBody>
      </p:sp>
      <p:pic>
        <p:nvPicPr>
          <p:cNvPr id="47" name="図 46" descr="音楽 が含まれている画像&#10;&#10;自動的に生成された説明">
            <a:extLst>
              <a:ext uri="{FF2B5EF4-FFF2-40B4-BE49-F238E27FC236}">
                <a16:creationId xmlns:a16="http://schemas.microsoft.com/office/drawing/2014/main" id="{41F5F1B9-7684-B016-A001-811138FCCC3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894995" y="3756035"/>
            <a:ext cx="571869" cy="681077"/>
          </a:xfrm>
          <a:prstGeom prst="rect">
            <a:avLst/>
          </a:prstGeom>
        </p:spPr>
      </p:pic>
      <p:sp>
        <p:nvSpPr>
          <p:cNvPr id="48" name="テキスト ボックス 47">
            <a:extLst>
              <a:ext uri="{FF2B5EF4-FFF2-40B4-BE49-F238E27FC236}">
                <a16:creationId xmlns:a16="http://schemas.microsoft.com/office/drawing/2014/main" id="{3B757F84-887E-8E70-F6AE-589812C7BE1D}"/>
              </a:ext>
            </a:extLst>
          </p:cNvPr>
          <p:cNvSpPr txBox="1"/>
          <p:nvPr/>
        </p:nvSpPr>
        <p:spPr>
          <a:xfrm>
            <a:off x="2918186" y="4056712"/>
            <a:ext cx="495649" cy="276999"/>
          </a:xfrm>
          <a:prstGeom prst="rect">
            <a:avLst/>
          </a:prstGeom>
          <a:noFill/>
        </p:spPr>
        <p:txBody>
          <a:bodyPr wrap="none" rtlCol="0">
            <a:spAutoFit/>
          </a:bodyPr>
          <a:lstStyle/>
          <a:p>
            <a:pPr algn="ctr"/>
            <a:r>
              <a:rPr kumimoji="1" lang="en-US" altLang="ja-JP" sz="1200" b="1" dirty="0">
                <a:solidFill>
                  <a:schemeClr val="bg1"/>
                </a:solidFill>
                <a:latin typeface="メイリオ" panose="020B0604030504040204" pitchFamily="50" charset="-128"/>
                <a:ea typeface="メイリオ" panose="020B0604030504040204" pitchFamily="50" charset="-128"/>
              </a:rPr>
              <a:t>EC2</a:t>
            </a:r>
          </a:p>
        </p:txBody>
      </p:sp>
      <p:cxnSp>
        <p:nvCxnSpPr>
          <p:cNvPr id="49" name="コネクタ: カギ線 48">
            <a:extLst>
              <a:ext uri="{FF2B5EF4-FFF2-40B4-BE49-F238E27FC236}">
                <a16:creationId xmlns:a16="http://schemas.microsoft.com/office/drawing/2014/main" id="{71C3A8D7-7E8A-13A3-A571-713FA18A6B3E}"/>
              </a:ext>
            </a:extLst>
          </p:cNvPr>
          <p:cNvCxnSpPr>
            <a:cxnSpLocks/>
            <a:stCxn id="51" idx="2"/>
            <a:endCxn id="47" idx="0"/>
          </p:cNvCxnSpPr>
          <p:nvPr/>
        </p:nvCxnSpPr>
        <p:spPr bwMode="auto">
          <a:xfrm rot="5400000">
            <a:off x="3530720" y="2201698"/>
            <a:ext cx="1204547" cy="1904126"/>
          </a:xfrm>
          <a:prstGeom prst="bentConnector3">
            <a:avLst>
              <a:gd name="adj1" fmla="val 50000"/>
            </a:avLst>
          </a:prstGeom>
          <a:noFill/>
          <a:ln w="31750" cap="flat" cmpd="sng" algn="ctr">
            <a:solidFill>
              <a:srgbClr val="FF0000"/>
            </a:solidFill>
            <a:prstDash val="solid"/>
            <a:round/>
            <a:headEnd type="none" w="med" len="med"/>
            <a:tailEnd type="triangle"/>
          </a:ln>
          <a:effectLst/>
        </p:spPr>
      </p:cxnSp>
      <p:sp>
        <p:nvSpPr>
          <p:cNvPr id="50" name="テキスト ボックス 49">
            <a:extLst>
              <a:ext uri="{FF2B5EF4-FFF2-40B4-BE49-F238E27FC236}">
                <a16:creationId xmlns:a16="http://schemas.microsoft.com/office/drawing/2014/main" id="{AFEF2258-9EA3-91EC-3945-730481051319}"/>
              </a:ext>
            </a:extLst>
          </p:cNvPr>
          <p:cNvSpPr txBox="1"/>
          <p:nvPr/>
        </p:nvSpPr>
        <p:spPr>
          <a:xfrm>
            <a:off x="5023478" y="2477196"/>
            <a:ext cx="439544" cy="246221"/>
          </a:xfrm>
          <a:prstGeom prst="rect">
            <a:avLst/>
          </a:prstGeom>
          <a:noFill/>
        </p:spPr>
        <p:txBody>
          <a:bodyPr wrap="none" rtlCol="0">
            <a:spAutoFit/>
          </a:bodyPr>
          <a:lstStyle/>
          <a:p>
            <a:pPr algn="ctr"/>
            <a:r>
              <a:rPr kumimoji="1" lang="en-US" altLang="ja-JP" sz="1000" b="1" dirty="0">
                <a:latin typeface="メイリオ" panose="020B0604030504040204" pitchFamily="50" charset="-128"/>
                <a:ea typeface="メイリオ" panose="020B0604030504040204" pitchFamily="50" charset="-128"/>
              </a:rPr>
              <a:t>ELB</a:t>
            </a:r>
            <a:endParaRPr lang="en-US" altLang="ja-JP" sz="1000" b="1" dirty="0">
              <a:latin typeface="メイリオ" panose="020B0604030504040204" pitchFamily="50" charset="-128"/>
              <a:ea typeface="メイリオ" panose="020B0604030504040204" pitchFamily="50" charset="-128"/>
            </a:endParaRPr>
          </a:p>
        </p:txBody>
      </p:sp>
      <p:pic>
        <p:nvPicPr>
          <p:cNvPr id="51" name="図 50">
            <a:extLst>
              <a:ext uri="{FF2B5EF4-FFF2-40B4-BE49-F238E27FC236}">
                <a16:creationId xmlns:a16="http://schemas.microsoft.com/office/drawing/2014/main" id="{73E256E5-3416-AEF4-8AA5-2A76F0E6CBC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828765" y="2014103"/>
            <a:ext cx="512582" cy="537385"/>
          </a:xfrm>
          <a:prstGeom prst="rect">
            <a:avLst/>
          </a:prstGeom>
        </p:spPr>
      </p:pic>
      <p:sp>
        <p:nvSpPr>
          <p:cNvPr id="52" name="四角形: 角を丸くする 51">
            <a:extLst>
              <a:ext uri="{FF2B5EF4-FFF2-40B4-BE49-F238E27FC236}">
                <a16:creationId xmlns:a16="http://schemas.microsoft.com/office/drawing/2014/main" id="{C2EDBFE3-095A-2EE6-37EF-F1F6966C0D38}"/>
              </a:ext>
            </a:extLst>
          </p:cNvPr>
          <p:cNvSpPr/>
          <p:nvPr/>
        </p:nvSpPr>
        <p:spPr bwMode="auto">
          <a:xfrm>
            <a:off x="5785755" y="2842334"/>
            <a:ext cx="2387812" cy="2602889"/>
          </a:xfrm>
          <a:prstGeom prst="roundRect">
            <a:avLst/>
          </a:prstGeom>
          <a:solidFill>
            <a:schemeClr val="bg1"/>
          </a:solidFill>
          <a:ln w="12700" cap="flat" cmpd="sng" algn="ctr">
            <a:solidFill>
              <a:srgbClr val="F0861E"/>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kumimoji="1" lang="ja-JP" altLang="en-US" sz="1400" b="1"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rPr>
              <a:t>パブリックサブネット</a:t>
            </a:r>
            <a:r>
              <a:rPr kumimoji="1" lang="en-US" altLang="ja-JP" sz="1400" b="0"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rPr>
              <a:t>10.0</a:t>
            </a:r>
            <a:r>
              <a:rPr lang="en-US" altLang="ja-JP" sz="1400" dirty="0">
                <a:solidFill>
                  <a:srgbClr val="FF0000"/>
                </a:solidFill>
                <a:latin typeface="メイリオ" panose="020B0604030504040204" pitchFamily="50" charset="-128"/>
                <a:ea typeface="メイリオ" panose="020B0604030504040204" pitchFamily="50" charset="-128"/>
              </a:rPr>
              <a:t>.1</a:t>
            </a:r>
            <a:r>
              <a:rPr kumimoji="1" lang="en-US" altLang="ja-JP" sz="1400" b="0"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rPr>
              <a:t>.0</a:t>
            </a:r>
            <a:r>
              <a:rPr lang="en-US" altLang="ja-JP" sz="1400" dirty="0">
                <a:solidFill>
                  <a:srgbClr val="FF0000"/>
                </a:solidFill>
                <a:latin typeface="メイリオ" panose="020B0604030504040204" pitchFamily="50" charset="-128"/>
                <a:ea typeface="メイリオ" panose="020B0604030504040204" pitchFamily="50" charset="-128"/>
              </a:rPr>
              <a:t>/24	</a:t>
            </a:r>
            <a:endParaRPr kumimoji="1" lang="ja-JP" altLang="en-US" sz="1400" b="0"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endParaRPr>
          </a:p>
        </p:txBody>
      </p:sp>
      <p:pic>
        <p:nvPicPr>
          <p:cNvPr id="53" name="図 52" descr="音楽 が含まれている画像&#10;&#10;自動的に生成された説明">
            <a:extLst>
              <a:ext uri="{FF2B5EF4-FFF2-40B4-BE49-F238E27FC236}">
                <a16:creationId xmlns:a16="http://schemas.microsoft.com/office/drawing/2014/main" id="{0A397446-FC17-BCBC-1993-CB4526DE5DE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689554" y="3749498"/>
            <a:ext cx="571869" cy="681077"/>
          </a:xfrm>
          <a:prstGeom prst="rect">
            <a:avLst/>
          </a:prstGeom>
        </p:spPr>
      </p:pic>
      <p:sp>
        <p:nvSpPr>
          <p:cNvPr id="54" name="テキスト ボックス 53">
            <a:extLst>
              <a:ext uri="{FF2B5EF4-FFF2-40B4-BE49-F238E27FC236}">
                <a16:creationId xmlns:a16="http://schemas.microsoft.com/office/drawing/2014/main" id="{551B3929-0FD1-4B6F-17A4-5D9DFF63138B}"/>
              </a:ext>
            </a:extLst>
          </p:cNvPr>
          <p:cNvSpPr txBox="1"/>
          <p:nvPr/>
        </p:nvSpPr>
        <p:spPr>
          <a:xfrm>
            <a:off x="6712745" y="4050175"/>
            <a:ext cx="495649" cy="276999"/>
          </a:xfrm>
          <a:prstGeom prst="rect">
            <a:avLst/>
          </a:prstGeom>
          <a:noFill/>
        </p:spPr>
        <p:txBody>
          <a:bodyPr wrap="none" rtlCol="0">
            <a:spAutoFit/>
          </a:bodyPr>
          <a:lstStyle/>
          <a:p>
            <a:pPr algn="ctr"/>
            <a:r>
              <a:rPr kumimoji="1" lang="en-US" altLang="ja-JP" sz="1200" b="1" dirty="0">
                <a:solidFill>
                  <a:schemeClr val="bg1"/>
                </a:solidFill>
                <a:latin typeface="メイリオ" panose="020B0604030504040204" pitchFamily="50" charset="-128"/>
                <a:ea typeface="メイリオ" panose="020B0604030504040204" pitchFamily="50" charset="-128"/>
              </a:rPr>
              <a:t>EC2</a:t>
            </a:r>
          </a:p>
        </p:txBody>
      </p:sp>
      <p:cxnSp>
        <p:nvCxnSpPr>
          <p:cNvPr id="55" name="コネクタ: カギ線 54">
            <a:extLst>
              <a:ext uri="{FF2B5EF4-FFF2-40B4-BE49-F238E27FC236}">
                <a16:creationId xmlns:a16="http://schemas.microsoft.com/office/drawing/2014/main" id="{156867F7-71A6-4F54-91F0-02C6BAD33CAD}"/>
              </a:ext>
            </a:extLst>
          </p:cNvPr>
          <p:cNvCxnSpPr>
            <a:cxnSpLocks/>
            <a:stCxn id="51" idx="2"/>
            <a:endCxn id="53" idx="0"/>
          </p:cNvCxnSpPr>
          <p:nvPr/>
        </p:nvCxnSpPr>
        <p:spPr bwMode="auto">
          <a:xfrm rot="16200000" flipH="1">
            <a:off x="5431267" y="2205276"/>
            <a:ext cx="1198010" cy="1890433"/>
          </a:xfrm>
          <a:prstGeom prst="bentConnector3">
            <a:avLst>
              <a:gd name="adj1" fmla="val 50000"/>
            </a:avLst>
          </a:prstGeom>
          <a:noFill/>
          <a:ln w="31750" cap="flat" cmpd="sng" algn="ctr">
            <a:solidFill>
              <a:srgbClr val="FF0000"/>
            </a:solidFill>
            <a:prstDash val="solid"/>
            <a:round/>
            <a:headEnd type="none" w="med" len="med"/>
            <a:tailEnd type="triangle"/>
          </a:ln>
          <a:effectLst/>
        </p:spPr>
      </p:cxnSp>
      <p:pic>
        <p:nvPicPr>
          <p:cNvPr id="56" name="図 55" descr="音楽 が含まれている画像&#10;&#10;自動的に生成された説明">
            <a:extLst>
              <a:ext uri="{FF2B5EF4-FFF2-40B4-BE49-F238E27FC236}">
                <a16:creationId xmlns:a16="http://schemas.microsoft.com/office/drawing/2014/main" id="{1A9E7E1C-8324-005E-58D0-5D70EA06373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589043" y="3756035"/>
            <a:ext cx="571869" cy="681077"/>
          </a:xfrm>
          <a:prstGeom prst="rect">
            <a:avLst/>
          </a:prstGeom>
        </p:spPr>
      </p:pic>
      <p:sp>
        <p:nvSpPr>
          <p:cNvPr id="57" name="テキスト ボックス 56">
            <a:extLst>
              <a:ext uri="{FF2B5EF4-FFF2-40B4-BE49-F238E27FC236}">
                <a16:creationId xmlns:a16="http://schemas.microsoft.com/office/drawing/2014/main" id="{BBD7A4AB-B14E-EF00-1B7D-2A4A56F5987F}"/>
              </a:ext>
            </a:extLst>
          </p:cNvPr>
          <p:cNvSpPr txBox="1"/>
          <p:nvPr/>
        </p:nvSpPr>
        <p:spPr>
          <a:xfrm>
            <a:off x="3612234" y="4056712"/>
            <a:ext cx="495649" cy="276999"/>
          </a:xfrm>
          <a:prstGeom prst="rect">
            <a:avLst/>
          </a:prstGeom>
          <a:noFill/>
        </p:spPr>
        <p:txBody>
          <a:bodyPr wrap="none" rtlCol="0">
            <a:spAutoFit/>
          </a:bodyPr>
          <a:lstStyle/>
          <a:p>
            <a:pPr algn="ctr"/>
            <a:r>
              <a:rPr kumimoji="1" lang="en-US" altLang="ja-JP" sz="1200" b="1" dirty="0">
                <a:solidFill>
                  <a:schemeClr val="bg1"/>
                </a:solidFill>
                <a:latin typeface="メイリオ" panose="020B0604030504040204" pitchFamily="50" charset="-128"/>
                <a:ea typeface="メイリオ" panose="020B0604030504040204" pitchFamily="50" charset="-128"/>
              </a:rPr>
              <a:t>EC2</a:t>
            </a:r>
          </a:p>
        </p:txBody>
      </p:sp>
      <p:pic>
        <p:nvPicPr>
          <p:cNvPr id="58" name="図 57" descr="音楽 が含まれている画像&#10;&#10;自動的に生成された説明">
            <a:extLst>
              <a:ext uri="{FF2B5EF4-FFF2-40B4-BE49-F238E27FC236}">
                <a16:creationId xmlns:a16="http://schemas.microsoft.com/office/drawing/2014/main" id="{5B7E6D2A-7B1B-6993-1D27-3AE7BDB6693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03349" y="3756035"/>
            <a:ext cx="571869" cy="681077"/>
          </a:xfrm>
          <a:prstGeom prst="rect">
            <a:avLst/>
          </a:prstGeom>
        </p:spPr>
      </p:pic>
      <p:sp>
        <p:nvSpPr>
          <p:cNvPr id="59" name="テキスト ボックス 58">
            <a:extLst>
              <a:ext uri="{FF2B5EF4-FFF2-40B4-BE49-F238E27FC236}">
                <a16:creationId xmlns:a16="http://schemas.microsoft.com/office/drawing/2014/main" id="{B1309C12-4838-F3D7-BF50-E0269988D6CF}"/>
              </a:ext>
            </a:extLst>
          </p:cNvPr>
          <p:cNvSpPr txBox="1"/>
          <p:nvPr/>
        </p:nvSpPr>
        <p:spPr>
          <a:xfrm>
            <a:off x="2226540" y="4056712"/>
            <a:ext cx="495649" cy="276999"/>
          </a:xfrm>
          <a:prstGeom prst="rect">
            <a:avLst/>
          </a:prstGeom>
          <a:noFill/>
        </p:spPr>
        <p:txBody>
          <a:bodyPr wrap="none" rtlCol="0">
            <a:spAutoFit/>
          </a:bodyPr>
          <a:lstStyle/>
          <a:p>
            <a:pPr algn="ctr"/>
            <a:r>
              <a:rPr kumimoji="1" lang="en-US" altLang="ja-JP" sz="1200" b="1" dirty="0">
                <a:solidFill>
                  <a:schemeClr val="bg1"/>
                </a:solidFill>
                <a:latin typeface="メイリオ" panose="020B0604030504040204" pitchFamily="50" charset="-128"/>
                <a:ea typeface="メイリオ" panose="020B0604030504040204" pitchFamily="50" charset="-128"/>
              </a:rPr>
              <a:t>EC2</a:t>
            </a:r>
          </a:p>
        </p:txBody>
      </p:sp>
      <p:sp>
        <p:nvSpPr>
          <p:cNvPr id="60" name="テキスト ボックス 59">
            <a:extLst>
              <a:ext uri="{FF2B5EF4-FFF2-40B4-BE49-F238E27FC236}">
                <a16:creationId xmlns:a16="http://schemas.microsoft.com/office/drawing/2014/main" id="{52C92EBA-B809-9669-B924-527776541EC4}"/>
              </a:ext>
            </a:extLst>
          </p:cNvPr>
          <p:cNvSpPr txBox="1"/>
          <p:nvPr/>
        </p:nvSpPr>
        <p:spPr>
          <a:xfrm>
            <a:off x="2217106" y="4474971"/>
            <a:ext cx="492443" cy="338554"/>
          </a:xfrm>
          <a:prstGeom prst="rect">
            <a:avLst/>
          </a:prstGeom>
          <a:noFill/>
        </p:spPr>
        <p:txBody>
          <a:bodyPr wrap="none" rtlCol="0">
            <a:spAutoFit/>
          </a:bodyPr>
          <a:lstStyle/>
          <a:p>
            <a:r>
              <a:rPr kumimoji="1" lang="en-US" altLang="ja-JP" dirty="0"/>
              <a:t>25%</a:t>
            </a:r>
            <a:endParaRPr kumimoji="1" lang="ja-JP" altLang="en-US" dirty="0"/>
          </a:p>
        </p:txBody>
      </p:sp>
      <p:sp>
        <p:nvSpPr>
          <p:cNvPr id="61" name="テキスト ボックス 60">
            <a:extLst>
              <a:ext uri="{FF2B5EF4-FFF2-40B4-BE49-F238E27FC236}">
                <a16:creationId xmlns:a16="http://schemas.microsoft.com/office/drawing/2014/main" id="{E0C01301-7C23-D04F-3114-5104B40C04A3}"/>
              </a:ext>
            </a:extLst>
          </p:cNvPr>
          <p:cNvSpPr txBox="1"/>
          <p:nvPr/>
        </p:nvSpPr>
        <p:spPr>
          <a:xfrm>
            <a:off x="2914997" y="4474971"/>
            <a:ext cx="492443" cy="338554"/>
          </a:xfrm>
          <a:prstGeom prst="rect">
            <a:avLst/>
          </a:prstGeom>
          <a:noFill/>
        </p:spPr>
        <p:txBody>
          <a:bodyPr wrap="none" rtlCol="0">
            <a:spAutoFit/>
          </a:bodyPr>
          <a:lstStyle/>
          <a:p>
            <a:r>
              <a:rPr kumimoji="1" lang="en-US" altLang="ja-JP" dirty="0"/>
              <a:t>25%</a:t>
            </a:r>
            <a:endParaRPr kumimoji="1" lang="ja-JP" altLang="en-US" dirty="0"/>
          </a:p>
        </p:txBody>
      </p:sp>
      <p:sp>
        <p:nvSpPr>
          <p:cNvPr id="62" name="テキスト ボックス 61">
            <a:extLst>
              <a:ext uri="{FF2B5EF4-FFF2-40B4-BE49-F238E27FC236}">
                <a16:creationId xmlns:a16="http://schemas.microsoft.com/office/drawing/2014/main" id="{585DEBF6-F36E-D502-CB24-2736316B49E7}"/>
              </a:ext>
            </a:extLst>
          </p:cNvPr>
          <p:cNvSpPr txBox="1"/>
          <p:nvPr/>
        </p:nvSpPr>
        <p:spPr>
          <a:xfrm>
            <a:off x="3676451" y="4474971"/>
            <a:ext cx="492443" cy="338554"/>
          </a:xfrm>
          <a:prstGeom prst="rect">
            <a:avLst/>
          </a:prstGeom>
          <a:noFill/>
        </p:spPr>
        <p:txBody>
          <a:bodyPr wrap="none" rtlCol="0">
            <a:spAutoFit/>
          </a:bodyPr>
          <a:lstStyle/>
          <a:p>
            <a:r>
              <a:rPr kumimoji="1" lang="en-US" altLang="ja-JP" dirty="0"/>
              <a:t>25%</a:t>
            </a:r>
            <a:endParaRPr kumimoji="1" lang="ja-JP" altLang="en-US" dirty="0"/>
          </a:p>
        </p:txBody>
      </p:sp>
      <p:sp>
        <p:nvSpPr>
          <p:cNvPr id="63" name="テキスト ボックス 62">
            <a:extLst>
              <a:ext uri="{FF2B5EF4-FFF2-40B4-BE49-F238E27FC236}">
                <a16:creationId xmlns:a16="http://schemas.microsoft.com/office/drawing/2014/main" id="{D95E6C7B-2DB0-14B5-D074-BA28D3D04C18}"/>
              </a:ext>
            </a:extLst>
          </p:cNvPr>
          <p:cNvSpPr txBox="1"/>
          <p:nvPr/>
        </p:nvSpPr>
        <p:spPr>
          <a:xfrm>
            <a:off x="6768980" y="4474971"/>
            <a:ext cx="492443" cy="338554"/>
          </a:xfrm>
          <a:prstGeom prst="rect">
            <a:avLst/>
          </a:prstGeom>
          <a:noFill/>
        </p:spPr>
        <p:txBody>
          <a:bodyPr wrap="none" rtlCol="0">
            <a:spAutoFit/>
          </a:bodyPr>
          <a:lstStyle/>
          <a:p>
            <a:r>
              <a:rPr kumimoji="1" lang="en-US" altLang="ja-JP" dirty="0"/>
              <a:t>25%</a:t>
            </a:r>
            <a:endParaRPr kumimoji="1" lang="ja-JP" altLang="en-US" dirty="0"/>
          </a:p>
        </p:txBody>
      </p:sp>
      <p:cxnSp>
        <p:nvCxnSpPr>
          <p:cNvPr id="64" name="コネクタ: カギ線 63">
            <a:extLst>
              <a:ext uri="{FF2B5EF4-FFF2-40B4-BE49-F238E27FC236}">
                <a16:creationId xmlns:a16="http://schemas.microsoft.com/office/drawing/2014/main" id="{237EB4F8-0C23-BC9B-189E-4602D00650BA}"/>
              </a:ext>
            </a:extLst>
          </p:cNvPr>
          <p:cNvCxnSpPr>
            <a:cxnSpLocks/>
          </p:cNvCxnSpPr>
          <p:nvPr/>
        </p:nvCxnSpPr>
        <p:spPr bwMode="auto">
          <a:xfrm rot="5400000">
            <a:off x="3184897" y="1855875"/>
            <a:ext cx="1204547" cy="2595772"/>
          </a:xfrm>
          <a:prstGeom prst="bentConnector3">
            <a:avLst>
              <a:gd name="adj1" fmla="val 50000"/>
            </a:avLst>
          </a:prstGeom>
          <a:noFill/>
          <a:ln w="31750" cap="flat" cmpd="sng" algn="ctr">
            <a:solidFill>
              <a:srgbClr val="FF0000"/>
            </a:solidFill>
            <a:prstDash val="solid"/>
            <a:round/>
            <a:headEnd type="none" w="med" len="med"/>
            <a:tailEnd type="triangle"/>
          </a:ln>
          <a:effectLst/>
        </p:spPr>
      </p:cxnSp>
      <p:cxnSp>
        <p:nvCxnSpPr>
          <p:cNvPr id="65" name="コネクタ: カギ線 64">
            <a:extLst>
              <a:ext uri="{FF2B5EF4-FFF2-40B4-BE49-F238E27FC236}">
                <a16:creationId xmlns:a16="http://schemas.microsoft.com/office/drawing/2014/main" id="{AB58D661-E09B-5B57-17DD-B89E5F9FD347}"/>
              </a:ext>
            </a:extLst>
          </p:cNvPr>
          <p:cNvCxnSpPr>
            <a:cxnSpLocks/>
          </p:cNvCxnSpPr>
          <p:nvPr/>
        </p:nvCxnSpPr>
        <p:spPr bwMode="auto">
          <a:xfrm rot="5400000">
            <a:off x="3877744" y="2548722"/>
            <a:ext cx="1204547" cy="1210078"/>
          </a:xfrm>
          <a:prstGeom prst="bentConnector3">
            <a:avLst>
              <a:gd name="adj1" fmla="val 50000"/>
            </a:avLst>
          </a:prstGeom>
          <a:noFill/>
          <a:ln w="31750" cap="flat" cmpd="sng" algn="ctr">
            <a:solidFill>
              <a:srgbClr val="FF0000"/>
            </a:solidFill>
            <a:prstDash val="solid"/>
            <a:round/>
            <a:headEnd type="none" w="med" len="med"/>
            <a:tailEnd type="triangle"/>
          </a:ln>
          <a:effectLst/>
        </p:spPr>
      </p:cxnSp>
      <p:sp>
        <p:nvSpPr>
          <p:cNvPr id="68" name="テキスト ボックス 67">
            <a:extLst>
              <a:ext uri="{FF2B5EF4-FFF2-40B4-BE49-F238E27FC236}">
                <a16:creationId xmlns:a16="http://schemas.microsoft.com/office/drawing/2014/main" id="{56661163-DD99-941A-7634-59F4301D6506}"/>
              </a:ext>
            </a:extLst>
          </p:cNvPr>
          <p:cNvSpPr txBox="1"/>
          <p:nvPr/>
        </p:nvSpPr>
        <p:spPr>
          <a:xfrm>
            <a:off x="7044437" y="3304206"/>
            <a:ext cx="2236510" cy="584775"/>
          </a:xfrm>
          <a:prstGeom prst="rect">
            <a:avLst/>
          </a:prstGeom>
          <a:noFill/>
        </p:spPr>
        <p:txBody>
          <a:bodyPr wrap="none" rtlCol="0">
            <a:spAutoFit/>
          </a:bodyPr>
          <a:lstStyle/>
          <a:p>
            <a:r>
              <a:rPr kumimoji="1" lang="ja-JP" altLang="en-US" dirty="0">
                <a:solidFill>
                  <a:srgbClr val="FF0000"/>
                </a:solidFill>
                <a:latin typeface="メイリオ" panose="020B0604030504040204" pitchFamily="50" charset="-128"/>
                <a:ea typeface="メイリオ" panose="020B0604030504040204" pitchFamily="50" charset="-128"/>
              </a:rPr>
              <a:t>レイテンシーの悪化</a:t>
            </a:r>
            <a:endParaRPr kumimoji="1" lang="en-US" altLang="ja-JP" dirty="0">
              <a:solidFill>
                <a:srgbClr val="FF0000"/>
              </a:solidFill>
              <a:latin typeface="メイリオ" panose="020B0604030504040204" pitchFamily="50" charset="-128"/>
              <a:ea typeface="メイリオ" panose="020B0604030504040204" pitchFamily="50" charset="-128"/>
            </a:endParaRPr>
          </a:p>
          <a:p>
            <a:r>
              <a:rPr lang="ja-JP" altLang="en-US" dirty="0">
                <a:solidFill>
                  <a:srgbClr val="FF0000"/>
                </a:solidFill>
                <a:latin typeface="メイリオ" panose="020B0604030504040204" pitchFamily="50" charset="-128"/>
                <a:ea typeface="メイリオ" panose="020B0604030504040204" pitchFamily="50" charset="-128"/>
              </a:rPr>
              <a:t>ヘルスチェックはパス</a:t>
            </a:r>
            <a:endParaRPr kumimoji="1" lang="ja-JP" altLang="en-US" dirty="0">
              <a:solidFill>
                <a:srgbClr val="FF0000"/>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600260472"/>
      </p:ext>
    </p:extLst>
  </p:cSld>
  <p:clrMapOvr>
    <a:masterClrMapping/>
  </p:clrMapOvr>
  <mc:AlternateContent xmlns:mc="http://schemas.openxmlformats.org/markup-compatibility/2006" xmlns:p14="http://schemas.microsoft.com/office/powerpoint/2010/main">
    <mc:Choice Requires="p14">
      <p:transition spd="slow" p14:dur="2000" advTm="149196"/>
    </mc:Choice>
    <mc:Fallback xmlns="">
      <p:transition spd="slow" advTm="149196"/>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タイトル 1">
            <a:extLst>
              <a:ext uri="{FF2B5EF4-FFF2-40B4-BE49-F238E27FC236}">
                <a16:creationId xmlns:a16="http://schemas.microsoft.com/office/drawing/2014/main" id="{48F80BE1-D063-4240-BFC7-C8D243720250}"/>
              </a:ext>
            </a:extLst>
          </p:cNvPr>
          <p:cNvSpPr txBox="1">
            <a:spLocks/>
          </p:cNvSpPr>
          <p:nvPr/>
        </p:nvSpPr>
        <p:spPr bwMode="auto">
          <a:xfrm>
            <a:off x="631222" y="201863"/>
            <a:ext cx="8642258" cy="50208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rtl="0" fontAlgn="base">
              <a:lnSpc>
                <a:spcPct val="90000"/>
              </a:lnSpc>
              <a:spcBef>
                <a:spcPct val="0"/>
              </a:spcBef>
              <a:spcAft>
                <a:spcPct val="0"/>
              </a:spcAft>
              <a:defRPr kumimoji="1" sz="2000">
                <a:solidFill>
                  <a:schemeClr val="tx2"/>
                </a:solidFill>
                <a:latin typeface="游明朝" panose="02020400000000000000" pitchFamily="18" charset="-128"/>
                <a:ea typeface="游明朝" panose="02020400000000000000" pitchFamily="18" charset="-128"/>
                <a:cs typeface="+mj-cs"/>
              </a:defRPr>
            </a:lvl1pPr>
            <a:lvl2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2pPr>
            <a:lvl3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3pPr>
            <a:lvl4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4pPr>
            <a:lvl5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5pPr>
            <a:lvl6pPr marL="4572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6pPr>
            <a:lvl7pPr marL="9144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7pPr>
            <a:lvl8pPr marL="13716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8pPr>
            <a:lvl9pPr marL="18288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9pPr>
          </a:lstStyle>
          <a:p>
            <a:pPr algn="l">
              <a:lnSpc>
                <a:spcPct val="100000"/>
              </a:lnSpc>
            </a:pPr>
            <a:r>
              <a:rPr lang="ja-JP" altLang="en-US" sz="3000" dirty="0">
                <a:solidFill>
                  <a:schemeClr val="tx1"/>
                </a:solidFill>
                <a:latin typeface="メイリオ" panose="020B0604030504040204" pitchFamily="50" charset="-128"/>
                <a:ea typeface="メイリオ" panose="020B0604030504040204" pitchFamily="50" charset="-128"/>
              </a:rPr>
              <a:t>ゾーンシフト機能（</a:t>
            </a:r>
            <a:r>
              <a:rPr lang="en-US" altLang="ja-JP" sz="3000" dirty="0">
                <a:solidFill>
                  <a:schemeClr val="tx1"/>
                </a:solidFill>
                <a:latin typeface="メイリオ" panose="020B0604030504040204" pitchFamily="50" charset="-128"/>
                <a:ea typeface="メイリオ" panose="020B0604030504040204" pitchFamily="50" charset="-128"/>
              </a:rPr>
              <a:t>ALB/NLB</a:t>
            </a:r>
            <a:r>
              <a:rPr lang="ja-JP" altLang="en-US" sz="3000" dirty="0">
                <a:solidFill>
                  <a:schemeClr val="tx1"/>
                </a:solidFill>
                <a:latin typeface="メイリオ" panose="020B0604030504040204" pitchFamily="50" charset="-128"/>
                <a:ea typeface="メイリオ" panose="020B0604030504040204" pitchFamily="50" charset="-128"/>
              </a:rPr>
              <a:t>）</a:t>
            </a:r>
            <a:endParaRPr lang="en-US" altLang="ja-JP" sz="3000" dirty="0">
              <a:solidFill>
                <a:schemeClr val="tx1"/>
              </a:solidFill>
              <a:latin typeface="メイリオ" panose="020B0604030504040204" pitchFamily="50" charset="-128"/>
              <a:ea typeface="メイリオ" panose="020B0604030504040204" pitchFamily="50" charset="-128"/>
            </a:endParaRPr>
          </a:p>
        </p:txBody>
      </p:sp>
      <p:sp>
        <p:nvSpPr>
          <p:cNvPr id="5" name="コンテンツ プレースホルダー 2">
            <a:extLst>
              <a:ext uri="{FF2B5EF4-FFF2-40B4-BE49-F238E27FC236}">
                <a16:creationId xmlns:a16="http://schemas.microsoft.com/office/drawing/2014/main" id="{4223C7E6-23C7-4433-B315-D26905B0474C}"/>
              </a:ext>
            </a:extLst>
          </p:cNvPr>
          <p:cNvSpPr txBox="1">
            <a:spLocks/>
          </p:cNvSpPr>
          <p:nvPr/>
        </p:nvSpPr>
        <p:spPr>
          <a:xfrm>
            <a:off x="631222" y="799401"/>
            <a:ext cx="8858282" cy="325343"/>
          </a:xfrm>
          <a:prstGeom prst="rect">
            <a:avLst/>
          </a:prstGeom>
        </p:spPr>
        <p:txBody>
          <a:bodyPr vert="horz" lIns="74295" tIns="37148" rIns="74295" bIns="37148" rtlCol="0">
            <a:noAutofit/>
          </a:bodyPr>
          <a:lstStyle>
            <a:lvl1pPr marL="228600" indent="-228600" algn="l" defTabSz="914400" rtl="0" eaLnBrk="1" latinLnBrk="0" hangingPunct="1">
              <a:lnSpc>
                <a:spcPct val="90000"/>
              </a:lnSpc>
              <a:spcBef>
                <a:spcPts val="1000"/>
              </a:spcBef>
              <a:buFont typeface="Wingdings 2" pitchFamily="18" charset="2"/>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2" pitchFamily="18" charset="2"/>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2" pitchFamily="18" charset="2"/>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5pPr>
            <a:lvl6pPr marL="25146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6pPr>
            <a:lvl7pPr marL="29718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7pPr>
            <a:lvl8pPr marL="34290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8pPr>
            <a:lvl9pPr marL="38862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9pPr>
          </a:lstStyle>
          <a:p>
            <a:pPr marL="0" indent="0">
              <a:buNone/>
            </a:pPr>
            <a:r>
              <a:rPr lang="ja-JP" altLang="en-US" sz="2400" kern="0" dirty="0">
                <a:solidFill>
                  <a:srgbClr val="002060"/>
                </a:solidFill>
                <a:latin typeface="メイリオ" panose="020B0604030504040204" pitchFamily="50" charset="-128"/>
                <a:ea typeface="メイリオ" panose="020B0604030504040204" pitchFamily="50" charset="-128"/>
              </a:rPr>
              <a:t>単一ゾーン障害が発生した際に、別の</a:t>
            </a:r>
            <a:r>
              <a:rPr lang="en-US" altLang="ja-JP" sz="2400" kern="0" dirty="0">
                <a:solidFill>
                  <a:srgbClr val="002060"/>
                </a:solidFill>
                <a:latin typeface="メイリオ" panose="020B0604030504040204" pitchFamily="50" charset="-128"/>
                <a:ea typeface="メイリオ" panose="020B0604030504040204" pitchFamily="50" charset="-128"/>
              </a:rPr>
              <a:t>AZ</a:t>
            </a:r>
            <a:r>
              <a:rPr lang="ja-JP" altLang="en-US" sz="2400" kern="0" dirty="0">
                <a:solidFill>
                  <a:srgbClr val="002060"/>
                </a:solidFill>
                <a:latin typeface="メイリオ" panose="020B0604030504040204" pitchFamily="50" charset="-128"/>
                <a:ea typeface="メイリオ" panose="020B0604030504040204" pitchFamily="50" charset="-128"/>
              </a:rPr>
              <a:t>にトラフィックをシフトさせる機能。クロスゾーン負荷分散無効時の利用を推奨</a:t>
            </a:r>
            <a:endParaRPr lang="en-US" altLang="ja-JP" sz="2400" kern="0" dirty="0">
              <a:solidFill>
                <a:srgbClr val="002060"/>
              </a:solidFill>
              <a:latin typeface="メイリオ" panose="020B0604030504040204" pitchFamily="50" charset="-128"/>
              <a:ea typeface="メイリオ" panose="020B0604030504040204" pitchFamily="50" charset="-128"/>
            </a:endParaRPr>
          </a:p>
        </p:txBody>
      </p:sp>
      <p:sp>
        <p:nvSpPr>
          <p:cNvPr id="18" name="テキスト ボックス 17">
            <a:extLst>
              <a:ext uri="{FF2B5EF4-FFF2-40B4-BE49-F238E27FC236}">
                <a16:creationId xmlns:a16="http://schemas.microsoft.com/office/drawing/2014/main" id="{EAC8AA96-3FAB-3BC9-2FA4-8BCF70F54D1F}"/>
              </a:ext>
            </a:extLst>
          </p:cNvPr>
          <p:cNvSpPr txBox="1"/>
          <p:nvPr/>
        </p:nvSpPr>
        <p:spPr>
          <a:xfrm>
            <a:off x="1162758" y="6351068"/>
            <a:ext cx="461986" cy="338554"/>
          </a:xfrm>
          <a:prstGeom prst="rect">
            <a:avLst/>
          </a:prstGeom>
          <a:noFill/>
        </p:spPr>
        <p:txBody>
          <a:bodyPr wrap="none" rtlCol="0">
            <a:spAutoFit/>
          </a:bodyPr>
          <a:lstStyle/>
          <a:p>
            <a:pPr algn="ctr"/>
            <a:r>
              <a:rPr kumimoji="1" lang="en-US" altLang="ja-JP" b="1" dirty="0">
                <a:solidFill>
                  <a:schemeClr val="bg1"/>
                </a:solidFill>
                <a:latin typeface="メイリオ" panose="020B0604030504040204" pitchFamily="50" charset="-128"/>
                <a:ea typeface="メイリオ" panose="020B0604030504040204" pitchFamily="50" charset="-128"/>
              </a:rPr>
              <a:t>S3</a:t>
            </a:r>
          </a:p>
        </p:txBody>
      </p:sp>
      <p:sp>
        <p:nvSpPr>
          <p:cNvPr id="39" name="正方形/長方形 38">
            <a:extLst>
              <a:ext uri="{FF2B5EF4-FFF2-40B4-BE49-F238E27FC236}">
                <a16:creationId xmlns:a16="http://schemas.microsoft.com/office/drawing/2014/main" id="{7EA67D7E-AB23-FB23-40B5-DA0473CDFA8A}"/>
              </a:ext>
            </a:extLst>
          </p:cNvPr>
          <p:cNvSpPr/>
          <p:nvPr/>
        </p:nvSpPr>
        <p:spPr>
          <a:xfrm>
            <a:off x="848544" y="1901385"/>
            <a:ext cx="4953000" cy="338554"/>
          </a:xfrm>
          <a:prstGeom prst="rect">
            <a:avLst/>
          </a:prstGeom>
        </p:spPr>
        <p:txBody>
          <a:bodyPr>
            <a:spAutoFit/>
          </a:bodyPr>
          <a:lstStyle/>
          <a:p>
            <a:endParaRPr lang="ja-JP" altLang="en-US" dirty="0"/>
          </a:p>
        </p:txBody>
      </p:sp>
      <p:sp>
        <p:nvSpPr>
          <p:cNvPr id="40" name="正方形/長方形 39">
            <a:extLst>
              <a:ext uri="{FF2B5EF4-FFF2-40B4-BE49-F238E27FC236}">
                <a16:creationId xmlns:a16="http://schemas.microsoft.com/office/drawing/2014/main" id="{E45A98B7-8D8B-7BAC-7093-83363BFAEF6B}"/>
              </a:ext>
            </a:extLst>
          </p:cNvPr>
          <p:cNvSpPr/>
          <p:nvPr/>
        </p:nvSpPr>
        <p:spPr>
          <a:xfrm>
            <a:off x="4536504" y="1859340"/>
            <a:ext cx="4953000" cy="338554"/>
          </a:xfrm>
          <a:prstGeom prst="rect">
            <a:avLst/>
          </a:prstGeom>
        </p:spPr>
        <p:txBody>
          <a:bodyPr>
            <a:spAutoFit/>
          </a:bodyPr>
          <a:lstStyle/>
          <a:p>
            <a:endParaRPr lang="ja-JP" altLang="en-US" dirty="0"/>
          </a:p>
        </p:txBody>
      </p:sp>
      <p:sp>
        <p:nvSpPr>
          <p:cNvPr id="41" name="四角形: 角を丸くする 40">
            <a:extLst>
              <a:ext uri="{FF2B5EF4-FFF2-40B4-BE49-F238E27FC236}">
                <a16:creationId xmlns:a16="http://schemas.microsoft.com/office/drawing/2014/main" id="{98086FC1-427A-36EB-7D8B-4397C525D5C3}"/>
              </a:ext>
            </a:extLst>
          </p:cNvPr>
          <p:cNvSpPr/>
          <p:nvPr/>
        </p:nvSpPr>
        <p:spPr bwMode="auto">
          <a:xfrm>
            <a:off x="1018592" y="1870087"/>
            <a:ext cx="8208912" cy="3907009"/>
          </a:xfrm>
          <a:prstGeom prst="roundRect">
            <a:avLst/>
          </a:prstGeom>
          <a:solidFill>
            <a:schemeClr val="bg1"/>
          </a:solidFill>
          <a:ln w="12700" cap="flat" cmpd="sng" algn="ctr">
            <a:solidFill>
              <a:srgbClr val="F0861E"/>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ja-JP" altLang="en-US" sz="1400" b="0" i="0" u="none" strike="noStrike" cap="none" normalizeH="0" baseline="0">
              <a:ln>
                <a:noFill/>
              </a:ln>
              <a:solidFill>
                <a:schemeClr val="tx1"/>
              </a:solidFill>
              <a:effectLst/>
              <a:latin typeface="ＭＳ Ｐゴシック" pitchFamily="50" charset="-128"/>
              <a:ea typeface="ＭＳ Ｐゴシック" pitchFamily="50" charset="-128"/>
            </a:endParaRPr>
          </a:p>
        </p:txBody>
      </p:sp>
      <p:sp>
        <p:nvSpPr>
          <p:cNvPr id="42" name="正方形/長方形 41">
            <a:extLst>
              <a:ext uri="{FF2B5EF4-FFF2-40B4-BE49-F238E27FC236}">
                <a16:creationId xmlns:a16="http://schemas.microsoft.com/office/drawing/2014/main" id="{4026A400-2E9B-5383-473E-C7C684C6F56A}"/>
              </a:ext>
            </a:extLst>
          </p:cNvPr>
          <p:cNvSpPr/>
          <p:nvPr/>
        </p:nvSpPr>
        <p:spPr bwMode="auto">
          <a:xfrm>
            <a:off x="5306178" y="2374143"/>
            <a:ext cx="3256634" cy="3344551"/>
          </a:xfrm>
          <a:prstGeom prst="rect">
            <a:avLst/>
          </a:prstGeom>
          <a:solidFill>
            <a:srgbClr val="FFC000"/>
          </a:solidFill>
          <a:ln w="12700" cap="flat" cmpd="sng" algn="ctr">
            <a:no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altLang="ja-JP" sz="1400" b="1" dirty="0">
                <a:solidFill>
                  <a:schemeClr val="bg1"/>
                </a:solidFill>
                <a:latin typeface="メイリオ" panose="020B0604030504040204" pitchFamily="50" charset="-128"/>
                <a:ea typeface="メイリオ" panose="020B0604030504040204" pitchFamily="50" charset="-128"/>
              </a:rPr>
              <a:t>AZ</a:t>
            </a:r>
            <a:endParaRPr kumimoji="1" lang="ja-JP" altLang="en-US" sz="1400" b="1"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endParaRPr>
          </a:p>
        </p:txBody>
      </p:sp>
      <p:sp>
        <p:nvSpPr>
          <p:cNvPr id="43" name="正方形/長方形 42">
            <a:extLst>
              <a:ext uri="{FF2B5EF4-FFF2-40B4-BE49-F238E27FC236}">
                <a16:creationId xmlns:a16="http://schemas.microsoft.com/office/drawing/2014/main" id="{3778A587-715C-1637-6DF7-B84B6C1D300F}"/>
              </a:ext>
            </a:extLst>
          </p:cNvPr>
          <p:cNvSpPr/>
          <p:nvPr/>
        </p:nvSpPr>
        <p:spPr bwMode="auto">
          <a:xfrm>
            <a:off x="1563789" y="2374143"/>
            <a:ext cx="3256634" cy="3344551"/>
          </a:xfrm>
          <a:prstGeom prst="rect">
            <a:avLst/>
          </a:prstGeom>
          <a:solidFill>
            <a:srgbClr val="FFC000"/>
          </a:solidFill>
          <a:ln w="12700" cap="flat" cmpd="sng" algn="ctr">
            <a:no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altLang="ja-JP" sz="1400" b="1" dirty="0">
                <a:solidFill>
                  <a:schemeClr val="bg1"/>
                </a:solidFill>
                <a:latin typeface="メイリオ" panose="020B0604030504040204" pitchFamily="50" charset="-128"/>
                <a:ea typeface="メイリオ" panose="020B0604030504040204" pitchFamily="50" charset="-128"/>
              </a:rPr>
              <a:t>AZ</a:t>
            </a:r>
            <a:endParaRPr kumimoji="1" lang="ja-JP" altLang="en-US" sz="1400" b="1"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endParaRPr>
          </a:p>
        </p:txBody>
      </p:sp>
      <p:pic>
        <p:nvPicPr>
          <p:cNvPr id="44" name="Picture 2" descr="ãVPC ã¢ã¤ã³ã³ãã®ç»åæ¤ç´¢çµæ">
            <a:extLst>
              <a:ext uri="{FF2B5EF4-FFF2-40B4-BE49-F238E27FC236}">
                <a16:creationId xmlns:a16="http://schemas.microsoft.com/office/drawing/2014/main" id="{D6AEA633-DF44-9294-22E2-E8F2820B758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39343" y="1541497"/>
            <a:ext cx="838961" cy="832646"/>
          </a:xfrm>
          <a:prstGeom prst="rect">
            <a:avLst/>
          </a:prstGeom>
          <a:noFill/>
          <a:extLst>
            <a:ext uri="{909E8E84-426E-40DD-AFC4-6F175D3DCCD1}">
              <a14:hiddenFill xmlns:a14="http://schemas.microsoft.com/office/drawing/2010/main">
                <a:solidFill>
                  <a:srgbClr val="FFFFFF"/>
                </a:solidFill>
              </a14:hiddenFill>
            </a:ext>
          </a:extLst>
        </p:spPr>
      </p:pic>
      <p:sp>
        <p:nvSpPr>
          <p:cNvPr id="45" name="コンテンツ プレースホルダー 2">
            <a:extLst>
              <a:ext uri="{FF2B5EF4-FFF2-40B4-BE49-F238E27FC236}">
                <a16:creationId xmlns:a16="http://schemas.microsoft.com/office/drawing/2014/main" id="{E9F7ED7A-1B7B-A728-0F35-D6E5294C7011}"/>
              </a:ext>
            </a:extLst>
          </p:cNvPr>
          <p:cNvSpPr txBox="1">
            <a:spLocks/>
          </p:cNvSpPr>
          <p:nvPr/>
        </p:nvSpPr>
        <p:spPr>
          <a:xfrm>
            <a:off x="1954696" y="1988087"/>
            <a:ext cx="2033449" cy="289386"/>
          </a:xfrm>
          <a:prstGeom prst="rect">
            <a:avLst/>
          </a:prstGeom>
        </p:spPr>
        <p:txBody>
          <a:bodyPr vert="horz" lIns="74295" tIns="37148" rIns="74295" bIns="37148" rtlCol="0">
            <a:noAutofit/>
          </a:bodyPr>
          <a:lstStyle>
            <a:lvl1pPr marL="228600" indent="-228600" algn="l" defTabSz="914400" rtl="0" eaLnBrk="1" latinLnBrk="0" hangingPunct="1">
              <a:lnSpc>
                <a:spcPct val="90000"/>
              </a:lnSpc>
              <a:spcBef>
                <a:spcPts val="1000"/>
              </a:spcBef>
              <a:buFont typeface="Wingdings 2" pitchFamily="18" charset="2"/>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2" pitchFamily="18" charset="2"/>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2" pitchFamily="18" charset="2"/>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5pPr>
            <a:lvl6pPr marL="25146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6pPr>
            <a:lvl7pPr marL="29718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7pPr>
            <a:lvl8pPr marL="34290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8pPr>
            <a:lvl9pPr marL="38862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9pPr>
          </a:lstStyle>
          <a:p>
            <a:pPr marL="0" indent="0">
              <a:buNone/>
            </a:pPr>
            <a:r>
              <a:rPr lang="en-US" altLang="ja-JP" sz="1400" dirty="0">
                <a:solidFill>
                  <a:srgbClr val="FF0000"/>
                </a:solidFill>
                <a:latin typeface="メイリオ" panose="020B0604030504040204" pitchFamily="50" charset="-128"/>
                <a:ea typeface="メイリオ" panose="020B0604030504040204" pitchFamily="50" charset="-128"/>
              </a:rPr>
              <a:t>10.0.0.0/16</a:t>
            </a:r>
          </a:p>
        </p:txBody>
      </p:sp>
      <p:sp>
        <p:nvSpPr>
          <p:cNvPr id="46" name="四角形: 角を丸くする 45">
            <a:extLst>
              <a:ext uri="{FF2B5EF4-FFF2-40B4-BE49-F238E27FC236}">
                <a16:creationId xmlns:a16="http://schemas.microsoft.com/office/drawing/2014/main" id="{8B33899C-C991-E879-081C-745AEA6DA834}"/>
              </a:ext>
            </a:extLst>
          </p:cNvPr>
          <p:cNvSpPr/>
          <p:nvPr/>
        </p:nvSpPr>
        <p:spPr bwMode="auto">
          <a:xfrm>
            <a:off x="1954696" y="2842334"/>
            <a:ext cx="2387812" cy="2602889"/>
          </a:xfrm>
          <a:prstGeom prst="roundRect">
            <a:avLst/>
          </a:prstGeom>
          <a:solidFill>
            <a:schemeClr val="bg1"/>
          </a:solidFill>
          <a:ln w="12700" cap="flat" cmpd="sng" algn="ctr">
            <a:solidFill>
              <a:srgbClr val="F0861E"/>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kumimoji="1" lang="ja-JP" altLang="en-US" sz="1400" b="1"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rPr>
              <a:t>パブリックサブネット</a:t>
            </a:r>
            <a:r>
              <a:rPr kumimoji="1" lang="en-US" altLang="ja-JP" sz="1400" b="0"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rPr>
              <a:t>10.0</a:t>
            </a:r>
            <a:r>
              <a:rPr lang="en-US" altLang="ja-JP" sz="1400" dirty="0">
                <a:solidFill>
                  <a:srgbClr val="FF0000"/>
                </a:solidFill>
                <a:latin typeface="メイリオ" panose="020B0604030504040204" pitchFamily="50" charset="-128"/>
                <a:ea typeface="メイリオ" panose="020B0604030504040204" pitchFamily="50" charset="-128"/>
              </a:rPr>
              <a:t>.0</a:t>
            </a:r>
            <a:r>
              <a:rPr kumimoji="1" lang="en-US" altLang="ja-JP" sz="1400" b="0"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rPr>
              <a:t>.0</a:t>
            </a:r>
            <a:r>
              <a:rPr lang="en-US" altLang="ja-JP" sz="1400" dirty="0">
                <a:solidFill>
                  <a:srgbClr val="FF0000"/>
                </a:solidFill>
                <a:latin typeface="メイリオ" panose="020B0604030504040204" pitchFamily="50" charset="-128"/>
                <a:ea typeface="メイリオ" panose="020B0604030504040204" pitchFamily="50" charset="-128"/>
              </a:rPr>
              <a:t>/24	</a:t>
            </a:r>
            <a:endParaRPr kumimoji="1" lang="ja-JP" altLang="en-US" sz="1400" b="0"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endParaRPr>
          </a:p>
        </p:txBody>
      </p:sp>
      <p:pic>
        <p:nvPicPr>
          <p:cNvPr id="47" name="図 46" descr="音楽 が含まれている画像&#10;&#10;自動的に生成された説明">
            <a:extLst>
              <a:ext uri="{FF2B5EF4-FFF2-40B4-BE49-F238E27FC236}">
                <a16:creationId xmlns:a16="http://schemas.microsoft.com/office/drawing/2014/main" id="{41F5F1B9-7684-B016-A001-811138FCCC3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894995" y="3756035"/>
            <a:ext cx="571869" cy="681077"/>
          </a:xfrm>
          <a:prstGeom prst="rect">
            <a:avLst/>
          </a:prstGeom>
        </p:spPr>
      </p:pic>
      <p:sp>
        <p:nvSpPr>
          <p:cNvPr id="48" name="テキスト ボックス 47">
            <a:extLst>
              <a:ext uri="{FF2B5EF4-FFF2-40B4-BE49-F238E27FC236}">
                <a16:creationId xmlns:a16="http://schemas.microsoft.com/office/drawing/2014/main" id="{3B757F84-887E-8E70-F6AE-589812C7BE1D}"/>
              </a:ext>
            </a:extLst>
          </p:cNvPr>
          <p:cNvSpPr txBox="1"/>
          <p:nvPr/>
        </p:nvSpPr>
        <p:spPr>
          <a:xfrm>
            <a:off x="2918186" y="4056712"/>
            <a:ext cx="495649" cy="276999"/>
          </a:xfrm>
          <a:prstGeom prst="rect">
            <a:avLst/>
          </a:prstGeom>
          <a:noFill/>
        </p:spPr>
        <p:txBody>
          <a:bodyPr wrap="none" rtlCol="0">
            <a:spAutoFit/>
          </a:bodyPr>
          <a:lstStyle/>
          <a:p>
            <a:pPr algn="ctr"/>
            <a:r>
              <a:rPr kumimoji="1" lang="en-US" altLang="ja-JP" sz="1200" b="1" dirty="0">
                <a:solidFill>
                  <a:schemeClr val="bg1"/>
                </a:solidFill>
                <a:latin typeface="メイリオ" panose="020B0604030504040204" pitchFamily="50" charset="-128"/>
                <a:ea typeface="メイリオ" panose="020B0604030504040204" pitchFamily="50" charset="-128"/>
              </a:rPr>
              <a:t>EC2</a:t>
            </a:r>
          </a:p>
        </p:txBody>
      </p:sp>
      <p:cxnSp>
        <p:nvCxnSpPr>
          <p:cNvPr id="49" name="コネクタ: カギ線 48">
            <a:extLst>
              <a:ext uri="{FF2B5EF4-FFF2-40B4-BE49-F238E27FC236}">
                <a16:creationId xmlns:a16="http://schemas.microsoft.com/office/drawing/2014/main" id="{71C3A8D7-7E8A-13A3-A571-713FA18A6B3E}"/>
              </a:ext>
            </a:extLst>
          </p:cNvPr>
          <p:cNvCxnSpPr>
            <a:cxnSpLocks/>
            <a:stCxn id="51" idx="2"/>
            <a:endCxn id="47" idx="0"/>
          </p:cNvCxnSpPr>
          <p:nvPr/>
        </p:nvCxnSpPr>
        <p:spPr bwMode="auto">
          <a:xfrm rot="5400000">
            <a:off x="3530720" y="2201698"/>
            <a:ext cx="1204547" cy="1904126"/>
          </a:xfrm>
          <a:prstGeom prst="bentConnector3">
            <a:avLst>
              <a:gd name="adj1" fmla="val 50000"/>
            </a:avLst>
          </a:prstGeom>
          <a:noFill/>
          <a:ln w="31750" cap="flat" cmpd="sng" algn="ctr">
            <a:solidFill>
              <a:srgbClr val="FF0000"/>
            </a:solidFill>
            <a:prstDash val="solid"/>
            <a:round/>
            <a:headEnd type="none" w="med" len="med"/>
            <a:tailEnd type="triangle"/>
          </a:ln>
          <a:effectLst/>
        </p:spPr>
      </p:cxnSp>
      <p:sp>
        <p:nvSpPr>
          <p:cNvPr id="50" name="テキスト ボックス 49">
            <a:extLst>
              <a:ext uri="{FF2B5EF4-FFF2-40B4-BE49-F238E27FC236}">
                <a16:creationId xmlns:a16="http://schemas.microsoft.com/office/drawing/2014/main" id="{AFEF2258-9EA3-91EC-3945-730481051319}"/>
              </a:ext>
            </a:extLst>
          </p:cNvPr>
          <p:cNvSpPr txBox="1"/>
          <p:nvPr/>
        </p:nvSpPr>
        <p:spPr>
          <a:xfrm>
            <a:off x="5023478" y="2477196"/>
            <a:ext cx="439544" cy="246221"/>
          </a:xfrm>
          <a:prstGeom prst="rect">
            <a:avLst/>
          </a:prstGeom>
          <a:noFill/>
        </p:spPr>
        <p:txBody>
          <a:bodyPr wrap="none" rtlCol="0">
            <a:spAutoFit/>
          </a:bodyPr>
          <a:lstStyle/>
          <a:p>
            <a:pPr algn="ctr"/>
            <a:r>
              <a:rPr kumimoji="1" lang="en-US" altLang="ja-JP" sz="1000" b="1" dirty="0">
                <a:latin typeface="メイリオ" panose="020B0604030504040204" pitchFamily="50" charset="-128"/>
                <a:ea typeface="メイリオ" panose="020B0604030504040204" pitchFamily="50" charset="-128"/>
              </a:rPr>
              <a:t>ELB</a:t>
            </a:r>
            <a:endParaRPr lang="en-US" altLang="ja-JP" sz="1000" b="1" dirty="0">
              <a:latin typeface="メイリオ" panose="020B0604030504040204" pitchFamily="50" charset="-128"/>
              <a:ea typeface="メイリオ" panose="020B0604030504040204" pitchFamily="50" charset="-128"/>
            </a:endParaRPr>
          </a:p>
        </p:txBody>
      </p:sp>
      <p:pic>
        <p:nvPicPr>
          <p:cNvPr id="51" name="図 50">
            <a:extLst>
              <a:ext uri="{FF2B5EF4-FFF2-40B4-BE49-F238E27FC236}">
                <a16:creationId xmlns:a16="http://schemas.microsoft.com/office/drawing/2014/main" id="{73E256E5-3416-AEF4-8AA5-2A76F0E6CBC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828765" y="2014103"/>
            <a:ext cx="512582" cy="537385"/>
          </a:xfrm>
          <a:prstGeom prst="rect">
            <a:avLst/>
          </a:prstGeom>
        </p:spPr>
      </p:pic>
      <p:sp>
        <p:nvSpPr>
          <p:cNvPr id="52" name="四角形: 角を丸くする 51">
            <a:extLst>
              <a:ext uri="{FF2B5EF4-FFF2-40B4-BE49-F238E27FC236}">
                <a16:creationId xmlns:a16="http://schemas.microsoft.com/office/drawing/2014/main" id="{C2EDBFE3-095A-2EE6-37EF-F1F6966C0D38}"/>
              </a:ext>
            </a:extLst>
          </p:cNvPr>
          <p:cNvSpPr/>
          <p:nvPr/>
        </p:nvSpPr>
        <p:spPr bwMode="auto">
          <a:xfrm>
            <a:off x="5785755" y="2842334"/>
            <a:ext cx="2387812" cy="2602889"/>
          </a:xfrm>
          <a:prstGeom prst="roundRect">
            <a:avLst/>
          </a:prstGeom>
          <a:solidFill>
            <a:schemeClr val="bg1"/>
          </a:solidFill>
          <a:ln w="12700" cap="flat" cmpd="sng" algn="ctr">
            <a:solidFill>
              <a:srgbClr val="F0861E"/>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kumimoji="1" lang="ja-JP" altLang="en-US" sz="1400" b="1"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rPr>
              <a:t>パブリックサブネット</a:t>
            </a:r>
            <a:r>
              <a:rPr kumimoji="1" lang="en-US" altLang="ja-JP" sz="1400" b="0"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rPr>
              <a:t>10.0</a:t>
            </a:r>
            <a:r>
              <a:rPr lang="en-US" altLang="ja-JP" sz="1400" dirty="0">
                <a:solidFill>
                  <a:srgbClr val="FF0000"/>
                </a:solidFill>
                <a:latin typeface="メイリオ" panose="020B0604030504040204" pitchFamily="50" charset="-128"/>
                <a:ea typeface="メイリオ" panose="020B0604030504040204" pitchFamily="50" charset="-128"/>
              </a:rPr>
              <a:t>.1</a:t>
            </a:r>
            <a:r>
              <a:rPr kumimoji="1" lang="en-US" altLang="ja-JP" sz="1400" b="0"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rPr>
              <a:t>.0</a:t>
            </a:r>
            <a:r>
              <a:rPr lang="en-US" altLang="ja-JP" sz="1400" dirty="0">
                <a:solidFill>
                  <a:srgbClr val="FF0000"/>
                </a:solidFill>
                <a:latin typeface="メイリオ" panose="020B0604030504040204" pitchFamily="50" charset="-128"/>
                <a:ea typeface="メイリオ" panose="020B0604030504040204" pitchFamily="50" charset="-128"/>
              </a:rPr>
              <a:t>/24	</a:t>
            </a:r>
            <a:endParaRPr kumimoji="1" lang="ja-JP" altLang="en-US" sz="1400" b="0"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endParaRPr>
          </a:p>
        </p:txBody>
      </p:sp>
      <p:pic>
        <p:nvPicPr>
          <p:cNvPr id="53" name="図 52" descr="音楽 が含まれている画像&#10;&#10;自動的に生成された説明">
            <a:extLst>
              <a:ext uri="{FF2B5EF4-FFF2-40B4-BE49-F238E27FC236}">
                <a16:creationId xmlns:a16="http://schemas.microsoft.com/office/drawing/2014/main" id="{0A397446-FC17-BCBC-1993-CB4526DE5DE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689554" y="3749498"/>
            <a:ext cx="571869" cy="681077"/>
          </a:xfrm>
          <a:prstGeom prst="rect">
            <a:avLst/>
          </a:prstGeom>
        </p:spPr>
      </p:pic>
      <p:sp>
        <p:nvSpPr>
          <p:cNvPr id="54" name="テキスト ボックス 53">
            <a:extLst>
              <a:ext uri="{FF2B5EF4-FFF2-40B4-BE49-F238E27FC236}">
                <a16:creationId xmlns:a16="http://schemas.microsoft.com/office/drawing/2014/main" id="{551B3929-0FD1-4B6F-17A4-5D9DFF63138B}"/>
              </a:ext>
            </a:extLst>
          </p:cNvPr>
          <p:cNvSpPr txBox="1"/>
          <p:nvPr/>
        </p:nvSpPr>
        <p:spPr>
          <a:xfrm>
            <a:off x="6712745" y="4050175"/>
            <a:ext cx="495649" cy="276999"/>
          </a:xfrm>
          <a:prstGeom prst="rect">
            <a:avLst/>
          </a:prstGeom>
          <a:noFill/>
        </p:spPr>
        <p:txBody>
          <a:bodyPr wrap="none" rtlCol="0">
            <a:spAutoFit/>
          </a:bodyPr>
          <a:lstStyle/>
          <a:p>
            <a:pPr algn="ctr"/>
            <a:r>
              <a:rPr kumimoji="1" lang="en-US" altLang="ja-JP" sz="1200" b="1" dirty="0">
                <a:solidFill>
                  <a:schemeClr val="bg1"/>
                </a:solidFill>
                <a:latin typeface="メイリオ" panose="020B0604030504040204" pitchFamily="50" charset="-128"/>
                <a:ea typeface="メイリオ" panose="020B0604030504040204" pitchFamily="50" charset="-128"/>
              </a:rPr>
              <a:t>EC2</a:t>
            </a:r>
          </a:p>
        </p:txBody>
      </p:sp>
      <p:pic>
        <p:nvPicPr>
          <p:cNvPr id="56" name="図 55" descr="音楽 が含まれている画像&#10;&#10;自動的に生成された説明">
            <a:extLst>
              <a:ext uri="{FF2B5EF4-FFF2-40B4-BE49-F238E27FC236}">
                <a16:creationId xmlns:a16="http://schemas.microsoft.com/office/drawing/2014/main" id="{1A9E7E1C-8324-005E-58D0-5D70EA06373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589043" y="3756035"/>
            <a:ext cx="571869" cy="681077"/>
          </a:xfrm>
          <a:prstGeom prst="rect">
            <a:avLst/>
          </a:prstGeom>
        </p:spPr>
      </p:pic>
      <p:sp>
        <p:nvSpPr>
          <p:cNvPr id="57" name="テキスト ボックス 56">
            <a:extLst>
              <a:ext uri="{FF2B5EF4-FFF2-40B4-BE49-F238E27FC236}">
                <a16:creationId xmlns:a16="http://schemas.microsoft.com/office/drawing/2014/main" id="{BBD7A4AB-B14E-EF00-1B7D-2A4A56F5987F}"/>
              </a:ext>
            </a:extLst>
          </p:cNvPr>
          <p:cNvSpPr txBox="1"/>
          <p:nvPr/>
        </p:nvSpPr>
        <p:spPr>
          <a:xfrm>
            <a:off x="3612234" y="4056712"/>
            <a:ext cx="495649" cy="276999"/>
          </a:xfrm>
          <a:prstGeom prst="rect">
            <a:avLst/>
          </a:prstGeom>
          <a:noFill/>
        </p:spPr>
        <p:txBody>
          <a:bodyPr wrap="none" rtlCol="0">
            <a:spAutoFit/>
          </a:bodyPr>
          <a:lstStyle/>
          <a:p>
            <a:pPr algn="ctr"/>
            <a:r>
              <a:rPr kumimoji="1" lang="en-US" altLang="ja-JP" sz="1200" b="1" dirty="0">
                <a:solidFill>
                  <a:schemeClr val="bg1"/>
                </a:solidFill>
                <a:latin typeface="メイリオ" panose="020B0604030504040204" pitchFamily="50" charset="-128"/>
                <a:ea typeface="メイリオ" panose="020B0604030504040204" pitchFamily="50" charset="-128"/>
              </a:rPr>
              <a:t>EC2</a:t>
            </a:r>
          </a:p>
        </p:txBody>
      </p:sp>
      <p:pic>
        <p:nvPicPr>
          <p:cNvPr id="58" name="図 57" descr="音楽 が含まれている画像&#10;&#10;自動的に生成された説明">
            <a:extLst>
              <a:ext uri="{FF2B5EF4-FFF2-40B4-BE49-F238E27FC236}">
                <a16:creationId xmlns:a16="http://schemas.microsoft.com/office/drawing/2014/main" id="{5B7E6D2A-7B1B-6993-1D27-3AE7BDB6693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03349" y="3756035"/>
            <a:ext cx="571869" cy="681077"/>
          </a:xfrm>
          <a:prstGeom prst="rect">
            <a:avLst/>
          </a:prstGeom>
        </p:spPr>
      </p:pic>
      <p:sp>
        <p:nvSpPr>
          <p:cNvPr id="59" name="テキスト ボックス 58">
            <a:extLst>
              <a:ext uri="{FF2B5EF4-FFF2-40B4-BE49-F238E27FC236}">
                <a16:creationId xmlns:a16="http://schemas.microsoft.com/office/drawing/2014/main" id="{B1309C12-4838-F3D7-BF50-E0269988D6CF}"/>
              </a:ext>
            </a:extLst>
          </p:cNvPr>
          <p:cNvSpPr txBox="1"/>
          <p:nvPr/>
        </p:nvSpPr>
        <p:spPr>
          <a:xfrm>
            <a:off x="2226540" y="4056712"/>
            <a:ext cx="495649" cy="276999"/>
          </a:xfrm>
          <a:prstGeom prst="rect">
            <a:avLst/>
          </a:prstGeom>
          <a:noFill/>
        </p:spPr>
        <p:txBody>
          <a:bodyPr wrap="none" rtlCol="0">
            <a:spAutoFit/>
          </a:bodyPr>
          <a:lstStyle/>
          <a:p>
            <a:pPr algn="ctr"/>
            <a:r>
              <a:rPr kumimoji="1" lang="en-US" altLang="ja-JP" sz="1200" b="1" dirty="0">
                <a:solidFill>
                  <a:schemeClr val="bg1"/>
                </a:solidFill>
                <a:latin typeface="メイリオ" panose="020B0604030504040204" pitchFamily="50" charset="-128"/>
                <a:ea typeface="メイリオ" panose="020B0604030504040204" pitchFamily="50" charset="-128"/>
              </a:rPr>
              <a:t>EC2</a:t>
            </a:r>
          </a:p>
        </p:txBody>
      </p:sp>
      <p:sp>
        <p:nvSpPr>
          <p:cNvPr id="60" name="テキスト ボックス 59">
            <a:extLst>
              <a:ext uri="{FF2B5EF4-FFF2-40B4-BE49-F238E27FC236}">
                <a16:creationId xmlns:a16="http://schemas.microsoft.com/office/drawing/2014/main" id="{52C92EBA-B809-9669-B924-527776541EC4}"/>
              </a:ext>
            </a:extLst>
          </p:cNvPr>
          <p:cNvSpPr txBox="1"/>
          <p:nvPr/>
        </p:nvSpPr>
        <p:spPr>
          <a:xfrm>
            <a:off x="2217106" y="4474971"/>
            <a:ext cx="492443" cy="338554"/>
          </a:xfrm>
          <a:prstGeom prst="rect">
            <a:avLst/>
          </a:prstGeom>
          <a:noFill/>
        </p:spPr>
        <p:txBody>
          <a:bodyPr wrap="none" rtlCol="0">
            <a:spAutoFit/>
          </a:bodyPr>
          <a:lstStyle/>
          <a:p>
            <a:r>
              <a:rPr lang="en-US" altLang="ja-JP" dirty="0"/>
              <a:t>33</a:t>
            </a:r>
            <a:r>
              <a:rPr kumimoji="1" lang="en-US" altLang="ja-JP" dirty="0"/>
              <a:t>%</a:t>
            </a:r>
            <a:endParaRPr kumimoji="1" lang="ja-JP" altLang="en-US" dirty="0"/>
          </a:p>
        </p:txBody>
      </p:sp>
      <p:sp>
        <p:nvSpPr>
          <p:cNvPr id="61" name="テキスト ボックス 60">
            <a:extLst>
              <a:ext uri="{FF2B5EF4-FFF2-40B4-BE49-F238E27FC236}">
                <a16:creationId xmlns:a16="http://schemas.microsoft.com/office/drawing/2014/main" id="{E0C01301-7C23-D04F-3114-5104B40C04A3}"/>
              </a:ext>
            </a:extLst>
          </p:cNvPr>
          <p:cNvSpPr txBox="1"/>
          <p:nvPr/>
        </p:nvSpPr>
        <p:spPr>
          <a:xfrm>
            <a:off x="2914997" y="4474971"/>
            <a:ext cx="492443" cy="338554"/>
          </a:xfrm>
          <a:prstGeom prst="rect">
            <a:avLst/>
          </a:prstGeom>
          <a:noFill/>
        </p:spPr>
        <p:txBody>
          <a:bodyPr wrap="none" rtlCol="0">
            <a:spAutoFit/>
          </a:bodyPr>
          <a:lstStyle/>
          <a:p>
            <a:r>
              <a:rPr lang="en-US" altLang="ja-JP" dirty="0"/>
              <a:t>33</a:t>
            </a:r>
            <a:r>
              <a:rPr kumimoji="1" lang="en-US" altLang="ja-JP" dirty="0"/>
              <a:t>%</a:t>
            </a:r>
            <a:endParaRPr kumimoji="1" lang="ja-JP" altLang="en-US" dirty="0"/>
          </a:p>
        </p:txBody>
      </p:sp>
      <p:sp>
        <p:nvSpPr>
          <p:cNvPr id="62" name="テキスト ボックス 61">
            <a:extLst>
              <a:ext uri="{FF2B5EF4-FFF2-40B4-BE49-F238E27FC236}">
                <a16:creationId xmlns:a16="http://schemas.microsoft.com/office/drawing/2014/main" id="{585DEBF6-F36E-D502-CB24-2736316B49E7}"/>
              </a:ext>
            </a:extLst>
          </p:cNvPr>
          <p:cNvSpPr txBox="1"/>
          <p:nvPr/>
        </p:nvSpPr>
        <p:spPr>
          <a:xfrm>
            <a:off x="3676451" y="4474971"/>
            <a:ext cx="492443" cy="338554"/>
          </a:xfrm>
          <a:prstGeom prst="rect">
            <a:avLst/>
          </a:prstGeom>
          <a:noFill/>
        </p:spPr>
        <p:txBody>
          <a:bodyPr wrap="none" rtlCol="0">
            <a:spAutoFit/>
          </a:bodyPr>
          <a:lstStyle/>
          <a:p>
            <a:r>
              <a:rPr lang="en-US" altLang="ja-JP" dirty="0"/>
              <a:t>33</a:t>
            </a:r>
            <a:r>
              <a:rPr kumimoji="1" lang="en-US" altLang="ja-JP" dirty="0"/>
              <a:t>%</a:t>
            </a:r>
            <a:endParaRPr kumimoji="1" lang="ja-JP" altLang="en-US" dirty="0"/>
          </a:p>
        </p:txBody>
      </p:sp>
      <p:cxnSp>
        <p:nvCxnSpPr>
          <p:cNvPr id="64" name="コネクタ: カギ線 63">
            <a:extLst>
              <a:ext uri="{FF2B5EF4-FFF2-40B4-BE49-F238E27FC236}">
                <a16:creationId xmlns:a16="http://schemas.microsoft.com/office/drawing/2014/main" id="{237EB4F8-0C23-BC9B-189E-4602D00650BA}"/>
              </a:ext>
            </a:extLst>
          </p:cNvPr>
          <p:cNvCxnSpPr>
            <a:cxnSpLocks/>
          </p:cNvCxnSpPr>
          <p:nvPr/>
        </p:nvCxnSpPr>
        <p:spPr bwMode="auto">
          <a:xfrm rot="5400000">
            <a:off x="3184897" y="1855875"/>
            <a:ext cx="1204547" cy="2595772"/>
          </a:xfrm>
          <a:prstGeom prst="bentConnector3">
            <a:avLst>
              <a:gd name="adj1" fmla="val 50000"/>
            </a:avLst>
          </a:prstGeom>
          <a:noFill/>
          <a:ln w="31750" cap="flat" cmpd="sng" algn="ctr">
            <a:solidFill>
              <a:srgbClr val="FF0000"/>
            </a:solidFill>
            <a:prstDash val="solid"/>
            <a:round/>
            <a:headEnd type="none" w="med" len="med"/>
            <a:tailEnd type="triangle"/>
          </a:ln>
          <a:effectLst/>
        </p:spPr>
      </p:cxnSp>
      <p:cxnSp>
        <p:nvCxnSpPr>
          <p:cNvPr id="65" name="コネクタ: カギ線 64">
            <a:extLst>
              <a:ext uri="{FF2B5EF4-FFF2-40B4-BE49-F238E27FC236}">
                <a16:creationId xmlns:a16="http://schemas.microsoft.com/office/drawing/2014/main" id="{AB58D661-E09B-5B57-17DD-B89E5F9FD347}"/>
              </a:ext>
            </a:extLst>
          </p:cNvPr>
          <p:cNvCxnSpPr>
            <a:cxnSpLocks/>
          </p:cNvCxnSpPr>
          <p:nvPr/>
        </p:nvCxnSpPr>
        <p:spPr bwMode="auto">
          <a:xfrm rot="5400000">
            <a:off x="3877744" y="2548722"/>
            <a:ext cx="1204547" cy="1210078"/>
          </a:xfrm>
          <a:prstGeom prst="bentConnector3">
            <a:avLst>
              <a:gd name="adj1" fmla="val 50000"/>
            </a:avLst>
          </a:prstGeom>
          <a:noFill/>
          <a:ln w="31750" cap="flat" cmpd="sng" algn="ctr">
            <a:solidFill>
              <a:srgbClr val="FF0000"/>
            </a:solidFill>
            <a:prstDash val="solid"/>
            <a:round/>
            <a:headEnd type="none" w="med" len="med"/>
            <a:tailEnd type="triangle"/>
          </a:ln>
          <a:effectLst/>
        </p:spPr>
      </p:cxnSp>
      <p:sp>
        <p:nvSpPr>
          <p:cNvPr id="68" name="テキスト ボックス 67">
            <a:extLst>
              <a:ext uri="{FF2B5EF4-FFF2-40B4-BE49-F238E27FC236}">
                <a16:creationId xmlns:a16="http://schemas.microsoft.com/office/drawing/2014/main" id="{56661163-DD99-941A-7634-59F4301D6506}"/>
              </a:ext>
            </a:extLst>
          </p:cNvPr>
          <p:cNvSpPr txBox="1"/>
          <p:nvPr/>
        </p:nvSpPr>
        <p:spPr>
          <a:xfrm>
            <a:off x="7044437" y="3304206"/>
            <a:ext cx="2236510" cy="584775"/>
          </a:xfrm>
          <a:prstGeom prst="rect">
            <a:avLst/>
          </a:prstGeom>
          <a:noFill/>
        </p:spPr>
        <p:txBody>
          <a:bodyPr wrap="none" rtlCol="0">
            <a:spAutoFit/>
          </a:bodyPr>
          <a:lstStyle/>
          <a:p>
            <a:r>
              <a:rPr kumimoji="1" lang="ja-JP" altLang="en-US" dirty="0">
                <a:solidFill>
                  <a:srgbClr val="FF0000"/>
                </a:solidFill>
                <a:latin typeface="メイリオ" panose="020B0604030504040204" pitchFamily="50" charset="-128"/>
                <a:ea typeface="メイリオ" panose="020B0604030504040204" pitchFamily="50" charset="-128"/>
              </a:rPr>
              <a:t>レイテンシーの悪化</a:t>
            </a:r>
            <a:endParaRPr kumimoji="1" lang="en-US" altLang="ja-JP" dirty="0">
              <a:solidFill>
                <a:srgbClr val="FF0000"/>
              </a:solidFill>
              <a:latin typeface="メイリオ" panose="020B0604030504040204" pitchFamily="50" charset="-128"/>
              <a:ea typeface="メイリオ" panose="020B0604030504040204" pitchFamily="50" charset="-128"/>
            </a:endParaRPr>
          </a:p>
          <a:p>
            <a:r>
              <a:rPr lang="ja-JP" altLang="en-US" dirty="0">
                <a:solidFill>
                  <a:srgbClr val="FF0000"/>
                </a:solidFill>
                <a:latin typeface="メイリオ" panose="020B0604030504040204" pitchFamily="50" charset="-128"/>
                <a:ea typeface="メイリオ" panose="020B0604030504040204" pitchFamily="50" charset="-128"/>
              </a:rPr>
              <a:t>ヘルスチェックはパス</a:t>
            </a:r>
            <a:endParaRPr kumimoji="1" lang="ja-JP" altLang="en-US" dirty="0">
              <a:solidFill>
                <a:srgbClr val="FF0000"/>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496150496"/>
      </p:ext>
    </p:extLst>
  </p:cSld>
  <p:clrMapOvr>
    <a:masterClrMapping/>
  </p:clrMapOvr>
  <mc:AlternateContent xmlns:mc="http://schemas.openxmlformats.org/markup-compatibility/2006" xmlns:p14="http://schemas.microsoft.com/office/powerpoint/2010/main">
    <mc:Choice Requires="p14">
      <p:transition spd="slow" p14:dur="2000" advTm="59811"/>
    </mc:Choice>
    <mc:Fallback xmlns="">
      <p:transition spd="slow" advTm="59811"/>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タイトル 1">
            <a:extLst>
              <a:ext uri="{FF2B5EF4-FFF2-40B4-BE49-F238E27FC236}">
                <a16:creationId xmlns:a16="http://schemas.microsoft.com/office/drawing/2014/main" id="{48F80BE1-D063-4240-BFC7-C8D243720250}"/>
              </a:ext>
            </a:extLst>
          </p:cNvPr>
          <p:cNvSpPr txBox="1">
            <a:spLocks/>
          </p:cNvSpPr>
          <p:nvPr/>
        </p:nvSpPr>
        <p:spPr bwMode="auto">
          <a:xfrm>
            <a:off x="631222" y="201863"/>
            <a:ext cx="8642258" cy="50208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rtl="0" fontAlgn="base">
              <a:lnSpc>
                <a:spcPct val="90000"/>
              </a:lnSpc>
              <a:spcBef>
                <a:spcPct val="0"/>
              </a:spcBef>
              <a:spcAft>
                <a:spcPct val="0"/>
              </a:spcAft>
              <a:defRPr kumimoji="1" sz="2000">
                <a:solidFill>
                  <a:schemeClr val="tx2"/>
                </a:solidFill>
                <a:latin typeface="游明朝" panose="02020400000000000000" pitchFamily="18" charset="-128"/>
                <a:ea typeface="游明朝" panose="02020400000000000000" pitchFamily="18" charset="-128"/>
                <a:cs typeface="+mj-cs"/>
              </a:defRPr>
            </a:lvl1pPr>
            <a:lvl2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2pPr>
            <a:lvl3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3pPr>
            <a:lvl4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4pPr>
            <a:lvl5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5pPr>
            <a:lvl6pPr marL="4572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6pPr>
            <a:lvl7pPr marL="9144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7pPr>
            <a:lvl8pPr marL="13716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8pPr>
            <a:lvl9pPr marL="18288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9pPr>
          </a:lstStyle>
          <a:p>
            <a:pPr algn="l">
              <a:lnSpc>
                <a:spcPct val="100000"/>
              </a:lnSpc>
            </a:pPr>
            <a:r>
              <a:rPr lang="ja-JP" altLang="en-US" sz="3000" dirty="0">
                <a:latin typeface="メイリオ" panose="020B0604030504040204" pitchFamily="50" charset="-128"/>
                <a:ea typeface="メイリオ" panose="020B0604030504040204" pitchFamily="50" charset="-128"/>
              </a:rPr>
              <a:t>リスナールールの設定</a:t>
            </a:r>
            <a:endParaRPr lang="en-US" altLang="ja-JP" sz="3000" dirty="0">
              <a:solidFill>
                <a:schemeClr val="tx1"/>
              </a:solidFill>
              <a:latin typeface="メイリオ" panose="020B0604030504040204" pitchFamily="50" charset="-128"/>
              <a:ea typeface="メイリオ" panose="020B0604030504040204" pitchFamily="50" charset="-128"/>
            </a:endParaRPr>
          </a:p>
        </p:txBody>
      </p:sp>
      <p:sp>
        <p:nvSpPr>
          <p:cNvPr id="5" name="コンテンツ プレースホルダー 2">
            <a:extLst>
              <a:ext uri="{FF2B5EF4-FFF2-40B4-BE49-F238E27FC236}">
                <a16:creationId xmlns:a16="http://schemas.microsoft.com/office/drawing/2014/main" id="{4223C7E6-23C7-4433-B315-D26905B0474C}"/>
              </a:ext>
            </a:extLst>
          </p:cNvPr>
          <p:cNvSpPr txBox="1">
            <a:spLocks/>
          </p:cNvSpPr>
          <p:nvPr/>
        </p:nvSpPr>
        <p:spPr>
          <a:xfrm>
            <a:off x="631222" y="799401"/>
            <a:ext cx="8858282" cy="325343"/>
          </a:xfrm>
          <a:prstGeom prst="rect">
            <a:avLst/>
          </a:prstGeom>
        </p:spPr>
        <p:txBody>
          <a:bodyPr vert="horz" lIns="74295" tIns="37148" rIns="74295" bIns="37148" rtlCol="0">
            <a:noAutofit/>
          </a:bodyPr>
          <a:lstStyle>
            <a:lvl1pPr marL="228600" indent="-228600" algn="l" defTabSz="914400" rtl="0" eaLnBrk="1" latinLnBrk="0" hangingPunct="1">
              <a:lnSpc>
                <a:spcPct val="90000"/>
              </a:lnSpc>
              <a:spcBef>
                <a:spcPts val="1000"/>
              </a:spcBef>
              <a:buFont typeface="Wingdings 2" pitchFamily="18" charset="2"/>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2" pitchFamily="18" charset="2"/>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2" pitchFamily="18" charset="2"/>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5pPr>
            <a:lvl6pPr marL="25146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6pPr>
            <a:lvl7pPr marL="29718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7pPr>
            <a:lvl8pPr marL="34290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8pPr>
            <a:lvl9pPr marL="38862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9pPr>
          </a:lstStyle>
          <a:p>
            <a:pPr marL="0" indent="0">
              <a:buNone/>
            </a:pPr>
            <a:r>
              <a:rPr lang="en-US" altLang="ja-JP" sz="2400" dirty="0">
                <a:solidFill>
                  <a:srgbClr val="002060"/>
                </a:solidFill>
                <a:latin typeface="メイリオ" panose="020B0604030504040204" pitchFamily="50" charset="-128"/>
                <a:ea typeface="メイリオ" panose="020B0604030504040204" pitchFamily="50" charset="-128"/>
              </a:rPr>
              <a:t>ELB</a:t>
            </a:r>
            <a:r>
              <a:rPr lang="ja-JP" altLang="en-US" sz="2400" dirty="0">
                <a:solidFill>
                  <a:srgbClr val="002060"/>
                </a:solidFill>
                <a:latin typeface="メイリオ" panose="020B0604030504040204" pitchFamily="50" charset="-128"/>
                <a:ea typeface="メイリオ" panose="020B0604030504040204" pitchFamily="50" charset="-128"/>
              </a:rPr>
              <a:t>はリスナー設定によって、通信するプロトコルタイプや通信ルールを設定することができる。</a:t>
            </a:r>
            <a:endParaRPr lang="en-US" altLang="ja-JP" sz="2400" kern="0" dirty="0">
              <a:solidFill>
                <a:srgbClr val="002060"/>
              </a:solidFill>
              <a:latin typeface="メイリオ" panose="020B0604030504040204" pitchFamily="50" charset="-128"/>
              <a:ea typeface="メイリオ" panose="020B0604030504040204" pitchFamily="50" charset="-128"/>
            </a:endParaRPr>
          </a:p>
        </p:txBody>
      </p:sp>
      <p:sp>
        <p:nvSpPr>
          <p:cNvPr id="9" name="正方形/長方形 8">
            <a:extLst>
              <a:ext uri="{FF2B5EF4-FFF2-40B4-BE49-F238E27FC236}">
                <a16:creationId xmlns:a16="http://schemas.microsoft.com/office/drawing/2014/main" id="{496C5562-8A02-46F3-A8F5-3D1A7AF684A1}"/>
              </a:ext>
            </a:extLst>
          </p:cNvPr>
          <p:cNvSpPr/>
          <p:nvPr/>
        </p:nvSpPr>
        <p:spPr>
          <a:xfrm>
            <a:off x="848544" y="1901385"/>
            <a:ext cx="4953000" cy="338554"/>
          </a:xfrm>
          <a:prstGeom prst="rect">
            <a:avLst/>
          </a:prstGeom>
        </p:spPr>
        <p:txBody>
          <a:bodyPr>
            <a:spAutoFit/>
          </a:bodyPr>
          <a:lstStyle/>
          <a:p>
            <a:endParaRPr lang="ja-JP" altLang="en-US" dirty="0"/>
          </a:p>
        </p:txBody>
      </p:sp>
      <p:sp>
        <p:nvSpPr>
          <p:cNvPr id="10" name="正方形/長方形 9">
            <a:extLst>
              <a:ext uri="{FF2B5EF4-FFF2-40B4-BE49-F238E27FC236}">
                <a16:creationId xmlns:a16="http://schemas.microsoft.com/office/drawing/2014/main" id="{0B9C5E2B-DB87-48BE-9A12-62BBA19E1221}"/>
              </a:ext>
            </a:extLst>
          </p:cNvPr>
          <p:cNvSpPr/>
          <p:nvPr/>
        </p:nvSpPr>
        <p:spPr>
          <a:xfrm>
            <a:off x="4536504" y="1859340"/>
            <a:ext cx="4953000" cy="338554"/>
          </a:xfrm>
          <a:prstGeom prst="rect">
            <a:avLst/>
          </a:prstGeom>
        </p:spPr>
        <p:txBody>
          <a:bodyPr>
            <a:spAutoFit/>
          </a:bodyPr>
          <a:lstStyle/>
          <a:p>
            <a:endParaRPr lang="ja-JP" altLang="en-US" dirty="0"/>
          </a:p>
        </p:txBody>
      </p:sp>
      <p:pic>
        <p:nvPicPr>
          <p:cNvPr id="5124" name="Picture 4">
            <a:extLst>
              <a:ext uri="{FF2B5EF4-FFF2-40B4-BE49-F238E27FC236}">
                <a16:creationId xmlns:a16="http://schemas.microsoft.com/office/drawing/2014/main" id="{D1A91BA5-A987-6584-2176-CB14A1F4A74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177029" y="1772816"/>
            <a:ext cx="5550644" cy="44728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61709459"/>
      </p:ext>
    </p:extLst>
  </p:cSld>
  <p:clrMapOvr>
    <a:masterClrMapping/>
  </p:clrMapOvr>
  <mc:AlternateContent xmlns:mc="http://schemas.openxmlformats.org/markup-compatibility/2006" xmlns:p14="http://schemas.microsoft.com/office/powerpoint/2010/main">
    <mc:Choice Requires="p14">
      <p:transition spd="slow" p14:dur="2000" advTm="43254"/>
    </mc:Choice>
    <mc:Fallback xmlns="">
      <p:transition spd="slow" advTm="43254"/>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タイトル 1">
            <a:extLst>
              <a:ext uri="{FF2B5EF4-FFF2-40B4-BE49-F238E27FC236}">
                <a16:creationId xmlns:a16="http://schemas.microsoft.com/office/drawing/2014/main" id="{48F80BE1-D063-4240-BFC7-C8D243720250}"/>
              </a:ext>
            </a:extLst>
          </p:cNvPr>
          <p:cNvSpPr txBox="1">
            <a:spLocks/>
          </p:cNvSpPr>
          <p:nvPr/>
        </p:nvSpPr>
        <p:spPr bwMode="auto">
          <a:xfrm>
            <a:off x="631222" y="201863"/>
            <a:ext cx="8642258" cy="50208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rtl="0" fontAlgn="base">
              <a:lnSpc>
                <a:spcPct val="90000"/>
              </a:lnSpc>
              <a:spcBef>
                <a:spcPct val="0"/>
              </a:spcBef>
              <a:spcAft>
                <a:spcPct val="0"/>
              </a:spcAft>
              <a:defRPr kumimoji="1" sz="2000">
                <a:solidFill>
                  <a:schemeClr val="tx2"/>
                </a:solidFill>
                <a:latin typeface="游明朝" panose="02020400000000000000" pitchFamily="18" charset="-128"/>
                <a:ea typeface="游明朝" panose="02020400000000000000" pitchFamily="18" charset="-128"/>
                <a:cs typeface="+mj-cs"/>
              </a:defRPr>
            </a:lvl1pPr>
            <a:lvl2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2pPr>
            <a:lvl3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3pPr>
            <a:lvl4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4pPr>
            <a:lvl5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5pPr>
            <a:lvl6pPr marL="4572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6pPr>
            <a:lvl7pPr marL="9144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7pPr>
            <a:lvl8pPr marL="13716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8pPr>
            <a:lvl9pPr marL="18288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9pPr>
          </a:lstStyle>
          <a:p>
            <a:pPr algn="l">
              <a:lnSpc>
                <a:spcPct val="100000"/>
              </a:lnSpc>
            </a:pPr>
            <a:r>
              <a:rPr lang="ja-JP" altLang="en-US" sz="3000" dirty="0">
                <a:solidFill>
                  <a:schemeClr val="tx1"/>
                </a:solidFill>
                <a:latin typeface="メイリオ" panose="020B0604030504040204" pitchFamily="50" charset="-128"/>
                <a:ea typeface="メイリオ" panose="020B0604030504040204" pitchFamily="50" charset="-128"/>
              </a:rPr>
              <a:t>通信暗号化</a:t>
            </a:r>
            <a:endParaRPr lang="en-US" altLang="ja-JP" sz="3000" dirty="0">
              <a:solidFill>
                <a:schemeClr val="tx1"/>
              </a:solidFill>
              <a:latin typeface="メイリオ" panose="020B0604030504040204" pitchFamily="50" charset="-128"/>
              <a:ea typeface="メイリオ" panose="020B0604030504040204" pitchFamily="50" charset="-128"/>
            </a:endParaRPr>
          </a:p>
        </p:txBody>
      </p:sp>
      <p:sp>
        <p:nvSpPr>
          <p:cNvPr id="5" name="コンテンツ プレースホルダー 2">
            <a:extLst>
              <a:ext uri="{FF2B5EF4-FFF2-40B4-BE49-F238E27FC236}">
                <a16:creationId xmlns:a16="http://schemas.microsoft.com/office/drawing/2014/main" id="{4223C7E6-23C7-4433-B315-D26905B0474C}"/>
              </a:ext>
            </a:extLst>
          </p:cNvPr>
          <p:cNvSpPr txBox="1">
            <a:spLocks/>
          </p:cNvSpPr>
          <p:nvPr/>
        </p:nvSpPr>
        <p:spPr>
          <a:xfrm>
            <a:off x="631222" y="799401"/>
            <a:ext cx="8858282" cy="325343"/>
          </a:xfrm>
          <a:prstGeom prst="rect">
            <a:avLst/>
          </a:prstGeom>
        </p:spPr>
        <p:txBody>
          <a:bodyPr vert="horz" lIns="74295" tIns="37148" rIns="74295" bIns="37148" rtlCol="0">
            <a:noAutofit/>
          </a:bodyPr>
          <a:lstStyle>
            <a:lvl1pPr marL="228600" indent="-228600" algn="l" defTabSz="914400" rtl="0" eaLnBrk="1" latinLnBrk="0" hangingPunct="1">
              <a:lnSpc>
                <a:spcPct val="90000"/>
              </a:lnSpc>
              <a:spcBef>
                <a:spcPts val="1000"/>
              </a:spcBef>
              <a:buFont typeface="Wingdings 2" pitchFamily="18" charset="2"/>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2" pitchFamily="18" charset="2"/>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2" pitchFamily="18" charset="2"/>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5pPr>
            <a:lvl6pPr marL="25146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6pPr>
            <a:lvl7pPr marL="29718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7pPr>
            <a:lvl8pPr marL="34290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8pPr>
            <a:lvl9pPr marL="38862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9pPr>
          </a:lstStyle>
          <a:p>
            <a:pPr marL="0" indent="0">
              <a:buNone/>
            </a:pPr>
            <a:r>
              <a:rPr lang="en-US" altLang="ja-JP" sz="2400" kern="0" dirty="0">
                <a:solidFill>
                  <a:srgbClr val="002060"/>
                </a:solidFill>
                <a:latin typeface="メイリオ" panose="020B0604030504040204" pitchFamily="50" charset="-128"/>
                <a:ea typeface="メイリオ" panose="020B0604030504040204" pitchFamily="50" charset="-128"/>
              </a:rPr>
              <a:t>ELB</a:t>
            </a:r>
            <a:r>
              <a:rPr lang="ja-JP" altLang="en-US" sz="2400" kern="0" dirty="0">
                <a:solidFill>
                  <a:srgbClr val="002060"/>
                </a:solidFill>
                <a:latin typeface="メイリオ" panose="020B0604030504040204" pitchFamily="50" charset="-128"/>
                <a:ea typeface="メイリオ" panose="020B0604030504040204" pitchFamily="50" charset="-128"/>
              </a:rPr>
              <a:t>に</a:t>
            </a:r>
            <a:r>
              <a:rPr lang="en-US" altLang="ja-JP" sz="2400" kern="0" dirty="0">
                <a:solidFill>
                  <a:srgbClr val="002060"/>
                </a:solidFill>
                <a:latin typeface="メイリオ" panose="020B0604030504040204" pitchFamily="50" charset="-128"/>
                <a:ea typeface="メイリオ" panose="020B0604030504040204" pitchFamily="50" charset="-128"/>
              </a:rPr>
              <a:t>ACM</a:t>
            </a:r>
            <a:r>
              <a:rPr lang="ja-JP" altLang="en-US" sz="2400" kern="0" dirty="0">
                <a:solidFill>
                  <a:srgbClr val="002060"/>
                </a:solidFill>
                <a:latin typeface="メイリオ" panose="020B0604030504040204" pitchFamily="50" charset="-128"/>
                <a:ea typeface="メイリオ" panose="020B0604030504040204" pitchFamily="50" charset="-128"/>
              </a:rPr>
              <a:t>が管理する</a:t>
            </a:r>
            <a:r>
              <a:rPr lang="en-US" altLang="ja-JP" sz="2400" kern="0" dirty="0">
                <a:solidFill>
                  <a:srgbClr val="002060"/>
                </a:solidFill>
                <a:latin typeface="メイリオ" panose="020B0604030504040204" pitchFamily="50" charset="-128"/>
                <a:ea typeface="メイリオ" panose="020B0604030504040204" pitchFamily="50" charset="-128"/>
              </a:rPr>
              <a:t>SSL/TLS</a:t>
            </a:r>
            <a:r>
              <a:rPr lang="ja-JP" altLang="en-US" sz="2400" kern="0" dirty="0">
                <a:solidFill>
                  <a:srgbClr val="002060"/>
                </a:solidFill>
                <a:latin typeface="メイリオ" panose="020B0604030504040204" pitchFamily="50" charset="-128"/>
                <a:ea typeface="メイリオ" panose="020B0604030504040204" pitchFamily="50" charset="-128"/>
              </a:rPr>
              <a:t>証明書を設定して、</a:t>
            </a:r>
            <a:r>
              <a:rPr lang="en-US" altLang="ja-JP" sz="2400" kern="0" dirty="0">
                <a:solidFill>
                  <a:srgbClr val="002060"/>
                </a:solidFill>
                <a:latin typeface="メイリオ" panose="020B0604030504040204" pitchFamily="50" charset="-128"/>
                <a:ea typeface="メイリオ" panose="020B0604030504040204" pitchFamily="50" charset="-128"/>
              </a:rPr>
              <a:t>HTTPS</a:t>
            </a:r>
            <a:r>
              <a:rPr lang="ja-JP" altLang="en-US" sz="2400" kern="0" dirty="0">
                <a:solidFill>
                  <a:srgbClr val="002060"/>
                </a:solidFill>
                <a:latin typeface="メイリオ" panose="020B0604030504040204" pitchFamily="50" charset="-128"/>
                <a:ea typeface="メイリオ" panose="020B0604030504040204" pitchFamily="50" charset="-128"/>
              </a:rPr>
              <a:t>リスナーを設定することで、クライアント型との通信の暗号化（</a:t>
            </a:r>
            <a:r>
              <a:rPr lang="en-US" altLang="ja-JP" sz="2400" kern="0" dirty="0">
                <a:solidFill>
                  <a:srgbClr val="002060"/>
                </a:solidFill>
                <a:latin typeface="メイリオ" panose="020B0604030504040204" pitchFamily="50" charset="-128"/>
                <a:ea typeface="メイリオ" panose="020B0604030504040204" pitchFamily="50" charset="-128"/>
              </a:rPr>
              <a:t>HTTPS</a:t>
            </a:r>
            <a:r>
              <a:rPr lang="ja-JP" altLang="en-US" sz="2400" kern="0" dirty="0">
                <a:solidFill>
                  <a:srgbClr val="002060"/>
                </a:solidFill>
                <a:latin typeface="メイリオ" panose="020B0604030504040204" pitchFamily="50" charset="-128"/>
                <a:ea typeface="メイリオ" panose="020B0604030504040204" pitchFamily="50" charset="-128"/>
              </a:rPr>
              <a:t>）する。</a:t>
            </a:r>
            <a:endParaRPr lang="en-US" altLang="ja-JP" sz="2400" kern="0" dirty="0">
              <a:solidFill>
                <a:srgbClr val="002060"/>
              </a:solidFill>
              <a:latin typeface="メイリオ" panose="020B0604030504040204" pitchFamily="50" charset="-128"/>
              <a:ea typeface="メイリオ" panose="020B0604030504040204" pitchFamily="50" charset="-128"/>
            </a:endParaRPr>
          </a:p>
        </p:txBody>
      </p:sp>
      <p:sp>
        <p:nvSpPr>
          <p:cNvPr id="9" name="正方形/長方形 8">
            <a:extLst>
              <a:ext uri="{FF2B5EF4-FFF2-40B4-BE49-F238E27FC236}">
                <a16:creationId xmlns:a16="http://schemas.microsoft.com/office/drawing/2014/main" id="{496C5562-8A02-46F3-A8F5-3D1A7AF684A1}"/>
              </a:ext>
            </a:extLst>
          </p:cNvPr>
          <p:cNvSpPr/>
          <p:nvPr/>
        </p:nvSpPr>
        <p:spPr>
          <a:xfrm>
            <a:off x="848544" y="2333433"/>
            <a:ext cx="4953000" cy="338554"/>
          </a:xfrm>
          <a:prstGeom prst="rect">
            <a:avLst/>
          </a:prstGeom>
        </p:spPr>
        <p:txBody>
          <a:bodyPr>
            <a:spAutoFit/>
          </a:bodyPr>
          <a:lstStyle/>
          <a:p>
            <a:endParaRPr lang="ja-JP" altLang="en-US" dirty="0"/>
          </a:p>
        </p:txBody>
      </p:sp>
      <p:sp>
        <p:nvSpPr>
          <p:cNvPr id="10" name="正方形/長方形 9">
            <a:extLst>
              <a:ext uri="{FF2B5EF4-FFF2-40B4-BE49-F238E27FC236}">
                <a16:creationId xmlns:a16="http://schemas.microsoft.com/office/drawing/2014/main" id="{0B9C5E2B-DB87-48BE-9A12-62BBA19E1221}"/>
              </a:ext>
            </a:extLst>
          </p:cNvPr>
          <p:cNvSpPr/>
          <p:nvPr/>
        </p:nvSpPr>
        <p:spPr>
          <a:xfrm>
            <a:off x="4536504" y="2291388"/>
            <a:ext cx="4953000" cy="338554"/>
          </a:xfrm>
          <a:prstGeom prst="rect">
            <a:avLst/>
          </a:prstGeom>
        </p:spPr>
        <p:txBody>
          <a:bodyPr>
            <a:spAutoFit/>
          </a:bodyPr>
          <a:lstStyle/>
          <a:p>
            <a:endParaRPr lang="ja-JP" altLang="en-US" dirty="0"/>
          </a:p>
        </p:txBody>
      </p:sp>
      <p:sp>
        <p:nvSpPr>
          <p:cNvPr id="2" name="四角形: 角を丸くする 1">
            <a:extLst>
              <a:ext uri="{FF2B5EF4-FFF2-40B4-BE49-F238E27FC236}">
                <a16:creationId xmlns:a16="http://schemas.microsoft.com/office/drawing/2014/main" id="{D1AF9010-EEB2-1D64-CED6-BB73BA8B74F9}"/>
              </a:ext>
            </a:extLst>
          </p:cNvPr>
          <p:cNvSpPr/>
          <p:nvPr/>
        </p:nvSpPr>
        <p:spPr bwMode="auto">
          <a:xfrm>
            <a:off x="1018592" y="2302135"/>
            <a:ext cx="8208912" cy="4079193"/>
          </a:xfrm>
          <a:prstGeom prst="roundRect">
            <a:avLst/>
          </a:prstGeom>
          <a:solidFill>
            <a:schemeClr val="bg1"/>
          </a:solidFill>
          <a:ln w="12700" cap="flat" cmpd="sng" algn="ctr">
            <a:solidFill>
              <a:srgbClr val="F0861E"/>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ja-JP" altLang="en-US" sz="1400" b="0" i="0" u="none" strike="noStrike" cap="none" normalizeH="0" baseline="0">
              <a:ln>
                <a:noFill/>
              </a:ln>
              <a:solidFill>
                <a:schemeClr val="tx1"/>
              </a:solidFill>
              <a:effectLst/>
              <a:latin typeface="ＭＳ Ｐゴシック" pitchFamily="50" charset="-128"/>
              <a:ea typeface="ＭＳ Ｐゴシック" pitchFamily="50" charset="-128"/>
            </a:endParaRPr>
          </a:p>
        </p:txBody>
      </p:sp>
      <p:sp>
        <p:nvSpPr>
          <p:cNvPr id="3" name="正方形/長方形 2">
            <a:extLst>
              <a:ext uri="{FF2B5EF4-FFF2-40B4-BE49-F238E27FC236}">
                <a16:creationId xmlns:a16="http://schemas.microsoft.com/office/drawing/2014/main" id="{84CBE10A-AF01-76CC-B35B-E2B2D3F11392}"/>
              </a:ext>
            </a:extLst>
          </p:cNvPr>
          <p:cNvSpPr/>
          <p:nvPr/>
        </p:nvSpPr>
        <p:spPr bwMode="auto">
          <a:xfrm>
            <a:off x="5306178" y="2806191"/>
            <a:ext cx="3256634" cy="3344551"/>
          </a:xfrm>
          <a:prstGeom prst="rect">
            <a:avLst/>
          </a:prstGeom>
          <a:solidFill>
            <a:srgbClr val="FFC000"/>
          </a:solidFill>
          <a:ln w="12700" cap="flat" cmpd="sng" algn="ctr">
            <a:no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altLang="ja-JP" sz="1400" b="1" dirty="0">
                <a:solidFill>
                  <a:schemeClr val="bg1"/>
                </a:solidFill>
                <a:latin typeface="メイリオ" panose="020B0604030504040204" pitchFamily="50" charset="-128"/>
                <a:ea typeface="メイリオ" panose="020B0604030504040204" pitchFamily="50" charset="-128"/>
              </a:rPr>
              <a:t>AZ</a:t>
            </a:r>
            <a:endParaRPr kumimoji="1" lang="ja-JP" altLang="en-US" sz="1400" b="1"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6CCE528E-EA8B-36EE-182D-1AD71437D91F}"/>
              </a:ext>
            </a:extLst>
          </p:cNvPr>
          <p:cNvSpPr/>
          <p:nvPr/>
        </p:nvSpPr>
        <p:spPr bwMode="auto">
          <a:xfrm>
            <a:off x="1563789" y="2806191"/>
            <a:ext cx="3256634" cy="3344551"/>
          </a:xfrm>
          <a:prstGeom prst="rect">
            <a:avLst/>
          </a:prstGeom>
          <a:solidFill>
            <a:srgbClr val="FFC000"/>
          </a:solidFill>
          <a:ln w="12700" cap="flat" cmpd="sng" algn="ctr">
            <a:no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altLang="ja-JP" sz="1400" b="1" dirty="0">
                <a:solidFill>
                  <a:schemeClr val="bg1"/>
                </a:solidFill>
                <a:latin typeface="メイリオ" panose="020B0604030504040204" pitchFamily="50" charset="-128"/>
                <a:ea typeface="メイリオ" panose="020B0604030504040204" pitchFamily="50" charset="-128"/>
              </a:rPr>
              <a:t>AZ</a:t>
            </a:r>
            <a:endParaRPr kumimoji="1" lang="ja-JP" altLang="en-US" sz="1400" b="1"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endParaRPr>
          </a:p>
        </p:txBody>
      </p:sp>
      <p:pic>
        <p:nvPicPr>
          <p:cNvPr id="6" name="Picture 2" descr="ãVPC ã¢ã¤ã³ã³ãã®ç»åæ¤ç´¢çµæ">
            <a:extLst>
              <a:ext uri="{FF2B5EF4-FFF2-40B4-BE49-F238E27FC236}">
                <a16:creationId xmlns:a16="http://schemas.microsoft.com/office/drawing/2014/main" id="{96348BE3-B87B-91D0-CD70-945550678E7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39343" y="1973545"/>
            <a:ext cx="838961" cy="832646"/>
          </a:xfrm>
          <a:prstGeom prst="rect">
            <a:avLst/>
          </a:prstGeom>
          <a:noFill/>
          <a:extLst>
            <a:ext uri="{909E8E84-426E-40DD-AFC4-6F175D3DCCD1}">
              <a14:hiddenFill xmlns:a14="http://schemas.microsoft.com/office/drawing/2010/main">
                <a:solidFill>
                  <a:srgbClr val="FFFFFF"/>
                </a:solidFill>
              </a14:hiddenFill>
            </a:ext>
          </a:extLst>
        </p:spPr>
      </p:pic>
      <p:sp>
        <p:nvSpPr>
          <p:cNvPr id="7" name="コンテンツ プレースホルダー 2">
            <a:extLst>
              <a:ext uri="{FF2B5EF4-FFF2-40B4-BE49-F238E27FC236}">
                <a16:creationId xmlns:a16="http://schemas.microsoft.com/office/drawing/2014/main" id="{5EB49BED-5BD2-03B5-E347-53634A901B79}"/>
              </a:ext>
            </a:extLst>
          </p:cNvPr>
          <p:cNvSpPr txBox="1">
            <a:spLocks/>
          </p:cNvSpPr>
          <p:nvPr/>
        </p:nvSpPr>
        <p:spPr>
          <a:xfrm>
            <a:off x="1954696" y="2420135"/>
            <a:ext cx="2033449" cy="289386"/>
          </a:xfrm>
          <a:prstGeom prst="rect">
            <a:avLst/>
          </a:prstGeom>
        </p:spPr>
        <p:txBody>
          <a:bodyPr vert="horz" lIns="74295" tIns="37148" rIns="74295" bIns="37148" rtlCol="0">
            <a:noAutofit/>
          </a:bodyPr>
          <a:lstStyle>
            <a:lvl1pPr marL="228600" indent="-228600" algn="l" defTabSz="914400" rtl="0" eaLnBrk="1" latinLnBrk="0" hangingPunct="1">
              <a:lnSpc>
                <a:spcPct val="90000"/>
              </a:lnSpc>
              <a:spcBef>
                <a:spcPts val="1000"/>
              </a:spcBef>
              <a:buFont typeface="Wingdings 2" pitchFamily="18" charset="2"/>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2" pitchFamily="18" charset="2"/>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2" pitchFamily="18" charset="2"/>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5pPr>
            <a:lvl6pPr marL="25146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6pPr>
            <a:lvl7pPr marL="29718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7pPr>
            <a:lvl8pPr marL="34290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8pPr>
            <a:lvl9pPr marL="38862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9pPr>
          </a:lstStyle>
          <a:p>
            <a:pPr marL="0" indent="0">
              <a:buNone/>
            </a:pPr>
            <a:r>
              <a:rPr lang="en-US" altLang="ja-JP" sz="1400" dirty="0">
                <a:solidFill>
                  <a:srgbClr val="FF0000"/>
                </a:solidFill>
                <a:latin typeface="メイリオ" panose="020B0604030504040204" pitchFamily="50" charset="-128"/>
                <a:ea typeface="メイリオ" panose="020B0604030504040204" pitchFamily="50" charset="-128"/>
              </a:rPr>
              <a:t>10.0.0.0/16</a:t>
            </a:r>
          </a:p>
        </p:txBody>
      </p:sp>
      <p:sp>
        <p:nvSpPr>
          <p:cNvPr id="8" name="四角形: 角を丸くする 7">
            <a:extLst>
              <a:ext uri="{FF2B5EF4-FFF2-40B4-BE49-F238E27FC236}">
                <a16:creationId xmlns:a16="http://schemas.microsoft.com/office/drawing/2014/main" id="{7884A586-3DF4-B2B9-E7DC-000826FB9386}"/>
              </a:ext>
            </a:extLst>
          </p:cNvPr>
          <p:cNvSpPr/>
          <p:nvPr/>
        </p:nvSpPr>
        <p:spPr bwMode="auto">
          <a:xfrm>
            <a:off x="1954696" y="3274382"/>
            <a:ext cx="2387812" cy="2602889"/>
          </a:xfrm>
          <a:prstGeom prst="roundRect">
            <a:avLst/>
          </a:prstGeom>
          <a:solidFill>
            <a:schemeClr val="bg1"/>
          </a:solidFill>
          <a:ln w="12700" cap="flat" cmpd="sng" algn="ctr">
            <a:solidFill>
              <a:srgbClr val="F0861E"/>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kumimoji="1" lang="ja-JP" altLang="en-US" sz="1400" b="1"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rPr>
              <a:t>パブリックサブネット</a:t>
            </a:r>
            <a:r>
              <a:rPr kumimoji="1" lang="en-US" altLang="ja-JP" sz="1400" b="0"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rPr>
              <a:t>10.0</a:t>
            </a:r>
            <a:r>
              <a:rPr lang="en-US" altLang="ja-JP" sz="1400" dirty="0">
                <a:solidFill>
                  <a:srgbClr val="FF0000"/>
                </a:solidFill>
                <a:latin typeface="メイリオ" panose="020B0604030504040204" pitchFamily="50" charset="-128"/>
                <a:ea typeface="メイリオ" panose="020B0604030504040204" pitchFamily="50" charset="-128"/>
              </a:rPr>
              <a:t>.0</a:t>
            </a:r>
            <a:r>
              <a:rPr kumimoji="1" lang="en-US" altLang="ja-JP" sz="1400" b="0"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rPr>
              <a:t>.0</a:t>
            </a:r>
            <a:r>
              <a:rPr lang="en-US" altLang="ja-JP" sz="1400" dirty="0">
                <a:solidFill>
                  <a:srgbClr val="FF0000"/>
                </a:solidFill>
                <a:latin typeface="メイリオ" panose="020B0604030504040204" pitchFamily="50" charset="-128"/>
                <a:ea typeface="メイリオ" panose="020B0604030504040204" pitchFamily="50" charset="-128"/>
              </a:rPr>
              <a:t>/24	</a:t>
            </a:r>
            <a:endParaRPr kumimoji="1" lang="ja-JP" altLang="en-US" sz="1400" b="0"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endParaRPr>
          </a:p>
        </p:txBody>
      </p:sp>
      <p:pic>
        <p:nvPicPr>
          <p:cNvPr id="13" name="図 12" descr="音楽 が含まれている画像&#10;&#10;自動的に生成された説明">
            <a:extLst>
              <a:ext uri="{FF2B5EF4-FFF2-40B4-BE49-F238E27FC236}">
                <a16:creationId xmlns:a16="http://schemas.microsoft.com/office/drawing/2014/main" id="{B91EFEBB-6438-3DDA-06D6-6083580B479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894995" y="4188083"/>
            <a:ext cx="571869" cy="681077"/>
          </a:xfrm>
          <a:prstGeom prst="rect">
            <a:avLst/>
          </a:prstGeom>
        </p:spPr>
      </p:pic>
      <p:sp>
        <p:nvSpPr>
          <p:cNvPr id="14" name="テキスト ボックス 13">
            <a:extLst>
              <a:ext uri="{FF2B5EF4-FFF2-40B4-BE49-F238E27FC236}">
                <a16:creationId xmlns:a16="http://schemas.microsoft.com/office/drawing/2014/main" id="{730C0AB7-077C-7854-1570-3ADEAB24419C}"/>
              </a:ext>
            </a:extLst>
          </p:cNvPr>
          <p:cNvSpPr txBox="1"/>
          <p:nvPr/>
        </p:nvSpPr>
        <p:spPr>
          <a:xfrm>
            <a:off x="2918186" y="4488760"/>
            <a:ext cx="495649" cy="276999"/>
          </a:xfrm>
          <a:prstGeom prst="rect">
            <a:avLst/>
          </a:prstGeom>
          <a:noFill/>
        </p:spPr>
        <p:txBody>
          <a:bodyPr wrap="none" rtlCol="0">
            <a:spAutoFit/>
          </a:bodyPr>
          <a:lstStyle/>
          <a:p>
            <a:pPr algn="ctr"/>
            <a:r>
              <a:rPr kumimoji="1" lang="en-US" altLang="ja-JP" sz="1200" b="1" dirty="0">
                <a:solidFill>
                  <a:schemeClr val="bg1"/>
                </a:solidFill>
                <a:latin typeface="メイリオ" panose="020B0604030504040204" pitchFamily="50" charset="-128"/>
                <a:ea typeface="メイリオ" panose="020B0604030504040204" pitchFamily="50" charset="-128"/>
              </a:rPr>
              <a:t>EC2</a:t>
            </a:r>
          </a:p>
        </p:txBody>
      </p:sp>
      <p:cxnSp>
        <p:nvCxnSpPr>
          <p:cNvPr id="15" name="コネクタ: カギ線 14">
            <a:extLst>
              <a:ext uri="{FF2B5EF4-FFF2-40B4-BE49-F238E27FC236}">
                <a16:creationId xmlns:a16="http://schemas.microsoft.com/office/drawing/2014/main" id="{14C9BA96-59FC-2AC1-AC21-1EBE70D94B7C}"/>
              </a:ext>
            </a:extLst>
          </p:cNvPr>
          <p:cNvCxnSpPr>
            <a:cxnSpLocks/>
            <a:stCxn id="17" idx="2"/>
            <a:endCxn id="13" idx="0"/>
          </p:cNvCxnSpPr>
          <p:nvPr/>
        </p:nvCxnSpPr>
        <p:spPr bwMode="auto">
          <a:xfrm rot="5400000">
            <a:off x="3530720" y="2633746"/>
            <a:ext cx="1204547" cy="1904126"/>
          </a:xfrm>
          <a:prstGeom prst="bentConnector3">
            <a:avLst>
              <a:gd name="adj1" fmla="val 50000"/>
            </a:avLst>
          </a:prstGeom>
          <a:noFill/>
          <a:ln w="31750" cap="flat" cmpd="sng" algn="ctr">
            <a:solidFill>
              <a:srgbClr val="FF0000"/>
            </a:solidFill>
            <a:prstDash val="solid"/>
            <a:round/>
            <a:headEnd type="none" w="med" len="med"/>
            <a:tailEnd type="triangle"/>
          </a:ln>
          <a:effectLst/>
        </p:spPr>
      </p:cxnSp>
      <p:sp>
        <p:nvSpPr>
          <p:cNvPr id="16" name="テキスト ボックス 15">
            <a:extLst>
              <a:ext uri="{FF2B5EF4-FFF2-40B4-BE49-F238E27FC236}">
                <a16:creationId xmlns:a16="http://schemas.microsoft.com/office/drawing/2014/main" id="{7AA42E2D-C579-B44E-DDDB-BEF8FDA55A8E}"/>
              </a:ext>
            </a:extLst>
          </p:cNvPr>
          <p:cNvSpPr txBox="1"/>
          <p:nvPr/>
        </p:nvSpPr>
        <p:spPr>
          <a:xfrm>
            <a:off x="5023478" y="2909244"/>
            <a:ext cx="439544" cy="246221"/>
          </a:xfrm>
          <a:prstGeom prst="rect">
            <a:avLst/>
          </a:prstGeom>
          <a:noFill/>
        </p:spPr>
        <p:txBody>
          <a:bodyPr wrap="none" rtlCol="0">
            <a:spAutoFit/>
          </a:bodyPr>
          <a:lstStyle/>
          <a:p>
            <a:pPr algn="ctr"/>
            <a:r>
              <a:rPr kumimoji="1" lang="en-US" altLang="ja-JP" sz="1000" b="1" dirty="0">
                <a:latin typeface="メイリオ" panose="020B0604030504040204" pitchFamily="50" charset="-128"/>
                <a:ea typeface="メイリオ" panose="020B0604030504040204" pitchFamily="50" charset="-128"/>
              </a:rPr>
              <a:t>ELB</a:t>
            </a:r>
            <a:endParaRPr lang="en-US" altLang="ja-JP" sz="1000" b="1" dirty="0">
              <a:latin typeface="メイリオ" panose="020B0604030504040204" pitchFamily="50" charset="-128"/>
              <a:ea typeface="メイリオ" panose="020B0604030504040204" pitchFamily="50" charset="-128"/>
            </a:endParaRPr>
          </a:p>
        </p:txBody>
      </p:sp>
      <p:pic>
        <p:nvPicPr>
          <p:cNvPr id="17" name="図 16">
            <a:extLst>
              <a:ext uri="{FF2B5EF4-FFF2-40B4-BE49-F238E27FC236}">
                <a16:creationId xmlns:a16="http://schemas.microsoft.com/office/drawing/2014/main" id="{C01F436B-F3C3-C625-1796-D8532875258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828765" y="2446151"/>
            <a:ext cx="512582" cy="537385"/>
          </a:xfrm>
          <a:prstGeom prst="rect">
            <a:avLst/>
          </a:prstGeom>
        </p:spPr>
      </p:pic>
      <p:sp>
        <p:nvSpPr>
          <p:cNvPr id="18" name="テキスト ボックス 17">
            <a:extLst>
              <a:ext uri="{FF2B5EF4-FFF2-40B4-BE49-F238E27FC236}">
                <a16:creationId xmlns:a16="http://schemas.microsoft.com/office/drawing/2014/main" id="{EAC8AA96-3FAB-3BC9-2FA4-8BCF70F54D1F}"/>
              </a:ext>
            </a:extLst>
          </p:cNvPr>
          <p:cNvSpPr txBox="1"/>
          <p:nvPr/>
        </p:nvSpPr>
        <p:spPr>
          <a:xfrm>
            <a:off x="1162758" y="6351068"/>
            <a:ext cx="461986" cy="338554"/>
          </a:xfrm>
          <a:prstGeom prst="rect">
            <a:avLst/>
          </a:prstGeom>
          <a:noFill/>
        </p:spPr>
        <p:txBody>
          <a:bodyPr wrap="none" rtlCol="0">
            <a:spAutoFit/>
          </a:bodyPr>
          <a:lstStyle/>
          <a:p>
            <a:pPr algn="ctr"/>
            <a:r>
              <a:rPr kumimoji="1" lang="en-US" altLang="ja-JP" b="1" dirty="0">
                <a:solidFill>
                  <a:schemeClr val="bg1"/>
                </a:solidFill>
                <a:latin typeface="メイリオ" panose="020B0604030504040204" pitchFamily="50" charset="-128"/>
                <a:ea typeface="メイリオ" panose="020B0604030504040204" pitchFamily="50" charset="-128"/>
              </a:rPr>
              <a:t>S3</a:t>
            </a:r>
          </a:p>
        </p:txBody>
      </p:sp>
      <p:sp>
        <p:nvSpPr>
          <p:cNvPr id="19" name="四角形: 角を丸くする 18">
            <a:extLst>
              <a:ext uri="{FF2B5EF4-FFF2-40B4-BE49-F238E27FC236}">
                <a16:creationId xmlns:a16="http://schemas.microsoft.com/office/drawing/2014/main" id="{5BFB2F63-7BA0-6703-8EC2-4123682263B7}"/>
              </a:ext>
            </a:extLst>
          </p:cNvPr>
          <p:cNvSpPr/>
          <p:nvPr/>
        </p:nvSpPr>
        <p:spPr bwMode="auto">
          <a:xfrm>
            <a:off x="5785755" y="3274382"/>
            <a:ext cx="2387812" cy="2602889"/>
          </a:xfrm>
          <a:prstGeom prst="roundRect">
            <a:avLst/>
          </a:prstGeom>
          <a:solidFill>
            <a:schemeClr val="bg1"/>
          </a:solidFill>
          <a:ln w="12700" cap="flat" cmpd="sng" algn="ctr">
            <a:solidFill>
              <a:srgbClr val="F0861E"/>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kumimoji="1" lang="ja-JP" altLang="en-US" sz="1400" b="1"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rPr>
              <a:t>パブリックサブネット</a:t>
            </a:r>
            <a:r>
              <a:rPr kumimoji="1" lang="en-US" altLang="ja-JP" sz="1400" b="0"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rPr>
              <a:t>10.0</a:t>
            </a:r>
            <a:r>
              <a:rPr lang="en-US" altLang="ja-JP" sz="1400" dirty="0">
                <a:solidFill>
                  <a:srgbClr val="FF0000"/>
                </a:solidFill>
                <a:latin typeface="メイリオ" panose="020B0604030504040204" pitchFamily="50" charset="-128"/>
                <a:ea typeface="メイリオ" panose="020B0604030504040204" pitchFamily="50" charset="-128"/>
              </a:rPr>
              <a:t>.1</a:t>
            </a:r>
            <a:r>
              <a:rPr kumimoji="1" lang="en-US" altLang="ja-JP" sz="1400" b="0"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rPr>
              <a:t>.0</a:t>
            </a:r>
            <a:r>
              <a:rPr lang="en-US" altLang="ja-JP" sz="1400" dirty="0">
                <a:solidFill>
                  <a:srgbClr val="FF0000"/>
                </a:solidFill>
                <a:latin typeface="メイリオ" panose="020B0604030504040204" pitchFamily="50" charset="-128"/>
                <a:ea typeface="メイリオ" panose="020B0604030504040204" pitchFamily="50" charset="-128"/>
              </a:rPr>
              <a:t>/24	</a:t>
            </a:r>
            <a:endParaRPr kumimoji="1" lang="ja-JP" altLang="en-US" sz="1400" b="0"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endParaRPr>
          </a:p>
        </p:txBody>
      </p:sp>
      <p:pic>
        <p:nvPicPr>
          <p:cNvPr id="20" name="図 19" descr="音楽 が含まれている画像&#10;&#10;自動的に生成された説明">
            <a:extLst>
              <a:ext uri="{FF2B5EF4-FFF2-40B4-BE49-F238E27FC236}">
                <a16:creationId xmlns:a16="http://schemas.microsoft.com/office/drawing/2014/main" id="{64A4A4BD-09DC-997F-806F-E1CC24C38A8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689554" y="4181546"/>
            <a:ext cx="571869" cy="681077"/>
          </a:xfrm>
          <a:prstGeom prst="rect">
            <a:avLst/>
          </a:prstGeom>
        </p:spPr>
      </p:pic>
      <p:sp>
        <p:nvSpPr>
          <p:cNvPr id="21" name="テキスト ボックス 20">
            <a:extLst>
              <a:ext uri="{FF2B5EF4-FFF2-40B4-BE49-F238E27FC236}">
                <a16:creationId xmlns:a16="http://schemas.microsoft.com/office/drawing/2014/main" id="{E2A8285A-DA4E-5B38-F862-FB50CAB57382}"/>
              </a:ext>
            </a:extLst>
          </p:cNvPr>
          <p:cNvSpPr txBox="1"/>
          <p:nvPr/>
        </p:nvSpPr>
        <p:spPr>
          <a:xfrm>
            <a:off x="6712745" y="4482223"/>
            <a:ext cx="495649" cy="276999"/>
          </a:xfrm>
          <a:prstGeom prst="rect">
            <a:avLst/>
          </a:prstGeom>
          <a:noFill/>
        </p:spPr>
        <p:txBody>
          <a:bodyPr wrap="none" rtlCol="0">
            <a:spAutoFit/>
          </a:bodyPr>
          <a:lstStyle/>
          <a:p>
            <a:pPr algn="ctr"/>
            <a:r>
              <a:rPr kumimoji="1" lang="en-US" altLang="ja-JP" sz="1200" b="1" dirty="0">
                <a:solidFill>
                  <a:schemeClr val="bg1"/>
                </a:solidFill>
                <a:latin typeface="メイリオ" panose="020B0604030504040204" pitchFamily="50" charset="-128"/>
                <a:ea typeface="メイリオ" panose="020B0604030504040204" pitchFamily="50" charset="-128"/>
              </a:rPr>
              <a:t>EC2</a:t>
            </a:r>
          </a:p>
        </p:txBody>
      </p:sp>
      <p:cxnSp>
        <p:nvCxnSpPr>
          <p:cNvPr id="22" name="コネクタ: カギ線 21">
            <a:extLst>
              <a:ext uri="{FF2B5EF4-FFF2-40B4-BE49-F238E27FC236}">
                <a16:creationId xmlns:a16="http://schemas.microsoft.com/office/drawing/2014/main" id="{21C70C2A-4C1E-3E7B-8C53-AD60D01846AA}"/>
              </a:ext>
            </a:extLst>
          </p:cNvPr>
          <p:cNvCxnSpPr>
            <a:cxnSpLocks/>
            <a:stCxn id="17" idx="2"/>
            <a:endCxn id="20" idx="0"/>
          </p:cNvCxnSpPr>
          <p:nvPr/>
        </p:nvCxnSpPr>
        <p:spPr bwMode="auto">
          <a:xfrm rot="16200000" flipH="1">
            <a:off x="5431267" y="2637324"/>
            <a:ext cx="1198010" cy="1890433"/>
          </a:xfrm>
          <a:prstGeom prst="bentConnector3">
            <a:avLst>
              <a:gd name="adj1" fmla="val 50000"/>
            </a:avLst>
          </a:prstGeom>
          <a:noFill/>
          <a:ln w="31750" cap="flat" cmpd="sng" algn="ctr">
            <a:solidFill>
              <a:srgbClr val="FF0000"/>
            </a:solidFill>
            <a:prstDash val="solid"/>
            <a:round/>
            <a:headEnd type="none" w="med" len="med"/>
            <a:tailEnd type="triangle"/>
          </a:ln>
          <a:effectLst/>
        </p:spPr>
      </p:cxnSp>
      <p:sp>
        <p:nvSpPr>
          <p:cNvPr id="26" name="テキスト ボックス 25">
            <a:extLst>
              <a:ext uri="{FF2B5EF4-FFF2-40B4-BE49-F238E27FC236}">
                <a16:creationId xmlns:a16="http://schemas.microsoft.com/office/drawing/2014/main" id="{15C5157E-4391-5AF4-7DAB-FE7642AF1738}"/>
              </a:ext>
            </a:extLst>
          </p:cNvPr>
          <p:cNvSpPr txBox="1"/>
          <p:nvPr/>
        </p:nvSpPr>
        <p:spPr>
          <a:xfrm>
            <a:off x="3612234" y="4488760"/>
            <a:ext cx="495649" cy="276999"/>
          </a:xfrm>
          <a:prstGeom prst="rect">
            <a:avLst/>
          </a:prstGeom>
          <a:noFill/>
        </p:spPr>
        <p:txBody>
          <a:bodyPr wrap="none" rtlCol="0">
            <a:spAutoFit/>
          </a:bodyPr>
          <a:lstStyle/>
          <a:p>
            <a:pPr algn="ctr"/>
            <a:r>
              <a:rPr kumimoji="1" lang="en-US" altLang="ja-JP" sz="1200" b="1" dirty="0">
                <a:solidFill>
                  <a:schemeClr val="bg1"/>
                </a:solidFill>
                <a:latin typeface="メイリオ" panose="020B0604030504040204" pitchFamily="50" charset="-128"/>
                <a:ea typeface="メイリオ" panose="020B0604030504040204" pitchFamily="50" charset="-128"/>
              </a:rPr>
              <a:t>EC2</a:t>
            </a:r>
          </a:p>
        </p:txBody>
      </p:sp>
      <p:sp>
        <p:nvSpPr>
          <p:cNvPr id="29" name="テキスト ボックス 28">
            <a:extLst>
              <a:ext uri="{FF2B5EF4-FFF2-40B4-BE49-F238E27FC236}">
                <a16:creationId xmlns:a16="http://schemas.microsoft.com/office/drawing/2014/main" id="{B8B8FBC3-6082-8F54-47DE-0F35FCB9DACE}"/>
              </a:ext>
            </a:extLst>
          </p:cNvPr>
          <p:cNvSpPr txBox="1"/>
          <p:nvPr/>
        </p:nvSpPr>
        <p:spPr>
          <a:xfrm>
            <a:off x="2226540" y="4488760"/>
            <a:ext cx="495649" cy="276999"/>
          </a:xfrm>
          <a:prstGeom prst="rect">
            <a:avLst/>
          </a:prstGeom>
          <a:noFill/>
        </p:spPr>
        <p:txBody>
          <a:bodyPr wrap="none" rtlCol="0">
            <a:spAutoFit/>
          </a:bodyPr>
          <a:lstStyle/>
          <a:p>
            <a:pPr algn="ctr"/>
            <a:r>
              <a:rPr kumimoji="1" lang="en-US" altLang="ja-JP" sz="1200" b="1" dirty="0">
                <a:solidFill>
                  <a:schemeClr val="bg1"/>
                </a:solidFill>
                <a:latin typeface="メイリオ" panose="020B0604030504040204" pitchFamily="50" charset="-128"/>
                <a:ea typeface="メイリオ" panose="020B0604030504040204" pitchFamily="50" charset="-128"/>
              </a:rPr>
              <a:t>EC2</a:t>
            </a:r>
          </a:p>
        </p:txBody>
      </p:sp>
      <p:pic>
        <p:nvPicPr>
          <p:cNvPr id="12292" name="Picture 4" descr="Add partitions periodically in AWS RDS Aurora Cluster (MySQL compatible ...">
            <a:extLst>
              <a:ext uri="{FF2B5EF4-FFF2-40B4-BE49-F238E27FC236}">
                <a16:creationId xmlns:a16="http://schemas.microsoft.com/office/drawing/2014/main" id="{0563687D-C23E-2B24-F22E-761DDEA09E0C}"/>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171110" y="2420135"/>
            <a:ext cx="571870" cy="471234"/>
          </a:xfrm>
          <a:prstGeom prst="rect">
            <a:avLst/>
          </a:prstGeom>
          <a:noFill/>
          <a:extLst>
            <a:ext uri="{909E8E84-426E-40DD-AFC4-6F175D3DCCD1}">
              <a14:hiddenFill xmlns:a14="http://schemas.microsoft.com/office/drawing/2010/main">
                <a:solidFill>
                  <a:srgbClr val="FFFFFF"/>
                </a:solidFill>
              </a14:hiddenFill>
            </a:ext>
          </a:extLst>
        </p:spPr>
      </p:pic>
      <p:sp>
        <p:nvSpPr>
          <p:cNvPr id="11" name="テキスト ボックス 10">
            <a:extLst>
              <a:ext uri="{FF2B5EF4-FFF2-40B4-BE49-F238E27FC236}">
                <a16:creationId xmlns:a16="http://schemas.microsoft.com/office/drawing/2014/main" id="{65A4D1D4-3076-50B9-1301-56CCC8789049}"/>
              </a:ext>
            </a:extLst>
          </p:cNvPr>
          <p:cNvSpPr txBox="1"/>
          <p:nvPr/>
        </p:nvSpPr>
        <p:spPr>
          <a:xfrm>
            <a:off x="6240212" y="2909244"/>
            <a:ext cx="484428" cy="246221"/>
          </a:xfrm>
          <a:prstGeom prst="rect">
            <a:avLst/>
          </a:prstGeom>
          <a:noFill/>
        </p:spPr>
        <p:txBody>
          <a:bodyPr wrap="none" rtlCol="0">
            <a:spAutoFit/>
          </a:bodyPr>
          <a:lstStyle/>
          <a:p>
            <a:pPr algn="ctr"/>
            <a:r>
              <a:rPr kumimoji="1" lang="en-US" altLang="ja-JP" sz="1000" b="1" dirty="0">
                <a:latin typeface="メイリオ" panose="020B0604030504040204" pitchFamily="50" charset="-128"/>
                <a:ea typeface="メイリオ" panose="020B0604030504040204" pitchFamily="50" charset="-128"/>
              </a:rPr>
              <a:t>ACM</a:t>
            </a:r>
            <a:endParaRPr lang="en-US" altLang="ja-JP" sz="1000" b="1" dirty="0">
              <a:latin typeface="メイリオ" panose="020B0604030504040204" pitchFamily="50" charset="-128"/>
              <a:ea typeface="メイリオ" panose="020B0604030504040204" pitchFamily="50" charset="-128"/>
            </a:endParaRPr>
          </a:p>
        </p:txBody>
      </p:sp>
      <p:sp>
        <p:nvSpPr>
          <p:cNvPr id="12" name="四角形: メモ 11">
            <a:extLst>
              <a:ext uri="{FF2B5EF4-FFF2-40B4-BE49-F238E27FC236}">
                <a16:creationId xmlns:a16="http://schemas.microsoft.com/office/drawing/2014/main" id="{2AF6DB18-7090-C70C-E879-9B907006E5D2}"/>
              </a:ext>
            </a:extLst>
          </p:cNvPr>
          <p:cNvSpPr/>
          <p:nvPr/>
        </p:nvSpPr>
        <p:spPr bwMode="auto">
          <a:xfrm>
            <a:off x="5293008" y="2487298"/>
            <a:ext cx="439544" cy="471234"/>
          </a:xfrm>
          <a:prstGeom prst="foldedCorner">
            <a:avLst/>
          </a:prstGeom>
          <a:solidFill>
            <a:schemeClr val="accent2">
              <a:lumMod val="40000"/>
              <a:lumOff val="60000"/>
            </a:schemeClr>
          </a:solidFill>
          <a:ln w="12700" cap="flat" cmpd="sng" algn="ctr">
            <a:no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1" lang="en-US" altLang="ja-JP" sz="1600" b="0" i="0" u="none" strike="noStrike" cap="none" normalizeH="0" baseline="0">
                <a:ln>
                  <a:noFill/>
                </a:ln>
                <a:solidFill>
                  <a:schemeClr val="tx1"/>
                </a:solidFill>
                <a:effectLst/>
                <a:latin typeface="ＭＳ Ｐゴシック" pitchFamily="50" charset="-128"/>
                <a:ea typeface="ＭＳ Ｐゴシック" pitchFamily="50" charset="-128"/>
              </a:rPr>
              <a:t>SSL</a:t>
            </a:r>
            <a:endParaRPr kumimoji="1" lang="ja-JP" altLang="en-US" sz="1600" b="0" i="0" u="none" strike="noStrike" cap="none" normalizeH="0" baseline="0" dirty="0">
              <a:ln>
                <a:noFill/>
              </a:ln>
              <a:solidFill>
                <a:schemeClr val="tx1"/>
              </a:solidFill>
              <a:effectLst/>
              <a:latin typeface="ＭＳ Ｐゴシック" pitchFamily="50" charset="-128"/>
              <a:ea typeface="ＭＳ Ｐゴシック" pitchFamily="50" charset="-128"/>
            </a:endParaRPr>
          </a:p>
        </p:txBody>
      </p:sp>
      <p:cxnSp>
        <p:nvCxnSpPr>
          <p:cNvPr id="23" name="コネクタ: カギ線 22">
            <a:extLst>
              <a:ext uri="{FF2B5EF4-FFF2-40B4-BE49-F238E27FC236}">
                <a16:creationId xmlns:a16="http://schemas.microsoft.com/office/drawing/2014/main" id="{C921E292-05CA-1256-738A-7DDA8F7AD7DC}"/>
              </a:ext>
            </a:extLst>
          </p:cNvPr>
          <p:cNvCxnSpPr>
            <a:cxnSpLocks/>
            <a:stCxn id="12292" idx="1"/>
            <a:endCxn id="12" idx="3"/>
          </p:cNvCxnSpPr>
          <p:nvPr/>
        </p:nvCxnSpPr>
        <p:spPr bwMode="auto">
          <a:xfrm flipH="1">
            <a:off x="5732552" y="2655752"/>
            <a:ext cx="438558" cy="67163"/>
          </a:xfrm>
          <a:prstGeom prst="straightConnector1">
            <a:avLst/>
          </a:prstGeom>
          <a:noFill/>
          <a:ln w="31750" cap="flat" cmpd="sng" algn="ctr">
            <a:solidFill>
              <a:srgbClr val="FF0000"/>
            </a:solidFill>
            <a:prstDash val="solid"/>
            <a:round/>
            <a:headEnd type="none" w="med" len="med"/>
            <a:tailEnd type="triangle"/>
          </a:ln>
          <a:effectLst/>
        </p:spPr>
      </p:cxnSp>
      <p:cxnSp>
        <p:nvCxnSpPr>
          <p:cNvPr id="42" name="コネクタ: カギ線 22">
            <a:extLst>
              <a:ext uri="{FF2B5EF4-FFF2-40B4-BE49-F238E27FC236}">
                <a16:creationId xmlns:a16="http://schemas.microsoft.com/office/drawing/2014/main" id="{6AEAFF1C-70AC-215F-A7A5-5EF597AE6EDB}"/>
              </a:ext>
            </a:extLst>
          </p:cNvPr>
          <p:cNvCxnSpPr>
            <a:cxnSpLocks/>
            <a:stCxn id="17" idx="0"/>
          </p:cNvCxnSpPr>
          <p:nvPr/>
        </p:nvCxnSpPr>
        <p:spPr bwMode="auto">
          <a:xfrm flipH="1" flipV="1">
            <a:off x="5079541" y="1817697"/>
            <a:ext cx="5515" cy="628454"/>
          </a:xfrm>
          <a:prstGeom prst="straightConnector1">
            <a:avLst/>
          </a:prstGeom>
          <a:noFill/>
          <a:ln w="31750" cap="flat" cmpd="sng" algn="ctr">
            <a:solidFill>
              <a:srgbClr val="FF0000"/>
            </a:solidFill>
            <a:prstDash val="solid"/>
            <a:round/>
            <a:headEnd type="none" w="med" len="med"/>
            <a:tailEnd type="triangle"/>
          </a:ln>
          <a:effectLst/>
        </p:spPr>
      </p:cxnSp>
      <p:sp>
        <p:nvSpPr>
          <p:cNvPr id="46" name="テキスト ボックス 45">
            <a:extLst>
              <a:ext uri="{FF2B5EF4-FFF2-40B4-BE49-F238E27FC236}">
                <a16:creationId xmlns:a16="http://schemas.microsoft.com/office/drawing/2014/main" id="{15BEAEDD-2EE1-C378-F292-168D414E9D01}"/>
              </a:ext>
            </a:extLst>
          </p:cNvPr>
          <p:cNvSpPr txBox="1"/>
          <p:nvPr/>
        </p:nvSpPr>
        <p:spPr>
          <a:xfrm>
            <a:off x="5118880" y="1810213"/>
            <a:ext cx="1800493" cy="523220"/>
          </a:xfrm>
          <a:prstGeom prst="rect">
            <a:avLst/>
          </a:prstGeom>
          <a:noFill/>
        </p:spPr>
        <p:txBody>
          <a:bodyPr wrap="none" rtlCol="0">
            <a:spAutoFit/>
          </a:bodyPr>
          <a:lstStyle/>
          <a:p>
            <a:r>
              <a:rPr kumimoji="1" lang="ja-JP" altLang="en-US" sz="1400" b="1" dirty="0">
                <a:solidFill>
                  <a:srgbClr val="FF0000"/>
                </a:solidFill>
                <a:latin typeface="メイリオ" panose="020B0604030504040204" pitchFamily="50" charset="-128"/>
                <a:ea typeface="メイリオ" panose="020B0604030504040204" pitchFamily="50" charset="-128"/>
              </a:rPr>
              <a:t>クライアント側との</a:t>
            </a:r>
            <a:endParaRPr kumimoji="1" lang="en-US" altLang="ja-JP" sz="1400" b="1" dirty="0">
              <a:solidFill>
                <a:srgbClr val="FF0000"/>
              </a:solidFill>
              <a:latin typeface="メイリオ" panose="020B0604030504040204" pitchFamily="50" charset="-128"/>
              <a:ea typeface="メイリオ" panose="020B0604030504040204" pitchFamily="50" charset="-128"/>
            </a:endParaRPr>
          </a:p>
          <a:p>
            <a:r>
              <a:rPr kumimoji="1" lang="en-US" altLang="ja-JP" sz="1400" b="1" dirty="0">
                <a:solidFill>
                  <a:srgbClr val="FF0000"/>
                </a:solidFill>
                <a:latin typeface="メイリオ" panose="020B0604030504040204" pitchFamily="50" charset="-128"/>
                <a:ea typeface="メイリオ" panose="020B0604030504040204" pitchFamily="50" charset="-128"/>
              </a:rPr>
              <a:t>HTTPS</a:t>
            </a:r>
            <a:r>
              <a:rPr kumimoji="1" lang="ja-JP" altLang="en-US" sz="1400" b="1" dirty="0">
                <a:solidFill>
                  <a:srgbClr val="FF0000"/>
                </a:solidFill>
                <a:latin typeface="メイリオ" panose="020B0604030504040204" pitchFamily="50" charset="-128"/>
                <a:ea typeface="メイリオ" panose="020B0604030504040204" pitchFamily="50" charset="-128"/>
              </a:rPr>
              <a:t>通信</a:t>
            </a:r>
            <a:endParaRPr lang="en-US" altLang="ja-JP" sz="1400" b="1" dirty="0">
              <a:solidFill>
                <a:srgbClr val="FF0000"/>
              </a:solidFill>
              <a:latin typeface="メイリオ" panose="020B0604030504040204" pitchFamily="50" charset="-128"/>
              <a:ea typeface="メイリオ" panose="020B0604030504040204" pitchFamily="50" charset="-128"/>
            </a:endParaRPr>
          </a:p>
        </p:txBody>
      </p:sp>
      <p:sp>
        <p:nvSpPr>
          <p:cNvPr id="47" name="テキスト ボックス 46">
            <a:extLst>
              <a:ext uri="{FF2B5EF4-FFF2-40B4-BE49-F238E27FC236}">
                <a16:creationId xmlns:a16="http://schemas.microsoft.com/office/drawing/2014/main" id="{4A2E5718-D3D7-0A6E-1DC9-D90C938CC88C}"/>
              </a:ext>
            </a:extLst>
          </p:cNvPr>
          <p:cNvSpPr txBox="1"/>
          <p:nvPr/>
        </p:nvSpPr>
        <p:spPr>
          <a:xfrm>
            <a:off x="3751133" y="3836359"/>
            <a:ext cx="2489079" cy="307777"/>
          </a:xfrm>
          <a:prstGeom prst="rect">
            <a:avLst/>
          </a:prstGeom>
          <a:noFill/>
        </p:spPr>
        <p:txBody>
          <a:bodyPr wrap="none" rtlCol="0">
            <a:spAutoFit/>
          </a:bodyPr>
          <a:lstStyle/>
          <a:p>
            <a:r>
              <a:rPr lang="ja-JP" altLang="en-US" sz="1400" b="1" dirty="0">
                <a:solidFill>
                  <a:srgbClr val="FF0000"/>
                </a:solidFill>
                <a:latin typeface="メイリオ" panose="020B0604030504040204" pitchFamily="50" charset="-128"/>
                <a:ea typeface="メイリオ" panose="020B0604030504040204" pitchFamily="50" charset="-128"/>
              </a:rPr>
              <a:t>インスタンスとは</a:t>
            </a:r>
            <a:r>
              <a:rPr lang="en-US" altLang="ja-JP" sz="1400" b="1" dirty="0">
                <a:solidFill>
                  <a:srgbClr val="FF0000"/>
                </a:solidFill>
                <a:latin typeface="メイリオ" panose="020B0604030504040204" pitchFamily="50" charset="-128"/>
                <a:ea typeface="メイリオ" panose="020B0604030504040204" pitchFamily="50" charset="-128"/>
              </a:rPr>
              <a:t>HTTP</a:t>
            </a:r>
            <a:r>
              <a:rPr lang="ja-JP" altLang="en-US" sz="1400" b="1" dirty="0">
                <a:solidFill>
                  <a:srgbClr val="FF0000"/>
                </a:solidFill>
                <a:latin typeface="メイリオ" panose="020B0604030504040204" pitchFamily="50" charset="-128"/>
                <a:ea typeface="メイリオ" panose="020B0604030504040204" pitchFamily="50" charset="-128"/>
              </a:rPr>
              <a:t>通信</a:t>
            </a:r>
            <a:endParaRPr lang="en-US" altLang="ja-JP" sz="1400" b="1" dirty="0">
              <a:solidFill>
                <a:srgbClr val="FF0000"/>
              </a:solidFill>
              <a:latin typeface="メイリオ" panose="020B0604030504040204" pitchFamily="50" charset="-128"/>
              <a:ea typeface="メイリオ" panose="020B0604030504040204" pitchFamily="50" charset="-128"/>
            </a:endParaRPr>
          </a:p>
        </p:txBody>
      </p:sp>
      <p:pic>
        <p:nvPicPr>
          <p:cNvPr id="48" name="Picture 4">
            <a:extLst>
              <a:ext uri="{FF2B5EF4-FFF2-40B4-BE49-F238E27FC236}">
                <a16:creationId xmlns:a16="http://schemas.microsoft.com/office/drawing/2014/main" id="{4D981D34-F950-D069-FC8E-4DFA2408CA7C}"/>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3714322" y="2225922"/>
            <a:ext cx="1118489" cy="9013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25298429"/>
      </p:ext>
    </p:extLst>
  </p:cSld>
  <p:clrMapOvr>
    <a:masterClrMapping/>
  </p:clrMapOvr>
  <mc:AlternateContent xmlns:mc="http://schemas.openxmlformats.org/markup-compatibility/2006" xmlns:p14="http://schemas.microsoft.com/office/powerpoint/2010/main">
    <mc:Choice Requires="p14">
      <p:transition spd="slow" p14:dur="2000" advTm="34383"/>
    </mc:Choice>
    <mc:Fallback xmlns="">
      <p:transition spd="slow" advTm="34383"/>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タイトル 1">
            <a:extLst>
              <a:ext uri="{FF2B5EF4-FFF2-40B4-BE49-F238E27FC236}">
                <a16:creationId xmlns:a16="http://schemas.microsoft.com/office/drawing/2014/main" id="{48F80BE1-D063-4240-BFC7-C8D243720250}"/>
              </a:ext>
            </a:extLst>
          </p:cNvPr>
          <p:cNvSpPr txBox="1">
            <a:spLocks/>
          </p:cNvSpPr>
          <p:nvPr/>
        </p:nvSpPr>
        <p:spPr bwMode="auto">
          <a:xfrm>
            <a:off x="631222" y="201863"/>
            <a:ext cx="8642258" cy="50208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rtl="0" fontAlgn="base">
              <a:lnSpc>
                <a:spcPct val="90000"/>
              </a:lnSpc>
              <a:spcBef>
                <a:spcPct val="0"/>
              </a:spcBef>
              <a:spcAft>
                <a:spcPct val="0"/>
              </a:spcAft>
              <a:defRPr kumimoji="1" sz="2000">
                <a:solidFill>
                  <a:schemeClr val="tx2"/>
                </a:solidFill>
                <a:latin typeface="游明朝" panose="02020400000000000000" pitchFamily="18" charset="-128"/>
                <a:ea typeface="游明朝" panose="02020400000000000000" pitchFamily="18" charset="-128"/>
                <a:cs typeface="+mj-cs"/>
              </a:defRPr>
            </a:lvl1pPr>
            <a:lvl2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2pPr>
            <a:lvl3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3pPr>
            <a:lvl4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4pPr>
            <a:lvl5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5pPr>
            <a:lvl6pPr marL="4572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6pPr>
            <a:lvl7pPr marL="9144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7pPr>
            <a:lvl8pPr marL="13716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8pPr>
            <a:lvl9pPr marL="18288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9pPr>
          </a:lstStyle>
          <a:p>
            <a:pPr algn="l">
              <a:lnSpc>
                <a:spcPct val="100000"/>
              </a:lnSpc>
            </a:pPr>
            <a:r>
              <a:rPr lang="ja-JP" altLang="en-US" sz="3000" dirty="0">
                <a:solidFill>
                  <a:schemeClr val="tx1"/>
                </a:solidFill>
                <a:latin typeface="メイリオ" panose="020B0604030504040204" pitchFamily="50" charset="-128"/>
                <a:ea typeface="メイリオ" panose="020B0604030504040204" pitchFamily="50" charset="-128"/>
              </a:rPr>
              <a:t>スティッキーセッション</a:t>
            </a:r>
            <a:endParaRPr lang="en-US" altLang="ja-JP" sz="3000" dirty="0">
              <a:solidFill>
                <a:schemeClr val="tx1"/>
              </a:solidFill>
              <a:latin typeface="メイリオ" panose="020B0604030504040204" pitchFamily="50" charset="-128"/>
              <a:ea typeface="メイリオ" panose="020B0604030504040204" pitchFamily="50" charset="-128"/>
            </a:endParaRPr>
          </a:p>
        </p:txBody>
      </p:sp>
      <p:sp>
        <p:nvSpPr>
          <p:cNvPr id="5" name="コンテンツ プレースホルダー 2">
            <a:extLst>
              <a:ext uri="{FF2B5EF4-FFF2-40B4-BE49-F238E27FC236}">
                <a16:creationId xmlns:a16="http://schemas.microsoft.com/office/drawing/2014/main" id="{4223C7E6-23C7-4433-B315-D26905B0474C}"/>
              </a:ext>
            </a:extLst>
          </p:cNvPr>
          <p:cNvSpPr txBox="1">
            <a:spLocks/>
          </p:cNvSpPr>
          <p:nvPr/>
        </p:nvSpPr>
        <p:spPr>
          <a:xfrm>
            <a:off x="631222" y="799401"/>
            <a:ext cx="8858282" cy="325343"/>
          </a:xfrm>
          <a:prstGeom prst="rect">
            <a:avLst/>
          </a:prstGeom>
        </p:spPr>
        <p:txBody>
          <a:bodyPr vert="horz" lIns="74295" tIns="37148" rIns="74295" bIns="37148" rtlCol="0">
            <a:noAutofit/>
          </a:bodyPr>
          <a:lstStyle>
            <a:lvl1pPr marL="228600" indent="-228600" algn="l" defTabSz="914400" rtl="0" eaLnBrk="1" latinLnBrk="0" hangingPunct="1">
              <a:lnSpc>
                <a:spcPct val="90000"/>
              </a:lnSpc>
              <a:spcBef>
                <a:spcPts val="1000"/>
              </a:spcBef>
              <a:buFont typeface="Wingdings 2" pitchFamily="18" charset="2"/>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2" pitchFamily="18" charset="2"/>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2" pitchFamily="18" charset="2"/>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5pPr>
            <a:lvl6pPr marL="25146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6pPr>
            <a:lvl7pPr marL="29718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7pPr>
            <a:lvl8pPr marL="34290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8pPr>
            <a:lvl9pPr marL="38862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9pPr>
          </a:lstStyle>
          <a:p>
            <a:pPr marL="0" indent="0">
              <a:buNone/>
            </a:pPr>
            <a:r>
              <a:rPr lang="ja-JP" altLang="en-US" sz="2400" dirty="0">
                <a:solidFill>
                  <a:schemeClr val="bg2">
                    <a:lumMod val="90000"/>
                    <a:lumOff val="10000"/>
                  </a:schemeClr>
                </a:solidFill>
                <a:latin typeface="メイリオ" panose="020B0604030504040204" pitchFamily="50" charset="-128"/>
                <a:ea typeface="メイリオ" panose="020B0604030504040204" pitchFamily="50" charset="-128"/>
              </a:rPr>
              <a:t>セッションを継続して、同じクライアント端末からのリクエストを継続して同じ</a:t>
            </a:r>
            <a:r>
              <a:rPr lang="en-US" altLang="ja-JP" sz="2400" dirty="0">
                <a:solidFill>
                  <a:schemeClr val="bg2">
                    <a:lumMod val="90000"/>
                    <a:lumOff val="10000"/>
                  </a:schemeClr>
                </a:solidFill>
                <a:latin typeface="メイリオ" panose="020B0604030504040204" pitchFamily="50" charset="-128"/>
                <a:ea typeface="メイリオ" panose="020B0604030504040204" pitchFamily="50" charset="-128"/>
              </a:rPr>
              <a:t>EC2</a:t>
            </a:r>
            <a:r>
              <a:rPr lang="ja-JP" altLang="en-US" sz="2400" dirty="0">
                <a:solidFill>
                  <a:schemeClr val="bg2">
                    <a:lumMod val="90000"/>
                    <a:lumOff val="10000"/>
                  </a:schemeClr>
                </a:solidFill>
                <a:latin typeface="メイリオ" panose="020B0604030504040204" pitchFamily="50" charset="-128"/>
                <a:ea typeface="メイリオ" panose="020B0604030504040204" pitchFamily="50" charset="-128"/>
              </a:rPr>
              <a:t>インスタンスに送信する</a:t>
            </a:r>
            <a:endParaRPr lang="en-US" altLang="ja-JP" sz="2400" kern="0" dirty="0">
              <a:solidFill>
                <a:schemeClr val="bg2">
                  <a:lumMod val="90000"/>
                  <a:lumOff val="10000"/>
                </a:schemeClr>
              </a:solidFill>
              <a:latin typeface="メイリオ" panose="020B0604030504040204" pitchFamily="50" charset="-128"/>
              <a:ea typeface="メイリオ" panose="020B0604030504040204" pitchFamily="50" charset="-128"/>
            </a:endParaRPr>
          </a:p>
        </p:txBody>
      </p:sp>
      <p:sp>
        <p:nvSpPr>
          <p:cNvPr id="18" name="テキスト ボックス 17">
            <a:extLst>
              <a:ext uri="{FF2B5EF4-FFF2-40B4-BE49-F238E27FC236}">
                <a16:creationId xmlns:a16="http://schemas.microsoft.com/office/drawing/2014/main" id="{EAC8AA96-3FAB-3BC9-2FA4-8BCF70F54D1F}"/>
              </a:ext>
            </a:extLst>
          </p:cNvPr>
          <p:cNvSpPr txBox="1"/>
          <p:nvPr/>
        </p:nvSpPr>
        <p:spPr>
          <a:xfrm>
            <a:off x="1162758" y="6351068"/>
            <a:ext cx="461986" cy="338554"/>
          </a:xfrm>
          <a:prstGeom prst="rect">
            <a:avLst/>
          </a:prstGeom>
          <a:noFill/>
        </p:spPr>
        <p:txBody>
          <a:bodyPr wrap="none" rtlCol="0">
            <a:spAutoFit/>
          </a:bodyPr>
          <a:lstStyle/>
          <a:p>
            <a:pPr algn="ctr"/>
            <a:r>
              <a:rPr kumimoji="1" lang="en-US" altLang="ja-JP" b="1" dirty="0">
                <a:solidFill>
                  <a:schemeClr val="bg1"/>
                </a:solidFill>
                <a:latin typeface="メイリオ" panose="020B0604030504040204" pitchFamily="50" charset="-128"/>
                <a:ea typeface="メイリオ" panose="020B0604030504040204" pitchFamily="50" charset="-128"/>
              </a:rPr>
              <a:t>S3</a:t>
            </a:r>
          </a:p>
        </p:txBody>
      </p:sp>
      <p:pic>
        <p:nvPicPr>
          <p:cNvPr id="24" name="図 23" descr="音楽 が含まれている画像&#10;&#10;自動的に生成された説明">
            <a:extLst>
              <a:ext uri="{FF2B5EF4-FFF2-40B4-BE49-F238E27FC236}">
                <a16:creationId xmlns:a16="http://schemas.microsoft.com/office/drawing/2014/main" id="{9C1D8DFB-A004-2D1B-3D4B-D570CDAA8B9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48944" y="3888685"/>
            <a:ext cx="702078" cy="842494"/>
          </a:xfrm>
          <a:prstGeom prst="rect">
            <a:avLst/>
          </a:prstGeom>
        </p:spPr>
      </p:pic>
      <p:pic>
        <p:nvPicPr>
          <p:cNvPr id="25" name="図 24" descr="音楽 が含まれている画像&#10;&#10;自動的に生成された説明">
            <a:extLst>
              <a:ext uri="{FF2B5EF4-FFF2-40B4-BE49-F238E27FC236}">
                <a16:creationId xmlns:a16="http://schemas.microsoft.com/office/drawing/2014/main" id="{A806F93B-DBFD-18A9-8899-1FAE81E2BD8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269975" y="4990629"/>
            <a:ext cx="714058" cy="856869"/>
          </a:xfrm>
          <a:prstGeom prst="rect">
            <a:avLst/>
          </a:prstGeom>
        </p:spPr>
      </p:pic>
      <p:sp>
        <p:nvSpPr>
          <p:cNvPr id="28" name="テキスト ボックス 27">
            <a:extLst>
              <a:ext uri="{FF2B5EF4-FFF2-40B4-BE49-F238E27FC236}">
                <a16:creationId xmlns:a16="http://schemas.microsoft.com/office/drawing/2014/main" id="{8B3A0DC5-ABEA-1A4F-4EBC-D907013AECBE}"/>
              </a:ext>
            </a:extLst>
          </p:cNvPr>
          <p:cNvSpPr txBox="1"/>
          <p:nvPr/>
        </p:nvSpPr>
        <p:spPr>
          <a:xfrm>
            <a:off x="3338173" y="5826750"/>
            <a:ext cx="577402" cy="338554"/>
          </a:xfrm>
          <a:prstGeom prst="rect">
            <a:avLst/>
          </a:prstGeom>
          <a:noFill/>
        </p:spPr>
        <p:txBody>
          <a:bodyPr wrap="none" rtlCol="0">
            <a:spAutoFit/>
          </a:bodyPr>
          <a:lstStyle/>
          <a:p>
            <a:pPr algn="ctr"/>
            <a:r>
              <a:rPr kumimoji="1" lang="en-US" altLang="ja-JP" dirty="0">
                <a:latin typeface="メイリオ" panose="020B0604030504040204" pitchFamily="50" charset="-128"/>
                <a:ea typeface="メイリオ" panose="020B0604030504040204" pitchFamily="50" charset="-128"/>
              </a:rPr>
              <a:t>EC2</a:t>
            </a:r>
          </a:p>
        </p:txBody>
      </p:sp>
      <p:sp>
        <p:nvSpPr>
          <p:cNvPr id="30" name="テキスト ボックス 29">
            <a:extLst>
              <a:ext uri="{FF2B5EF4-FFF2-40B4-BE49-F238E27FC236}">
                <a16:creationId xmlns:a16="http://schemas.microsoft.com/office/drawing/2014/main" id="{A8BADFBD-27A6-9B4F-809A-76D73C2BBE10}"/>
              </a:ext>
            </a:extLst>
          </p:cNvPr>
          <p:cNvSpPr txBox="1"/>
          <p:nvPr/>
        </p:nvSpPr>
        <p:spPr>
          <a:xfrm>
            <a:off x="4475909" y="4710942"/>
            <a:ext cx="562975" cy="338554"/>
          </a:xfrm>
          <a:prstGeom prst="rect">
            <a:avLst/>
          </a:prstGeom>
          <a:noFill/>
        </p:spPr>
        <p:txBody>
          <a:bodyPr wrap="none" rtlCol="0">
            <a:spAutoFit/>
          </a:bodyPr>
          <a:lstStyle/>
          <a:p>
            <a:pPr algn="ctr"/>
            <a:r>
              <a:rPr kumimoji="1" lang="en-US" altLang="ja-JP" dirty="0">
                <a:latin typeface="メイリオ" panose="020B0604030504040204" pitchFamily="50" charset="-128"/>
                <a:ea typeface="メイリオ" panose="020B0604030504040204" pitchFamily="50" charset="-128"/>
              </a:rPr>
              <a:t>ELB</a:t>
            </a:r>
          </a:p>
        </p:txBody>
      </p:sp>
      <p:pic>
        <p:nvPicPr>
          <p:cNvPr id="31" name="図 30" descr="音楽 が含まれている画像&#10;&#10;自動的に生成された説明">
            <a:extLst>
              <a:ext uri="{FF2B5EF4-FFF2-40B4-BE49-F238E27FC236}">
                <a16:creationId xmlns:a16="http://schemas.microsoft.com/office/drawing/2014/main" id="{67EB331C-72D5-F796-3E8B-8629B2CF990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607094" y="4990629"/>
            <a:ext cx="714058" cy="856869"/>
          </a:xfrm>
          <a:prstGeom prst="rect">
            <a:avLst/>
          </a:prstGeom>
        </p:spPr>
      </p:pic>
      <p:sp>
        <p:nvSpPr>
          <p:cNvPr id="32" name="テキスト ボックス 31">
            <a:extLst>
              <a:ext uri="{FF2B5EF4-FFF2-40B4-BE49-F238E27FC236}">
                <a16:creationId xmlns:a16="http://schemas.microsoft.com/office/drawing/2014/main" id="{951233DA-04D1-F0BD-4605-F22A22286E5A}"/>
              </a:ext>
            </a:extLst>
          </p:cNvPr>
          <p:cNvSpPr txBox="1"/>
          <p:nvPr/>
        </p:nvSpPr>
        <p:spPr>
          <a:xfrm>
            <a:off x="5675292" y="5826750"/>
            <a:ext cx="577402" cy="338554"/>
          </a:xfrm>
          <a:prstGeom prst="rect">
            <a:avLst/>
          </a:prstGeom>
          <a:noFill/>
        </p:spPr>
        <p:txBody>
          <a:bodyPr wrap="none" rtlCol="0">
            <a:spAutoFit/>
          </a:bodyPr>
          <a:lstStyle/>
          <a:p>
            <a:pPr algn="ctr"/>
            <a:r>
              <a:rPr kumimoji="1" lang="en-US" altLang="ja-JP" dirty="0">
                <a:latin typeface="メイリオ" panose="020B0604030504040204" pitchFamily="50" charset="-128"/>
                <a:ea typeface="メイリオ" panose="020B0604030504040204" pitchFamily="50" charset="-128"/>
              </a:rPr>
              <a:t>EC2</a:t>
            </a:r>
          </a:p>
        </p:txBody>
      </p:sp>
      <p:sp>
        <p:nvSpPr>
          <p:cNvPr id="37" name="四角形: 角を丸くする 36">
            <a:extLst>
              <a:ext uri="{FF2B5EF4-FFF2-40B4-BE49-F238E27FC236}">
                <a16:creationId xmlns:a16="http://schemas.microsoft.com/office/drawing/2014/main" id="{F940ACF4-5CD0-366B-1B17-D5166E889521}"/>
              </a:ext>
            </a:extLst>
          </p:cNvPr>
          <p:cNvSpPr/>
          <p:nvPr/>
        </p:nvSpPr>
        <p:spPr bwMode="auto">
          <a:xfrm>
            <a:off x="3347393" y="2420888"/>
            <a:ext cx="1216572" cy="648072"/>
          </a:xfrm>
          <a:prstGeom prst="roundRect">
            <a:avLst/>
          </a:prstGeom>
          <a:solidFill>
            <a:schemeClr val="accent2">
              <a:lumMod val="60000"/>
              <a:lumOff val="40000"/>
            </a:schemeClr>
          </a:solidFill>
          <a:ln w="12700" cap="flat" cmpd="sng" algn="ctr">
            <a:no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ja-JP" altLang="en-US" sz="1400" b="0"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rPr>
              <a:t>クライアント</a:t>
            </a:r>
            <a:endParaRPr kumimoji="1" lang="en-US" altLang="ja-JP" sz="1400" b="0"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endParaRPr>
          </a:p>
          <a:p>
            <a:pPr marL="0" marR="0" indent="0" algn="ctr" defTabSz="914400" rtl="0" eaLnBrk="1" fontAlgn="base" latinLnBrk="0" hangingPunct="1">
              <a:lnSpc>
                <a:spcPct val="100000"/>
              </a:lnSpc>
              <a:spcBef>
                <a:spcPct val="0"/>
              </a:spcBef>
              <a:spcAft>
                <a:spcPct val="0"/>
              </a:spcAft>
              <a:buClrTx/>
              <a:buSzTx/>
              <a:buFontTx/>
              <a:buNone/>
              <a:tabLst/>
            </a:pPr>
            <a:r>
              <a:rPr lang="ja-JP" altLang="en-US" sz="1400" dirty="0">
                <a:latin typeface="メイリオ" panose="020B0604030504040204" pitchFamily="50" charset="-128"/>
                <a:ea typeface="メイリオ" panose="020B0604030504040204" pitchFamily="50" charset="-128"/>
              </a:rPr>
              <a:t>端末</a:t>
            </a:r>
            <a:r>
              <a:rPr lang="en-US" altLang="ja-JP" sz="1400" dirty="0">
                <a:latin typeface="メイリオ" panose="020B0604030504040204" pitchFamily="50" charset="-128"/>
                <a:ea typeface="メイリオ" panose="020B0604030504040204" pitchFamily="50" charset="-128"/>
              </a:rPr>
              <a:t>A</a:t>
            </a:r>
            <a:endParaRPr kumimoji="1" lang="ja-JP" altLang="en-US" sz="1400" b="0"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endParaRPr>
          </a:p>
        </p:txBody>
      </p:sp>
      <p:sp>
        <p:nvSpPr>
          <p:cNvPr id="38" name="四角形: 角を丸くする 37">
            <a:extLst>
              <a:ext uri="{FF2B5EF4-FFF2-40B4-BE49-F238E27FC236}">
                <a16:creationId xmlns:a16="http://schemas.microsoft.com/office/drawing/2014/main" id="{DADABD17-8080-1395-4675-3C321F1D79DB}"/>
              </a:ext>
            </a:extLst>
          </p:cNvPr>
          <p:cNvSpPr/>
          <p:nvPr/>
        </p:nvSpPr>
        <p:spPr bwMode="auto">
          <a:xfrm>
            <a:off x="4960564" y="2420888"/>
            <a:ext cx="1216572" cy="648072"/>
          </a:xfrm>
          <a:prstGeom prst="roundRect">
            <a:avLst/>
          </a:prstGeom>
          <a:solidFill>
            <a:schemeClr val="bg2">
              <a:lumMod val="75000"/>
              <a:lumOff val="25000"/>
            </a:schemeClr>
          </a:solidFill>
          <a:ln w="12700" cap="flat" cmpd="sng" algn="ctr">
            <a:no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ja-JP" altLang="en-US" sz="1400" b="0" i="0" u="none" strike="noStrike" cap="none" normalizeH="0" baseline="0" dirty="0">
                <a:ln>
                  <a:noFill/>
                </a:ln>
                <a:solidFill>
                  <a:schemeClr val="bg1"/>
                </a:solidFill>
                <a:effectLst/>
                <a:latin typeface="メイリオ" panose="020B0604030504040204" pitchFamily="50" charset="-128"/>
                <a:ea typeface="メイリオ" panose="020B0604030504040204" pitchFamily="50" charset="-128"/>
              </a:rPr>
              <a:t>クライアント</a:t>
            </a:r>
            <a:endParaRPr kumimoji="1" lang="en-US" altLang="ja-JP" sz="1400" b="0" i="0" u="none" strike="noStrike" cap="none" normalizeH="0" baseline="0" dirty="0">
              <a:ln>
                <a:noFill/>
              </a:ln>
              <a:solidFill>
                <a:schemeClr val="bg1"/>
              </a:solidFill>
              <a:effectLst/>
              <a:latin typeface="メイリオ" panose="020B0604030504040204" pitchFamily="50" charset="-128"/>
              <a:ea typeface="メイリオ" panose="020B0604030504040204" pitchFamily="50" charset="-128"/>
            </a:endParaRPr>
          </a:p>
          <a:p>
            <a:pPr marL="0" marR="0" indent="0" algn="ctr" defTabSz="914400" rtl="0" eaLnBrk="1" fontAlgn="base" latinLnBrk="0" hangingPunct="1">
              <a:lnSpc>
                <a:spcPct val="100000"/>
              </a:lnSpc>
              <a:spcBef>
                <a:spcPct val="0"/>
              </a:spcBef>
              <a:spcAft>
                <a:spcPct val="0"/>
              </a:spcAft>
              <a:buClrTx/>
              <a:buSzTx/>
              <a:buFontTx/>
              <a:buNone/>
              <a:tabLst/>
            </a:pPr>
            <a:r>
              <a:rPr lang="ja-JP" altLang="en-US" sz="1400" dirty="0">
                <a:solidFill>
                  <a:schemeClr val="bg1"/>
                </a:solidFill>
                <a:latin typeface="メイリオ" panose="020B0604030504040204" pitchFamily="50" charset="-128"/>
                <a:ea typeface="メイリオ" panose="020B0604030504040204" pitchFamily="50" charset="-128"/>
              </a:rPr>
              <a:t>端末</a:t>
            </a:r>
            <a:r>
              <a:rPr lang="en-US" altLang="ja-JP" sz="1400" dirty="0">
                <a:solidFill>
                  <a:schemeClr val="bg1"/>
                </a:solidFill>
                <a:latin typeface="メイリオ" panose="020B0604030504040204" pitchFamily="50" charset="-128"/>
                <a:ea typeface="メイリオ" panose="020B0604030504040204" pitchFamily="50" charset="-128"/>
              </a:rPr>
              <a:t>B</a:t>
            </a:r>
            <a:endParaRPr kumimoji="1" lang="ja-JP" altLang="en-US" sz="1400" b="0" i="0" u="none" strike="noStrike" cap="none" normalizeH="0" baseline="0" dirty="0">
              <a:ln>
                <a:noFill/>
              </a:ln>
              <a:solidFill>
                <a:schemeClr val="bg1"/>
              </a:solidFill>
              <a:effectLst/>
              <a:latin typeface="メイリオ" panose="020B0604030504040204" pitchFamily="50" charset="-128"/>
              <a:ea typeface="メイリオ" panose="020B0604030504040204" pitchFamily="50" charset="-128"/>
            </a:endParaRPr>
          </a:p>
        </p:txBody>
      </p:sp>
      <p:cxnSp>
        <p:nvCxnSpPr>
          <p:cNvPr id="52" name="コネクタ: カギ線 22">
            <a:extLst>
              <a:ext uri="{FF2B5EF4-FFF2-40B4-BE49-F238E27FC236}">
                <a16:creationId xmlns:a16="http://schemas.microsoft.com/office/drawing/2014/main" id="{9BD36006-1056-0382-46BD-96B266EB91A8}"/>
              </a:ext>
            </a:extLst>
          </p:cNvPr>
          <p:cNvCxnSpPr>
            <a:cxnSpLocks/>
            <a:endCxn id="24" idx="0"/>
          </p:cNvCxnSpPr>
          <p:nvPr/>
        </p:nvCxnSpPr>
        <p:spPr bwMode="auto">
          <a:xfrm>
            <a:off x="4072695" y="3060481"/>
            <a:ext cx="727288" cy="828204"/>
          </a:xfrm>
          <a:prstGeom prst="straightConnector1">
            <a:avLst/>
          </a:prstGeom>
          <a:noFill/>
          <a:ln w="31750" cap="flat" cmpd="sng" algn="ctr">
            <a:solidFill>
              <a:srgbClr val="FF0000"/>
            </a:solidFill>
            <a:prstDash val="solid"/>
            <a:round/>
            <a:headEnd type="none" w="med" len="med"/>
            <a:tailEnd type="triangle"/>
          </a:ln>
          <a:effectLst/>
        </p:spPr>
      </p:cxnSp>
      <p:cxnSp>
        <p:nvCxnSpPr>
          <p:cNvPr id="56" name="コネクタ: カギ線 22">
            <a:extLst>
              <a:ext uri="{FF2B5EF4-FFF2-40B4-BE49-F238E27FC236}">
                <a16:creationId xmlns:a16="http://schemas.microsoft.com/office/drawing/2014/main" id="{A1AAE96B-76C4-2AF2-CE45-6D37B95B0FE2}"/>
              </a:ext>
            </a:extLst>
          </p:cNvPr>
          <p:cNvCxnSpPr>
            <a:cxnSpLocks/>
          </p:cNvCxnSpPr>
          <p:nvPr/>
        </p:nvCxnSpPr>
        <p:spPr bwMode="auto">
          <a:xfrm flipH="1">
            <a:off x="3912114" y="4644657"/>
            <a:ext cx="737044" cy="588464"/>
          </a:xfrm>
          <a:prstGeom prst="straightConnector1">
            <a:avLst/>
          </a:prstGeom>
          <a:noFill/>
          <a:ln w="31750" cap="flat" cmpd="sng" algn="ctr">
            <a:solidFill>
              <a:srgbClr val="FF0000"/>
            </a:solidFill>
            <a:prstDash val="solid"/>
            <a:round/>
            <a:headEnd type="none" w="med" len="med"/>
            <a:tailEnd type="triangle"/>
          </a:ln>
          <a:effectLst/>
        </p:spPr>
      </p:cxnSp>
    </p:spTree>
    <p:extLst>
      <p:ext uri="{BB962C8B-B14F-4D97-AF65-F5344CB8AC3E}">
        <p14:creationId xmlns:p14="http://schemas.microsoft.com/office/powerpoint/2010/main" val="122647933"/>
      </p:ext>
    </p:extLst>
  </p:cSld>
  <p:clrMapOvr>
    <a:masterClrMapping/>
  </p:clrMapOvr>
  <mc:AlternateContent xmlns:mc="http://schemas.openxmlformats.org/markup-compatibility/2006" xmlns:p14="http://schemas.microsoft.com/office/powerpoint/2010/main">
    <mc:Choice Requires="p14">
      <p:transition spd="slow" p14:dur="2000" advTm="15183"/>
    </mc:Choice>
    <mc:Fallback xmlns="">
      <p:transition spd="slow" advTm="15183"/>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タイトル 1">
            <a:extLst>
              <a:ext uri="{FF2B5EF4-FFF2-40B4-BE49-F238E27FC236}">
                <a16:creationId xmlns:a16="http://schemas.microsoft.com/office/drawing/2014/main" id="{48F80BE1-D063-4240-BFC7-C8D243720250}"/>
              </a:ext>
            </a:extLst>
          </p:cNvPr>
          <p:cNvSpPr txBox="1">
            <a:spLocks/>
          </p:cNvSpPr>
          <p:nvPr/>
        </p:nvSpPr>
        <p:spPr bwMode="auto">
          <a:xfrm>
            <a:off x="631222" y="201863"/>
            <a:ext cx="8642258" cy="50208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rtl="0" fontAlgn="base">
              <a:lnSpc>
                <a:spcPct val="90000"/>
              </a:lnSpc>
              <a:spcBef>
                <a:spcPct val="0"/>
              </a:spcBef>
              <a:spcAft>
                <a:spcPct val="0"/>
              </a:spcAft>
              <a:defRPr kumimoji="1" sz="2000">
                <a:solidFill>
                  <a:schemeClr val="tx2"/>
                </a:solidFill>
                <a:latin typeface="游明朝" panose="02020400000000000000" pitchFamily="18" charset="-128"/>
                <a:ea typeface="游明朝" panose="02020400000000000000" pitchFamily="18" charset="-128"/>
                <a:cs typeface="+mj-cs"/>
              </a:defRPr>
            </a:lvl1pPr>
            <a:lvl2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2pPr>
            <a:lvl3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3pPr>
            <a:lvl4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4pPr>
            <a:lvl5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5pPr>
            <a:lvl6pPr marL="4572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6pPr>
            <a:lvl7pPr marL="9144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7pPr>
            <a:lvl8pPr marL="13716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8pPr>
            <a:lvl9pPr marL="18288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9pPr>
          </a:lstStyle>
          <a:p>
            <a:pPr algn="l">
              <a:lnSpc>
                <a:spcPct val="100000"/>
              </a:lnSpc>
            </a:pPr>
            <a:r>
              <a:rPr lang="ja-JP" altLang="en-US" sz="3000" dirty="0">
                <a:solidFill>
                  <a:schemeClr val="tx1"/>
                </a:solidFill>
                <a:latin typeface="メイリオ" panose="020B0604030504040204" pitchFamily="50" charset="-128"/>
                <a:ea typeface="メイリオ" panose="020B0604030504040204" pitchFamily="50" charset="-128"/>
              </a:rPr>
              <a:t>スティッキーセッション</a:t>
            </a:r>
            <a:endParaRPr lang="en-US" altLang="ja-JP" sz="3000" dirty="0">
              <a:solidFill>
                <a:schemeClr val="tx1"/>
              </a:solidFill>
              <a:latin typeface="メイリオ" panose="020B0604030504040204" pitchFamily="50" charset="-128"/>
              <a:ea typeface="メイリオ" panose="020B0604030504040204" pitchFamily="50" charset="-128"/>
            </a:endParaRPr>
          </a:p>
        </p:txBody>
      </p:sp>
      <p:sp>
        <p:nvSpPr>
          <p:cNvPr id="18" name="テキスト ボックス 17">
            <a:extLst>
              <a:ext uri="{FF2B5EF4-FFF2-40B4-BE49-F238E27FC236}">
                <a16:creationId xmlns:a16="http://schemas.microsoft.com/office/drawing/2014/main" id="{EAC8AA96-3FAB-3BC9-2FA4-8BCF70F54D1F}"/>
              </a:ext>
            </a:extLst>
          </p:cNvPr>
          <p:cNvSpPr txBox="1"/>
          <p:nvPr/>
        </p:nvSpPr>
        <p:spPr>
          <a:xfrm>
            <a:off x="1162758" y="6351068"/>
            <a:ext cx="461986" cy="338554"/>
          </a:xfrm>
          <a:prstGeom prst="rect">
            <a:avLst/>
          </a:prstGeom>
          <a:noFill/>
        </p:spPr>
        <p:txBody>
          <a:bodyPr wrap="none" rtlCol="0">
            <a:spAutoFit/>
          </a:bodyPr>
          <a:lstStyle/>
          <a:p>
            <a:pPr algn="ctr"/>
            <a:r>
              <a:rPr kumimoji="1" lang="en-US" altLang="ja-JP" b="1" dirty="0">
                <a:solidFill>
                  <a:schemeClr val="bg1"/>
                </a:solidFill>
                <a:latin typeface="メイリオ" panose="020B0604030504040204" pitchFamily="50" charset="-128"/>
                <a:ea typeface="メイリオ" panose="020B0604030504040204" pitchFamily="50" charset="-128"/>
              </a:rPr>
              <a:t>S3</a:t>
            </a:r>
          </a:p>
        </p:txBody>
      </p:sp>
      <p:pic>
        <p:nvPicPr>
          <p:cNvPr id="24" name="図 23" descr="音楽 が含まれている画像&#10;&#10;自動的に生成された説明">
            <a:extLst>
              <a:ext uri="{FF2B5EF4-FFF2-40B4-BE49-F238E27FC236}">
                <a16:creationId xmlns:a16="http://schemas.microsoft.com/office/drawing/2014/main" id="{9C1D8DFB-A004-2D1B-3D4B-D570CDAA8B9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48944" y="3888685"/>
            <a:ext cx="702078" cy="842494"/>
          </a:xfrm>
          <a:prstGeom prst="rect">
            <a:avLst/>
          </a:prstGeom>
        </p:spPr>
      </p:pic>
      <p:pic>
        <p:nvPicPr>
          <p:cNvPr id="25" name="図 24" descr="音楽 が含まれている画像&#10;&#10;自動的に生成された説明">
            <a:extLst>
              <a:ext uri="{FF2B5EF4-FFF2-40B4-BE49-F238E27FC236}">
                <a16:creationId xmlns:a16="http://schemas.microsoft.com/office/drawing/2014/main" id="{A806F93B-DBFD-18A9-8899-1FAE81E2BD8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269975" y="4990629"/>
            <a:ext cx="714058" cy="856869"/>
          </a:xfrm>
          <a:prstGeom prst="rect">
            <a:avLst/>
          </a:prstGeom>
        </p:spPr>
      </p:pic>
      <p:sp>
        <p:nvSpPr>
          <p:cNvPr id="28" name="テキスト ボックス 27">
            <a:extLst>
              <a:ext uri="{FF2B5EF4-FFF2-40B4-BE49-F238E27FC236}">
                <a16:creationId xmlns:a16="http://schemas.microsoft.com/office/drawing/2014/main" id="{8B3A0DC5-ABEA-1A4F-4EBC-D907013AECBE}"/>
              </a:ext>
            </a:extLst>
          </p:cNvPr>
          <p:cNvSpPr txBox="1"/>
          <p:nvPr/>
        </p:nvSpPr>
        <p:spPr>
          <a:xfrm>
            <a:off x="3338173" y="5826750"/>
            <a:ext cx="577402" cy="338554"/>
          </a:xfrm>
          <a:prstGeom prst="rect">
            <a:avLst/>
          </a:prstGeom>
          <a:noFill/>
        </p:spPr>
        <p:txBody>
          <a:bodyPr wrap="none" rtlCol="0">
            <a:spAutoFit/>
          </a:bodyPr>
          <a:lstStyle/>
          <a:p>
            <a:pPr algn="ctr"/>
            <a:r>
              <a:rPr kumimoji="1" lang="en-US" altLang="ja-JP" dirty="0">
                <a:latin typeface="メイリオ" panose="020B0604030504040204" pitchFamily="50" charset="-128"/>
                <a:ea typeface="メイリオ" panose="020B0604030504040204" pitchFamily="50" charset="-128"/>
              </a:rPr>
              <a:t>EC2</a:t>
            </a:r>
          </a:p>
        </p:txBody>
      </p:sp>
      <p:sp>
        <p:nvSpPr>
          <p:cNvPr id="30" name="テキスト ボックス 29">
            <a:extLst>
              <a:ext uri="{FF2B5EF4-FFF2-40B4-BE49-F238E27FC236}">
                <a16:creationId xmlns:a16="http://schemas.microsoft.com/office/drawing/2014/main" id="{A8BADFBD-27A6-9B4F-809A-76D73C2BBE10}"/>
              </a:ext>
            </a:extLst>
          </p:cNvPr>
          <p:cNvSpPr txBox="1"/>
          <p:nvPr/>
        </p:nvSpPr>
        <p:spPr>
          <a:xfrm>
            <a:off x="4475909" y="4710942"/>
            <a:ext cx="562975" cy="338554"/>
          </a:xfrm>
          <a:prstGeom prst="rect">
            <a:avLst/>
          </a:prstGeom>
          <a:noFill/>
        </p:spPr>
        <p:txBody>
          <a:bodyPr wrap="none" rtlCol="0">
            <a:spAutoFit/>
          </a:bodyPr>
          <a:lstStyle/>
          <a:p>
            <a:pPr algn="ctr"/>
            <a:r>
              <a:rPr kumimoji="1" lang="en-US" altLang="ja-JP" dirty="0">
                <a:latin typeface="メイリオ" panose="020B0604030504040204" pitchFamily="50" charset="-128"/>
                <a:ea typeface="メイリオ" panose="020B0604030504040204" pitchFamily="50" charset="-128"/>
              </a:rPr>
              <a:t>ELB</a:t>
            </a:r>
          </a:p>
        </p:txBody>
      </p:sp>
      <p:pic>
        <p:nvPicPr>
          <p:cNvPr id="31" name="図 30" descr="音楽 が含まれている画像&#10;&#10;自動的に生成された説明">
            <a:extLst>
              <a:ext uri="{FF2B5EF4-FFF2-40B4-BE49-F238E27FC236}">
                <a16:creationId xmlns:a16="http://schemas.microsoft.com/office/drawing/2014/main" id="{67EB331C-72D5-F796-3E8B-8629B2CF990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607094" y="4990629"/>
            <a:ext cx="714058" cy="856869"/>
          </a:xfrm>
          <a:prstGeom prst="rect">
            <a:avLst/>
          </a:prstGeom>
        </p:spPr>
      </p:pic>
      <p:sp>
        <p:nvSpPr>
          <p:cNvPr id="32" name="テキスト ボックス 31">
            <a:extLst>
              <a:ext uri="{FF2B5EF4-FFF2-40B4-BE49-F238E27FC236}">
                <a16:creationId xmlns:a16="http://schemas.microsoft.com/office/drawing/2014/main" id="{951233DA-04D1-F0BD-4605-F22A22286E5A}"/>
              </a:ext>
            </a:extLst>
          </p:cNvPr>
          <p:cNvSpPr txBox="1"/>
          <p:nvPr/>
        </p:nvSpPr>
        <p:spPr>
          <a:xfrm>
            <a:off x="5675292" y="5826750"/>
            <a:ext cx="577402" cy="338554"/>
          </a:xfrm>
          <a:prstGeom prst="rect">
            <a:avLst/>
          </a:prstGeom>
          <a:noFill/>
        </p:spPr>
        <p:txBody>
          <a:bodyPr wrap="none" rtlCol="0">
            <a:spAutoFit/>
          </a:bodyPr>
          <a:lstStyle/>
          <a:p>
            <a:pPr algn="ctr"/>
            <a:r>
              <a:rPr kumimoji="1" lang="en-US" altLang="ja-JP" dirty="0">
                <a:latin typeface="メイリオ" panose="020B0604030504040204" pitchFamily="50" charset="-128"/>
                <a:ea typeface="メイリオ" panose="020B0604030504040204" pitchFamily="50" charset="-128"/>
              </a:rPr>
              <a:t>EC2</a:t>
            </a:r>
          </a:p>
        </p:txBody>
      </p:sp>
      <p:sp>
        <p:nvSpPr>
          <p:cNvPr id="37" name="四角形: 角を丸くする 36">
            <a:extLst>
              <a:ext uri="{FF2B5EF4-FFF2-40B4-BE49-F238E27FC236}">
                <a16:creationId xmlns:a16="http://schemas.microsoft.com/office/drawing/2014/main" id="{F940ACF4-5CD0-366B-1B17-D5166E889521}"/>
              </a:ext>
            </a:extLst>
          </p:cNvPr>
          <p:cNvSpPr/>
          <p:nvPr/>
        </p:nvSpPr>
        <p:spPr bwMode="auto">
          <a:xfrm>
            <a:off x="3347393" y="2420888"/>
            <a:ext cx="1216572" cy="648072"/>
          </a:xfrm>
          <a:prstGeom prst="roundRect">
            <a:avLst/>
          </a:prstGeom>
          <a:solidFill>
            <a:schemeClr val="accent2">
              <a:lumMod val="60000"/>
              <a:lumOff val="40000"/>
            </a:schemeClr>
          </a:solidFill>
          <a:ln w="12700" cap="flat" cmpd="sng" algn="ctr">
            <a:no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ja-JP" altLang="en-US" sz="1400" b="0"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rPr>
              <a:t>クライアント</a:t>
            </a:r>
            <a:endParaRPr kumimoji="1" lang="en-US" altLang="ja-JP" sz="1400" b="0"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endParaRPr>
          </a:p>
          <a:p>
            <a:pPr marL="0" marR="0" indent="0" algn="ctr" defTabSz="914400" rtl="0" eaLnBrk="1" fontAlgn="base" latinLnBrk="0" hangingPunct="1">
              <a:lnSpc>
                <a:spcPct val="100000"/>
              </a:lnSpc>
              <a:spcBef>
                <a:spcPct val="0"/>
              </a:spcBef>
              <a:spcAft>
                <a:spcPct val="0"/>
              </a:spcAft>
              <a:buClrTx/>
              <a:buSzTx/>
              <a:buFontTx/>
              <a:buNone/>
              <a:tabLst/>
            </a:pPr>
            <a:r>
              <a:rPr lang="ja-JP" altLang="en-US" sz="1400" dirty="0">
                <a:latin typeface="メイリオ" panose="020B0604030504040204" pitchFamily="50" charset="-128"/>
                <a:ea typeface="メイリオ" panose="020B0604030504040204" pitchFamily="50" charset="-128"/>
              </a:rPr>
              <a:t>端末</a:t>
            </a:r>
            <a:r>
              <a:rPr lang="en-US" altLang="ja-JP" sz="1400" dirty="0">
                <a:latin typeface="メイリオ" panose="020B0604030504040204" pitchFamily="50" charset="-128"/>
                <a:ea typeface="メイリオ" panose="020B0604030504040204" pitchFamily="50" charset="-128"/>
              </a:rPr>
              <a:t>A</a:t>
            </a:r>
            <a:endParaRPr kumimoji="1" lang="ja-JP" altLang="en-US" sz="1400" b="0"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endParaRPr>
          </a:p>
        </p:txBody>
      </p:sp>
      <p:sp>
        <p:nvSpPr>
          <p:cNvPr id="38" name="四角形: 角を丸くする 37">
            <a:extLst>
              <a:ext uri="{FF2B5EF4-FFF2-40B4-BE49-F238E27FC236}">
                <a16:creationId xmlns:a16="http://schemas.microsoft.com/office/drawing/2014/main" id="{DADABD17-8080-1395-4675-3C321F1D79DB}"/>
              </a:ext>
            </a:extLst>
          </p:cNvPr>
          <p:cNvSpPr/>
          <p:nvPr/>
        </p:nvSpPr>
        <p:spPr bwMode="auto">
          <a:xfrm>
            <a:off x="4960564" y="2420888"/>
            <a:ext cx="1216572" cy="648072"/>
          </a:xfrm>
          <a:prstGeom prst="roundRect">
            <a:avLst/>
          </a:prstGeom>
          <a:solidFill>
            <a:schemeClr val="bg2">
              <a:lumMod val="75000"/>
              <a:lumOff val="25000"/>
            </a:schemeClr>
          </a:solidFill>
          <a:ln w="12700" cap="flat" cmpd="sng" algn="ctr">
            <a:no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ja-JP" altLang="en-US" sz="1400" b="0" i="0" u="none" strike="noStrike" cap="none" normalizeH="0" baseline="0" dirty="0">
                <a:ln>
                  <a:noFill/>
                </a:ln>
                <a:solidFill>
                  <a:schemeClr val="bg1"/>
                </a:solidFill>
                <a:effectLst/>
                <a:latin typeface="メイリオ" panose="020B0604030504040204" pitchFamily="50" charset="-128"/>
                <a:ea typeface="メイリオ" panose="020B0604030504040204" pitchFamily="50" charset="-128"/>
              </a:rPr>
              <a:t>クライアント</a:t>
            </a:r>
            <a:endParaRPr kumimoji="1" lang="en-US" altLang="ja-JP" sz="1400" b="0" i="0" u="none" strike="noStrike" cap="none" normalizeH="0" baseline="0" dirty="0">
              <a:ln>
                <a:noFill/>
              </a:ln>
              <a:solidFill>
                <a:schemeClr val="bg1"/>
              </a:solidFill>
              <a:effectLst/>
              <a:latin typeface="メイリオ" panose="020B0604030504040204" pitchFamily="50" charset="-128"/>
              <a:ea typeface="メイリオ" panose="020B0604030504040204" pitchFamily="50" charset="-128"/>
            </a:endParaRPr>
          </a:p>
          <a:p>
            <a:pPr marL="0" marR="0" indent="0" algn="ctr" defTabSz="914400" rtl="0" eaLnBrk="1" fontAlgn="base" latinLnBrk="0" hangingPunct="1">
              <a:lnSpc>
                <a:spcPct val="100000"/>
              </a:lnSpc>
              <a:spcBef>
                <a:spcPct val="0"/>
              </a:spcBef>
              <a:spcAft>
                <a:spcPct val="0"/>
              </a:spcAft>
              <a:buClrTx/>
              <a:buSzTx/>
              <a:buFontTx/>
              <a:buNone/>
              <a:tabLst/>
            </a:pPr>
            <a:r>
              <a:rPr lang="ja-JP" altLang="en-US" sz="1400" dirty="0">
                <a:solidFill>
                  <a:schemeClr val="bg1"/>
                </a:solidFill>
                <a:latin typeface="メイリオ" panose="020B0604030504040204" pitchFamily="50" charset="-128"/>
                <a:ea typeface="メイリオ" panose="020B0604030504040204" pitchFamily="50" charset="-128"/>
              </a:rPr>
              <a:t>端末</a:t>
            </a:r>
            <a:r>
              <a:rPr lang="en-US" altLang="ja-JP" sz="1400" dirty="0">
                <a:solidFill>
                  <a:schemeClr val="bg1"/>
                </a:solidFill>
                <a:latin typeface="メイリオ" panose="020B0604030504040204" pitchFamily="50" charset="-128"/>
                <a:ea typeface="メイリオ" panose="020B0604030504040204" pitchFamily="50" charset="-128"/>
              </a:rPr>
              <a:t>B</a:t>
            </a:r>
            <a:endParaRPr kumimoji="1" lang="ja-JP" altLang="en-US" sz="1400" b="0" i="0" u="none" strike="noStrike" cap="none" normalizeH="0" baseline="0" dirty="0">
              <a:ln>
                <a:noFill/>
              </a:ln>
              <a:solidFill>
                <a:schemeClr val="bg1"/>
              </a:solidFill>
              <a:effectLst/>
              <a:latin typeface="メイリオ" panose="020B0604030504040204" pitchFamily="50" charset="-128"/>
              <a:ea typeface="メイリオ" panose="020B0604030504040204" pitchFamily="50" charset="-128"/>
            </a:endParaRPr>
          </a:p>
        </p:txBody>
      </p:sp>
      <p:cxnSp>
        <p:nvCxnSpPr>
          <p:cNvPr id="52" name="コネクタ: カギ線 22">
            <a:extLst>
              <a:ext uri="{FF2B5EF4-FFF2-40B4-BE49-F238E27FC236}">
                <a16:creationId xmlns:a16="http://schemas.microsoft.com/office/drawing/2014/main" id="{9BD36006-1056-0382-46BD-96B266EB91A8}"/>
              </a:ext>
            </a:extLst>
          </p:cNvPr>
          <p:cNvCxnSpPr>
            <a:cxnSpLocks/>
            <a:endCxn id="24" idx="0"/>
          </p:cNvCxnSpPr>
          <p:nvPr/>
        </p:nvCxnSpPr>
        <p:spPr bwMode="auto">
          <a:xfrm>
            <a:off x="4072695" y="3060481"/>
            <a:ext cx="727288" cy="828204"/>
          </a:xfrm>
          <a:prstGeom prst="straightConnector1">
            <a:avLst/>
          </a:prstGeom>
          <a:noFill/>
          <a:ln w="31750" cap="flat" cmpd="sng" algn="ctr">
            <a:solidFill>
              <a:srgbClr val="FF0000"/>
            </a:solidFill>
            <a:prstDash val="solid"/>
            <a:round/>
            <a:headEnd type="none" w="med" len="med"/>
            <a:tailEnd type="triangle"/>
          </a:ln>
          <a:effectLst/>
        </p:spPr>
      </p:cxnSp>
      <p:cxnSp>
        <p:nvCxnSpPr>
          <p:cNvPr id="56" name="コネクタ: カギ線 22">
            <a:extLst>
              <a:ext uri="{FF2B5EF4-FFF2-40B4-BE49-F238E27FC236}">
                <a16:creationId xmlns:a16="http://schemas.microsoft.com/office/drawing/2014/main" id="{A1AAE96B-76C4-2AF2-CE45-6D37B95B0FE2}"/>
              </a:ext>
            </a:extLst>
          </p:cNvPr>
          <p:cNvCxnSpPr>
            <a:cxnSpLocks/>
          </p:cNvCxnSpPr>
          <p:nvPr/>
        </p:nvCxnSpPr>
        <p:spPr bwMode="auto">
          <a:xfrm flipH="1">
            <a:off x="3912114" y="4644657"/>
            <a:ext cx="737044" cy="588464"/>
          </a:xfrm>
          <a:prstGeom prst="straightConnector1">
            <a:avLst/>
          </a:prstGeom>
          <a:noFill/>
          <a:ln w="31750" cap="flat" cmpd="sng" algn="ctr">
            <a:solidFill>
              <a:srgbClr val="FF0000"/>
            </a:solidFill>
            <a:prstDash val="solid"/>
            <a:round/>
            <a:headEnd type="none" w="med" len="med"/>
            <a:tailEnd type="triangle"/>
          </a:ln>
          <a:effectLst/>
        </p:spPr>
      </p:cxnSp>
      <p:cxnSp>
        <p:nvCxnSpPr>
          <p:cNvPr id="2" name="コネクタ: カギ線 22">
            <a:extLst>
              <a:ext uri="{FF2B5EF4-FFF2-40B4-BE49-F238E27FC236}">
                <a16:creationId xmlns:a16="http://schemas.microsoft.com/office/drawing/2014/main" id="{5657F4A5-3F52-B47E-AD92-8A387FE35C51}"/>
              </a:ext>
            </a:extLst>
          </p:cNvPr>
          <p:cNvCxnSpPr>
            <a:cxnSpLocks/>
          </p:cNvCxnSpPr>
          <p:nvPr/>
        </p:nvCxnSpPr>
        <p:spPr bwMode="auto">
          <a:xfrm flipH="1">
            <a:off x="3627004" y="4309932"/>
            <a:ext cx="821940" cy="680697"/>
          </a:xfrm>
          <a:prstGeom prst="straightConnector1">
            <a:avLst/>
          </a:prstGeom>
          <a:noFill/>
          <a:ln w="31750" cap="flat" cmpd="sng" algn="ctr">
            <a:solidFill>
              <a:srgbClr val="FF0000"/>
            </a:solidFill>
            <a:prstDash val="solid"/>
            <a:round/>
            <a:headEnd type="none" w="med" len="med"/>
            <a:tailEnd type="triangle"/>
          </a:ln>
          <a:effectLst/>
        </p:spPr>
      </p:cxnSp>
      <p:cxnSp>
        <p:nvCxnSpPr>
          <p:cNvPr id="3" name="コネクタ: カギ線 22">
            <a:extLst>
              <a:ext uri="{FF2B5EF4-FFF2-40B4-BE49-F238E27FC236}">
                <a16:creationId xmlns:a16="http://schemas.microsoft.com/office/drawing/2014/main" id="{17888301-6A6F-C0C9-A96B-B05DC26E98A1}"/>
              </a:ext>
            </a:extLst>
          </p:cNvPr>
          <p:cNvCxnSpPr>
            <a:cxnSpLocks/>
          </p:cNvCxnSpPr>
          <p:nvPr/>
        </p:nvCxnSpPr>
        <p:spPr bwMode="auto">
          <a:xfrm>
            <a:off x="3783819" y="3060481"/>
            <a:ext cx="727288" cy="828204"/>
          </a:xfrm>
          <a:prstGeom prst="straightConnector1">
            <a:avLst/>
          </a:prstGeom>
          <a:noFill/>
          <a:ln w="31750" cap="flat" cmpd="sng" algn="ctr">
            <a:solidFill>
              <a:srgbClr val="FF0000"/>
            </a:solidFill>
            <a:prstDash val="solid"/>
            <a:round/>
            <a:headEnd type="none" w="med" len="med"/>
            <a:tailEnd type="triangle"/>
          </a:ln>
          <a:effectLst/>
        </p:spPr>
      </p:cxnSp>
      <p:sp>
        <p:nvSpPr>
          <p:cNvPr id="4" name="コンテンツ プレースホルダー 2">
            <a:extLst>
              <a:ext uri="{FF2B5EF4-FFF2-40B4-BE49-F238E27FC236}">
                <a16:creationId xmlns:a16="http://schemas.microsoft.com/office/drawing/2014/main" id="{1B5AAEAA-19AD-B80E-C7BA-1249B01E6C9E}"/>
              </a:ext>
            </a:extLst>
          </p:cNvPr>
          <p:cNvSpPr txBox="1">
            <a:spLocks/>
          </p:cNvSpPr>
          <p:nvPr/>
        </p:nvSpPr>
        <p:spPr>
          <a:xfrm>
            <a:off x="631222" y="799401"/>
            <a:ext cx="8858282" cy="325343"/>
          </a:xfrm>
          <a:prstGeom prst="rect">
            <a:avLst/>
          </a:prstGeom>
        </p:spPr>
        <p:txBody>
          <a:bodyPr vert="horz" lIns="74295" tIns="37148" rIns="74295" bIns="37148" rtlCol="0">
            <a:noAutofit/>
          </a:bodyPr>
          <a:lstStyle>
            <a:lvl1pPr marL="228600" indent="-228600" algn="l" defTabSz="914400" rtl="0" eaLnBrk="1" latinLnBrk="0" hangingPunct="1">
              <a:lnSpc>
                <a:spcPct val="90000"/>
              </a:lnSpc>
              <a:spcBef>
                <a:spcPts val="1000"/>
              </a:spcBef>
              <a:buFont typeface="Wingdings 2" pitchFamily="18" charset="2"/>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2" pitchFamily="18" charset="2"/>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2" pitchFamily="18" charset="2"/>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5pPr>
            <a:lvl6pPr marL="25146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6pPr>
            <a:lvl7pPr marL="29718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7pPr>
            <a:lvl8pPr marL="34290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8pPr>
            <a:lvl9pPr marL="38862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9pPr>
          </a:lstStyle>
          <a:p>
            <a:pPr marL="0" indent="0">
              <a:buNone/>
            </a:pPr>
            <a:r>
              <a:rPr lang="ja-JP" altLang="en-US" sz="2400" dirty="0">
                <a:solidFill>
                  <a:schemeClr val="bg2">
                    <a:lumMod val="90000"/>
                    <a:lumOff val="10000"/>
                  </a:schemeClr>
                </a:solidFill>
                <a:latin typeface="メイリオ" panose="020B0604030504040204" pitchFamily="50" charset="-128"/>
                <a:ea typeface="メイリオ" panose="020B0604030504040204" pitchFamily="50" charset="-128"/>
              </a:rPr>
              <a:t>セッションを継続して、同じクライアント端末からのリクエストを継続して同じ</a:t>
            </a:r>
            <a:r>
              <a:rPr lang="en-US" altLang="ja-JP" sz="2400" dirty="0">
                <a:solidFill>
                  <a:schemeClr val="bg2">
                    <a:lumMod val="90000"/>
                    <a:lumOff val="10000"/>
                  </a:schemeClr>
                </a:solidFill>
                <a:latin typeface="メイリオ" panose="020B0604030504040204" pitchFamily="50" charset="-128"/>
                <a:ea typeface="メイリオ" panose="020B0604030504040204" pitchFamily="50" charset="-128"/>
              </a:rPr>
              <a:t>EC2</a:t>
            </a:r>
            <a:r>
              <a:rPr lang="ja-JP" altLang="en-US" sz="2400" dirty="0">
                <a:solidFill>
                  <a:schemeClr val="bg2">
                    <a:lumMod val="90000"/>
                    <a:lumOff val="10000"/>
                  </a:schemeClr>
                </a:solidFill>
                <a:latin typeface="メイリオ" panose="020B0604030504040204" pitchFamily="50" charset="-128"/>
                <a:ea typeface="メイリオ" panose="020B0604030504040204" pitchFamily="50" charset="-128"/>
              </a:rPr>
              <a:t>インスタンスに送信する</a:t>
            </a:r>
            <a:endParaRPr lang="en-US" altLang="ja-JP" sz="2400" kern="0" dirty="0">
              <a:solidFill>
                <a:schemeClr val="bg2">
                  <a:lumMod val="90000"/>
                  <a:lumOff val="10000"/>
                </a:schemeClr>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90457000"/>
      </p:ext>
    </p:extLst>
  </p:cSld>
  <p:clrMapOvr>
    <a:masterClrMapping/>
  </p:clrMapOvr>
  <mc:AlternateContent xmlns:mc="http://schemas.openxmlformats.org/markup-compatibility/2006" xmlns:p14="http://schemas.microsoft.com/office/powerpoint/2010/main">
    <mc:Choice Requires="p14">
      <p:transition spd="slow" p14:dur="2000" advTm="22407"/>
    </mc:Choice>
    <mc:Fallback xmlns="">
      <p:transition spd="slow" advTm="22407"/>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タイトル 1">
            <a:extLst>
              <a:ext uri="{FF2B5EF4-FFF2-40B4-BE49-F238E27FC236}">
                <a16:creationId xmlns:a16="http://schemas.microsoft.com/office/drawing/2014/main" id="{48F80BE1-D063-4240-BFC7-C8D243720250}"/>
              </a:ext>
            </a:extLst>
          </p:cNvPr>
          <p:cNvSpPr txBox="1">
            <a:spLocks/>
          </p:cNvSpPr>
          <p:nvPr/>
        </p:nvSpPr>
        <p:spPr bwMode="auto">
          <a:xfrm>
            <a:off x="631222" y="201863"/>
            <a:ext cx="8642258" cy="50208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rtl="0" fontAlgn="base">
              <a:lnSpc>
                <a:spcPct val="90000"/>
              </a:lnSpc>
              <a:spcBef>
                <a:spcPct val="0"/>
              </a:spcBef>
              <a:spcAft>
                <a:spcPct val="0"/>
              </a:spcAft>
              <a:defRPr kumimoji="1" sz="2000">
                <a:solidFill>
                  <a:schemeClr val="tx2"/>
                </a:solidFill>
                <a:latin typeface="游明朝" panose="02020400000000000000" pitchFamily="18" charset="-128"/>
                <a:ea typeface="游明朝" panose="02020400000000000000" pitchFamily="18" charset="-128"/>
                <a:cs typeface="+mj-cs"/>
              </a:defRPr>
            </a:lvl1pPr>
            <a:lvl2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2pPr>
            <a:lvl3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3pPr>
            <a:lvl4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4pPr>
            <a:lvl5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5pPr>
            <a:lvl6pPr marL="4572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6pPr>
            <a:lvl7pPr marL="9144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7pPr>
            <a:lvl8pPr marL="13716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8pPr>
            <a:lvl9pPr marL="18288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9pPr>
          </a:lstStyle>
          <a:p>
            <a:pPr algn="l">
              <a:lnSpc>
                <a:spcPct val="100000"/>
              </a:lnSpc>
            </a:pPr>
            <a:r>
              <a:rPr lang="ja-JP" altLang="en-US" sz="3000" dirty="0">
                <a:solidFill>
                  <a:schemeClr val="tx1"/>
                </a:solidFill>
                <a:latin typeface="メイリオ" panose="020B0604030504040204" pitchFamily="50" charset="-128"/>
                <a:ea typeface="メイリオ" panose="020B0604030504040204" pitchFamily="50" charset="-128"/>
              </a:rPr>
              <a:t>スティッキーセッション</a:t>
            </a:r>
            <a:endParaRPr lang="en-US" altLang="ja-JP" sz="3000" dirty="0">
              <a:solidFill>
                <a:schemeClr val="tx1"/>
              </a:solidFill>
              <a:latin typeface="メイリオ" panose="020B0604030504040204" pitchFamily="50" charset="-128"/>
              <a:ea typeface="メイリオ" panose="020B0604030504040204" pitchFamily="50" charset="-128"/>
            </a:endParaRPr>
          </a:p>
        </p:txBody>
      </p:sp>
      <p:sp>
        <p:nvSpPr>
          <p:cNvPr id="18" name="テキスト ボックス 17">
            <a:extLst>
              <a:ext uri="{FF2B5EF4-FFF2-40B4-BE49-F238E27FC236}">
                <a16:creationId xmlns:a16="http://schemas.microsoft.com/office/drawing/2014/main" id="{EAC8AA96-3FAB-3BC9-2FA4-8BCF70F54D1F}"/>
              </a:ext>
            </a:extLst>
          </p:cNvPr>
          <p:cNvSpPr txBox="1"/>
          <p:nvPr/>
        </p:nvSpPr>
        <p:spPr>
          <a:xfrm>
            <a:off x="1162758" y="6351068"/>
            <a:ext cx="461986" cy="338554"/>
          </a:xfrm>
          <a:prstGeom prst="rect">
            <a:avLst/>
          </a:prstGeom>
          <a:noFill/>
        </p:spPr>
        <p:txBody>
          <a:bodyPr wrap="none" rtlCol="0">
            <a:spAutoFit/>
          </a:bodyPr>
          <a:lstStyle/>
          <a:p>
            <a:pPr algn="ctr"/>
            <a:r>
              <a:rPr kumimoji="1" lang="en-US" altLang="ja-JP" b="1" dirty="0">
                <a:solidFill>
                  <a:schemeClr val="bg1"/>
                </a:solidFill>
                <a:latin typeface="メイリオ" panose="020B0604030504040204" pitchFamily="50" charset="-128"/>
                <a:ea typeface="メイリオ" panose="020B0604030504040204" pitchFamily="50" charset="-128"/>
              </a:rPr>
              <a:t>S3</a:t>
            </a:r>
          </a:p>
        </p:txBody>
      </p:sp>
      <p:pic>
        <p:nvPicPr>
          <p:cNvPr id="24" name="図 23" descr="音楽 が含まれている画像&#10;&#10;自動的に生成された説明">
            <a:extLst>
              <a:ext uri="{FF2B5EF4-FFF2-40B4-BE49-F238E27FC236}">
                <a16:creationId xmlns:a16="http://schemas.microsoft.com/office/drawing/2014/main" id="{9C1D8DFB-A004-2D1B-3D4B-D570CDAA8B9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48944" y="3888685"/>
            <a:ext cx="702078" cy="842494"/>
          </a:xfrm>
          <a:prstGeom prst="rect">
            <a:avLst/>
          </a:prstGeom>
        </p:spPr>
      </p:pic>
      <p:pic>
        <p:nvPicPr>
          <p:cNvPr id="25" name="図 24" descr="音楽 が含まれている画像&#10;&#10;自動的に生成された説明">
            <a:extLst>
              <a:ext uri="{FF2B5EF4-FFF2-40B4-BE49-F238E27FC236}">
                <a16:creationId xmlns:a16="http://schemas.microsoft.com/office/drawing/2014/main" id="{A806F93B-DBFD-18A9-8899-1FAE81E2BD8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269975" y="4990629"/>
            <a:ext cx="714058" cy="856869"/>
          </a:xfrm>
          <a:prstGeom prst="rect">
            <a:avLst/>
          </a:prstGeom>
        </p:spPr>
      </p:pic>
      <p:sp>
        <p:nvSpPr>
          <p:cNvPr id="28" name="テキスト ボックス 27">
            <a:extLst>
              <a:ext uri="{FF2B5EF4-FFF2-40B4-BE49-F238E27FC236}">
                <a16:creationId xmlns:a16="http://schemas.microsoft.com/office/drawing/2014/main" id="{8B3A0DC5-ABEA-1A4F-4EBC-D907013AECBE}"/>
              </a:ext>
            </a:extLst>
          </p:cNvPr>
          <p:cNvSpPr txBox="1"/>
          <p:nvPr/>
        </p:nvSpPr>
        <p:spPr>
          <a:xfrm>
            <a:off x="3338173" y="5826750"/>
            <a:ext cx="577402" cy="338554"/>
          </a:xfrm>
          <a:prstGeom prst="rect">
            <a:avLst/>
          </a:prstGeom>
          <a:noFill/>
        </p:spPr>
        <p:txBody>
          <a:bodyPr wrap="none" rtlCol="0">
            <a:spAutoFit/>
          </a:bodyPr>
          <a:lstStyle/>
          <a:p>
            <a:pPr algn="ctr"/>
            <a:r>
              <a:rPr kumimoji="1" lang="en-US" altLang="ja-JP" dirty="0">
                <a:latin typeface="メイリオ" panose="020B0604030504040204" pitchFamily="50" charset="-128"/>
                <a:ea typeface="メイリオ" panose="020B0604030504040204" pitchFamily="50" charset="-128"/>
              </a:rPr>
              <a:t>EC2</a:t>
            </a:r>
          </a:p>
        </p:txBody>
      </p:sp>
      <p:sp>
        <p:nvSpPr>
          <p:cNvPr id="30" name="テキスト ボックス 29">
            <a:extLst>
              <a:ext uri="{FF2B5EF4-FFF2-40B4-BE49-F238E27FC236}">
                <a16:creationId xmlns:a16="http://schemas.microsoft.com/office/drawing/2014/main" id="{A8BADFBD-27A6-9B4F-809A-76D73C2BBE10}"/>
              </a:ext>
            </a:extLst>
          </p:cNvPr>
          <p:cNvSpPr txBox="1"/>
          <p:nvPr/>
        </p:nvSpPr>
        <p:spPr>
          <a:xfrm>
            <a:off x="4475909" y="4710942"/>
            <a:ext cx="562975" cy="338554"/>
          </a:xfrm>
          <a:prstGeom prst="rect">
            <a:avLst/>
          </a:prstGeom>
          <a:noFill/>
        </p:spPr>
        <p:txBody>
          <a:bodyPr wrap="none" rtlCol="0">
            <a:spAutoFit/>
          </a:bodyPr>
          <a:lstStyle/>
          <a:p>
            <a:pPr algn="ctr"/>
            <a:r>
              <a:rPr kumimoji="1" lang="en-US" altLang="ja-JP" dirty="0">
                <a:latin typeface="メイリオ" panose="020B0604030504040204" pitchFamily="50" charset="-128"/>
                <a:ea typeface="メイリオ" panose="020B0604030504040204" pitchFamily="50" charset="-128"/>
              </a:rPr>
              <a:t>ELB</a:t>
            </a:r>
          </a:p>
        </p:txBody>
      </p:sp>
      <p:pic>
        <p:nvPicPr>
          <p:cNvPr id="31" name="図 30" descr="音楽 が含まれている画像&#10;&#10;自動的に生成された説明">
            <a:extLst>
              <a:ext uri="{FF2B5EF4-FFF2-40B4-BE49-F238E27FC236}">
                <a16:creationId xmlns:a16="http://schemas.microsoft.com/office/drawing/2014/main" id="{67EB331C-72D5-F796-3E8B-8629B2CF990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607094" y="4990629"/>
            <a:ext cx="714058" cy="856869"/>
          </a:xfrm>
          <a:prstGeom prst="rect">
            <a:avLst/>
          </a:prstGeom>
        </p:spPr>
      </p:pic>
      <p:sp>
        <p:nvSpPr>
          <p:cNvPr id="32" name="テキスト ボックス 31">
            <a:extLst>
              <a:ext uri="{FF2B5EF4-FFF2-40B4-BE49-F238E27FC236}">
                <a16:creationId xmlns:a16="http://schemas.microsoft.com/office/drawing/2014/main" id="{951233DA-04D1-F0BD-4605-F22A22286E5A}"/>
              </a:ext>
            </a:extLst>
          </p:cNvPr>
          <p:cNvSpPr txBox="1"/>
          <p:nvPr/>
        </p:nvSpPr>
        <p:spPr>
          <a:xfrm>
            <a:off x="5675292" y="5826750"/>
            <a:ext cx="577402" cy="338554"/>
          </a:xfrm>
          <a:prstGeom prst="rect">
            <a:avLst/>
          </a:prstGeom>
          <a:noFill/>
        </p:spPr>
        <p:txBody>
          <a:bodyPr wrap="none" rtlCol="0">
            <a:spAutoFit/>
          </a:bodyPr>
          <a:lstStyle/>
          <a:p>
            <a:pPr algn="ctr"/>
            <a:r>
              <a:rPr kumimoji="1" lang="en-US" altLang="ja-JP" dirty="0">
                <a:latin typeface="メイリオ" panose="020B0604030504040204" pitchFamily="50" charset="-128"/>
                <a:ea typeface="メイリオ" panose="020B0604030504040204" pitchFamily="50" charset="-128"/>
              </a:rPr>
              <a:t>EC2</a:t>
            </a:r>
          </a:p>
        </p:txBody>
      </p:sp>
      <p:sp>
        <p:nvSpPr>
          <p:cNvPr id="37" name="四角形: 角を丸くする 36">
            <a:extLst>
              <a:ext uri="{FF2B5EF4-FFF2-40B4-BE49-F238E27FC236}">
                <a16:creationId xmlns:a16="http://schemas.microsoft.com/office/drawing/2014/main" id="{F940ACF4-5CD0-366B-1B17-D5166E889521}"/>
              </a:ext>
            </a:extLst>
          </p:cNvPr>
          <p:cNvSpPr/>
          <p:nvPr/>
        </p:nvSpPr>
        <p:spPr bwMode="auto">
          <a:xfrm>
            <a:off x="3347393" y="2420888"/>
            <a:ext cx="1216572" cy="648072"/>
          </a:xfrm>
          <a:prstGeom prst="roundRect">
            <a:avLst/>
          </a:prstGeom>
          <a:solidFill>
            <a:schemeClr val="accent2">
              <a:lumMod val="60000"/>
              <a:lumOff val="40000"/>
            </a:schemeClr>
          </a:solidFill>
          <a:ln w="12700" cap="flat" cmpd="sng" algn="ctr">
            <a:no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ja-JP" altLang="en-US" sz="1400" b="0"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rPr>
              <a:t>クライアント</a:t>
            </a:r>
            <a:endParaRPr kumimoji="1" lang="en-US" altLang="ja-JP" sz="1400" b="0"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endParaRPr>
          </a:p>
          <a:p>
            <a:pPr marL="0" marR="0" indent="0" algn="ctr" defTabSz="914400" rtl="0" eaLnBrk="1" fontAlgn="base" latinLnBrk="0" hangingPunct="1">
              <a:lnSpc>
                <a:spcPct val="100000"/>
              </a:lnSpc>
              <a:spcBef>
                <a:spcPct val="0"/>
              </a:spcBef>
              <a:spcAft>
                <a:spcPct val="0"/>
              </a:spcAft>
              <a:buClrTx/>
              <a:buSzTx/>
              <a:buFontTx/>
              <a:buNone/>
              <a:tabLst/>
            </a:pPr>
            <a:r>
              <a:rPr lang="ja-JP" altLang="en-US" sz="1400" dirty="0">
                <a:latin typeface="メイリオ" panose="020B0604030504040204" pitchFamily="50" charset="-128"/>
                <a:ea typeface="メイリオ" panose="020B0604030504040204" pitchFamily="50" charset="-128"/>
              </a:rPr>
              <a:t>端末</a:t>
            </a:r>
            <a:r>
              <a:rPr lang="en-US" altLang="ja-JP" sz="1400" dirty="0">
                <a:latin typeface="メイリオ" panose="020B0604030504040204" pitchFamily="50" charset="-128"/>
                <a:ea typeface="メイリオ" panose="020B0604030504040204" pitchFamily="50" charset="-128"/>
              </a:rPr>
              <a:t>A</a:t>
            </a:r>
            <a:endParaRPr kumimoji="1" lang="ja-JP" altLang="en-US" sz="1400" b="0"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endParaRPr>
          </a:p>
        </p:txBody>
      </p:sp>
      <p:sp>
        <p:nvSpPr>
          <p:cNvPr id="38" name="四角形: 角を丸くする 37">
            <a:extLst>
              <a:ext uri="{FF2B5EF4-FFF2-40B4-BE49-F238E27FC236}">
                <a16:creationId xmlns:a16="http://schemas.microsoft.com/office/drawing/2014/main" id="{DADABD17-8080-1395-4675-3C321F1D79DB}"/>
              </a:ext>
            </a:extLst>
          </p:cNvPr>
          <p:cNvSpPr/>
          <p:nvPr/>
        </p:nvSpPr>
        <p:spPr bwMode="auto">
          <a:xfrm>
            <a:off x="4960564" y="2420888"/>
            <a:ext cx="1216572" cy="648072"/>
          </a:xfrm>
          <a:prstGeom prst="roundRect">
            <a:avLst/>
          </a:prstGeom>
          <a:solidFill>
            <a:schemeClr val="bg2">
              <a:lumMod val="75000"/>
              <a:lumOff val="25000"/>
            </a:schemeClr>
          </a:solidFill>
          <a:ln w="12700" cap="flat" cmpd="sng" algn="ctr">
            <a:no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ja-JP" altLang="en-US" sz="1400" b="0" i="0" u="none" strike="noStrike" cap="none" normalizeH="0" baseline="0" dirty="0">
                <a:ln>
                  <a:noFill/>
                </a:ln>
                <a:solidFill>
                  <a:schemeClr val="bg1"/>
                </a:solidFill>
                <a:effectLst/>
                <a:latin typeface="メイリオ" panose="020B0604030504040204" pitchFamily="50" charset="-128"/>
                <a:ea typeface="メイリオ" panose="020B0604030504040204" pitchFamily="50" charset="-128"/>
              </a:rPr>
              <a:t>クライアント</a:t>
            </a:r>
            <a:endParaRPr kumimoji="1" lang="en-US" altLang="ja-JP" sz="1400" b="0" i="0" u="none" strike="noStrike" cap="none" normalizeH="0" baseline="0" dirty="0">
              <a:ln>
                <a:noFill/>
              </a:ln>
              <a:solidFill>
                <a:schemeClr val="bg1"/>
              </a:solidFill>
              <a:effectLst/>
              <a:latin typeface="メイリオ" panose="020B0604030504040204" pitchFamily="50" charset="-128"/>
              <a:ea typeface="メイリオ" panose="020B0604030504040204" pitchFamily="50" charset="-128"/>
            </a:endParaRPr>
          </a:p>
          <a:p>
            <a:pPr marL="0" marR="0" indent="0" algn="ctr" defTabSz="914400" rtl="0" eaLnBrk="1" fontAlgn="base" latinLnBrk="0" hangingPunct="1">
              <a:lnSpc>
                <a:spcPct val="100000"/>
              </a:lnSpc>
              <a:spcBef>
                <a:spcPct val="0"/>
              </a:spcBef>
              <a:spcAft>
                <a:spcPct val="0"/>
              </a:spcAft>
              <a:buClrTx/>
              <a:buSzTx/>
              <a:buFontTx/>
              <a:buNone/>
              <a:tabLst/>
            </a:pPr>
            <a:r>
              <a:rPr lang="ja-JP" altLang="en-US" sz="1400" dirty="0">
                <a:solidFill>
                  <a:schemeClr val="bg1"/>
                </a:solidFill>
                <a:latin typeface="メイリオ" panose="020B0604030504040204" pitchFamily="50" charset="-128"/>
                <a:ea typeface="メイリオ" panose="020B0604030504040204" pitchFamily="50" charset="-128"/>
              </a:rPr>
              <a:t>端末</a:t>
            </a:r>
            <a:r>
              <a:rPr lang="en-US" altLang="ja-JP" sz="1400" dirty="0">
                <a:solidFill>
                  <a:schemeClr val="bg1"/>
                </a:solidFill>
                <a:latin typeface="メイリオ" panose="020B0604030504040204" pitchFamily="50" charset="-128"/>
                <a:ea typeface="メイリオ" panose="020B0604030504040204" pitchFamily="50" charset="-128"/>
              </a:rPr>
              <a:t>B</a:t>
            </a:r>
            <a:endParaRPr kumimoji="1" lang="ja-JP" altLang="en-US" sz="1400" b="0" i="0" u="none" strike="noStrike" cap="none" normalizeH="0" baseline="0" dirty="0">
              <a:ln>
                <a:noFill/>
              </a:ln>
              <a:solidFill>
                <a:schemeClr val="bg1"/>
              </a:solidFill>
              <a:effectLst/>
              <a:latin typeface="メイリオ" panose="020B0604030504040204" pitchFamily="50" charset="-128"/>
              <a:ea typeface="メイリオ" panose="020B0604030504040204" pitchFamily="50" charset="-128"/>
            </a:endParaRPr>
          </a:p>
        </p:txBody>
      </p:sp>
      <p:cxnSp>
        <p:nvCxnSpPr>
          <p:cNvPr id="52" name="コネクタ: カギ線 22">
            <a:extLst>
              <a:ext uri="{FF2B5EF4-FFF2-40B4-BE49-F238E27FC236}">
                <a16:creationId xmlns:a16="http://schemas.microsoft.com/office/drawing/2014/main" id="{9BD36006-1056-0382-46BD-96B266EB91A8}"/>
              </a:ext>
            </a:extLst>
          </p:cNvPr>
          <p:cNvCxnSpPr>
            <a:cxnSpLocks/>
            <a:endCxn id="24" idx="0"/>
          </p:cNvCxnSpPr>
          <p:nvPr/>
        </p:nvCxnSpPr>
        <p:spPr bwMode="auto">
          <a:xfrm>
            <a:off x="4072695" y="3060481"/>
            <a:ext cx="727288" cy="828204"/>
          </a:xfrm>
          <a:prstGeom prst="straightConnector1">
            <a:avLst/>
          </a:prstGeom>
          <a:noFill/>
          <a:ln w="31750" cap="flat" cmpd="sng" algn="ctr">
            <a:solidFill>
              <a:srgbClr val="FF0000"/>
            </a:solidFill>
            <a:prstDash val="solid"/>
            <a:round/>
            <a:headEnd type="none" w="med" len="med"/>
            <a:tailEnd type="triangle"/>
          </a:ln>
          <a:effectLst/>
        </p:spPr>
      </p:cxnSp>
      <p:cxnSp>
        <p:nvCxnSpPr>
          <p:cNvPr id="56" name="コネクタ: カギ線 22">
            <a:extLst>
              <a:ext uri="{FF2B5EF4-FFF2-40B4-BE49-F238E27FC236}">
                <a16:creationId xmlns:a16="http://schemas.microsoft.com/office/drawing/2014/main" id="{A1AAE96B-76C4-2AF2-CE45-6D37B95B0FE2}"/>
              </a:ext>
            </a:extLst>
          </p:cNvPr>
          <p:cNvCxnSpPr>
            <a:cxnSpLocks/>
          </p:cNvCxnSpPr>
          <p:nvPr/>
        </p:nvCxnSpPr>
        <p:spPr bwMode="auto">
          <a:xfrm flipH="1">
            <a:off x="3912114" y="4644657"/>
            <a:ext cx="737044" cy="588464"/>
          </a:xfrm>
          <a:prstGeom prst="straightConnector1">
            <a:avLst/>
          </a:prstGeom>
          <a:noFill/>
          <a:ln w="31750" cap="flat" cmpd="sng" algn="ctr">
            <a:solidFill>
              <a:srgbClr val="FF0000"/>
            </a:solidFill>
            <a:prstDash val="solid"/>
            <a:round/>
            <a:headEnd type="none" w="med" len="med"/>
            <a:tailEnd type="triangle"/>
          </a:ln>
          <a:effectLst/>
        </p:spPr>
      </p:cxnSp>
      <p:cxnSp>
        <p:nvCxnSpPr>
          <p:cNvPr id="2" name="コネクタ: カギ線 22">
            <a:extLst>
              <a:ext uri="{FF2B5EF4-FFF2-40B4-BE49-F238E27FC236}">
                <a16:creationId xmlns:a16="http://schemas.microsoft.com/office/drawing/2014/main" id="{5657F4A5-3F52-B47E-AD92-8A387FE35C51}"/>
              </a:ext>
            </a:extLst>
          </p:cNvPr>
          <p:cNvCxnSpPr>
            <a:cxnSpLocks/>
          </p:cNvCxnSpPr>
          <p:nvPr/>
        </p:nvCxnSpPr>
        <p:spPr bwMode="auto">
          <a:xfrm flipH="1">
            <a:off x="3627004" y="4309932"/>
            <a:ext cx="821940" cy="680697"/>
          </a:xfrm>
          <a:prstGeom prst="straightConnector1">
            <a:avLst/>
          </a:prstGeom>
          <a:noFill/>
          <a:ln w="31750" cap="flat" cmpd="sng" algn="ctr">
            <a:solidFill>
              <a:srgbClr val="FF0000"/>
            </a:solidFill>
            <a:prstDash val="solid"/>
            <a:round/>
            <a:headEnd type="none" w="med" len="med"/>
            <a:tailEnd type="triangle"/>
          </a:ln>
          <a:effectLst/>
        </p:spPr>
      </p:cxnSp>
      <p:cxnSp>
        <p:nvCxnSpPr>
          <p:cNvPr id="3" name="コネクタ: カギ線 22">
            <a:extLst>
              <a:ext uri="{FF2B5EF4-FFF2-40B4-BE49-F238E27FC236}">
                <a16:creationId xmlns:a16="http://schemas.microsoft.com/office/drawing/2014/main" id="{17888301-6A6F-C0C9-A96B-B05DC26E98A1}"/>
              </a:ext>
            </a:extLst>
          </p:cNvPr>
          <p:cNvCxnSpPr>
            <a:cxnSpLocks/>
          </p:cNvCxnSpPr>
          <p:nvPr/>
        </p:nvCxnSpPr>
        <p:spPr bwMode="auto">
          <a:xfrm>
            <a:off x="3783819" y="3060481"/>
            <a:ext cx="727288" cy="828204"/>
          </a:xfrm>
          <a:prstGeom prst="straightConnector1">
            <a:avLst/>
          </a:prstGeom>
          <a:noFill/>
          <a:ln w="31750" cap="flat" cmpd="sng" algn="ctr">
            <a:solidFill>
              <a:srgbClr val="FF0000"/>
            </a:solidFill>
            <a:prstDash val="solid"/>
            <a:round/>
            <a:headEnd type="none" w="med" len="med"/>
            <a:tailEnd type="triangle"/>
          </a:ln>
          <a:effectLst/>
        </p:spPr>
      </p:cxnSp>
      <p:cxnSp>
        <p:nvCxnSpPr>
          <p:cNvPr id="4" name="コネクタ: カギ線 22">
            <a:extLst>
              <a:ext uri="{FF2B5EF4-FFF2-40B4-BE49-F238E27FC236}">
                <a16:creationId xmlns:a16="http://schemas.microsoft.com/office/drawing/2014/main" id="{5AC40D1B-DE4E-6245-5A6C-95139BE0632E}"/>
              </a:ext>
            </a:extLst>
          </p:cNvPr>
          <p:cNvCxnSpPr>
            <a:cxnSpLocks/>
          </p:cNvCxnSpPr>
          <p:nvPr/>
        </p:nvCxnSpPr>
        <p:spPr bwMode="auto">
          <a:xfrm>
            <a:off x="5151022" y="4309932"/>
            <a:ext cx="813101" cy="680697"/>
          </a:xfrm>
          <a:prstGeom prst="straightConnector1">
            <a:avLst/>
          </a:prstGeom>
          <a:noFill/>
          <a:ln w="31750" cap="flat" cmpd="sng" algn="ctr">
            <a:solidFill>
              <a:schemeClr val="bg2">
                <a:lumMod val="75000"/>
                <a:lumOff val="25000"/>
              </a:schemeClr>
            </a:solidFill>
            <a:prstDash val="solid"/>
            <a:round/>
            <a:headEnd type="none" w="med" len="med"/>
            <a:tailEnd type="triangle"/>
          </a:ln>
          <a:effectLst/>
        </p:spPr>
      </p:cxnSp>
      <p:cxnSp>
        <p:nvCxnSpPr>
          <p:cNvPr id="6" name="コネクタ: カギ線 22">
            <a:extLst>
              <a:ext uri="{FF2B5EF4-FFF2-40B4-BE49-F238E27FC236}">
                <a16:creationId xmlns:a16="http://schemas.microsoft.com/office/drawing/2014/main" id="{2B3A4281-BE1D-79D8-0FEC-54DDA982B77D}"/>
              </a:ext>
            </a:extLst>
          </p:cNvPr>
          <p:cNvCxnSpPr>
            <a:cxnSpLocks/>
          </p:cNvCxnSpPr>
          <p:nvPr/>
        </p:nvCxnSpPr>
        <p:spPr bwMode="auto">
          <a:xfrm flipH="1">
            <a:off x="5047937" y="3060481"/>
            <a:ext cx="790172" cy="931645"/>
          </a:xfrm>
          <a:prstGeom prst="straightConnector1">
            <a:avLst/>
          </a:prstGeom>
          <a:noFill/>
          <a:ln w="31750" cap="flat" cmpd="sng" algn="ctr">
            <a:solidFill>
              <a:schemeClr val="bg2">
                <a:lumMod val="75000"/>
                <a:lumOff val="25000"/>
              </a:schemeClr>
            </a:solidFill>
            <a:prstDash val="solid"/>
            <a:round/>
            <a:headEnd type="none" w="med" len="med"/>
            <a:tailEnd type="triangle"/>
          </a:ln>
          <a:effectLst/>
        </p:spPr>
      </p:cxnSp>
      <p:sp>
        <p:nvSpPr>
          <p:cNvPr id="7" name="コンテンツ プレースホルダー 2">
            <a:extLst>
              <a:ext uri="{FF2B5EF4-FFF2-40B4-BE49-F238E27FC236}">
                <a16:creationId xmlns:a16="http://schemas.microsoft.com/office/drawing/2014/main" id="{C4798354-5B58-A68F-E2DD-9F06A4A22F8C}"/>
              </a:ext>
            </a:extLst>
          </p:cNvPr>
          <p:cNvSpPr txBox="1">
            <a:spLocks/>
          </p:cNvSpPr>
          <p:nvPr/>
        </p:nvSpPr>
        <p:spPr>
          <a:xfrm>
            <a:off x="631222" y="799401"/>
            <a:ext cx="8858282" cy="325343"/>
          </a:xfrm>
          <a:prstGeom prst="rect">
            <a:avLst/>
          </a:prstGeom>
        </p:spPr>
        <p:txBody>
          <a:bodyPr vert="horz" lIns="74295" tIns="37148" rIns="74295" bIns="37148" rtlCol="0">
            <a:noAutofit/>
          </a:bodyPr>
          <a:lstStyle>
            <a:lvl1pPr marL="228600" indent="-228600" algn="l" defTabSz="914400" rtl="0" eaLnBrk="1" latinLnBrk="0" hangingPunct="1">
              <a:lnSpc>
                <a:spcPct val="90000"/>
              </a:lnSpc>
              <a:spcBef>
                <a:spcPts val="1000"/>
              </a:spcBef>
              <a:buFont typeface="Wingdings 2" pitchFamily="18" charset="2"/>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2" pitchFamily="18" charset="2"/>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2" pitchFamily="18" charset="2"/>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5pPr>
            <a:lvl6pPr marL="25146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6pPr>
            <a:lvl7pPr marL="29718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7pPr>
            <a:lvl8pPr marL="34290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8pPr>
            <a:lvl9pPr marL="38862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9pPr>
          </a:lstStyle>
          <a:p>
            <a:pPr marL="0" indent="0">
              <a:buNone/>
            </a:pPr>
            <a:r>
              <a:rPr lang="ja-JP" altLang="en-US" sz="2400" dirty="0">
                <a:solidFill>
                  <a:schemeClr val="bg2">
                    <a:lumMod val="90000"/>
                    <a:lumOff val="10000"/>
                  </a:schemeClr>
                </a:solidFill>
                <a:latin typeface="メイリオ" panose="020B0604030504040204" pitchFamily="50" charset="-128"/>
                <a:ea typeface="メイリオ" panose="020B0604030504040204" pitchFamily="50" charset="-128"/>
              </a:rPr>
              <a:t>セッションを継続して、同じクライアント端末からのリクエストを継続して同じ</a:t>
            </a:r>
            <a:r>
              <a:rPr lang="en-US" altLang="ja-JP" sz="2400" dirty="0">
                <a:solidFill>
                  <a:schemeClr val="bg2">
                    <a:lumMod val="90000"/>
                    <a:lumOff val="10000"/>
                  </a:schemeClr>
                </a:solidFill>
                <a:latin typeface="メイリオ" panose="020B0604030504040204" pitchFamily="50" charset="-128"/>
                <a:ea typeface="メイリオ" panose="020B0604030504040204" pitchFamily="50" charset="-128"/>
              </a:rPr>
              <a:t>EC2</a:t>
            </a:r>
            <a:r>
              <a:rPr lang="ja-JP" altLang="en-US" sz="2400" dirty="0">
                <a:solidFill>
                  <a:schemeClr val="bg2">
                    <a:lumMod val="90000"/>
                    <a:lumOff val="10000"/>
                  </a:schemeClr>
                </a:solidFill>
                <a:latin typeface="メイリオ" panose="020B0604030504040204" pitchFamily="50" charset="-128"/>
                <a:ea typeface="メイリオ" panose="020B0604030504040204" pitchFamily="50" charset="-128"/>
              </a:rPr>
              <a:t>インスタンスに送信する</a:t>
            </a:r>
            <a:endParaRPr lang="en-US" altLang="ja-JP" sz="2400" kern="0" dirty="0">
              <a:solidFill>
                <a:schemeClr val="bg2">
                  <a:lumMod val="90000"/>
                  <a:lumOff val="10000"/>
                </a:schemeClr>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039463799"/>
      </p:ext>
    </p:extLst>
  </p:cSld>
  <p:clrMapOvr>
    <a:masterClrMapping/>
  </p:clrMapOvr>
  <mc:AlternateContent xmlns:mc="http://schemas.openxmlformats.org/markup-compatibility/2006" xmlns:p14="http://schemas.microsoft.com/office/powerpoint/2010/main">
    <mc:Choice Requires="p14">
      <p:transition spd="slow" p14:dur="2000" advTm="7837"/>
    </mc:Choice>
    <mc:Fallback xmlns="">
      <p:transition spd="slow" advTm="7837"/>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タイトル 1">
            <a:extLst>
              <a:ext uri="{FF2B5EF4-FFF2-40B4-BE49-F238E27FC236}">
                <a16:creationId xmlns:a16="http://schemas.microsoft.com/office/drawing/2014/main" id="{48F80BE1-D063-4240-BFC7-C8D243720250}"/>
              </a:ext>
            </a:extLst>
          </p:cNvPr>
          <p:cNvSpPr txBox="1">
            <a:spLocks/>
          </p:cNvSpPr>
          <p:nvPr/>
        </p:nvSpPr>
        <p:spPr bwMode="auto">
          <a:xfrm>
            <a:off x="631222" y="201863"/>
            <a:ext cx="8642258" cy="50208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rtl="0" fontAlgn="base">
              <a:lnSpc>
                <a:spcPct val="90000"/>
              </a:lnSpc>
              <a:spcBef>
                <a:spcPct val="0"/>
              </a:spcBef>
              <a:spcAft>
                <a:spcPct val="0"/>
              </a:spcAft>
              <a:defRPr kumimoji="1" sz="2000">
                <a:solidFill>
                  <a:schemeClr val="tx2"/>
                </a:solidFill>
                <a:latin typeface="游明朝" panose="02020400000000000000" pitchFamily="18" charset="-128"/>
                <a:ea typeface="游明朝" panose="02020400000000000000" pitchFamily="18" charset="-128"/>
                <a:cs typeface="+mj-cs"/>
              </a:defRPr>
            </a:lvl1pPr>
            <a:lvl2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2pPr>
            <a:lvl3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3pPr>
            <a:lvl4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4pPr>
            <a:lvl5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5pPr>
            <a:lvl6pPr marL="4572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6pPr>
            <a:lvl7pPr marL="9144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7pPr>
            <a:lvl8pPr marL="13716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8pPr>
            <a:lvl9pPr marL="18288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9pPr>
          </a:lstStyle>
          <a:p>
            <a:pPr algn="l">
              <a:lnSpc>
                <a:spcPct val="100000"/>
              </a:lnSpc>
            </a:pPr>
            <a:r>
              <a:rPr lang="ja-JP" altLang="en-US" sz="3000" dirty="0">
                <a:solidFill>
                  <a:schemeClr val="tx1"/>
                </a:solidFill>
                <a:latin typeface="メイリオ" panose="020B0604030504040204" pitchFamily="50" charset="-128"/>
                <a:ea typeface="メイリオ" panose="020B0604030504040204" pitchFamily="50" charset="-128"/>
              </a:rPr>
              <a:t>スティッキーセッション</a:t>
            </a:r>
            <a:endParaRPr lang="en-US" altLang="ja-JP" sz="3000" dirty="0">
              <a:solidFill>
                <a:schemeClr val="tx1"/>
              </a:solidFill>
              <a:latin typeface="メイリオ" panose="020B0604030504040204" pitchFamily="50" charset="-128"/>
              <a:ea typeface="メイリオ" panose="020B0604030504040204" pitchFamily="50" charset="-128"/>
            </a:endParaRPr>
          </a:p>
        </p:txBody>
      </p:sp>
      <p:sp>
        <p:nvSpPr>
          <p:cNvPr id="18" name="テキスト ボックス 17">
            <a:extLst>
              <a:ext uri="{FF2B5EF4-FFF2-40B4-BE49-F238E27FC236}">
                <a16:creationId xmlns:a16="http://schemas.microsoft.com/office/drawing/2014/main" id="{EAC8AA96-3FAB-3BC9-2FA4-8BCF70F54D1F}"/>
              </a:ext>
            </a:extLst>
          </p:cNvPr>
          <p:cNvSpPr txBox="1"/>
          <p:nvPr/>
        </p:nvSpPr>
        <p:spPr>
          <a:xfrm>
            <a:off x="1162758" y="6351068"/>
            <a:ext cx="461986" cy="338554"/>
          </a:xfrm>
          <a:prstGeom prst="rect">
            <a:avLst/>
          </a:prstGeom>
          <a:noFill/>
        </p:spPr>
        <p:txBody>
          <a:bodyPr wrap="none" rtlCol="0">
            <a:spAutoFit/>
          </a:bodyPr>
          <a:lstStyle/>
          <a:p>
            <a:pPr algn="ctr"/>
            <a:r>
              <a:rPr kumimoji="1" lang="en-US" altLang="ja-JP" b="1" dirty="0">
                <a:solidFill>
                  <a:schemeClr val="bg1"/>
                </a:solidFill>
                <a:latin typeface="メイリオ" panose="020B0604030504040204" pitchFamily="50" charset="-128"/>
                <a:ea typeface="メイリオ" panose="020B0604030504040204" pitchFamily="50" charset="-128"/>
              </a:rPr>
              <a:t>S3</a:t>
            </a:r>
          </a:p>
        </p:txBody>
      </p:sp>
      <p:pic>
        <p:nvPicPr>
          <p:cNvPr id="24" name="図 23" descr="音楽 が含まれている画像&#10;&#10;自動的に生成された説明">
            <a:extLst>
              <a:ext uri="{FF2B5EF4-FFF2-40B4-BE49-F238E27FC236}">
                <a16:creationId xmlns:a16="http://schemas.microsoft.com/office/drawing/2014/main" id="{9C1D8DFB-A004-2D1B-3D4B-D570CDAA8B9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48944" y="3888685"/>
            <a:ext cx="702078" cy="842494"/>
          </a:xfrm>
          <a:prstGeom prst="rect">
            <a:avLst/>
          </a:prstGeom>
        </p:spPr>
      </p:pic>
      <p:pic>
        <p:nvPicPr>
          <p:cNvPr id="25" name="図 24" descr="音楽 が含まれている画像&#10;&#10;自動的に生成された説明">
            <a:extLst>
              <a:ext uri="{FF2B5EF4-FFF2-40B4-BE49-F238E27FC236}">
                <a16:creationId xmlns:a16="http://schemas.microsoft.com/office/drawing/2014/main" id="{A806F93B-DBFD-18A9-8899-1FAE81E2BD8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269975" y="4990629"/>
            <a:ext cx="714058" cy="856869"/>
          </a:xfrm>
          <a:prstGeom prst="rect">
            <a:avLst/>
          </a:prstGeom>
        </p:spPr>
      </p:pic>
      <p:sp>
        <p:nvSpPr>
          <p:cNvPr id="28" name="テキスト ボックス 27">
            <a:extLst>
              <a:ext uri="{FF2B5EF4-FFF2-40B4-BE49-F238E27FC236}">
                <a16:creationId xmlns:a16="http://schemas.microsoft.com/office/drawing/2014/main" id="{8B3A0DC5-ABEA-1A4F-4EBC-D907013AECBE}"/>
              </a:ext>
            </a:extLst>
          </p:cNvPr>
          <p:cNvSpPr txBox="1"/>
          <p:nvPr/>
        </p:nvSpPr>
        <p:spPr>
          <a:xfrm>
            <a:off x="3338173" y="5826750"/>
            <a:ext cx="577402" cy="338554"/>
          </a:xfrm>
          <a:prstGeom prst="rect">
            <a:avLst/>
          </a:prstGeom>
          <a:noFill/>
        </p:spPr>
        <p:txBody>
          <a:bodyPr wrap="none" rtlCol="0">
            <a:spAutoFit/>
          </a:bodyPr>
          <a:lstStyle/>
          <a:p>
            <a:pPr algn="ctr"/>
            <a:r>
              <a:rPr kumimoji="1" lang="en-US" altLang="ja-JP" dirty="0">
                <a:latin typeface="メイリオ" panose="020B0604030504040204" pitchFamily="50" charset="-128"/>
                <a:ea typeface="メイリオ" panose="020B0604030504040204" pitchFamily="50" charset="-128"/>
              </a:rPr>
              <a:t>EC2</a:t>
            </a:r>
          </a:p>
        </p:txBody>
      </p:sp>
      <p:sp>
        <p:nvSpPr>
          <p:cNvPr id="30" name="テキスト ボックス 29">
            <a:extLst>
              <a:ext uri="{FF2B5EF4-FFF2-40B4-BE49-F238E27FC236}">
                <a16:creationId xmlns:a16="http://schemas.microsoft.com/office/drawing/2014/main" id="{A8BADFBD-27A6-9B4F-809A-76D73C2BBE10}"/>
              </a:ext>
            </a:extLst>
          </p:cNvPr>
          <p:cNvSpPr txBox="1"/>
          <p:nvPr/>
        </p:nvSpPr>
        <p:spPr>
          <a:xfrm>
            <a:off x="4475909" y="4710942"/>
            <a:ext cx="562975" cy="338554"/>
          </a:xfrm>
          <a:prstGeom prst="rect">
            <a:avLst/>
          </a:prstGeom>
          <a:noFill/>
        </p:spPr>
        <p:txBody>
          <a:bodyPr wrap="none" rtlCol="0">
            <a:spAutoFit/>
          </a:bodyPr>
          <a:lstStyle/>
          <a:p>
            <a:pPr algn="ctr"/>
            <a:r>
              <a:rPr kumimoji="1" lang="en-US" altLang="ja-JP" dirty="0">
                <a:latin typeface="メイリオ" panose="020B0604030504040204" pitchFamily="50" charset="-128"/>
                <a:ea typeface="メイリオ" panose="020B0604030504040204" pitchFamily="50" charset="-128"/>
              </a:rPr>
              <a:t>ELB</a:t>
            </a:r>
          </a:p>
        </p:txBody>
      </p:sp>
      <p:pic>
        <p:nvPicPr>
          <p:cNvPr id="31" name="図 30" descr="音楽 が含まれている画像&#10;&#10;自動的に生成された説明">
            <a:extLst>
              <a:ext uri="{FF2B5EF4-FFF2-40B4-BE49-F238E27FC236}">
                <a16:creationId xmlns:a16="http://schemas.microsoft.com/office/drawing/2014/main" id="{67EB331C-72D5-F796-3E8B-8629B2CF990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607094" y="4990629"/>
            <a:ext cx="714058" cy="856869"/>
          </a:xfrm>
          <a:prstGeom prst="rect">
            <a:avLst/>
          </a:prstGeom>
        </p:spPr>
      </p:pic>
      <p:sp>
        <p:nvSpPr>
          <p:cNvPr id="32" name="テキスト ボックス 31">
            <a:extLst>
              <a:ext uri="{FF2B5EF4-FFF2-40B4-BE49-F238E27FC236}">
                <a16:creationId xmlns:a16="http://schemas.microsoft.com/office/drawing/2014/main" id="{951233DA-04D1-F0BD-4605-F22A22286E5A}"/>
              </a:ext>
            </a:extLst>
          </p:cNvPr>
          <p:cNvSpPr txBox="1"/>
          <p:nvPr/>
        </p:nvSpPr>
        <p:spPr>
          <a:xfrm>
            <a:off x="5675292" y="5826750"/>
            <a:ext cx="577402" cy="338554"/>
          </a:xfrm>
          <a:prstGeom prst="rect">
            <a:avLst/>
          </a:prstGeom>
          <a:noFill/>
        </p:spPr>
        <p:txBody>
          <a:bodyPr wrap="none" rtlCol="0">
            <a:spAutoFit/>
          </a:bodyPr>
          <a:lstStyle/>
          <a:p>
            <a:pPr algn="ctr"/>
            <a:r>
              <a:rPr kumimoji="1" lang="en-US" altLang="ja-JP" dirty="0">
                <a:latin typeface="メイリオ" panose="020B0604030504040204" pitchFamily="50" charset="-128"/>
                <a:ea typeface="メイリオ" panose="020B0604030504040204" pitchFamily="50" charset="-128"/>
              </a:rPr>
              <a:t>EC2</a:t>
            </a:r>
          </a:p>
        </p:txBody>
      </p:sp>
      <p:sp>
        <p:nvSpPr>
          <p:cNvPr id="37" name="四角形: 角を丸くする 36">
            <a:extLst>
              <a:ext uri="{FF2B5EF4-FFF2-40B4-BE49-F238E27FC236}">
                <a16:creationId xmlns:a16="http://schemas.microsoft.com/office/drawing/2014/main" id="{F940ACF4-5CD0-366B-1B17-D5166E889521}"/>
              </a:ext>
            </a:extLst>
          </p:cNvPr>
          <p:cNvSpPr/>
          <p:nvPr/>
        </p:nvSpPr>
        <p:spPr bwMode="auto">
          <a:xfrm>
            <a:off x="3347393" y="2420888"/>
            <a:ext cx="1216572" cy="648072"/>
          </a:xfrm>
          <a:prstGeom prst="roundRect">
            <a:avLst/>
          </a:prstGeom>
          <a:solidFill>
            <a:schemeClr val="accent2">
              <a:lumMod val="60000"/>
              <a:lumOff val="40000"/>
            </a:schemeClr>
          </a:solidFill>
          <a:ln w="12700" cap="flat" cmpd="sng" algn="ctr">
            <a:no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ja-JP" altLang="en-US" sz="1400" b="0"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rPr>
              <a:t>クライアント</a:t>
            </a:r>
            <a:endParaRPr kumimoji="1" lang="en-US" altLang="ja-JP" sz="1400" b="0"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endParaRPr>
          </a:p>
          <a:p>
            <a:pPr marL="0" marR="0" indent="0" algn="ctr" defTabSz="914400" rtl="0" eaLnBrk="1" fontAlgn="base" latinLnBrk="0" hangingPunct="1">
              <a:lnSpc>
                <a:spcPct val="100000"/>
              </a:lnSpc>
              <a:spcBef>
                <a:spcPct val="0"/>
              </a:spcBef>
              <a:spcAft>
                <a:spcPct val="0"/>
              </a:spcAft>
              <a:buClrTx/>
              <a:buSzTx/>
              <a:buFontTx/>
              <a:buNone/>
              <a:tabLst/>
            </a:pPr>
            <a:r>
              <a:rPr lang="ja-JP" altLang="en-US" sz="1400" dirty="0">
                <a:latin typeface="メイリオ" panose="020B0604030504040204" pitchFamily="50" charset="-128"/>
                <a:ea typeface="メイリオ" panose="020B0604030504040204" pitchFamily="50" charset="-128"/>
              </a:rPr>
              <a:t>端末</a:t>
            </a:r>
            <a:r>
              <a:rPr lang="en-US" altLang="ja-JP" sz="1400" dirty="0">
                <a:latin typeface="メイリオ" panose="020B0604030504040204" pitchFamily="50" charset="-128"/>
                <a:ea typeface="メイリオ" panose="020B0604030504040204" pitchFamily="50" charset="-128"/>
              </a:rPr>
              <a:t>A</a:t>
            </a:r>
            <a:endParaRPr kumimoji="1" lang="ja-JP" altLang="en-US" sz="1400" b="0"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endParaRPr>
          </a:p>
        </p:txBody>
      </p:sp>
      <p:sp>
        <p:nvSpPr>
          <p:cNvPr id="38" name="四角形: 角を丸くする 37">
            <a:extLst>
              <a:ext uri="{FF2B5EF4-FFF2-40B4-BE49-F238E27FC236}">
                <a16:creationId xmlns:a16="http://schemas.microsoft.com/office/drawing/2014/main" id="{DADABD17-8080-1395-4675-3C321F1D79DB}"/>
              </a:ext>
            </a:extLst>
          </p:cNvPr>
          <p:cNvSpPr/>
          <p:nvPr/>
        </p:nvSpPr>
        <p:spPr bwMode="auto">
          <a:xfrm>
            <a:off x="4960564" y="2420888"/>
            <a:ext cx="1216572" cy="648072"/>
          </a:xfrm>
          <a:prstGeom prst="roundRect">
            <a:avLst/>
          </a:prstGeom>
          <a:solidFill>
            <a:schemeClr val="bg2">
              <a:lumMod val="75000"/>
              <a:lumOff val="25000"/>
            </a:schemeClr>
          </a:solidFill>
          <a:ln w="12700" cap="flat" cmpd="sng" algn="ctr">
            <a:no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ja-JP" altLang="en-US" sz="1400" b="0" i="0" u="none" strike="noStrike" cap="none" normalizeH="0" baseline="0" dirty="0">
                <a:ln>
                  <a:noFill/>
                </a:ln>
                <a:solidFill>
                  <a:schemeClr val="bg1"/>
                </a:solidFill>
                <a:effectLst/>
                <a:latin typeface="メイリオ" panose="020B0604030504040204" pitchFamily="50" charset="-128"/>
                <a:ea typeface="メイリオ" panose="020B0604030504040204" pitchFamily="50" charset="-128"/>
              </a:rPr>
              <a:t>クライアント</a:t>
            </a:r>
            <a:endParaRPr kumimoji="1" lang="en-US" altLang="ja-JP" sz="1400" b="0" i="0" u="none" strike="noStrike" cap="none" normalizeH="0" baseline="0" dirty="0">
              <a:ln>
                <a:noFill/>
              </a:ln>
              <a:solidFill>
                <a:schemeClr val="bg1"/>
              </a:solidFill>
              <a:effectLst/>
              <a:latin typeface="メイリオ" panose="020B0604030504040204" pitchFamily="50" charset="-128"/>
              <a:ea typeface="メイリオ" panose="020B0604030504040204" pitchFamily="50" charset="-128"/>
            </a:endParaRPr>
          </a:p>
          <a:p>
            <a:pPr marL="0" marR="0" indent="0" algn="ctr" defTabSz="914400" rtl="0" eaLnBrk="1" fontAlgn="base" latinLnBrk="0" hangingPunct="1">
              <a:lnSpc>
                <a:spcPct val="100000"/>
              </a:lnSpc>
              <a:spcBef>
                <a:spcPct val="0"/>
              </a:spcBef>
              <a:spcAft>
                <a:spcPct val="0"/>
              </a:spcAft>
              <a:buClrTx/>
              <a:buSzTx/>
              <a:buFontTx/>
              <a:buNone/>
              <a:tabLst/>
            </a:pPr>
            <a:r>
              <a:rPr lang="ja-JP" altLang="en-US" sz="1400" dirty="0">
                <a:solidFill>
                  <a:schemeClr val="bg1"/>
                </a:solidFill>
                <a:latin typeface="メイリオ" panose="020B0604030504040204" pitchFamily="50" charset="-128"/>
                <a:ea typeface="メイリオ" panose="020B0604030504040204" pitchFamily="50" charset="-128"/>
              </a:rPr>
              <a:t>端末</a:t>
            </a:r>
            <a:r>
              <a:rPr lang="en-US" altLang="ja-JP" sz="1400" dirty="0">
                <a:solidFill>
                  <a:schemeClr val="bg1"/>
                </a:solidFill>
                <a:latin typeface="メイリオ" panose="020B0604030504040204" pitchFamily="50" charset="-128"/>
                <a:ea typeface="メイリオ" panose="020B0604030504040204" pitchFamily="50" charset="-128"/>
              </a:rPr>
              <a:t>B</a:t>
            </a:r>
            <a:endParaRPr kumimoji="1" lang="ja-JP" altLang="en-US" sz="1400" b="0" i="0" u="none" strike="noStrike" cap="none" normalizeH="0" baseline="0" dirty="0">
              <a:ln>
                <a:noFill/>
              </a:ln>
              <a:solidFill>
                <a:schemeClr val="bg1"/>
              </a:solidFill>
              <a:effectLst/>
              <a:latin typeface="メイリオ" panose="020B0604030504040204" pitchFamily="50" charset="-128"/>
              <a:ea typeface="メイリオ" panose="020B0604030504040204" pitchFamily="50" charset="-128"/>
            </a:endParaRPr>
          </a:p>
        </p:txBody>
      </p:sp>
      <p:cxnSp>
        <p:nvCxnSpPr>
          <p:cNvPr id="39" name="コネクタ: カギ線 22">
            <a:extLst>
              <a:ext uri="{FF2B5EF4-FFF2-40B4-BE49-F238E27FC236}">
                <a16:creationId xmlns:a16="http://schemas.microsoft.com/office/drawing/2014/main" id="{7207443A-356C-89A3-5278-6201EEAD879C}"/>
              </a:ext>
            </a:extLst>
          </p:cNvPr>
          <p:cNvCxnSpPr>
            <a:cxnSpLocks/>
            <a:stCxn id="24" idx="1"/>
            <a:endCxn id="25" idx="0"/>
          </p:cNvCxnSpPr>
          <p:nvPr/>
        </p:nvCxnSpPr>
        <p:spPr bwMode="auto">
          <a:xfrm flipH="1">
            <a:off x="3627004" y="4309932"/>
            <a:ext cx="821940" cy="680697"/>
          </a:xfrm>
          <a:prstGeom prst="straightConnector1">
            <a:avLst/>
          </a:prstGeom>
          <a:noFill/>
          <a:ln w="31750" cap="flat" cmpd="sng" algn="ctr">
            <a:solidFill>
              <a:srgbClr val="FF0000"/>
            </a:solidFill>
            <a:prstDash val="solid"/>
            <a:round/>
            <a:headEnd type="none" w="med" len="med"/>
            <a:tailEnd type="triangle"/>
          </a:ln>
          <a:effectLst/>
        </p:spPr>
      </p:cxnSp>
      <p:cxnSp>
        <p:nvCxnSpPr>
          <p:cNvPr id="45" name="コネクタ: カギ線 22">
            <a:extLst>
              <a:ext uri="{FF2B5EF4-FFF2-40B4-BE49-F238E27FC236}">
                <a16:creationId xmlns:a16="http://schemas.microsoft.com/office/drawing/2014/main" id="{356D6C39-AAA6-8203-F8A6-72368B3974E9}"/>
              </a:ext>
            </a:extLst>
          </p:cNvPr>
          <p:cNvCxnSpPr>
            <a:cxnSpLocks/>
            <a:stCxn id="24" idx="3"/>
            <a:endCxn id="31" idx="0"/>
          </p:cNvCxnSpPr>
          <p:nvPr/>
        </p:nvCxnSpPr>
        <p:spPr bwMode="auto">
          <a:xfrm>
            <a:off x="5151022" y="4309932"/>
            <a:ext cx="813101" cy="680697"/>
          </a:xfrm>
          <a:prstGeom prst="straightConnector1">
            <a:avLst/>
          </a:prstGeom>
          <a:noFill/>
          <a:ln w="31750" cap="flat" cmpd="sng" algn="ctr">
            <a:solidFill>
              <a:schemeClr val="bg2">
                <a:lumMod val="75000"/>
                <a:lumOff val="25000"/>
              </a:schemeClr>
            </a:solidFill>
            <a:prstDash val="solid"/>
            <a:round/>
            <a:headEnd type="none" w="med" len="med"/>
            <a:tailEnd type="triangle"/>
          </a:ln>
          <a:effectLst/>
        </p:spPr>
      </p:cxnSp>
      <p:cxnSp>
        <p:nvCxnSpPr>
          <p:cNvPr id="52" name="コネクタ: カギ線 22">
            <a:extLst>
              <a:ext uri="{FF2B5EF4-FFF2-40B4-BE49-F238E27FC236}">
                <a16:creationId xmlns:a16="http://schemas.microsoft.com/office/drawing/2014/main" id="{9BD36006-1056-0382-46BD-96B266EB91A8}"/>
              </a:ext>
            </a:extLst>
          </p:cNvPr>
          <p:cNvCxnSpPr>
            <a:cxnSpLocks/>
            <a:endCxn id="24" idx="0"/>
          </p:cNvCxnSpPr>
          <p:nvPr/>
        </p:nvCxnSpPr>
        <p:spPr bwMode="auto">
          <a:xfrm>
            <a:off x="4072695" y="3060481"/>
            <a:ext cx="727288" cy="828204"/>
          </a:xfrm>
          <a:prstGeom prst="straightConnector1">
            <a:avLst/>
          </a:prstGeom>
          <a:noFill/>
          <a:ln w="31750" cap="flat" cmpd="sng" algn="ctr">
            <a:solidFill>
              <a:srgbClr val="FF0000"/>
            </a:solidFill>
            <a:prstDash val="solid"/>
            <a:round/>
            <a:headEnd type="none" w="med" len="med"/>
            <a:tailEnd type="triangle"/>
          </a:ln>
          <a:effectLst/>
        </p:spPr>
      </p:cxnSp>
      <p:cxnSp>
        <p:nvCxnSpPr>
          <p:cNvPr id="55" name="コネクタ: カギ線 22">
            <a:extLst>
              <a:ext uri="{FF2B5EF4-FFF2-40B4-BE49-F238E27FC236}">
                <a16:creationId xmlns:a16="http://schemas.microsoft.com/office/drawing/2014/main" id="{997D02FA-D331-C9A2-E933-CADA87957D7B}"/>
              </a:ext>
            </a:extLst>
          </p:cNvPr>
          <p:cNvCxnSpPr>
            <a:cxnSpLocks/>
          </p:cNvCxnSpPr>
          <p:nvPr/>
        </p:nvCxnSpPr>
        <p:spPr bwMode="auto">
          <a:xfrm>
            <a:off x="3783819" y="3060481"/>
            <a:ext cx="727288" cy="828204"/>
          </a:xfrm>
          <a:prstGeom prst="straightConnector1">
            <a:avLst/>
          </a:prstGeom>
          <a:noFill/>
          <a:ln w="31750" cap="flat" cmpd="sng" algn="ctr">
            <a:solidFill>
              <a:srgbClr val="FF0000"/>
            </a:solidFill>
            <a:prstDash val="solid"/>
            <a:round/>
            <a:headEnd type="none" w="med" len="med"/>
            <a:tailEnd type="triangle"/>
          </a:ln>
          <a:effectLst/>
        </p:spPr>
      </p:cxnSp>
      <p:cxnSp>
        <p:nvCxnSpPr>
          <p:cNvPr id="56" name="コネクタ: カギ線 22">
            <a:extLst>
              <a:ext uri="{FF2B5EF4-FFF2-40B4-BE49-F238E27FC236}">
                <a16:creationId xmlns:a16="http://schemas.microsoft.com/office/drawing/2014/main" id="{A1AAE96B-76C4-2AF2-CE45-6D37B95B0FE2}"/>
              </a:ext>
            </a:extLst>
          </p:cNvPr>
          <p:cNvCxnSpPr>
            <a:cxnSpLocks/>
          </p:cNvCxnSpPr>
          <p:nvPr/>
        </p:nvCxnSpPr>
        <p:spPr bwMode="auto">
          <a:xfrm flipH="1">
            <a:off x="3912114" y="4644657"/>
            <a:ext cx="737044" cy="588464"/>
          </a:xfrm>
          <a:prstGeom prst="straightConnector1">
            <a:avLst/>
          </a:prstGeom>
          <a:noFill/>
          <a:ln w="31750" cap="flat" cmpd="sng" algn="ctr">
            <a:solidFill>
              <a:srgbClr val="FF0000"/>
            </a:solidFill>
            <a:prstDash val="solid"/>
            <a:round/>
            <a:headEnd type="none" w="med" len="med"/>
            <a:tailEnd type="triangle"/>
          </a:ln>
          <a:effectLst/>
        </p:spPr>
      </p:cxnSp>
      <p:cxnSp>
        <p:nvCxnSpPr>
          <p:cNvPr id="60" name="コネクタ: カギ線 22">
            <a:extLst>
              <a:ext uri="{FF2B5EF4-FFF2-40B4-BE49-F238E27FC236}">
                <a16:creationId xmlns:a16="http://schemas.microsoft.com/office/drawing/2014/main" id="{A6C74166-51E1-6FC6-D7B6-ECA8713E2CAB}"/>
              </a:ext>
            </a:extLst>
          </p:cNvPr>
          <p:cNvCxnSpPr>
            <a:cxnSpLocks/>
          </p:cNvCxnSpPr>
          <p:nvPr/>
        </p:nvCxnSpPr>
        <p:spPr bwMode="auto">
          <a:xfrm>
            <a:off x="5025008" y="4581128"/>
            <a:ext cx="813101" cy="680697"/>
          </a:xfrm>
          <a:prstGeom prst="straightConnector1">
            <a:avLst/>
          </a:prstGeom>
          <a:noFill/>
          <a:ln w="31750" cap="flat" cmpd="sng" algn="ctr">
            <a:solidFill>
              <a:schemeClr val="bg2">
                <a:lumMod val="75000"/>
                <a:lumOff val="25000"/>
              </a:schemeClr>
            </a:solidFill>
            <a:prstDash val="solid"/>
            <a:round/>
            <a:headEnd type="none" w="med" len="med"/>
            <a:tailEnd type="triangle"/>
          </a:ln>
          <a:effectLst/>
        </p:spPr>
      </p:cxnSp>
      <p:cxnSp>
        <p:nvCxnSpPr>
          <p:cNvPr id="61" name="コネクタ: カギ線 22">
            <a:extLst>
              <a:ext uri="{FF2B5EF4-FFF2-40B4-BE49-F238E27FC236}">
                <a16:creationId xmlns:a16="http://schemas.microsoft.com/office/drawing/2014/main" id="{C741D0DC-A1E8-3E1E-53D6-C4D52EC26E2B}"/>
              </a:ext>
            </a:extLst>
          </p:cNvPr>
          <p:cNvCxnSpPr>
            <a:cxnSpLocks/>
          </p:cNvCxnSpPr>
          <p:nvPr/>
        </p:nvCxnSpPr>
        <p:spPr bwMode="auto">
          <a:xfrm flipH="1">
            <a:off x="5047937" y="3060481"/>
            <a:ext cx="790172" cy="931645"/>
          </a:xfrm>
          <a:prstGeom prst="straightConnector1">
            <a:avLst/>
          </a:prstGeom>
          <a:noFill/>
          <a:ln w="31750" cap="flat" cmpd="sng" algn="ctr">
            <a:solidFill>
              <a:schemeClr val="bg2">
                <a:lumMod val="75000"/>
                <a:lumOff val="25000"/>
              </a:schemeClr>
            </a:solidFill>
            <a:prstDash val="solid"/>
            <a:round/>
            <a:headEnd type="none" w="med" len="med"/>
            <a:tailEnd type="triangle"/>
          </a:ln>
          <a:effectLst/>
        </p:spPr>
      </p:cxnSp>
      <p:cxnSp>
        <p:nvCxnSpPr>
          <p:cNvPr id="63" name="コネクタ: カギ線 22">
            <a:extLst>
              <a:ext uri="{FF2B5EF4-FFF2-40B4-BE49-F238E27FC236}">
                <a16:creationId xmlns:a16="http://schemas.microsoft.com/office/drawing/2014/main" id="{6CAD6173-69FF-0974-7724-B16E87868440}"/>
              </a:ext>
            </a:extLst>
          </p:cNvPr>
          <p:cNvCxnSpPr>
            <a:cxnSpLocks/>
          </p:cNvCxnSpPr>
          <p:nvPr/>
        </p:nvCxnSpPr>
        <p:spPr bwMode="auto">
          <a:xfrm flipH="1">
            <a:off x="4762496" y="3060481"/>
            <a:ext cx="790172" cy="931645"/>
          </a:xfrm>
          <a:prstGeom prst="straightConnector1">
            <a:avLst/>
          </a:prstGeom>
          <a:noFill/>
          <a:ln w="31750" cap="flat" cmpd="sng" algn="ctr">
            <a:solidFill>
              <a:schemeClr val="bg2">
                <a:lumMod val="75000"/>
                <a:lumOff val="25000"/>
              </a:schemeClr>
            </a:solidFill>
            <a:prstDash val="solid"/>
            <a:round/>
            <a:headEnd type="none" w="med" len="med"/>
            <a:tailEnd type="triangle"/>
          </a:ln>
          <a:effectLst/>
        </p:spPr>
      </p:cxnSp>
      <p:sp>
        <p:nvSpPr>
          <p:cNvPr id="12288" name="コンテンツ プレースホルダー 2">
            <a:extLst>
              <a:ext uri="{FF2B5EF4-FFF2-40B4-BE49-F238E27FC236}">
                <a16:creationId xmlns:a16="http://schemas.microsoft.com/office/drawing/2014/main" id="{1B11B5B3-3189-3C53-3208-E4E83A94AA33}"/>
              </a:ext>
            </a:extLst>
          </p:cNvPr>
          <p:cNvSpPr txBox="1">
            <a:spLocks/>
          </p:cNvSpPr>
          <p:nvPr/>
        </p:nvSpPr>
        <p:spPr>
          <a:xfrm>
            <a:off x="631222" y="799401"/>
            <a:ext cx="8858282" cy="325343"/>
          </a:xfrm>
          <a:prstGeom prst="rect">
            <a:avLst/>
          </a:prstGeom>
        </p:spPr>
        <p:txBody>
          <a:bodyPr vert="horz" lIns="74295" tIns="37148" rIns="74295" bIns="37148" rtlCol="0">
            <a:noAutofit/>
          </a:bodyPr>
          <a:lstStyle>
            <a:lvl1pPr marL="228600" indent="-228600" algn="l" defTabSz="914400" rtl="0" eaLnBrk="1" latinLnBrk="0" hangingPunct="1">
              <a:lnSpc>
                <a:spcPct val="90000"/>
              </a:lnSpc>
              <a:spcBef>
                <a:spcPts val="1000"/>
              </a:spcBef>
              <a:buFont typeface="Wingdings 2" pitchFamily="18" charset="2"/>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2" pitchFamily="18" charset="2"/>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2" pitchFamily="18" charset="2"/>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5pPr>
            <a:lvl6pPr marL="25146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6pPr>
            <a:lvl7pPr marL="29718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7pPr>
            <a:lvl8pPr marL="34290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8pPr>
            <a:lvl9pPr marL="38862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9pPr>
          </a:lstStyle>
          <a:p>
            <a:pPr marL="0" indent="0">
              <a:buNone/>
            </a:pPr>
            <a:r>
              <a:rPr lang="ja-JP" altLang="en-US" sz="2400" dirty="0">
                <a:solidFill>
                  <a:schemeClr val="bg2">
                    <a:lumMod val="90000"/>
                    <a:lumOff val="10000"/>
                  </a:schemeClr>
                </a:solidFill>
                <a:latin typeface="メイリオ" panose="020B0604030504040204" pitchFamily="50" charset="-128"/>
                <a:ea typeface="メイリオ" panose="020B0604030504040204" pitchFamily="50" charset="-128"/>
              </a:rPr>
              <a:t>セッションを継続して、同じクライアント端末からのリクエストを継続して同じ</a:t>
            </a:r>
            <a:r>
              <a:rPr lang="en-US" altLang="ja-JP" sz="2400" dirty="0">
                <a:solidFill>
                  <a:schemeClr val="bg2">
                    <a:lumMod val="90000"/>
                    <a:lumOff val="10000"/>
                  </a:schemeClr>
                </a:solidFill>
                <a:latin typeface="メイリオ" panose="020B0604030504040204" pitchFamily="50" charset="-128"/>
                <a:ea typeface="メイリオ" panose="020B0604030504040204" pitchFamily="50" charset="-128"/>
              </a:rPr>
              <a:t>EC2</a:t>
            </a:r>
            <a:r>
              <a:rPr lang="ja-JP" altLang="en-US" sz="2400" dirty="0">
                <a:solidFill>
                  <a:schemeClr val="bg2">
                    <a:lumMod val="90000"/>
                    <a:lumOff val="10000"/>
                  </a:schemeClr>
                </a:solidFill>
                <a:latin typeface="メイリオ" panose="020B0604030504040204" pitchFamily="50" charset="-128"/>
                <a:ea typeface="メイリオ" panose="020B0604030504040204" pitchFamily="50" charset="-128"/>
              </a:rPr>
              <a:t>インスタンスに送信する</a:t>
            </a:r>
            <a:endParaRPr lang="en-US" altLang="ja-JP" sz="2400" kern="0" dirty="0">
              <a:solidFill>
                <a:schemeClr val="bg2">
                  <a:lumMod val="90000"/>
                  <a:lumOff val="10000"/>
                </a:schemeClr>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641047693"/>
      </p:ext>
    </p:extLst>
  </p:cSld>
  <p:clrMapOvr>
    <a:masterClrMapping/>
  </p:clrMapOvr>
  <mc:AlternateContent xmlns:mc="http://schemas.openxmlformats.org/markup-compatibility/2006" xmlns:p14="http://schemas.microsoft.com/office/powerpoint/2010/main">
    <mc:Choice Requires="p14">
      <p:transition spd="slow" p14:dur="2000" advTm="15907"/>
    </mc:Choice>
    <mc:Fallback xmlns="">
      <p:transition spd="slow" advTm="15907"/>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タイトル 1">
            <a:extLst>
              <a:ext uri="{FF2B5EF4-FFF2-40B4-BE49-F238E27FC236}">
                <a16:creationId xmlns:a16="http://schemas.microsoft.com/office/drawing/2014/main" id="{48F80BE1-D063-4240-BFC7-C8D243720250}"/>
              </a:ext>
            </a:extLst>
          </p:cNvPr>
          <p:cNvSpPr txBox="1">
            <a:spLocks/>
          </p:cNvSpPr>
          <p:nvPr/>
        </p:nvSpPr>
        <p:spPr bwMode="auto">
          <a:xfrm>
            <a:off x="631222" y="201863"/>
            <a:ext cx="8642258" cy="50208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rtl="0" fontAlgn="base">
              <a:lnSpc>
                <a:spcPct val="90000"/>
              </a:lnSpc>
              <a:spcBef>
                <a:spcPct val="0"/>
              </a:spcBef>
              <a:spcAft>
                <a:spcPct val="0"/>
              </a:spcAft>
              <a:defRPr kumimoji="1" sz="2000">
                <a:solidFill>
                  <a:schemeClr val="tx2"/>
                </a:solidFill>
                <a:latin typeface="游明朝" panose="02020400000000000000" pitchFamily="18" charset="-128"/>
                <a:ea typeface="游明朝" panose="02020400000000000000" pitchFamily="18" charset="-128"/>
                <a:cs typeface="+mj-cs"/>
              </a:defRPr>
            </a:lvl1pPr>
            <a:lvl2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2pPr>
            <a:lvl3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3pPr>
            <a:lvl4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4pPr>
            <a:lvl5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5pPr>
            <a:lvl6pPr marL="4572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6pPr>
            <a:lvl7pPr marL="9144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7pPr>
            <a:lvl8pPr marL="13716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8pPr>
            <a:lvl9pPr marL="18288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9pPr>
          </a:lstStyle>
          <a:p>
            <a:pPr algn="l">
              <a:lnSpc>
                <a:spcPct val="100000"/>
              </a:lnSpc>
            </a:pPr>
            <a:r>
              <a:rPr kumimoji="0" lang="en-US" altLang="ja-JP" sz="3000" dirty="0">
                <a:solidFill>
                  <a:srgbClr val="000000"/>
                </a:solidFill>
                <a:latin typeface="メイリオ" pitchFamily="50" charset="-128"/>
                <a:ea typeface="メイリオ" pitchFamily="50" charset="-128"/>
                <a:cs typeface="メイリオ" pitchFamily="50" charset="-128"/>
              </a:rPr>
              <a:t>Connection</a:t>
            </a:r>
            <a:r>
              <a:rPr kumimoji="0" lang="ja-JP" altLang="en-US" sz="3000" dirty="0">
                <a:solidFill>
                  <a:srgbClr val="000000"/>
                </a:solidFill>
                <a:latin typeface="メイリオ" pitchFamily="50" charset="-128"/>
                <a:ea typeface="メイリオ" pitchFamily="50" charset="-128"/>
                <a:cs typeface="メイリオ" pitchFamily="50" charset="-128"/>
              </a:rPr>
              <a:t> </a:t>
            </a:r>
            <a:r>
              <a:rPr kumimoji="0" lang="en-US" altLang="ja-JP" sz="3000" dirty="0">
                <a:solidFill>
                  <a:srgbClr val="000000"/>
                </a:solidFill>
                <a:latin typeface="メイリオ" pitchFamily="50" charset="-128"/>
                <a:ea typeface="メイリオ" pitchFamily="50" charset="-128"/>
                <a:cs typeface="メイリオ" pitchFamily="50" charset="-128"/>
              </a:rPr>
              <a:t>Draining</a:t>
            </a:r>
            <a:endParaRPr lang="en-US" altLang="ja-JP" sz="3000" dirty="0">
              <a:solidFill>
                <a:schemeClr val="tx1"/>
              </a:solidFill>
              <a:latin typeface="メイリオ" panose="020B0604030504040204" pitchFamily="50" charset="-128"/>
              <a:ea typeface="メイリオ" panose="020B0604030504040204" pitchFamily="50" charset="-128"/>
            </a:endParaRPr>
          </a:p>
        </p:txBody>
      </p:sp>
      <p:sp>
        <p:nvSpPr>
          <p:cNvPr id="5" name="コンテンツ プレースホルダー 2">
            <a:extLst>
              <a:ext uri="{FF2B5EF4-FFF2-40B4-BE49-F238E27FC236}">
                <a16:creationId xmlns:a16="http://schemas.microsoft.com/office/drawing/2014/main" id="{4223C7E6-23C7-4433-B315-D26905B0474C}"/>
              </a:ext>
            </a:extLst>
          </p:cNvPr>
          <p:cNvSpPr txBox="1">
            <a:spLocks/>
          </p:cNvSpPr>
          <p:nvPr/>
        </p:nvSpPr>
        <p:spPr>
          <a:xfrm>
            <a:off x="631222" y="799401"/>
            <a:ext cx="8858282" cy="325343"/>
          </a:xfrm>
          <a:prstGeom prst="rect">
            <a:avLst/>
          </a:prstGeom>
        </p:spPr>
        <p:txBody>
          <a:bodyPr vert="horz" lIns="74295" tIns="37148" rIns="74295" bIns="37148" rtlCol="0">
            <a:noAutofit/>
          </a:bodyPr>
          <a:lstStyle>
            <a:lvl1pPr marL="228600" indent="-228600" algn="l" defTabSz="914400" rtl="0" eaLnBrk="1" latinLnBrk="0" hangingPunct="1">
              <a:lnSpc>
                <a:spcPct val="90000"/>
              </a:lnSpc>
              <a:spcBef>
                <a:spcPts val="1000"/>
              </a:spcBef>
              <a:buFont typeface="Wingdings 2" pitchFamily="18" charset="2"/>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2" pitchFamily="18" charset="2"/>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2" pitchFamily="18" charset="2"/>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5pPr>
            <a:lvl6pPr marL="25146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6pPr>
            <a:lvl7pPr marL="29718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7pPr>
            <a:lvl8pPr marL="34290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8pPr>
            <a:lvl9pPr marL="38862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9pPr>
          </a:lstStyle>
          <a:p>
            <a:pPr marL="0" indent="0">
              <a:buNone/>
            </a:pPr>
            <a:r>
              <a:rPr lang="ja-JP" altLang="en-US" sz="2400" dirty="0">
                <a:solidFill>
                  <a:schemeClr val="bg2">
                    <a:lumMod val="90000"/>
                    <a:lumOff val="10000"/>
                  </a:schemeClr>
                </a:solidFill>
                <a:latin typeface="メイリオ" panose="020B0604030504040204" pitchFamily="50" charset="-128"/>
                <a:ea typeface="メイリオ" panose="020B0604030504040204" pitchFamily="50" charset="-128"/>
              </a:rPr>
              <a:t>インスタンスが登録解除されるか異常が発生した場合に、そのバックエンドインスタンスへの</a:t>
            </a:r>
            <a:r>
              <a:rPr lang="ja-JP" altLang="en-US" sz="2400" b="0" i="0" dirty="0">
                <a:solidFill>
                  <a:srgbClr val="3B4675"/>
                </a:solidFill>
                <a:effectLst/>
                <a:latin typeface="メイリオ" panose="020B0604030504040204" pitchFamily="50" charset="-128"/>
                <a:ea typeface="メイリオ" panose="020B0604030504040204" pitchFamily="50" charset="-128"/>
              </a:rPr>
              <a:t>指定した秒数の間は通信が切れずに、処理中のリクエストが終わるまで一定期間待ってくれる</a:t>
            </a:r>
            <a:endParaRPr lang="en-US" altLang="ja-JP" sz="2400" kern="0" dirty="0">
              <a:solidFill>
                <a:schemeClr val="bg2">
                  <a:lumMod val="90000"/>
                  <a:lumOff val="10000"/>
                </a:schemeClr>
              </a:solidFill>
              <a:latin typeface="メイリオ" panose="020B0604030504040204" pitchFamily="50" charset="-128"/>
              <a:ea typeface="メイリオ" panose="020B0604030504040204" pitchFamily="50" charset="-128"/>
            </a:endParaRPr>
          </a:p>
        </p:txBody>
      </p:sp>
      <p:sp>
        <p:nvSpPr>
          <p:cNvPr id="23" name="コンテンツ プレースホルダー 2">
            <a:extLst>
              <a:ext uri="{FF2B5EF4-FFF2-40B4-BE49-F238E27FC236}">
                <a16:creationId xmlns:a16="http://schemas.microsoft.com/office/drawing/2014/main" id="{C333156F-80FB-4727-D412-DE5A11F977F5}"/>
              </a:ext>
            </a:extLst>
          </p:cNvPr>
          <p:cNvSpPr txBox="1">
            <a:spLocks/>
          </p:cNvSpPr>
          <p:nvPr/>
        </p:nvSpPr>
        <p:spPr bwMode="auto">
          <a:xfrm>
            <a:off x="2755000" y="2276872"/>
            <a:ext cx="4358240" cy="4134366"/>
          </a:xfrm>
          <a:prstGeom prst="rect">
            <a:avLst/>
          </a:prstGeom>
          <a:solidFill>
            <a:schemeClr val="bg1"/>
          </a:solidFill>
          <a:ln w="9525">
            <a:solidFill>
              <a:srgbClr val="F0861E"/>
            </a:solidFill>
            <a:miter lim="800000"/>
            <a:headEnd/>
            <a:tailEnd/>
          </a:ln>
          <a:effectLst/>
        </p:spPr>
        <p:txBody>
          <a:bodyPr vert="horz" wrap="square" lIns="91440" tIns="45720" rIns="91440" bIns="45720" numCol="1" anchor="t"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r>
              <a:rPr lang="ja-JP" altLang="en-US" sz="1800" kern="0" dirty="0">
                <a:solidFill>
                  <a:schemeClr val="bg2"/>
                </a:solidFill>
                <a:latin typeface="メイリオ" panose="020B0604030504040204" pitchFamily="50" charset="-128"/>
                <a:ea typeface="メイリオ" panose="020B0604030504040204" pitchFamily="50" charset="-128"/>
              </a:rPr>
              <a:t>障害時にリクエストがいきなり切れずに、一定期間返信を待ってくれる。</a:t>
            </a:r>
            <a:endParaRPr lang="en-US" altLang="ja-JP" sz="1800" kern="0" dirty="0">
              <a:solidFill>
                <a:schemeClr val="bg2"/>
              </a:solidFill>
              <a:latin typeface="メイリオ" panose="020B0604030504040204" pitchFamily="50" charset="-128"/>
              <a:ea typeface="メイリオ" panose="020B0604030504040204" pitchFamily="50" charset="-128"/>
            </a:endParaRPr>
          </a:p>
        </p:txBody>
      </p:sp>
      <p:pic>
        <p:nvPicPr>
          <p:cNvPr id="26" name="図 25" descr="音楽 が含まれている画像&#10;&#10;自動的に生成された説明">
            <a:extLst>
              <a:ext uri="{FF2B5EF4-FFF2-40B4-BE49-F238E27FC236}">
                <a16:creationId xmlns:a16="http://schemas.microsoft.com/office/drawing/2014/main" id="{84832C21-DD80-294D-C42C-3FFEDA04CC1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58852" y="4088941"/>
            <a:ext cx="702078" cy="842494"/>
          </a:xfrm>
          <a:prstGeom prst="rect">
            <a:avLst/>
          </a:prstGeom>
        </p:spPr>
      </p:pic>
      <p:pic>
        <p:nvPicPr>
          <p:cNvPr id="29" name="図 28" descr="音楽 が含まれている画像&#10;&#10;自動的に生成された説明">
            <a:extLst>
              <a:ext uri="{FF2B5EF4-FFF2-40B4-BE49-F238E27FC236}">
                <a16:creationId xmlns:a16="http://schemas.microsoft.com/office/drawing/2014/main" id="{D6B34D52-0919-BC0C-8AC6-9A04AF3587E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492021" y="5000387"/>
            <a:ext cx="714058" cy="856869"/>
          </a:xfrm>
          <a:prstGeom prst="rect">
            <a:avLst/>
          </a:prstGeom>
        </p:spPr>
      </p:pic>
      <p:sp>
        <p:nvSpPr>
          <p:cNvPr id="33" name="テキスト ボックス 32">
            <a:extLst>
              <a:ext uri="{FF2B5EF4-FFF2-40B4-BE49-F238E27FC236}">
                <a16:creationId xmlns:a16="http://schemas.microsoft.com/office/drawing/2014/main" id="{B58D71D6-560A-1C05-9167-1EB288768278}"/>
              </a:ext>
            </a:extLst>
          </p:cNvPr>
          <p:cNvSpPr txBox="1"/>
          <p:nvPr/>
        </p:nvSpPr>
        <p:spPr>
          <a:xfrm>
            <a:off x="3560219" y="5836508"/>
            <a:ext cx="577402" cy="338554"/>
          </a:xfrm>
          <a:prstGeom prst="rect">
            <a:avLst/>
          </a:prstGeom>
          <a:noFill/>
        </p:spPr>
        <p:txBody>
          <a:bodyPr wrap="none" rtlCol="0">
            <a:spAutoFit/>
          </a:bodyPr>
          <a:lstStyle/>
          <a:p>
            <a:pPr algn="ctr"/>
            <a:r>
              <a:rPr kumimoji="1" lang="en-US" altLang="ja-JP" dirty="0">
                <a:latin typeface="メイリオ" panose="020B0604030504040204" pitchFamily="50" charset="-128"/>
                <a:ea typeface="メイリオ" panose="020B0604030504040204" pitchFamily="50" charset="-128"/>
              </a:rPr>
              <a:t>EC2</a:t>
            </a:r>
          </a:p>
        </p:txBody>
      </p:sp>
      <p:sp>
        <p:nvSpPr>
          <p:cNvPr id="34" name="テキスト ボックス 33">
            <a:extLst>
              <a:ext uri="{FF2B5EF4-FFF2-40B4-BE49-F238E27FC236}">
                <a16:creationId xmlns:a16="http://schemas.microsoft.com/office/drawing/2014/main" id="{220F7991-7E12-AE1B-526A-9D10736570EE}"/>
              </a:ext>
            </a:extLst>
          </p:cNvPr>
          <p:cNvSpPr txBox="1"/>
          <p:nvPr/>
        </p:nvSpPr>
        <p:spPr>
          <a:xfrm>
            <a:off x="4661103" y="4937976"/>
            <a:ext cx="562975" cy="338554"/>
          </a:xfrm>
          <a:prstGeom prst="rect">
            <a:avLst/>
          </a:prstGeom>
          <a:noFill/>
        </p:spPr>
        <p:txBody>
          <a:bodyPr wrap="none" rtlCol="0">
            <a:spAutoFit/>
          </a:bodyPr>
          <a:lstStyle/>
          <a:p>
            <a:pPr algn="ctr"/>
            <a:r>
              <a:rPr kumimoji="1" lang="en-US" altLang="ja-JP" dirty="0">
                <a:latin typeface="メイリオ" panose="020B0604030504040204" pitchFamily="50" charset="-128"/>
                <a:ea typeface="メイリオ" panose="020B0604030504040204" pitchFamily="50" charset="-128"/>
              </a:rPr>
              <a:t>ELB</a:t>
            </a:r>
          </a:p>
        </p:txBody>
      </p:sp>
      <p:pic>
        <p:nvPicPr>
          <p:cNvPr id="35" name="図 34" descr="音楽 が含まれている画像&#10;&#10;自動的に生成された説明">
            <a:extLst>
              <a:ext uri="{FF2B5EF4-FFF2-40B4-BE49-F238E27FC236}">
                <a16:creationId xmlns:a16="http://schemas.microsoft.com/office/drawing/2014/main" id="{252EBC2A-B634-760A-8BC4-8750740C034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679102" y="5000387"/>
            <a:ext cx="714058" cy="856869"/>
          </a:xfrm>
          <a:prstGeom prst="rect">
            <a:avLst/>
          </a:prstGeom>
        </p:spPr>
      </p:pic>
      <p:sp>
        <p:nvSpPr>
          <p:cNvPr id="36" name="テキスト ボックス 35">
            <a:extLst>
              <a:ext uri="{FF2B5EF4-FFF2-40B4-BE49-F238E27FC236}">
                <a16:creationId xmlns:a16="http://schemas.microsoft.com/office/drawing/2014/main" id="{AD966896-6631-89A6-B4A8-B662F3B9BCF9}"/>
              </a:ext>
            </a:extLst>
          </p:cNvPr>
          <p:cNvSpPr txBox="1"/>
          <p:nvPr/>
        </p:nvSpPr>
        <p:spPr>
          <a:xfrm>
            <a:off x="5747300" y="5836508"/>
            <a:ext cx="577402" cy="338554"/>
          </a:xfrm>
          <a:prstGeom prst="rect">
            <a:avLst/>
          </a:prstGeom>
          <a:noFill/>
        </p:spPr>
        <p:txBody>
          <a:bodyPr wrap="none" rtlCol="0">
            <a:spAutoFit/>
          </a:bodyPr>
          <a:lstStyle/>
          <a:p>
            <a:pPr algn="ctr"/>
            <a:r>
              <a:rPr kumimoji="1" lang="en-US" altLang="ja-JP" dirty="0">
                <a:latin typeface="メイリオ" panose="020B0604030504040204" pitchFamily="50" charset="-128"/>
                <a:ea typeface="メイリオ" panose="020B0604030504040204" pitchFamily="50" charset="-128"/>
              </a:rPr>
              <a:t>EC2</a:t>
            </a:r>
          </a:p>
        </p:txBody>
      </p:sp>
      <p:cxnSp>
        <p:nvCxnSpPr>
          <p:cNvPr id="40" name="直線コネクタ 39">
            <a:extLst>
              <a:ext uri="{FF2B5EF4-FFF2-40B4-BE49-F238E27FC236}">
                <a16:creationId xmlns:a16="http://schemas.microsoft.com/office/drawing/2014/main" id="{B3CDFCE6-D874-A2ED-E0A0-9F048A5513A9}"/>
              </a:ext>
            </a:extLst>
          </p:cNvPr>
          <p:cNvCxnSpPr>
            <a:cxnSpLocks/>
            <a:stCxn id="29" idx="0"/>
            <a:endCxn id="26" idx="1"/>
          </p:cNvCxnSpPr>
          <p:nvPr/>
        </p:nvCxnSpPr>
        <p:spPr bwMode="auto">
          <a:xfrm flipV="1">
            <a:off x="3849050" y="4510188"/>
            <a:ext cx="709802" cy="490199"/>
          </a:xfrm>
          <a:prstGeom prst="line">
            <a:avLst/>
          </a:prstGeom>
          <a:noFill/>
          <a:ln w="31750" cap="flat" cmpd="sng" algn="ctr">
            <a:solidFill>
              <a:srgbClr val="FF0000"/>
            </a:solidFill>
            <a:prstDash val="solid"/>
            <a:round/>
            <a:headEnd type="none" w="med" len="med"/>
            <a:tailEnd type="none" w="med" len="med"/>
          </a:ln>
          <a:effectLst/>
        </p:spPr>
      </p:cxnSp>
      <p:cxnSp>
        <p:nvCxnSpPr>
          <p:cNvPr id="41" name="直線コネクタ 40">
            <a:extLst>
              <a:ext uri="{FF2B5EF4-FFF2-40B4-BE49-F238E27FC236}">
                <a16:creationId xmlns:a16="http://schemas.microsoft.com/office/drawing/2014/main" id="{8437E996-E6E2-474F-994B-2484679B4C41}"/>
              </a:ext>
            </a:extLst>
          </p:cNvPr>
          <p:cNvCxnSpPr>
            <a:cxnSpLocks/>
            <a:stCxn id="35" idx="0"/>
            <a:endCxn id="26" idx="3"/>
          </p:cNvCxnSpPr>
          <p:nvPr/>
        </p:nvCxnSpPr>
        <p:spPr bwMode="auto">
          <a:xfrm flipH="1" flipV="1">
            <a:off x="5260930" y="4510188"/>
            <a:ext cx="775201" cy="490199"/>
          </a:xfrm>
          <a:prstGeom prst="line">
            <a:avLst/>
          </a:prstGeom>
          <a:noFill/>
          <a:ln w="31750" cap="flat" cmpd="sng" algn="ctr">
            <a:solidFill>
              <a:srgbClr val="FF0000"/>
            </a:solidFill>
            <a:prstDash val="solid"/>
            <a:round/>
            <a:headEnd type="none" w="med" len="med"/>
            <a:tailEnd type="none" w="med" len="med"/>
          </a:ln>
          <a:effectLst/>
        </p:spPr>
      </p:cxnSp>
      <p:sp>
        <p:nvSpPr>
          <p:cNvPr id="43" name="乗算記号 42">
            <a:extLst>
              <a:ext uri="{FF2B5EF4-FFF2-40B4-BE49-F238E27FC236}">
                <a16:creationId xmlns:a16="http://schemas.microsoft.com/office/drawing/2014/main" id="{4A749B4C-58F5-9F5E-D1FF-E82B3A8EB7F4}"/>
              </a:ext>
            </a:extLst>
          </p:cNvPr>
          <p:cNvSpPr/>
          <p:nvPr/>
        </p:nvSpPr>
        <p:spPr bwMode="auto">
          <a:xfrm>
            <a:off x="3382410" y="4896923"/>
            <a:ext cx="936104" cy="935088"/>
          </a:xfrm>
          <a:prstGeom prst="mathMultiply">
            <a:avLst/>
          </a:prstGeom>
          <a:solidFill>
            <a:srgbClr val="FF0000"/>
          </a:solidFill>
          <a:ln w="12700" cap="flat" cmpd="sng" algn="ctr">
            <a:no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ja-JP" altLang="en-US" sz="1600" b="0" i="0" u="none" strike="noStrike" cap="none" normalizeH="0" baseline="0">
              <a:ln>
                <a:noFill/>
              </a:ln>
              <a:solidFill>
                <a:schemeClr val="tx1"/>
              </a:solidFill>
              <a:effectLst/>
              <a:latin typeface="ＭＳ Ｐゴシック" pitchFamily="50" charset="-128"/>
              <a:ea typeface="ＭＳ Ｐゴシック" pitchFamily="50" charset="-128"/>
            </a:endParaRPr>
          </a:p>
        </p:txBody>
      </p:sp>
      <p:sp>
        <p:nvSpPr>
          <p:cNvPr id="47" name="四角形: 角を丸くする 46">
            <a:extLst>
              <a:ext uri="{FF2B5EF4-FFF2-40B4-BE49-F238E27FC236}">
                <a16:creationId xmlns:a16="http://schemas.microsoft.com/office/drawing/2014/main" id="{0CC97B5B-71E1-D79F-C6AD-961E3096A82E}"/>
              </a:ext>
            </a:extLst>
          </p:cNvPr>
          <p:cNvSpPr/>
          <p:nvPr/>
        </p:nvSpPr>
        <p:spPr bwMode="auto">
          <a:xfrm>
            <a:off x="4394072" y="3004949"/>
            <a:ext cx="1216572" cy="648072"/>
          </a:xfrm>
          <a:prstGeom prst="roundRect">
            <a:avLst/>
          </a:prstGeom>
          <a:solidFill>
            <a:schemeClr val="bg2">
              <a:lumMod val="75000"/>
              <a:lumOff val="25000"/>
            </a:schemeClr>
          </a:solidFill>
          <a:ln w="12700" cap="flat" cmpd="sng" algn="ctr">
            <a:no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ja-JP" altLang="en-US" sz="1400" b="0" i="0" u="none" strike="noStrike" cap="none" normalizeH="0" baseline="0" dirty="0">
                <a:ln>
                  <a:noFill/>
                </a:ln>
                <a:solidFill>
                  <a:schemeClr val="bg1"/>
                </a:solidFill>
                <a:effectLst/>
                <a:latin typeface="メイリオ" panose="020B0604030504040204" pitchFamily="50" charset="-128"/>
                <a:ea typeface="メイリオ" panose="020B0604030504040204" pitchFamily="50" charset="-128"/>
              </a:rPr>
              <a:t>クライアント</a:t>
            </a:r>
            <a:endParaRPr kumimoji="1" lang="en-US" altLang="ja-JP" sz="1400" b="0" i="0" u="none" strike="noStrike" cap="none" normalizeH="0" baseline="0" dirty="0">
              <a:ln>
                <a:noFill/>
              </a:ln>
              <a:solidFill>
                <a:schemeClr val="bg1"/>
              </a:solidFill>
              <a:effectLst/>
              <a:latin typeface="メイリオ" panose="020B0604030504040204" pitchFamily="50" charset="-128"/>
              <a:ea typeface="メイリオ" panose="020B0604030504040204" pitchFamily="50" charset="-128"/>
            </a:endParaRPr>
          </a:p>
          <a:p>
            <a:pPr marL="0" marR="0" indent="0" algn="ctr" defTabSz="914400" rtl="0" eaLnBrk="1" fontAlgn="base" latinLnBrk="0" hangingPunct="1">
              <a:lnSpc>
                <a:spcPct val="100000"/>
              </a:lnSpc>
              <a:spcBef>
                <a:spcPct val="0"/>
              </a:spcBef>
              <a:spcAft>
                <a:spcPct val="0"/>
              </a:spcAft>
              <a:buClrTx/>
              <a:buSzTx/>
              <a:buFontTx/>
              <a:buNone/>
              <a:tabLst/>
            </a:pPr>
            <a:r>
              <a:rPr lang="ja-JP" altLang="en-US" sz="1400" dirty="0">
                <a:solidFill>
                  <a:schemeClr val="bg1"/>
                </a:solidFill>
                <a:latin typeface="メイリオ" panose="020B0604030504040204" pitchFamily="50" charset="-128"/>
                <a:ea typeface="メイリオ" panose="020B0604030504040204" pitchFamily="50" charset="-128"/>
              </a:rPr>
              <a:t>端末</a:t>
            </a:r>
            <a:r>
              <a:rPr lang="en-US" altLang="ja-JP" sz="1400" dirty="0">
                <a:solidFill>
                  <a:schemeClr val="bg1"/>
                </a:solidFill>
                <a:latin typeface="メイリオ" panose="020B0604030504040204" pitchFamily="50" charset="-128"/>
                <a:ea typeface="メイリオ" panose="020B0604030504040204" pitchFamily="50" charset="-128"/>
              </a:rPr>
              <a:t>B</a:t>
            </a:r>
            <a:endParaRPr kumimoji="1" lang="ja-JP" altLang="en-US" sz="1400" b="0" i="0" u="none" strike="noStrike" cap="none" normalizeH="0" baseline="0" dirty="0">
              <a:ln>
                <a:noFill/>
              </a:ln>
              <a:solidFill>
                <a:schemeClr val="bg1"/>
              </a:solidFill>
              <a:effectLst/>
              <a:latin typeface="メイリオ" panose="020B0604030504040204" pitchFamily="50" charset="-128"/>
              <a:ea typeface="メイリオ" panose="020B0604030504040204" pitchFamily="50" charset="-128"/>
            </a:endParaRPr>
          </a:p>
        </p:txBody>
      </p:sp>
      <p:cxnSp>
        <p:nvCxnSpPr>
          <p:cNvPr id="48" name="コネクタ: カギ線 22">
            <a:extLst>
              <a:ext uri="{FF2B5EF4-FFF2-40B4-BE49-F238E27FC236}">
                <a16:creationId xmlns:a16="http://schemas.microsoft.com/office/drawing/2014/main" id="{D03543D6-2B4C-3F64-B31D-370F24B9E6A8}"/>
              </a:ext>
            </a:extLst>
          </p:cNvPr>
          <p:cNvCxnSpPr>
            <a:cxnSpLocks/>
          </p:cNvCxnSpPr>
          <p:nvPr/>
        </p:nvCxnSpPr>
        <p:spPr bwMode="auto">
          <a:xfrm flipH="1">
            <a:off x="4159972" y="4860611"/>
            <a:ext cx="611674" cy="415919"/>
          </a:xfrm>
          <a:prstGeom prst="straightConnector1">
            <a:avLst/>
          </a:prstGeom>
          <a:noFill/>
          <a:ln w="31750" cap="flat" cmpd="sng" algn="ctr">
            <a:solidFill>
              <a:schemeClr val="bg2">
                <a:lumMod val="75000"/>
                <a:lumOff val="25000"/>
              </a:schemeClr>
            </a:solidFill>
            <a:prstDash val="solid"/>
            <a:round/>
            <a:headEnd type="none" w="med" len="med"/>
            <a:tailEnd type="triangle"/>
          </a:ln>
          <a:effectLst/>
        </p:spPr>
      </p:cxnSp>
      <p:cxnSp>
        <p:nvCxnSpPr>
          <p:cNvPr id="49" name="コネクタ: カギ線 22">
            <a:extLst>
              <a:ext uri="{FF2B5EF4-FFF2-40B4-BE49-F238E27FC236}">
                <a16:creationId xmlns:a16="http://schemas.microsoft.com/office/drawing/2014/main" id="{EA62972C-3795-6809-BFD5-BD3FC0DEE875}"/>
              </a:ext>
            </a:extLst>
          </p:cNvPr>
          <p:cNvCxnSpPr>
            <a:cxnSpLocks/>
          </p:cNvCxnSpPr>
          <p:nvPr/>
        </p:nvCxnSpPr>
        <p:spPr bwMode="auto">
          <a:xfrm>
            <a:off x="4986176" y="3644542"/>
            <a:ext cx="0" cy="555691"/>
          </a:xfrm>
          <a:prstGeom prst="straightConnector1">
            <a:avLst/>
          </a:prstGeom>
          <a:noFill/>
          <a:ln w="31750" cap="flat" cmpd="sng" algn="ctr">
            <a:solidFill>
              <a:schemeClr val="bg2">
                <a:lumMod val="75000"/>
                <a:lumOff val="25000"/>
              </a:schemeClr>
            </a:solidFill>
            <a:prstDash val="solid"/>
            <a:round/>
            <a:headEnd type="none" w="med" len="med"/>
            <a:tailEnd type="triangle"/>
          </a:ln>
          <a:effectLst/>
        </p:spPr>
      </p:cxnSp>
      <p:cxnSp>
        <p:nvCxnSpPr>
          <p:cNvPr id="57" name="コネクタ: カギ線 22">
            <a:extLst>
              <a:ext uri="{FF2B5EF4-FFF2-40B4-BE49-F238E27FC236}">
                <a16:creationId xmlns:a16="http://schemas.microsoft.com/office/drawing/2014/main" id="{4D50C33D-9F26-3882-6331-0A2080EA6B57}"/>
              </a:ext>
            </a:extLst>
          </p:cNvPr>
          <p:cNvCxnSpPr>
            <a:cxnSpLocks/>
          </p:cNvCxnSpPr>
          <p:nvPr/>
        </p:nvCxnSpPr>
        <p:spPr bwMode="auto">
          <a:xfrm flipV="1">
            <a:off x="4061228" y="4446405"/>
            <a:ext cx="403089" cy="701813"/>
          </a:xfrm>
          <a:prstGeom prst="straightConnector1">
            <a:avLst/>
          </a:prstGeom>
          <a:noFill/>
          <a:ln w="31750" cap="flat" cmpd="sng" algn="ctr">
            <a:solidFill>
              <a:schemeClr val="bg2">
                <a:lumMod val="75000"/>
                <a:lumOff val="25000"/>
              </a:schemeClr>
            </a:solidFill>
            <a:prstDash val="solid"/>
            <a:round/>
            <a:headEnd type="none" w="med" len="med"/>
            <a:tailEnd type="triangle"/>
          </a:ln>
          <a:effectLst/>
        </p:spPr>
      </p:cxnSp>
      <p:sp>
        <p:nvSpPr>
          <p:cNvPr id="62" name="テキスト ボックス 61">
            <a:extLst>
              <a:ext uri="{FF2B5EF4-FFF2-40B4-BE49-F238E27FC236}">
                <a16:creationId xmlns:a16="http://schemas.microsoft.com/office/drawing/2014/main" id="{F2768D5A-7030-3667-54BB-00968B0B7D01}"/>
              </a:ext>
            </a:extLst>
          </p:cNvPr>
          <p:cNvSpPr txBox="1"/>
          <p:nvPr/>
        </p:nvSpPr>
        <p:spPr>
          <a:xfrm>
            <a:off x="3848920" y="4138380"/>
            <a:ext cx="1005403" cy="338554"/>
          </a:xfrm>
          <a:prstGeom prst="rect">
            <a:avLst/>
          </a:prstGeom>
          <a:noFill/>
        </p:spPr>
        <p:txBody>
          <a:bodyPr wrap="none" rtlCol="0">
            <a:spAutoFit/>
          </a:bodyPr>
          <a:lstStyle/>
          <a:p>
            <a:r>
              <a:rPr kumimoji="1" lang="ja-JP" altLang="en-US" dirty="0">
                <a:latin typeface="メイリオ" panose="020B0604030504040204" pitchFamily="50" charset="-128"/>
                <a:ea typeface="メイリオ" panose="020B0604030504040204" pitchFamily="50" charset="-128"/>
              </a:rPr>
              <a:t>返信待機</a:t>
            </a:r>
          </a:p>
        </p:txBody>
      </p:sp>
    </p:spTree>
    <p:extLst>
      <p:ext uri="{BB962C8B-B14F-4D97-AF65-F5344CB8AC3E}">
        <p14:creationId xmlns:p14="http://schemas.microsoft.com/office/powerpoint/2010/main" val="178765911"/>
      </p:ext>
    </p:extLst>
  </p:cSld>
  <p:clrMapOvr>
    <a:masterClrMapping/>
  </p:clrMapOvr>
  <mc:AlternateContent xmlns:mc="http://schemas.openxmlformats.org/markup-compatibility/2006" xmlns:p14="http://schemas.microsoft.com/office/powerpoint/2010/main">
    <mc:Choice Requires="p14">
      <p:transition spd="slow" p14:dur="2000" advTm="41939"/>
    </mc:Choice>
    <mc:Fallback xmlns="">
      <p:transition spd="slow" advTm="41939"/>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正方形/長方形 3"/>
          <p:cNvSpPr/>
          <p:nvPr/>
        </p:nvSpPr>
        <p:spPr bwMode="auto">
          <a:xfrm>
            <a:off x="2793240" y="2817072"/>
            <a:ext cx="4320000" cy="1260000"/>
          </a:xfrm>
          <a:prstGeom prst="rect">
            <a:avLst/>
          </a:prstGeom>
          <a:no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vert="horz" wrap="square" lIns="0" tIns="0" rIns="0" bIns="0" numCol="1" rtlCol="0" anchor="ctr" anchorCtr="0" compatLnSpc="1">
            <a:prstTxWarp prst="textNoShape">
              <a:avLst/>
            </a:prstTxWarp>
          </a:bodyPr>
          <a:lstStyle/>
          <a:p>
            <a:pPr algn="ctr"/>
            <a:r>
              <a:rPr kumimoji="0" lang="en-US" altLang="ja-JP" sz="2600" dirty="0">
                <a:solidFill>
                  <a:srgbClr val="000000"/>
                </a:solidFill>
                <a:latin typeface="メイリオ" pitchFamily="50" charset="-128"/>
                <a:ea typeface="メイリオ" pitchFamily="50" charset="-128"/>
                <a:cs typeface="メイリオ" pitchFamily="50" charset="-128"/>
              </a:rPr>
              <a:t>Auto Scaling</a:t>
            </a:r>
            <a:r>
              <a:rPr kumimoji="0" lang="ja-JP" altLang="en-US" sz="2600" dirty="0">
                <a:solidFill>
                  <a:srgbClr val="000000"/>
                </a:solidFill>
                <a:latin typeface="メイリオ" pitchFamily="50" charset="-128"/>
                <a:ea typeface="メイリオ" pitchFamily="50" charset="-128"/>
                <a:cs typeface="メイリオ" pitchFamily="50" charset="-128"/>
              </a:rPr>
              <a:t>の概要</a:t>
            </a:r>
          </a:p>
        </p:txBody>
      </p:sp>
    </p:spTree>
    <p:extLst>
      <p:ext uri="{BB962C8B-B14F-4D97-AF65-F5344CB8AC3E}">
        <p14:creationId xmlns:p14="http://schemas.microsoft.com/office/powerpoint/2010/main" val="68848353"/>
      </p:ext>
    </p:extLst>
  </p:cSld>
  <p:clrMapOvr>
    <a:masterClrMapping/>
  </p:clrMapOvr>
  <mc:AlternateContent xmlns:mc="http://schemas.openxmlformats.org/markup-compatibility/2006" xmlns:p14="http://schemas.microsoft.com/office/powerpoint/2010/main">
    <mc:Choice Requires="p14">
      <p:transition spd="slow" p14:dur="2000" advTm="10752"/>
    </mc:Choice>
    <mc:Fallback xmlns="">
      <p:transition spd="slow" advTm="10752"/>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タイトル 1">
            <a:extLst>
              <a:ext uri="{FF2B5EF4-FFF2-40B4-BE49-F238E27FC236}">
                <a16:creationId xmlns:a16="http://schemas.microsoft.com/office/drawing/2014/main" id="{48F80BE1-D063-4240-BFC7-C8D243720250}"/>
              </a:ext>
            </a:extLst>
          </p:cNvPr>
          <p:cNvSpPr txBox="1">
            <a:spLocks/>
          </p:cNvSpPr>
          <p:nvPr/>
        </p:nvSpPr>
        <p:spPr bwMode="auto">
          <a:xfrm>
            <a:off x="631222" y="201863"/>
            <a:ext cx="8642258" cy="50208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rtl="0" fontAlgn="base">
              <a:lnSpc>
                <a:spcPct val="90000"/>
              </a:lnSpc>
              <a:spcBef>
                <a:spcPct val="0"/>
              </a:spcBef>
              <a:spcAft>
                <a:spcPct val="0"/>
              </a:spcAft>
              <a:defRPr kumimoji="1" sz="2000">
                <a:solidFill>
                  <a:schemeClr val="tx2"/>
                </a:solidFill>
                <a:latin typeface="游明朝" panose="02020400000000000000" pitchFamily="18" charset="-128"/>
                <a:ea typeface="游明朝" panose="02020400000000000000" pitchFamily="18" charset="-128"/>
                <a:cs typeface="+mj-cs"/>
              </a:defRPr>
            </a:lvl1pPr>
            <a:lvl2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2pPr>
            <a:lvl3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3pPr>
            <a:lvl4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4pPr>
            <a:lvl5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5pPr>
            <a:lvl6pPr marL="4572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6pPr>
            <a:lvl7pPr marL="9144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7pPr>
            <a:lvl8pPr marL="13716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8pPr>
            <a:lvl9pPr marL="18288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9pPr>
          </a:lstStyle>
          <a:p>
            <a:pPr algn="l"/>
            <a:r>
              <a:rPr kumimoji="0" lang="en-US" altLang="ja-JP" sz="3000" dirty="0">
                <a:solidFill>
                  <a:srgbClr val="000000"/>
                </a:solidFill>
                <a:latin typeface="メイリオ" pitchFamily="50" charset="-128"/>
                <a:ea typeface="メイリオ" pitchFamily="50" charset="-128"/>
                <a:cs typeface="メイリオ" pitchFamily="50" charset="-128"/>
              </a:rPr>
              <a:t>Auto Scaling</a:t>
            </a:r>
            <a:r>
              <a:rPr lang="ja-JP" altLang="en-US" sz="3000" dirty="0">
                <a:latin typeface="メイリオ" panose="020B0604030504040204" pitchFamily="50" charset="-128"/>
                <a:ea typeface="メイリオ" panose="020B0604030504040204" pitchFamily="50" charset="-128"/>
              </a:rPr>
              <a:t>とは何か？</a:t>
            </a:r>
          </a:p>
        </p:txBody>
      </p:sp>
      <p:sp>
        <p:nvSpPr>
          <p:cNvPr id="5" name="コンテンツ プレースホルダー 2">
            <a:extLst>
              <a:ext uri="{FF2B5EF4-FFF2-40B4-BE49-F238E27FC236}">
                <a16:creationId xmlns:a16="http://schemas.microsoft.com/office/drawing/2014/main" id="{4223C7E6-23C7-4433-B315-D26905B0474C}"/>
              </a:ext>
            </a:extLst>
          </p:cNvPr>
          <p:cNvSpPr txBox="1">
            <a:spLocks/>
          </p:cNvSpPr>
          <p:nvPr/>
        </p:nvSpPr>
        <p:spPr>
          <a:xfrm>
            <a:off x="631222" y="799401"/>
            <a:ext cx="8858282" cy="325343"/>
          </a:xfrm>
          <a:prstGeom prst="rect">
            <a:avLst/>
          </a:prstGeom>
        </p:spPr>
        <p:txBody>
          <a:bodyPr vert="horz" lIns="74295" tIns="37148" rIns="74295" bIns="37148" rtlCol="0">
            <a:noAutofit/>
          </a:bodyPr>
          <a:lstStyle>
            <a:lvl1pPr marL="228600" indent="-228600" algn="l" defTabSz="914400" rtl="0" eaLnBrk="1" latinLnBrk="0" hangingPunct="1">
              <a:lnSpc>
                <a:spcPct val="90000"/>
              </a:lnSpc>
              <a:spcBef>
                <a:spcPts val="1000"/>
              </a:spcBef>
              <a:buFont typeface="Wingdings 2" pitchFamily="18" charset="2"/>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2" pitchFamily="18" charset="2"/>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2" pitchFamily="18" charset="2"/>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5pPr>
            <a:lvl6pPr marL="25146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6pPr>
            <a:lvl7pPr marL="29718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7pPr>
            <a:lvl8pPr marL="34290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8pPr>
            <a:lvl9pPr marL="38862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9pPr>
          </a:lstStyle>
          <a:p>
            <a:pPr marL="0" indent="0">
              <a:buNone/>
            </a:pPr>
            <a:r>
              <a:rPr lang="ja-JP" altLang="en-US" sz="2400" kern="0" dirty="0">
                <a:solidFill>
                  <a:srgbClr val="002060"/>
                </a:solidFill>
                <a:latin typeface="メイリオ" panose="020B0604030504040204" pitchFamily="50" charset="-128"/>
                <a:ea typeface="メイリオ" panose="020B0604030504040204" pitchFamily="50" charset="-128"/>
              </a:rPr>
              <a:t>インスタンスへのアクセスが高まったときに、新しいインスタンスを増設して、パフォーマンスを向上させる機能</a:t>
            </a:r>
            <a:endParaRPr lang="en-US" altLang="ja-JP" sz="2400" kern="0" dirty="0">
              <a:solidFill>
                <a:srgbClr val="002060"/>
              </a:solidFill>
              <a:latin typeface="メイリオ" panose="020B0604030504040204" pitchFamily="50" charset="-128"/>
              <a:ea typeface="メイリオ" panose="020B0604030504040204" pitchFamily="50" charset="-128"/>
            </a:endParaRPr>
          </a:p>
        </p:txBody>
      </p:sp>
      <p:pic>
        <p:nvPicPr>
          <p:cNvPr id="10" name="図 9" descr="音楽 が含まれている画像&#10;&#10;自動的に生成された説明">
            <a:extLst>
              <a:ext uri="{FF2B5EF4-FFF2-40B4-BE49-F238E27FC236}">
                <a16:creationId xmlns:a16="http://schemas.microsoft.com/office/drawing/2014/main" id="{E89BE951-E1E9-4CC9-BE81-37906733AAE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42998" y="3007753"/>
            <a:ext cx="702078" cy="842494"/>
          </a:xfrm>
          <a:prstGeom prst="rect">
            <a:avLst/>
          </a:prstGeom>
        </p:spPr>
      </p:pic>
      <p:pic>
        <p:nvPicPr>
          <p:cNvPr id="11" name="図 10" descr="音楽 が含まれている画像&#10;&#10;自動的に生成された説明">
            <a:extLst>
              <a:ext uri="{FF2B5EF4-FFF2-40B4-BE49-F238E27FC236}">
                <a16:creationId xmlns:a16="http://schemas.microsoft.com/office/drawing/2014/main" id="{31CF8645-D6F1-4281-842D-62065673877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564029" y="3816687"/>
            <a:ext cx="714058" cy="856869"/>
          </a:xfrm>
          <a:prstGeom prst="rect">
            <a:avLst/>
          </a:prstGeom>
        </p:spPr>
      </p:pic>
      <p:sp>
        <p:nvSpPr>
          <p:cNvPr id="12" name="テキスト ボックス 11">
            <a:extLst>
              <a:ext uri="{FF2B5EF4-FFF2-40B4-BE49-F238E27FC236}">
                <a16:creationId xmlns:a16="http://schemas.microsoft.com/office/drawing/2014/main" id="{E36F869D-2B39-420D-AA26-E149C9A247A7}"/>
              </a:ext>
            </a:extLst>
          </p:cNvPr>
          <p:cNvSpPr txBox="1"/>
          <p:nvPr/>
        </p:nvSpPr>
        <p:spPr>
          <a:xfrm>
            <a:off x="3632227" y="4652808"/>
            <a:ext cx="577402" cy="338554"/>
          </a:xfrm>
          <a:prstGeom prst="rect">
            <a:avLst/>
          </a:prstGeom>
          <a:noFill/>
        </p:spPr>
        <p:txBody>
          <a:bodyPr wrap="none" rtlCol="0">
            <a:spAutoFit/>
          </a:bodyPr>
          <a:lstStyle/>
          <a:p>
            <a:pPr algn="ctr"/>
            <a:r>
              <a:rPr kumimoji="1" lang="en-US" altLang="ja-JP" dirty="0">
                <a:latin typeface="メイリオ" panose="020B0604030504040204" pitchFamily="50" charset="-128"/>
                <a:ea typeface="メイリオ" panose="020B0604030504040204" pitchFamily="50" charset="-128"/>
              </a:rPr>
              <a:t>EC2</a:t>
            </a:r>
          </a:p>
        </p:txBody>
      </p:sp>
      <p:sp>
        <p:nvSpPr>
          <p:cNvPr id="13" name="テキスト ボックス 12">
            <a:extLst>
              <a:ext uri="{FF2B5EF4-FFF2-40B4-BE49-F238E27FC236}">
                <a16:creationId xmlns:a16="http://schemas.microsoft.com/office/drawing/2014/main" id="{B8F2DD2B-201B-4D8C-A3A8-0252305F1609}"/>
              </a:ext>
            </a:extLst>
          </p:cNvPr>
          <p:cNvSpPr txBox="1"/>
          <p:nvPr/>
        </p:nvSpPr>
        <p:spPr>
          <a:xfrm>
            <a:off x="4769963" y="3830010"/>
            <a:ext cx="562975" cy="338554"/>
          </a:xfrm>
          <a:prstGeom prst="rect">
            <a:avLst/>
          </a:prstGeom>
          <a:noFill/>
        </p:spPr>
        <p:txBody>
          <a:bodyPr wrap="none" rtlCol="0">
            <a:spAutoFit/>
          </a:bodyPr>
          <a:lstStyle/>
          <a:p>
            <a:pPr algn="ctr"/>
            <a:r>
              <a:rPr kumimoji="1" lang="en-US" altLang="ja-JP" dirty="0">
                <a:latin typeface="メイリオ" panose="020B0604030504040204" pitchFamily="50" charset="-128"/>
                <a:ea typeface="メイリオ" panose="020B0604030504040204" pitchFamily="50" charset="-128"/>
              </a:rPr>
              <a:t>ELB</a:t>
            </a:r>
          </a:p>
        </p:txBody>
      </p:sp>
      <p:pic>
        <p:nvPicPr>
          <p:cNvPr id="14" name="図 13" descr="音楽 が含まれている画像&#10;&#10;自動的に生成された説明">
            <a:extLst>
              <a:ext uri="{FF2B5EF4-FFF2-40B4-BE49-F238E27FC236}">
                <a16:creationId xmlns:a16="http://schemas.microsoft.com/office/drawing/2014/main" id="{8B2389FD-C662-4E6E-B9DF-00941C74A75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751110" y="3816687"/>
            <a:ext cx="714058" cy="856869"/>
          </a:xfrm>
          <a:prstGeom prst="rect">
            <a:avLst/>
          </a:prstGeom>
        </p:spPr>
      </p:pic>
      <p:sp>
        <p:nvSpPr>
          <p:cNvPr id="15" name="テキスト ボックス 14">
            <a:extLst>
              <a:ext uri="{FF2B5EF4-FFF2-40B4-BE49-F238E27FC236}">
                <a16:creationId xmlns:a16="http://schemas.microsoft.com/office/drawing/2014/main" id="{22FEE17A-93B1-4B39-AB7B-31BBAE70FC0D}"/>
              </a:ext>
            </a:extLst>
          </p:cNvPr>
          <p:cNvSpPr txBox="1"/>
          <p:nvPr/>
        </p:nvSpPr>
        <p:spPr>
          <a:xfrm>
            <a:off x="5819308" y="4652808"/>
            <a:ext cx="577402" cy="338554"/>
          </a:xfrm>
          <a:prstGeom prst="rect">
            <a:avLst/>
          </a:prstGeom>
          <a:noFill/>
        </p:spPr>
        <p:txBody>
          <a:bodyPr wrap="none" rtlCol="0">
            <a:spAutoFit/>
          </a:bodyPr>
          <a:lstStyle/>
          <a:p>
            <a:pPr algn="ctr"/>
            <a:r>
              <a:rPr kumimoji="1" lang="en-US" altLang="ja-JP" dirty="0">
                <a:latin typeface="メイリオ" panose="020B0604030504040204" pitchFamily="50" charset="-128"/>
                <a:ea typeface="メイリオ" panose="020B0604030504040204" pitchFamily="50" charset="-128"/>
              </a:rPr>
              <a:t>EC2</a:t>
            </a:r>
          </a:p>
        </p:txBody>
      </p:sp>
      <p:cxnSp>
        <p:nvCxnSpPr>
          <p:cNvPr id="22" name="直線コネクタ 21">
            <a:extLst>
              <a:ext uri="{FF2B5EF4-FFF2-40B4-BE49-F238E27FC236}">
                <a16:creationId xmlns:a16="http://schemas.microsoft.com/office/drawing/2014/main" id="{0CB41C6A-B760-4047-9AE8-DD4D3CDFF402}"/>
              </a:ext>
            </a:extLst>
          </p:cNvPr>
          <p:cNvCxnSpPr>
            <a:cxnSpLocks/>
            <a:stCxn id="11" idx="0"/>
            <a:endCxn id="10" idx="1"/>
          </p:cNvCxnSpPr>
          <p:nvPr/>
        </p:nvCxnSpPr>
        <p:spPr bwMode="auto">
          <a:xfrm flipV="1">
            <a:off x="3921058" y="3429000"/>
            <a:ext cx="821940" cy="387687"/>
          </a:xfrm>
          <a:prstGeom prst="line">
            <a:avLst/>
          </a:prstGeom>
          <a:noFill/>
          <a:ln w="31750" cap="flat" cmpd="sng" algn="ctr">
            <a:solidFill>
              <a:srgbClr val="FF0000"/>
            </a:solidFill>
            <a:prstDash val="solid"/>
            <a:round/>
            <a:headEnd type="none" w="med" len="med"/>
            <a:tailEnd type="none" w="med" len="med"/>
          </a:ln>
          <a:effectLst/>
        </p:spPr>
      </p:cxnSp>
      <p:cxnSp>
        <p:nvCxnSpPr>
          <p:cNvPr id="23" name="直線コネクタ 22">
            <a:extLst>
              <a:ext uri="{FF2B5EF4-FFF2-40B4-BE49-F238E27FC236}">
                <a16:creationId xmlns:a16="http://schemas.microsoft.com/office/drawing/2014/main" id="{E6050FFF-7657-4BFF-B1D2-800C339D925D}"/>
              </a:ext>
            </a:extLst>
          </p:cNvPr>
          <p:cNvCxnSpPr>
            <a:cxnSpLocks/>
            <a:stCxn id="14" idx="0"/>
            <a:endCxn id="10" idx="3"/>
          </p:cNvCxnSpPr>
          <p:nvPr/>
        </p:nvCxnSpPr>
        <p:spPr bwMode="auto">
          <a:xfrm flipH="1" flipV="1">
            <a:off x="5445076" y="3429000"/>
            <a:ext cx="663063" cy="387687"/>
          </a:xfrm>
          <a:prstGeom prst="line">
            <a:avLst/>
          </a:prstGeom>
          <a:noFill/>
          <a:ln w="31750" cap="flat" cmpd="sng" algn="ctr">
            <a:solidFill>
              <a:srgbClr val="FF0000"/>
            </a:solidFill>
            <a:prstDash val="solid"/>
            <a:round/>
            <a:headEnd type="none" w="med" len="med"/>
            <a:tailEnd type="none" w="med" len="med"/>
          </a:ln>
          <a:effectLst/>
        </p:spPr>
      </p:cxnSp>
      <p:sp>
        <p:nvSpPr>
          <p:cNvPr id="25" name="テキスト ボックス 24">
            <a:extLst>
              <a:ext uri="{FF2B5EF4-FFF2-40B4-BE49-F238E27FC236}">
                <a16:creationId xmlns:a16="http://schemas.microsoft.com/office/drawing/2014/main" id="{7FC4E641-2F12-4D36-96EF-83AAC2462D5E}"/>
              </a:ext>
            </a:extLst>
          </p:cNvPr>
          <p:cNvSpPr txBox="1"/>
          <p:nvPr/>
        </p:nvSpPr>
        <p:spPr>
          <a:xfrm>
            <a:off x="3390607" y="2441479"/>
            <a:ext cx="3467617" cy="584775"/>
          </a:xfrm>
          <a:prstGeom prst="rect">
            <a:avLst/>
          </a:prstGeom>
          <a:noFill/>
        </p:spPr>
        <p:txBody>
          <a:bodyPr wrap="none" rtlCol="0">
            <a:spAutoFit/>
          </a:bodyPr>
          <a:lstStyle/>
          <a:p>
            <a:pPr algn="ctr"/>
            <a:r>
              <a:rPr lang="en-US" altLang="ja-JP" dirty="0">
                <a:latin typeface="メイリオ" panose="020B0604030504040204" pitchFamily="50" charset="-128"/>
                <a:ea typeface="メイリオ" panose="020B0604030504040204" pitchFamily="50" charset="-128"/>
              </a:rPr>
              <a:t>2</a:t>
            </a:r>
            <a:r>
              <a:rPr lang="ja-JP" altLang="en-US" dirty="0" err="1">
                <a:latin typeface="メイリオ" panose="020B0604030504040204" pitchFamily="50" charset="-128"/>
                <a:ea typeface="メイリオ" panose="020B0604030504040204" pitchFamily="50" charset="-128"/>
              </a:rPr>
              <a:t>つの</a:t>
            </a:r>
            <a:r>
              <a:rPr lang="en-US" altLang="ja-JP" dirty="0">
                <a:latin typeface="メイリオ" panose="020B0604030504040204" pitchFamily="50" charset="-128"/>
                <a:ea typeface="メイリオ" panose="020B0604030504040204" pitchFamily="50" charset="-128"/>
              </a:rPr>
              <a:t>EC2</a:t>
            </a:r>
            <a:r>
              <a:rPr lang="ja-JP" altLang="en-US" dirty="0">
                <a:latin typeface="メイリオ" panose="020B0604030504040204" pitchFamily="50" charset="-128"/>
                <a:ea typeface="メイリオ" panose="020B0604030504040204" pitchFamily="50" charset="-128"/>
              </a:rPr>
              <a:t>インスタンスの処理量を</a:t>
            </a:r>
            <a:endParaRPr lang="en-US" altLang="ja-JP" dirty="0">
              <a:latin typeface="メイリオ" panose="020B0604030504040204" pitchFamily="50" charset="-128"/>
              <a:ea typeface="メイリオ" panose="020B0604030504040204" pitchFamily="50" charset="-128"/>
            </a:endParaRPr>
          </a:p>
          <a:p>
            <a:pPr algn="ctr"/>
            <a:r>
              <a:rPr lang="ja-JP" altLang="en-US" dirty="0">
                <a:latin typeface="メイリオ" panose="020B0604030504040204" pitchFamily="50" charset="-128"/>
                <a:ea typeface="メイリオ" panose="020B0604030504040204" pitchFamily="50" charset="-128"/>
              </a:rPr>
              <a:t>超える</a:t>
            </a:r>
            <a:r>
              <a:rPr kumimoji="1" lang="ja-JP" altLang="en-US" dirty="0">
                <a:latin typeface="メイリオ" panose="020B0604030504040204" pitchFamily="50" charset="-128"/>
                <a:ea typeface="メイリオ" panose="020B0604030504040204" pitchFamily="50" charset="-128"/>
              </a:rPr>
              <a:t>トラフィック量が来た場合</a:t>
            </a:r>
            <a:endParaRPr kumimoji="1" lang="en-US" altLang="ja-JP"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87634972"/>
      </p:ext>
    </p:extLst>
  </p:cSld>
  <p:clrMapOvr>
    <a:masterClrMapping/>
  </p:clrMapOvr>
  <mc:AlternateContent xmlns:mc="http://schemas.openxmlformats.org/markup-compatibility/2006" xmlns:p14="http://schemas.microsoft.com/office/powerpoint/2010/main">
    <mc:Choice Requires="p14">
      <p:transition spd="slow" p14:dur="2000" advTm="44526"/>
    </mc:Choice>
    <mc:Fallback xmlns="">
      <p:transition spd="slow" advTm="44526"/>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タイトル 1">
            <a:extLst>
              <a:ext uri="{FF2B5EF4-FFF2-40B4-BE49-F238E27FC236}">
                <a16:creationId xmlns:a16="http://schemas.microsoft.com/office/drawing/2014/main" id="{48F80BE1-D063-4240-BFC7-C8D243720250}"/>
              </a:ext>
            </a:extLst>
          </p:cNvPr>
          <p:cNvSpPr txBox="1">
            <a:spLocks/>
          </p:cNvSpPr>
          <p:nvPr/>
        </p:nvSpPr>
        <p:spPr bwMode="auto">
          <a:xfrm>
            <a:off x="631222" y="201863"/>
            <a:ext cx="8642258" cy="50208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rtl="0" fontAlgn="base">
              <a:lnSpc>
                <a:spcPct val="90000"/>
              </a:lnSpc>
              <a:spcBef>
                <a:spcPct val="0"/>
              </a:spcBef>
              <a:spcAft>
                <a:spcPct val="0"/>
              </a:spcAft>
              <a:defRPr kumimoji="1" sz="2000">
                <a:solidFill>
                  <a:schemeClr val="tx2"/>
                </a:solidFill>
                <a:latin typeface="游明朝" panose="02020400000000000000" pitchFamily="18" charset="-128"/>
                <a:ea typeface="游明朝" panose="02020400000000000000" pitchFamily="18" charset="-128"/>
                <a:cs typeface="+mj-cs"/>
              </a:defRPr>
            </a:lvl1pPr>
            <a:lvl2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2pPr>
            <a:lvl3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3pPr>
            <a:lvl4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4pPr>
            <a:lvl5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5pPr>
            <a:lvl6pPr marL="4572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6pPr>
            <a:lvl7pPr marL="9144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7pPr>
            <a:lvl8pPr marL="13716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8pPr>
            <a:lvl9pPr marL="18288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9pPr>
          </a:lstStyle>
          <a:p>
            <a:pPr algn="l"/>
            <a:r>
              <a:rPr kumimoji="0" lang="en-US" altLang="ja-JP" sz="3000" dirty="0">
                <a:solidFill>
                  <a:srgbClr val="000000"/>
                </a:solidFill>
                <a:latin typeface="メイリオ" pitchFamily="50" charset="-128"/>
                <a:ea typeface="メイリオ" pitchFamily="50" charset="-128"/>
                <a:cs typeface="メイリオ" pitchFamily="50" charset="-128"/>
              </a:rPr>
              <a:t>Auto Scaling</a:t>
            </a:r>
            <a:r>
              <a:rPr lang="ja-JP" altLang="en-US" sz="3000" dirty="0">
                <a:latin typeface="メイリオ" panose="020B0604030504040204" pitchFamily="50" charset="-128"/>
                <a:ea typeface="メイリオ" panose="020B0604030504040204" pitchFamily="50" charset="-128"/>
              </a:rPr>
              <a:t>とは何か？</a:t>
            </a:r>
          </a:p>
        </p:txBody>
      </p:sp>
      <p:sp>
        <p:nvSpPr>
          <p:cNvPr id="5" name="コンテンツ プレースホルダー 2">
            <a:extLst>
              <a:ext uri="{FF2B5EF4-FFF2-40B4-BE49-F238E27FC236}">
                <a16:creationId xmlns:a16="http://schemas.microsoft.com/office/drawing/2014/main" id="{4223C7E6-23C7-4433-B315-D26905B0474C}"/>
              </a:ext>
            </a:extLst>
          </p:cNvPr>
          <p:cNvSpPr txBox="1">
            <a:spLocks/>
          </p:cNvSpPr>
          <p:nvPr/>
        </p:nvSpPr>
        <p:spPr>
          <a:xfrm>
            <a:off x="631222" y="799401"/>
            <a:ext cx="8858282" cy="325343"/>
          </a:xfrm>
          <a:prstGeom prst="rect">
            <a:avLst/>
          </a:prstGeom>
        </p:spPr>
        <p:txBody>
          <a:bodyPr vert="horz" lIns="74295" tIns="37148" rIns="74295" bIns="37148" rtlCol="0">
            <a:noAutofit/>
          </a:bodyPr>
          <a:lstStyle>
            <a:lvl1pPr marL="228600" indent="-228600" algn="l" defTabSz="914400" rtl="0" eaLnBrk="1" latinLnBrk="0" hangingPunct="1">
              <a:lnSpc>
                <a:spcPct val="90000"/>
              </a:lnSpc>
              <a:spcBef>
                <a:spcPts val="1000"/>
              </a:spcBef>
              <a:buFont typeface="Wingdings 2" pitchFamily="18" charset="2"/>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2" pitchFamily="18" charset="2"/>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2" pitchFamily="18" charset="2"/>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5pPr>
            <a:lvl6pPr marL="25146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6pPr>
            <a:lvl7pPr marL="29718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7pPr>
            <a:lvl8pPr marL="34290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8pPr>
            <a:lvl9pPr marL="38862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9pPr>
          </a:lstStyle>
          <a:p>
            <a:pPr marL="0" indent="0">
              <a:buNone/>
            </a:pPr>
            <a:r>
              <a:rPr lang="ja-JP" altLang="en-US" sz="2400" kern="0" dirty="0">
                <a:solidFill>
                  <a:srgbClr val="002060"/>
                </a:solidFill>
                <a:latin typeface="メイリオ" panose="020B0604030504040204" pitchFamily="50" charset="-128"/>
                <a:ea typeface="メイリオ" panose="020B0604030504040204" pitchFamily="50" charset="-128"/>
              </a:rPr>
              <a:t>インスタンスへのアクセスが高まったときに、新しいインスタンスを増設して、パフォーマンスを向上させる機能</a:t>
            </a:r>
            <a:endParaRPr lang="en-US" altLang="ja-JP" sz="2400" kern="0" dirty="0">
              <a:solidFill>
                <a:srgbClr val="002060"/>
              </a:solidFill>
              <a:latin typeface="メイリオ" panose="020B0604030504040204" pitchFamily="50" charset="-128"/>
              <a:ea typeface="メイリオ" panose="020B0604030504040204" pitchFamily="50" charset="-128"/>
            </a:endParaRPr>
          </a:p>
        </p:txBody>
      </p:sp>
      <p:pic>
        <p:nvPicPr>
          <p:cNvPr id="10" name="図 9" descr="音楽 が含まれている画像&#10;&#10;自動的に生成された説明">
            <a:extLst>
              <a:ext uri="{FF2B5EF4-FFF2-40B4-BE49-F238E27FC236}">
                <a16:creationId xmlns:a16="http://schemas.microsoft.com/office/drawing/2014/main" id="{E89BE951-E1E9-4CC9-BE81-37906733AAE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42998" y="3007753"/>
            <a:ext cx="702078" cy="842494"/>
          </a:xfrm>
          <a:prstGeom prst="rect">
            <a:avLst/>
          </a:prstGeom>
        </p:spPr>
      </p:pic>
      <p:pic>
        <p:nvPicPr>
          <p:cNvPr id="11" name="図 10" descr="音楽 が含まれている画像&#10;&#10;自動的に生成された説明">
            <a:extLst>
              <a:ext uri="{FF2B5EF4-FFF2-40B4-BE49-F238E27FC236}">
                <a16:creationId xmlns:a16="http://schemas.microsoft.com/office/drawing/2014/main" id="{31CF8645-D6F1-4281-842D-62065673877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564029" y="3816687"/>
            <a:ext cx="714058" cy="856869"/>
          </a:xfrm>
          <a:prstGeom prst="rect">
            <a:avLst/>
          </a:prstGeom>
        </p:spPr>
      </p:pic>
      <p:sp>
        <p:nvSpPr>
          <p:cNvPr id="12" name="テキスト ボックス 11">
            <a:extLst>
              <a:ext uri="{FF2B5EF4-FFF2-40B4-BE49-F238E27FC236}">
                <a16:creationId xmlns:a16="http://schemas.microsoft.com/office/drawing/2014/main" id="{E36F869D-2B39-420D-AA26-E149C9A247A7}"/>
              </a:ext>
            </a:extLst>
          </p:cNvPr>
          <p:cNvSpPr txBox="1"/>
          <p:nvPr/>
        </p:nvSpPr>
        <p:spPr>
          <a:xfrm>
            <a:off x="3632227" y="4652808"/>
            <a:ext cx="577402" cy="338554"/>
          </a:xfrm>
          <a:prstGeom prst="rect">
            <a:avLst/>
          </a:prstGeom>
          <a:noFill/>
        </p:spPr>
        <p:txBody>
          <a:bodyPr wrap="none" rtlCol="0">
            <a:spAutoFit/>
          </a:bodyPr>
          <a:lstStyle/>
          <a:p>
            <a:pPr algn="ctr"/>
            <a:r>
              <a:rPr kumimoji="1" lang="en-US" altLang="ja-JP" dirty="0">
                <a:latin typeface="メイリオ" panose="020B0604030504040204" pitchFamily="50" charset="-128"/>
                <a:ea typeface="メイリオ" panose="020B0604030504040204" pitchFamily="50" charset="-128"/>
              </a:rPr>
              <a:t>EC2</a:t>
            </a:r>
          </a:p>
        </p:txBody>
      </p:sp>
      <p:sp>
        <p:nvSpPr>
          <p:cNvPr id="13" name="テキスト ボックス 12">
            <a:extLst>
              <a:ext uri="{FF2B5EF4-FFF2-40B4-BE49-F238E27FC236}">
                <a16:creationId xmlns:a16="http://schemas.microsoft.com/office/drawing/2014/main" id="{B8F2DD2B-201B-4D8C-A3A8-0252305F1609}"/>
              </a:ext>
            </a:extLst>
          </p:cNvPr>
          <p:cNvSpPr txBox="1"/>
          <p:nvPr/>
        </p:nvSpPr>
        <p:spPr>
          <a:xfrm>
            <a:off x="4769963" y="3830010"/>
            <a:ext cx="562975" cy="338554"/>
          </a:xfrm>
          <a:prstGeom prst="rect">
            <a:avLst/>
          </a:prstGeom>
          <a:noFill/>
        </p:spPr>
        <p:txBody>
          <a:bodyPr wrap="none" rtlCol="0">
            <a:spAutoFit/>
          </a:bodyPr>
          <a:lstStyle/>
          <a:p>
            <a:pPr algn="ctr"/>
            <a:r>
              <a:rPr kumimoji="1" lang="en-US" altLang="ja-JP" dirty="0">
                <a:latin typeface="メイリオ" panose="020B0604030504040204" pitchFamily="50" charset="-128"/>
                <a:ea typeface="メイリオ" panose="020B0604030504040204" pitchFamily="50" charset="-128"/>
              </a:rPr>
              <a:t>ELB</a:t>
            </a:r>
          </a:p>
        </p:txBody>
      </p:sp>
      <p:pic>
        <p:nvPicPr>
          <p:cNvPr id="14" name="図 13" descr="音楽 が含まれている画像&#10;&#10;自動的に生成された説明">
            <a:extLst>
              <a:ext uri="{FF2B5EF4-FFF2-40B4-BE49-F238E27FC236}">
                <a16:creationId xmlns:a16="http://schemas.microsoft.com/office/drawing/2014/main" id="{8B2389FD-C662-4E6E-B9DF-00941C74A75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751110" y="3816687"/>
            <a:ext cx="714058" cy="856869"/>
          </a:xfrm>
          <a:prstGeom prst="rect">
            <a:avLst/>
          </a:prstGeom>
        </p:spPr>
      </p:pic>
      <p:sp>
        <p:nvSpPr>
          <p:cNvPr id="15" name="テキスト ボックス 14">
            <a:extLst>
              <a:ext uri="{FF2B5EF4-FFF2-40B4-BE49-F238E27FC236}">
                <a16:creationId xmlns:a16="http://schemas.microsoft.com/office/drawing/2014/main" id="{22FEE17A-93B1-4B39-AB7B-31BBAE70FC0D}"/>
              </a:ext>
            </a:extLst>
          </p:cNvPr>
          <p:cNvSpPr txBox="1"/>
          <p:nvPr/>
        </p:nvSpPr>
        <p:spPr>
          <a:xfrm>
            <a:off x="5819308" y="4652808"/>
            <a:ext cx="577402" cy="338554"/>
          </a:xfrm>
          <a:prstGeom prst="rect">
            <a:avLst/>
          </a:prstGeom>
          <a:noFill/>
        </p:spPr>
        <p:txBody>
          <a:bodyPr wrap="none" rtlCol="0">
            <a:spAutoFit/>
          </a:bodyPr>
          <a:lstStyle/>
          <a:p>
            <a:pPr algn="ctr"/>
            <a:r>
              <a:rPr kumimoji="1" lang="en-US" altLang="ja-JP" dirty="0">
                <a:latin typeface="メイリオ" panose="020B0604030504040204" pitchFamily="50" charset="-128"/>
                <a:ea typeface="メイリオ" panose="020B0604030504040204" pitchFamily="50" charset="-128"/>
              </a:rPr>
              <a:t>EC2</a:t>
            </a:r>
          </a:p>
        </p:txBody>
      </p:sp>
      <p:cxnSp>
        <p:nvCxnSpPr>
          <p:cNvPr id="22" name="直線コネクタ 21">
            <a:extLst>
              <a:ext uri="{FF2B5EF4-FFF2-40B4-BE49-F238E27FC236}">
                <a16:creationId xmlns:a16="http://schemas.microsoft.com/office/drawing/2014/main" id="{0CB41C6A-B760-4047-9AE8-DD4D3CDFF402}"/>
              </a:ext>
            </a:extLst>
          </p:cNvPr>
          <p:cNvCxnSpPr>
            <a:cxnSpLocks/>
            <a:stCxn id="11" idx="0"/>
            <a:endCxn id="10" idx="1"/>
          </p:cNvCxnSpPr>
          <p:nvPr/>
        </p:nvCxnSpPr>
        <p:spPr bwMode="auto">
          <a:xfrm flipV="1">
            <a:off x="3921058" y="3429000"/>
            <a:ext cx="821940" cy="387687"/>
          </a:xfrm>
          <a:prstGeom prst="line">
            <a:avLst/>
          </a:prstGeom>
          <a:noFill/>
          <a:ln w="31750" cap="flat" cmpd="sng" algn="ctr">
            <a:solidFill>
              <a:srgbClr val="FF0000"/>
            </a:solidFill>
            <a:prstDash val="solid"/>
            <a:round/>
            <a:headEnd type="none" w="med" len="med"/>
            <a:tailEnd type="none" w="med" len="med"/>
          </a:ln>
          <a:effectLst/>
        </p:spPr>
      </p:cxnSp>
      <p:cxnSp>
        <p:nvCxnSpPr>
          <p:cNvPr id="23" name="直線コネクタ 22">
            <a:extLst>
              <a:ext uri="{FF2B5EF4-FFF2-40B4-BE49-F238E27FC236}">
                <a16:creationId xmlns:a16="http://schemas.microsoft.com/office/drawing/2014/main" id="{E6050FFF-7657-4BFF-B1D2-800C339D925D}"/>
              </a:ext>
            </a:extLst>
          </p:cNvPr>
          <p:cNvCxnSpPr>
            <a:cxnSpLocks/>
            <a:stCxn id="14" idx="0"/>
            <a:endCxn id="10" idx="3"/>
          </p:cNvCxnSpPr>
          <p:nvPr/>
        </p:nvCxnSpPr>
        <p:spPr bwMode="auto">
          <a:xfrm flipH="1" flipV="1">
            <a:off x="5445076" y="3429000"/>
            <a:ext cx="663063" cy="387687"/>
          </a:xfrm>
          <a:prstGeom prst="line">
            <a:avLst/>
          </a:prstGeom>
          <a:noFill/>
          <a:ln w="31750" cap="flat" cmpd="sng" algn="ctr">
            <a:solidFill>
              <a:srgbClr val="FF0000"/>
            </a:solidFill>
            <a:prstDash val="solid"/>
            <a:round/>
            <a:headEnd type="none" w="med" len="med"/>
            <a:tailEnd type="none" w="med" len="med"/>
          </a:ln>
          <a:effectLst/>
        </p:spPr>
      </p:cxnSp>
      <p:sp>
        <p:nvSpPr>
          <p:cNvPr id="25" name="テキスト ボックス 24">
            <a:extLst>
              <a:ext uri="{FF2B5EF4-FFF2-40B4-BE49-F238E27FC236}">
                <a16:creationId xmlns:a16="http://schemas.microsoft.com/office/drawing/2014/main" id="{7FC4E641-2F12-4D36-96EF-83AAC2462D5E}"/>
              </a:ext>
            </a:extLst>
          </p:cNvPr>
          <p:cNvSpPr txBox="1"/>
          <p:nvPr/>
        </p:nvSpPr>
        <p:spPr>
          <a:xfrm>
            <a:off x="3437895" y="2441479"/>
            <a:ext cx="3373039" cy="830997"/>
          </a:xfrm>
          <a:prstGeom prst="rect">
            <a:avLst/>
          </a:prstGeom>
          <a:noFill/>
        </p:spPr>
        <p:txBody>
          <a:bodyPr wrap="none" rtlCol="0">
            <a:spAutoFit/>
          </a:bodyPr>
          <a:lstStyle/>
          <a:p>
            <a:pPr algn="ctr"/>
            <a:r>
              <a:rPr lang="en-US" altLang="ja-JP" dirty="0">
                <a:latin typeface="メイリオ" panose="020B0604030504040204" pitchFamily="50" charset="-128"/>
                <a:ea typeface="メイリオ" panose="020B0604030504040204" pitchFamily="50" charset="-128"/>
              </a:rPr>
              <a:t>2</a:t>
            </a:r>
            <a:r>
              <a:rPr lang="ja-JP" altLang="en-US" dirty="0">
                <a:latin typeface="メイリオ" panose="020B0604030504040204" pitchFamily="50" charset="-128"/>
                <a:ea typeface="メイリオ" panose="020B0604030504040204" pitchFamily="50" charset="-128"/>
              </a:rPr>
              <a:t>つの</a:t>
            </a:r>
            <a:r>
              <a:rPr lang="en-US" altLang="ja-JP" dirty="0">
                <a:latin typeface="メイリオ" panose="020B0604030504040204" pitchFamily="50" charset="-128"/>
                <a:ea typeface="メイリオ" panose="020B0604030504040204" pitchFamily="50" charset="-128"/>
              </a:rPr>
              <a:t>EC2</a:t>
            </a:r>
            <a:r>
              <a:rPr lang="ja-JP" altLang="en-US" dirty="0">
                <a:latin typeface="メイリオ" panose="020B0604030504040204" pitchFamily="50" charset="-128"/>
                <a:ea typeface="メイリオ" panose="020B0604030504040204" pitchFamily="50" charset="-128"/>
              </a:rPr>
              <a:t>インスタンスの処理量を</a:t>
            </a:r>
            <a:endParaRPr lang="en-US" altLang="ja-JP" dirty="0">
              <a:latin typeface="メイリオ" panose="020B0604030504040204" pitchFamily="50" charset="-128"/>
              <a:ea typeface="メイリオ" panose="020B0604030504040204" pitchFamily="50" charset="-128"/>
            </a:endParaRPr>
          </a:p>
          <a:p>
            <a:pPr algn="ctr"/>
            <a:r>
              <a:rPr lang="ja-JP" altLang="en-US" dirty="0">
                <a:latin typeface="メイリオ" panose="020B0604030504040204" pitchFamily="50" charset="-128"/>
                <a:ea typeface="メイリオ" panose="020B0604030504040204" pitchFamily="50" charset="-128"/>
              </a:rPr>
              <a:t>超える</a:t>
            </a:r>
            <a:r>
              <a:rPr kumimoji="1" lang="ja-JP" altLang="en-US" dirty="0">
                <a:latin typeface="メイリオ" panose="020B0604030504040204" pitchFamily="50" charset="-128"/>
                <a:ea typeface="メイリオ" panose="020B0604030504040204" pitchFamily="50" charset="-128"/>
              </a:rPr>
              <a:t>トラフィック量が来た場合</a:t>
            </a:r>
            <a:endParaRPr kumimoji="1" lang="en-US" altLang="ja-JP" dirty="0">
              <a:latin typeface="メイリオ" panose="020B0604030504040204" pitchFamily="50" charset="-128"/>
              <a:ea typeface="メイリオ" panose="020B0604030504040204" pitchFamily="50" charset="-128"/>
            </a:endParaRPr>
          </a:p>
          <a:p>
            <a:pPr algn="ctr"/>
            <a:endParaRPr kumimoji="1" lang="en-US" altLang="ja-JP" dirty="0">
              <a:latin typeface="メイリオ" panose="020B0604030504040204" pitchFamily="50" charset="-128"/>
              <a:ea typeface="メイリオ" panose="020B0604030504040204" pitchFamily="50" charset="-128"/>
            </a:endParaRPr>
          </a:p>
        </p:txBody>
      </p:sp>
      <p:pic>
        <p:nvPicPr>
          <p:cNvPr id="29" name="図 28" descr="音楽 が含まれている画像&#10;&#10;自動的に生成された説明">
            <a:extLst>
              <a:ext uri="{FF2B5EF4-FFF2-40B4-BE49-F238E27FC236}">
                <a16:creationId xmlns:a16="http://schemas.microsoft.com/office/drawing/2014/main" id="{413CF0BE-B5A2-493D-8902-1EC3E017701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150858" y="3816687"/>
            <a:ext cx="714058" cy="856869"/>
          </a:xfrm>
          <a:prstGeom prst="rect">
            <a:avLst/>
          </a:prstGeom>
        </p:spPr>
      </p:pic>
      <p:sp>
        <p:nvSpPr>
          <p:cNvPr id="3" name="矢印: 左 2">
            <a:extLst>
              <a:ext uri="{FF2B5EF4-FFF2-40B4-BE49-F238E27FC236}">
                <a16:creationId xmlns:a16="http://schemas.microsoft.com/office/drawing/2014/main" id="{A6D4347A-CF38-4061-83B3-5935F7341E43}"/>
              </a:ext>
            </a:extLst>
          </p:cNvPr>
          <p:cNvSpPr/>
          <p:nvPr/>
        </p:nvSpPr>
        <p:spPr bwMode="auto">
          <a:xfrm>
            <a:off x="2959871" y="4083297"/>
            <a:ext cx="526091" cy="425823"/>
          </a:xfrm>
          <a:prstGeom prst="leftArrow">
            <a:avLst/>
          </a:prstGeom>
          <a:solidFill>
            <a:srgbClr val="FF0000"/>
          </a:solidFill>
          <a:ln w="12700" cap="flat" cmpd="sng" algn="ctr">
            <a:no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ja-JP" altLang="en-US" sz="1600" b="0" i="0" u="none" strike="noStrike" cap="none" normalizeH="0" baseline="0">
              <a:ln>
                <a:noFill/>
              </a:ln>
              <a:solidFill>
                <a:schemeClr val="tx1"/>
              </a:solidFill>
              <a:effectLst/>
              <a:latin typeface="ＭＳ Ｐゴシック" pitchFamily="50" charset="-128"/>
              <a:ea typeface="ＭＳ Ｐゴシック" pitchFamily="50" charset="-128"/>
            </a:endParaRPr>
          </a:p>
        </p:txBody>
      </p:sp>
      <p:cxnSp>
        <p:nvCxnSpPr>
          <p:cNvPr id="30" name="直線コネクタ 29">
            <a:extLst>
              <a:ext uri="{FF2B5EF4-FFF2-40B4-BE49-F238E27FC236}">
                <a16:creationId xmlns:a16="http://schemas.microsoft.com/office/drawing/2014/main" id="{5460E76D-149E-4E74-8E57-595B65E06A79}"/>
              </a:ext>
            </a:extLst>
          </p:cNvPr>
          <p:cNvCxnSpPr>
            <a:cxnSpLocks/>
            <a:stCxn id="29" idx="0"/>
            <a:endCxn id="10" idx="1"/>
          </p:cNvCxnSpPr>
          <p:nvPr/>
        </p:nvCxnSpPr>
        <p:spPr bwMode="auto">
          <a:xfrm flipV="1">
            <a:off x="2507887" y="3429000"/>
            <a:ext cx="2235111" cy="387687"/>
          </a:xfrm>
          <a:prstGeom prst="line">
            <a:avLst/>
          </a:prstGeom>
          <a:noFill/>
          <a:ln w="31750" cap="flat" cmpd="sng" algn="ctr">
            <a:solidFill>
              <a:srgbClr val="FF0000"/>
            </a:solidFill>
            <a:prstDash val="solid"/>
            <a:round/>
            <a:headEnd type="none" w="med" len="med"/>
            <a:tailEnd type="none" w="med" len="med"/>
          </a:ln>
          <a:effectLst/>
        </p:spPr>
      </p:cxnSp>
      <p:sp>
        <p:nvSpPr>
          <p:cNvPr id="31" name="テキスト ボックス 30">
            <a:extLst>
              <a:ext uri="{FF2B5EF4-FFF2-40B4-BE49-F238E27FC236}">
                <a16:creationId xmlns:a16="http://schemas.microsoft.com/office/drawing/2014/main" id="{7EE5AE6C-4A0A-4138-B3A4-FA108E1E4A21}"/>
              </a:ext>
            </a:extLst>
          </p:cNvPr>
          <p:cNvSpPr txBox="1"/>
          <p:nvPr/>
        </p:nvSpPr>
        <p:spPr>
          <a:xfrm>
            <a:off x="1735563" y="4652808"/>
            <a:ext cx="1192955" cy="338554"/>
          </a:xfrm>
          <a:prstGeom prst="rect">
            <a:avLst/>
          </a:prstGeom>
          <a:noFill/>
        </p:spPr>
        <p:txBody>
          <a:bodyPr wrap="none" rtlCol="0">
            <a:spAutoFit/>
          </a:bodyPr>
          <a:lstStyle/>
          <a:p>
            <a:pPr algn="ctr"/>
            <a:r>
              <a:rPr kumimoji="1" lang="ja-JP" altLang="en-US" dirty="0">
                <a:latin typeface="メイリオ" panose="020B0604030504040204" pitchFamily="50" charset="-128"/>
                <a:ea typeface="メイリオ" panose="020B0604030504040204" pitchFamily="50" charset="-128"/>
              </a:rPr>
              <a:t>新しい</a:t>
            </a:r>
            <a:r>
              <a:rPr kumimoji="1" lang="en-US" altLang="ja-JP" dirty="0">
                <a:latin typeface="メイリオ" panose="020B0604030504040204" pitchFamily="50" charset="-128"/>
                <a:ea typeface="メイリオ" panose="020B0604030504040204" pitchFamily="50" charset="-128"/>
              </a:rPr>
              <a:t>EC2</a:t>
            </a:r>
          </a:p>
        </p:txBody>
      </p:sp>
    </p:spTree>
    <p:extLst>
      <p:ext uri="{BB962C8B-B14F-4D97-AF65-F5344CB8AC3E}">
        <p14:creationId xmlns:p14="http://schemas.microsoft.com/office/powerpoint/2010/main" val="21381793"/>
      </p:ext>
    </p:extLst>
  </p:cSld>
  <p:clrMapOvr>
    <a:masterClrMapping/>
  </p:clrMapOvr>
  <mc:AlternateContent xmlns:mc="http://schemas.openxmlformats.org/markup-compatibility/2006" xmlns:p14="http://schemas.microsoft.com/office/powerpoint/2010/main">
    <mc:Choice Requires="p14">
      <p:transition spd="slow" p14:dur="2000" advTm="13376"/>
    </mc:Choice>
    <mc:Fallback xmlns="">
      <p:transition spd="slow" advTm="13376"/>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タイトル 1">
            <a:extLst>
              <a:ext uri="{FF2B5EF4-FFF2-40B4-BE49-F238E27FC236}">
                <a16:creationId xmlns:a16="http://schemas.microsoft.com/office/drawing/2014/main" id="{48F80BE1-D063-4240-BFC7-C8D243720250}"/>
              </a:ext>
            </a:extLst>
          </p:cNvPr>
          <p:cNvSpPr txBox="1">
            <a:spLocks/>
          </p:cNvSpPr>
          <p:nvPr/>
        </p:nvSpPr>
        <p:spPr bwMode="auto">
          <a:xfrm>
            <a:off x="631222" y="201863"/>
            <a:ext cx="8642258" cy="50208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rtl="0" fontAlgn="base">
              <a:lnSpc>
                <a:spcPct val="90000"/>
              </a:lnSpc>
              <a:spcBef>
                <a:spcPct val="0"/>
              </a:spcBef>
              <a:spcAft>
                <a:spcPct val="0"/>
              </a:spcAft>
              <a:defRPr kumimoji="1" sz="2000">
                <a:solidFill>
                  <a:schemeClr val="tx2"/>
                </a:solidFill>
                <a:latin typeface="游明朝" panose="02020400000000000000" pitchFamily="18" charset="-128"/>
                <a:ea typeface="游明朝" panose="02020400000000000000" pitchFamily="18" charset="-128"/>
                <a:cs typeface="+mj-cs"/>
              </a:defRPr>
            </a:lvl1pPr>
            <a:lvl2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2pPr>
            <a:lvl3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3pPr>
            <a:lvl4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4pPr>
            <a:lvl5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5pPr>
            <a:lvl6pPr marL="4572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6pPr>
            <a:lvl7pPr marL="9144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7pPr>
            <a:lvl8pPr marL="13716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8pPr>
            <a:lvl9pPr marL="18288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9pPr>
          </a:lstStyle>
          <a:p>
            <a:pPr marL="0" indent="0" algn="l">
              <a:buNone/>
            </a:pPr>
            <a:r>
              <a:rPr lang="ja-JP" altLang="en-US" sz="3000" dirty="0">
                <a:solidFill>
                  <a:schemeClr val="tx1"/>
                </a:solidFill>
                <a:latin typeface="メイリオ" panose="020B0604030504040204" pitchFamily="50" charset="-128"/>
                <a:ea typeface="メイリオ" panose="020B0604030504040204" pitchFamily="50" charset="-128"/>
              </a:rPr>
              <a:t>スケーリングのタイプ</a:t>
            </a:r>
            <a:endParaRPr lang="en-US" altLang="ja-JP" sz="3000" dirty="0">
              <a:solidFill>
                <a:schemeClr val="tx1"/>
              </a:solidFill>
              <a:latin typeface="メイリオ" panose="020B0604030504040204" pitchFamily="50" charset="-128"/>
              <a:ea typeface="メイリオ" panose="020B0604030504040204" pitchFamily="50" charset="-128"/>
            </a:endParaRPr>
          </a:p>
        </p:txBody>
      </p:sp>
      <p:sp>
        <p:nvSpPr>
          <p:cNvPr id="5" name="コンテンツ プレースホルダー 2">
            <a:extLst>
              <a:ext uri="{FF2B5EF4-FFF2-40B4-BE49-F238E27FC236}">
                <a16:creationId xmlns:a16="http://schemas.microsoft.com/office/drawing/2014/main" id="{4223C7E6-23C7-4433-B315-D26905B0474C}"/>
              </a:ext>
            </a:extLst>
          </p:cNvPr>
          <p:cNvSpPr txBox="1">
            <a:spLocks/>
          </p:cNvSpPr>
          <p:nvPr/>
        </p:nvSpPr>
        <p:spPr>
          <a:xfrm>
            <a:off x="631222" y="799401"/>
            <a:ext cx="8858282" cy="325343"/>
          </a:xfrm>
          <a:prstGeom prst="rect">
            <a:avLst/>
          </a:prstGeom>
        </p:spPr>
        <p:txBody>
          <a:bodyPr vert="horz" lIns="74295" tIns="37148" rIns="74295" bIns="37148" rtlCol="0">
            <a:noAutofit/>
          </a:bodyPr>
          <a:lstStyle>
            <a:lvl1pPr marL="228600" indent="-228600" algn="l" defTabSz="914400" rtl="0" eaLnBrk="1" latinLnBrk="0" hangingPunct="1">
              <a:lnSpc>
                <a:spcPct val="90000"/>
              </a:lnSpc>
              <a:spcBef>
                <a:spcPts val="1000"/>
              </a:spcBef>
              <a:buFont typeface="Wingdings 2" pitchFamily="18" charset="2"/>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2" pitchFamily="18" charset="2"/>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2" pitchFamily="18" charset="2"/>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5pPr>
            <a:lvl6pPr marL="25146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6pPr>
            <a:lvl7pPr marL="29718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7pPr>
            <a:lvl8pPr marL="34290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8pPr>
            <a:lvl9pPr marL="38862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9pPr>
          </a:lstStyle>
          <a:p>
            <a:pPr marL="0" indent="0">
              <a:buNone/>
            </a:pPr>
            <a:r>
              <a:rPr lang="ja-JP" altLang="en-US" sz="2400" kern="0" dirty="0">
                <a:solidFill>
                  <a:srgbClr val="002060"/>
                </a:solidFill>
                <a:latin typeface="メイリオ" panose="020B0604030504040204" pitchFamily="50" charset="-128"/>
                <a:ea typeface="メイリオ" panose="020B0604030504040204" pitchFamily="50" charset="-128"/>
              </a:rPr>
              <a:t>スケーリングタイプは垂直スケーリングと水平スケーリングの</a:t>
            </a:r>
            <a:r>
              <a:rPr lang="en-US" altLang="ja-JP" sz="2400" kern="0" dirty="0">
                <a:solidFill>
                  <a:srgbClr val="002060"/>
                </a:solidFill>
                <a:latin typeface="メイリオ" panose="020B0604030504040204" pitchFamily="50" charset="-128"/>
                <a:ea typeface="メイリオ" panose="020B0604030504040204" pitchFamily="50" charset="-128"/>
              </a:rPr>
              <a:t>2</a:t>
            </a:r>
            <a:r>
              <a:rPr lang="ja-JP" altLang="en-US" sz="2400" kern="0" dirty="0">
                <a:solidFill>
                  <a:srgbClr val="002060"/>
                </a:solidFill>
                <a:latin typeface="メイリオ" panose="020B0604030504040204" pitchFamily="50" charset="-128"/>
                <a:ea typeface="メイリオ" panose="020B0604030504040204" pitchFamily="50" charset="-128"/>
              </a:rPr>
              <a:t>タイプ。</a:t>
            </a:r>
            <a:r>
              <a:rPr lang="en-US" altLang="ja-JP" sz="2400" kern="0" dirty="0">
                <a:solidFill>
                  <a:srgbClr val="002060"/>
                </a:solidFill>
                <a:latin typeface="メイリオ" panose="020B0604030504040204" pitchFamily="50" charset="-128"/>
                <a:ea typeface="メイリオ" panose="020B0604030504040204" pitchFamily="50" charset="-128"/>
              </a:rPr>
              <a:t>Auto-scaling</a:t>
            </a:r>
            <a:r>
              <a:rPr lang="ja-JP" altLang="en-US" sz="2400" kern="0" dirty="0">
                <a:solidFill>
                  <a:srgbClr val="002060"/>
                </a:solidFill>
                <a:latin typeface="メイリオ" panose="020B0604030504040204" pitchFamily="50" charset="-128"/>
                <a:ea typeface="メイリオ" panose="020B0604030504040204" pitchFamily="50" charset="-128"/>
              </a:rPr>
              <a:t>は水平スケーリング</a:t>
            </a:r>
            <a:endParaRPr lang="en-US" altLang="ja-JP" sz="2400" kern="0" dirty="0">
              <a:solidFill>
                <a:srgbClr val="002060"/>
              </a:solidFill>
              <a:latin typeface="メイリオ" panose="020B0604030504040204" pitchFamily="50" charset="-128"/>
              <a:ea typeface="メイリオ" panose="020B0604030504040204" pitchFamily="50" charset="-128"/>
            </a:endParaRPr>
          </a:p>
        </p:txBody>
      </p:sp>
      <p:sp>
        <p:nvSpPr>
          <p:cNvPr id="17" name="コンテンツ プレースホルダー 2">
            <a:extLst>
              <a:ext uri="{FF2B5EF4-FFF2-40B4-BE49-F238E27FC236}">
                <a16:creationId xmlns:a16="http://schemas.microsoft.com/office/drawing/2014/main" id="{84324C86-91E8-4420-AECC-CDE2864C9084}"/>
              </a:ext>
            </a:extLst>
          </p:cNvPr>
          <p:cNvSpPr txBox="1">
            <a:spLocks/>
          </p:cNvSpPr>
          <p:nvPr/>
        </p:nvSpPr>
        <p:spPr bwMode="auto">
          <a:xfrm>
            <a:off x="920552" y="3284984"/>
            <a:ext cx="3888432" cy="1008112"/>
          </a:xfrm>
          <a:prstGeom prst="rect">
            <a:avLst/>
          </a:prstGeom>
          <a:solidFill>
            <a:schemeClr val="bg1"/>
          </a:solidFill>
          <a:ln w="9525">
            <a:solidFill>
              <a:srgbClr val="F0861E"/>
            </a:solid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pPr algn="ctr"/>
            <a:r>
              <a:rPr lang="en-US" altLang="ja-JP" dirty="0">
                <a:latin typeface="メイリオ" panose="020B0604030504040204" pitchFamily="50" charset="-128"/>
                <a:ea typeface="メイリオ" panose="020B0604030504040204" pitchFamily="50" charset="-128"/>
              </a:rPr>
              <a:t>【</a:t>
            </a:r>
            <a:r>
              <a:rPr lang="ja-JP" altLang="en-US" dirty="0">
                <a:latin typeface="メイリオ" panose="020B0604030504040204" pitchFamily="50" charset="-128"/>
                <a:ea typeface="メイリオ" panose="020B0604030504040204" pitchFamily="50" charset="-128"/>
              </a:rPr>
              <a:t>拡張方法</a:t>
            </a:r>
            <a:r>
              <a:rPr lang="en-US" altLang="ja-JP" dirty="0">
                <a:latin typeface="メイリオ" panose="020B0604030504040204" pitchFamily="50" charset="-128"/>
                <a:ea typeface="メイリオ" panose="020B0604030504040204" pitchFamily="50" charset="-128"/>
              </a:rPr>
              <a:t>】</a:t>
            </a:r>
          </a:p>
          <a:p>
            <a:r>
              <a:rPr lang="ja-JP" altLang="en-US" dirty="0">
                <a:latin typeface="メイリオ" panose="020B0604030504040204" pitchFamily="50" charset="-128"/>
                <a:ea typeface="メイリオ" panose="020B0604030504040204" pitchFamily="50" charset="-128"/>
              </a:rPr>
              <a:t>スケールアップ：メモリや</a:t>
            </a:r>
            <a:r>
              <a:rPr lang="en-US" altLang="ja-JP" dirty="0">
                <a:latin typeface="メイリオ" panose="020B0604030504040204" pitchFamily="50" charset="-128"/>
                <a:ea typeface="メイリオ" panose="020B0604030504040204" pitchFamily="50" charset="-128"/>
              </a:rPr>
              <a:t>CPU</a:t>
            </a:r>
            <a:r>
              <a:rPr lang="ja-JP" altLang="en-US" dirty="0">
                <a:latin typeface="メイリオ" panose="020B0604030504040204" pitchFamily="50" charset="-128"/>
                <a:ea typeface="メイリオ" panose="020B0604030504040204" pitchFamily="50" charset="-128"/>
              </a:rPr>
              <a:t>の追加・増強</a:t>
            </a:r>
            <a:endParaRPr lang="en-US" altLang="ja-JP" dirty="0">
              <a:latin typeface="メイリオ" panose="020B0604030504040204" pitchFamily="50" charset="-128"/>
              <a:ea typeface="メイリオ" panose="020B0604030504040204" pitchFamily="50" charset="-128"/>
            </a:endParaRPr>
          </a:p>
        </p:txBody>
      </p:sp>
      <p:sp>
        <p:nvSpPr>
          <p:cNvPr id="18" name="コンテンツ プレースホルダー 2">
            <a:extLst>
              <a:ext uri="{FF2B5EF4-FFF2-40B4-BE49-F238E27FC236}">
                <a16:creationId xmlns:a16="http://schemas.microsoft.com/office/drawing/2014/main" id="{9EABB522-ABAC-4100-8A16-5BD3DEB8549C}"/>
              </a:ext>
            </a:extLst>
          </p:cNvPr>
          <p:cNvSpPr txBox="1">
            <a:spLocks/>
          </p:cNvSpPr>
          <p:nvPr/>
        </p:nvSpPr>
        <p:spPr bwMode="auto">
          <a:xfrm>
            <a:off x="920552" y="2276872"/>
            <a:ext cx="3888432" cy="859072"/>
          </a:xfrm>
          <a:prstGeom prst="rect">
            <a:avLst/>
          </a:prstGeom>
          <a:solidFill>
            <a:srgbClr val="F0861E"/>
          </a:solidFill>
          <a:ln w="9525">
            <a:no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pPr algn="ctr"/>
            <a:r>
              <a:rPr lang="ja-JP" altLang="en-US" sz="2000" b="1" kern="0" dirty="0">
                <a:solidFill>
                  <a:schemeClr val="bg1"/>
                </a:solidFill>
                <a:latin typeface="メイリオ" panose="020B0604030504040204" pitchFamily="50" charset="-128"/>
                <a:ea typeface="メイリオ" panose="020B0604030504040204" pitchFamily="50" charset="-128"/>
              </a:rPr>
              <a:t>垂直スケーリング</a:t>
            </a:r>
            <a:endParaRPr lang="en-US" altLang="ja-JP" sz="2000" b="1" kern="0" dirty="0">
              <a:solidFill>
                <a:schemeClr val="bg1"/>
              </a:solidFill>
              <a:latin typeface="メイリオ" panose="020B0604030504040204" pitchFamily="50" charset="-128"/>
              <a:ea typeface="メイリオ" panose="020B0604030504040204" pitchFamily="50" charset="-128"/>
            </a:endParaRPr>
          </a:p>
        </p:txBody>
      </p:sp>
      <p:sp>
        <p:nvSpPr>
          <p:cNvPr id="20" name="コンテンツ プレースホルダー 2">
            <a:extLst>
              <a:ext uri="{FF2B5EF4-FFF2-40B4-BE49-F238E27FC236}">
                <a16:creationId xmlns:a16="http://schemas.microsoft.com/office/drawing/2014/main" id="{BBFB94EA-8FD2-46C2-A533-167FD05A2111}"/>
              </a:ext>
            </a:extLst>
          </p:cNvPr>
          <p:cNvSpPr txBox="1">
            <a:spLocks/>
          </p:cNvSpPr>
          <p:nvPr/>
        </p:nvSpPr>
        <p:spPr bwMode="auto">
          <a:xfrm>
            <a:off x="5025008" y="2276872"/>
            <a:ext cx="3888432" cy="859072"/>
          </a:xfrm>
          <a:prstGeom prst="rect">
            <a:avLst/>
          </a:prstGeom>
          <a:solidFill>
            <a:srgbClr val="F0861E"/>
          </a:solidFill>
          <a:ln w="9525">
            <a:no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pPr algn="ctr"/>
            <a:r>
              <a:rPr lang="ja-JP" altLang="en-US" sz="2000" b="1" kern="0" dirty="0">
                <a:solidFill>
                  <a:schemeClr val="bg1"/>
                </a:solidFill>
                <a:latin typeface="メイリオ" panose="020B0604030504040204" pitchFamily="50" charset="-128"/>
                <a:ea typeface="メイリオ" panose="020B0604030504040204" pitchFamily="50" charset="-128"/>
              </a:rPr>
              <a:t>水平スケーリング</a:t>
            </a:r>
            <a:endParaRPr lang="en-US" altLang="ja-JP" sz="2000" b="1" kern="0" dirty="0">
              <a:solidFill>
                <a:schemeClr val="bg1"/>
              </a:solidFill>
              <a:latin typeface="メイリオ" panose="020B0604030504040204" pitchFamily="50" charset="-128"/>
              <a:ea typeface="メイリオ" panose="020B0604030504040204" pitchFamily="50" charset="-128"/>
            </a:endParaRPr>
          </a:p>
        </p:txBody>
      </p:sp>
      <p:sp>
        <p:nvSpPr>
          <p:cNvPr id="48" name="コンテンツ プレースホルダー 2">
            <a:extLst>
              <a:ext uri="{FF2B5EF4-FFF2-40B4-BE49-F238E27FC236}">
                <a16:creationId xmlns:a16="http://schemas.microsoft.com/office/drawing/2014/main" id="{87711C4C-E838-4055-B15C-EABA385235C1}"/>
              </a:ext>
            </a:extLst>
          </p:cNvPr>
          <p:cNvSpPr txBox="1">
            <a:spLocks/>
          </p:cNvSpPr>
          <p:nvPr/>
        </p:nvSpPr>
        <p:spPr bwMode="auto">
          <a:xfrm>
            <a:off x="920552" y="4365104"/>
            <a:ext cx="3888432" cy="1008112"/>
          </a:xfrm>
          <a:prstGeom prst="rect">
            <a:avLst/>
          </a:prstGeom>
          <a:solidFill>
            <a:schemeClr val="bg1"/>
          </a:solidFill>
          <a:ln w="9525">
            <a:solidFill>
              <a:srgbClr val="F0861E"/>
            </a:solid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pPr algn="ctr"/>
            <a:r>
              <a:rPr lang="en-US" altLang="ja-JP" dirty="0">
                <a:latin typeface="メイリオ" panose="020B0604030504040204" pitchFamily="50" charset="-128"/>
                <a:ea typeface="メイリオ" panose="020B0604030504040204" pitchFamily="50" charset="-128"/>
              </a:rPr>
              <a:t>【</a:t>
            </a:r>
            <a:r>
              <a:rPr lang="ja-JP" altLang="en-US" dirty="0">
                <a:latin typeface="メイリオ" panose="020B0604030504040204" pitchFamily="50" charset="-128"/>
                <a:ea typeface="メイリオ" panose="020B0604030504040204" pitchFamily="50" charset="-128"/>
              </a:rPr>
              <a:t>低減方法</a:t>
            </a:r>
            <a:r>
              <a:rPr lang="en-US" altLang="ja-JP" dirty="0">
                <a:latin typeface="メイリオ" panose="020B0604030504040204" pitchFamily="50" charset="-128"/>
                <a:ea typeface="メイリオ" panose="020B0604030504040204" pitchFamily="50" charset="-128"/>
              </a:rPr>
              <a:t>】</a:t>
            </a:r>
          </a:p>
          <a:p>
            <a:r>
              <a:rPr lang="ja-JP" altLang="en-US" dirty="0">
                <a:latin typeface="メイリオ" panose="020B0604030504040204" pitchFamily="50" charset="-128"/>
                <a:ea typeface="メイリオ" panose="020B0604030504040204" pitchFamily="50" charset="-128"/>
              </a:rPr>
              <a:t>スケールダウン：メモリや</a:t>
            </a:r>
            <a:r>
              <a:rPr lang="en-US" altLang="ja-JP" dirty="0">
                <a:latin typeface="メイリオ" panose="020B0604030504040204" pitchFamily="50" charset="-128"/>
                <a:ea typeface="メイリオ" panose="020B0604030504040204" pitchFamily="50" charset="-128"/>
              </a:rPr>
              <a:t>CPU</a:t>
            </a:r>
            <a:r>
              <a:rPr lang="ja-JP" altLang="en-US" dirty="0">
                <a:latin typeface="メイリオ" panose="020B0604030504040204" pitchFamily="50" charset="-128"/>
                <a:ea typeface="メイリオ" panose="020B0604030504040204" pitchFamily="50" charset="-128"/>
              </a:rPr>
              <a:t>の削減・低性能化</a:t>
            </a:r>
            <a:endParaRPr lang="en-US" altLang="ja-JP" dirty="0">
              <a:latin typeface="メイリオ" panose="020B0604030504040204" pitchFamily="50" charset="-128"/>
              <a:ea typeface="メイリオ" panose="020B0604030504040204" pitchFamily="50" charset="-128"/>
            </a:endParaRPr>
          </a:p>
        </p:txBody>
      </p:sp>
      <p:sp>
        <p:nvSpPr>
          <p:cNvPr id="49" name="コンテンツ プレースホルダー 2">
            <a:extLst>
              <a:ext uri="{FF2B5EF4-FFF2-40B4-BE49-F238E27FC236}">
                <a16:creationId xmlns:a16="http://schemas.microsoft.com/office/drawing/2014/main" id="{48BF52DE-F74C-4194-8B94-E71AD1F16F21}"/>
              </a:ext>
            </a:extLst>
          </p:cNvPr>
          <p:cNvSpPr txBox="1">
            <a:spLocks/>
          </p:cNvSpPr>
          <p:nvPr/>
        </p:nvSpPr>
        <p:spPr bwMode="auto">
          <a:xfrm>
            <a:off x="5025008" y="3284984"/>
            <a:ext cx="3888432" cy="1008112"/>
          </a:xfrm>
          <a:prstGeom prst="rect">
            <a:avLst/>
          </a:prstGeom>
          <a:solidFill>
            <a:schemeClr val="bg1"/>
          </a:solidFill>
          <a:ln w="9525">
            <a:solidFill>
              <a:srgbClr val="F0861E"/>
            </a:solid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pPr algn="ctr"/>
            <a:r>
              <a:rPr lang="en-US" altLang="ja-JP" dirty="0">
                <a:latin typeface="メイリオ" panose="020B0604030504040204" pitchFamily="50" charset="-128"/>
                <a:ea typeface="メイリオ" panose="020B0604030504040204" pitchFamily="50" charset="-128"/>
              </a:rPr>
              <a:t>【</a:t>
            </a:r>
            <a:r>
              <a:rPr lang="ja-JP" altLang="en-US" dirty="0">
                <a:latin typeface="メイリオ" panose="020B0604030504040204" pitchFamily="50" charset="-128"/>
                <a:ea typeface="メイリオ" panose="020B0604030504040204" pitchFamily="50" charset="-128"/>
              </a:rPr>
              <a:t>拡張方法</a:t>
            </a:r>
            <a:r>
              <a:rPr lang="en-US" altLang="ja-JP" dirty="0">
                <a:latin typeface="メイリオ" panose="020B0604030504040204" pitchFamily="50" charset="-128"/>
                <a:ea typeface="メイリオ" panose="020B0604030504040204" pitchFamily="50" charset="-128"/>
              </a:rPr>
              <a:t>】</a:t>
            </a:r>
          </a:p>
          <a:p>
            <a:r>
              <a:rPr lang="ja-JP" altLang="en-US" dirty="0">
                <a:latin typeface="メイリオ" panose="020B0604030504040204" pitchFamily="50" charset="-128"/>
                <a:ea typeface="メイリオ" panose="020B0604030504040204" pitchFamily="50" charset="-128"/>
              </a:rPr>
              <a:t>スケールアウト：処理する機器／サーバー台数を増加する</a:t>
            </a:r>
            <a:endParaRPr lang="en-US" altLang="ja-JP" dirty="0">
              <a:latin typeface="メイリオ" panose="020B0604030504040204" pitchFamily="50" charset="-128"/>
              <a:ea typeface="メイリオ" panose="020B0604030504040204" pitchFamily="50" charset="-128"/>
            </a:endParaRPr>
          </a:p>
        </p:txBody>
      </p:sp>
      <p:sp>
        <p:nvSpPr>
          <p:cNvPr id="50" name="コンテンツ プレースホルダー 2">
            <a:extLst>
              <a:ext uri="{FF2B5EF4-FFF2-40B4-BE49-F238E27FC236}">
                <a16:creationId xmlns:a16="http://schemas.microsoft.com/office/drawing/2014/main" id="{4E444EA5-E289-4781-82CE-E12D0CB98005}"/>
              </a:ext>
            </a:extLst>
          </p:cNvPr>
          <p:cNvSpPr txBox="1">
            <a:spLocks/>
          </p:cNvSpPr>
          <p:nvPr/>
        </p:nvSpPr>
        <p:spPr bwMode="auto">
          <a:xfrm>
            <a:off x="5025008" y="4365104"/>
            <a:ext cx="3888432" cy="1008112"/>
          </a:xfrm>
          <a:prstGeom prst="rect">
            <a:avLst/>
          </a:prstGeom>
          <a:solidFill>
            <a:schemeClr val="bg1"/>
          </a:solidFill>
          <a:ln w="9525">
            <a:solidFill>
              <a:srgbClr val="F0861E"/>
            </a:solid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pPr algn="ctr"/>
            <a:r>
              <a:rPr lang="en-US" altLang="ja-JP" dirty="0">
                <a:latin typeface="メイリオ" panose="020B0604030504040204" pitchFamily="50" charset="-128"/>
                <a:ea typeface="メイリオ" panose="020B0604030504040204" pitchFamily="50" charset="-128"/>
              </a:rPr>
              <a:t>【</a:t>
            </a:r>
            <a:r>
              <a:rPr lang="ja-JP" altLang="en-US" dirty="0">
                <a:latin typeface="メイリオ" panose="020B0604030504040204" pitchFamily="50" charset="-128"/>
                <a:ea typeface="メイリオ" panose="020B0604030504040204" pitchFamily="50" charset="-128"/>
              </a:rPr>
              <a:t>低減方法</a:t>
            </a:r>
            <a:r>
              <a:rPr lang="en-US" altLang="ja-JP" dirty="0">
                <a:latin typeface="メイリオ" panose="020B0604030504040204" pitchFamily="50" charset="-128"/>
                <a:ea typeface="メイリオ" panose="020B0604030504040204" pitchFamily="50" charset="-128"/>
              </a:rPr>
              <a:t>】</a:t>
            </a:r>
          </a:p>
          <a:p>
            <a:r>
              <a:rPr lang="ja-JP" altLang="en-US" dirty="0">
                <a:latin typeface="メイリオ" panose="020B0604030504040204" pitchFamily="50" charset="-128"/>
                <a:ea typeface="メイリオ" panose="020B0604030504040204" pitchFamily="50" charset="-128"/>
              </a:rPr>
              <a:t>スケールイン：処理する機器／サーバー台数を低減する</a:t>
            </a:r>
            <a:endParaRPr lang="en-US" altLang="ja-JP"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956376569"/>
      </p:ext>
    </p:extLst>
  </p:cSld>
  <p:clrMapOvr>
    <a:masterClrMapping/>
  </p:clrMapOvr>
  <mc:AlternateContent xmlns:mc="http://schemas.openxmlformats.org/markup-compatibility/2006" xmlns:p14="http://schemas.microsoft.com/office/powerpoint/2010/main">
    <mc:Choice Requires="p14">
      <p:transition spd="slow" p14:dur="2000" advTm="71396"/>
    </mc:Choice>
    <mc:Fallback xmlns="">
      <p:transition spd="slow" advTm="71396"/>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タイトル 1">
            <a:extLst>
              <a:ext uri="{FF2B5EF4-FFF2-40B4-BE49-F238E27FC236}">
                <a16:creationId xmlns:a16="http://schemas.microsoft.com/office/drawing/2014/main" id="{48F80BE1-D063-4240-BFC7-C8D243720250}"/>
              </a:ext>
            </a:extLst>
          </p:cNvPr>
          <p:cNvSpPr txBox="1">
            <a:spLocks/>
          </p:cNvSpPr>
          <p:nvPr/>
        </p:nvSpPr>
        <p:spPr bwMode="auto">
          <a:xfrm>
            <a:off x="631222" y="201863"/>
            <a:ext cx="8642258" cy="50208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rtl="0" fontAlgn="base">
              <a:lnSpc>
                <a:spcPct val="90000"/>
              </a:lnSpc>
              <a:spcBef>
                <a:spcPct val="0"/>
              </a:spcBef>
              <a:spcAft>
                <a:spcPct val="0"/>
              </a:spcAft>
              <a:defRPr kumimoji="1" sz="2000">
                <a:solidFill>
                  <a:schemeClr val="tx2"/>
                </a:solidFill>
                <a:latin typeface="游明朝" panose="02020400000000000000" pitchFamily="18" charset="-128"/>
                <a:ea typeface="游明朝" panose="02020400000000000000" pitchFamily="18" charset="-128"/>
                <a:cs typeface="+mj-cs"/>
              </a:defRPr>
            </a:lvl1pPr>
            <a:lvl2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2pPr>
            <a:lvl3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3pPr>
            <a:lvl4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4pPr>
            <a:lvl5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5pPr>
            <a:lvl6pPr marL="4572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6pPr>
            <a:lvl7pPr marL="9144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7pPr>
            <a:lvl8pPr marL="13716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8pPr>
            <a:lvl9pPr marL="18288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9pPr>
          </a:lstStyle>
          <a:p>
            <a:pPr algn="l">
              <a:lnSpc>
                <a:spcPct val="100000"/>
              </a:lnSpc>
            </a:pPr>
            <a:r>
              <a:rPr lang="en-US" altLang="ja-JP" sz="3000" dirty="0">
                <a:solidFill>
                  <a:schemeClr val="tx1"/>
                </a:solidFill>
                <a:latin typeface="メイリオ" panose="020B0604030504040204" pitchFamily="50" charset="-128"/>
                <a:ea typeface="メイリオ" panose="020B0604030504040204" pitchFamily="50" charset="-128"/>
              </a:rPr>
              <a:t>Auto-Scaling</a:t>
            </a:r>
            <a:r>
              <a:rPr lang="ja-JP" altLang="en-US" sz="3000" dirty="0">
                <a:solidFill>
                  <a:schemeClr val="tx1"/>
                </a:solidFill>
                <a:latin typeface="メイリオ" panose="020B0604030504040204" pitchFamily="50" charset="-128"/>
                <a:ea typeface="メイリオ" panose="020B0604030504040204" pitchFamily="50" charset="-128"/>
              </a:rPr>
              <a:t>の設定プロセス</a:t>
            </a:r>
            <a:endParaRPr lang="en-US" altLang="ja-JP" sz="3000" dirty="0">
              <a:solidFill>
                <a:schemeClr val="tx1"/>
              </a:solidFill>
              <a:latin typeface="メイリオ" panose="020B0604030504040204" pitchFamily="50" charset="-128"/>
              <a:ea typeface="メイリオ" panose="020B0604030504040204" pitchFamily="50" charset="-128"/>
            </a:endParaRPr>
          </a:p>
        </p:txBody>
      </p:sp>
      <p:sp>
        <p:nvSpPr>
          <p:cNvPr id="12" name="コンテンツ プレースホルダー 2">
            <a:extLst>
              <a:ext uri="{FF2B5EF4-FFF2-40B4-BE49-F238E27FC236}">
                <a16:creationId xmlns:a16="http://schemas.microsoft.com/office/drawing/2014/main" id="{11748B53-A551-4DCB-A371-B4EB47E86161}"/>
              </a:ext>
            </a:extLst>
          </p:cNvPr>
          <p:cNvSpPr txBox="1">
            <a:spLocks/>
          </p:cNvSpPr>
          <p:nvPr/>
        </p:nvSpPr>
        <p:spPr bwMode="auto">
          <a:xfrm>
            <a:off x="2648744" y="1844824"/>
            <a:ext cx="4248472" cy="715056"/>
          </a:xfrm>
          <a:prstGeom prst="rect">
            <a:avLst/>
          </a:prstGeom>
          <a:solidFill>
            <a:srgbClr val="F0861E"/>
          </a:solidFill>
          <a:ln w="9525">
            <a:no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pPr algn="ctr"/>
            <a:r>
              <a:rPr lang="ja-JP" altLang="en-US" sz="2000" b="1" kern="0" dirty="0">
                <a:solidFill>
                  <a:schemeClr val="bg1"/>
                </a:solidFill>
                <a:latin typeface="メイリオ" panose="020B0604030504040204" pitchFamily="50" charset="-128"/>
                <a:ea typeface="メイリオ" panose="020B0604030504040204" pitchFamily="50" charset="-128"/>
              </a:rPr>
              <a:t>①</a:t>
            </a:r>
            <a:r>
              <a:rPr lang="en-US" altLang="ja-JP" sz="2000" b="1" kern="0" dirty="0">
                <a:solidFill>
                  <a:schemeClr val="bg1"/>
                </a:solidFill>
                <a:latin typeface="メイリオ" panose="020B0604030504040204" pitchFamily="50" charset="-128"/>
                <a:ea typeface="メイリオ" panose="020B0604030504040204" pitchFamily="50" charset="-128"/>
              </a:rPr>
              <a:t>ELB</a:t>
            </a:r>
            <a:r>
              <a:rPr lang="ja-JP" altLang="en-US" sz="2000" b="1" kern="0" dirty="0">
                <a:solidFill>
                  <a:schemeClr val="bg1"/>
                </a:solidFill>
                <a:latin typeface="メイリオ" panose="020B0604030504040204" pitchFamily="50" charset="-128"/>
                <a:ea typeface="メイリオ" panose="020B0604030504040204" pitchFamily="50" charset="-128"/>
              </a:rPr>
              <a:t>のターゲットグループ</a:t>
            </a:r>
            <a:br>
              <a:rPr lang="en-US" altLang="ja-JP" sz="2000" b="1" kern="0" dirty="0">
                <a:solidFill>
                  <a:schemeClr val="bg1"/>
                </a:solidFill>
                <a:latin typeface="メイリオ" panose="020B0604030504040204" pitchFamily="50" charset="-128"/>
                <a:ea typeface="メイリオ" panose="020B0604030504040204" pitchFamily="50" charset="-128"/>
              </a:rPr>
            </a:br>
            <a:r>
              <a:rPr lang="ja-JP" altLang="en-US" sz="2000" b="1" kern="0" dirty="0">
                <a:solidFill>
                  <a:schemeClr val="bg1"/>
                </a:solidFill>
                <a:latin typeface="メイリオ" panose="020B0604030504040204" pitchFamily="50" charset="-128"/>
                <a:ea typeface="メイリオ" panose="020B0604030504040204" pitchFamily="50" charset="-128"/>
              </a:rPr>
              <a:t>の作成</a:t>
            </a:r>
            <a:endParaRPr lang="en-US" altLang="ja-JP" sz="2000" b="1" kern="0" dirty="0">
              <a:solidFill>
                <a:schemeClr val="bg1"/>
              </a:solidFill>
              <a:latin typeface="メイリオ" panose="020B0604030504040204" pitchFamily="50" charset="-128"/>
              <a:ea typeface="メイリオ" panose="020B0604030504040204" pitchFamily="50" charset="-128"/>
            </a:endParaRPr>
          </a:p>
        </p:txBody>
      </p:sp>
      <p:sp>
        <p:nvSpPr>
          <p:cNvPr id="13" name="コンテンツ プレースホルダー 2">
            <a:extLst>
              <a:ext uri="{FF2B5EF4-FFF2-40B4-BE49-F238E27FC236}">
                <a16:creationId xmlns:a16="http://schemas.microsoft.com/office/drawing/2014/main" id="{89930B73-343F-47B1-A7AE-16C8C6137833}"/>
              </a:ext>
            </a:extLst>
          </p:cNvPr>
          <p:cNvSpPr txBox="1">
            <a:spLocks/>
          </p:cNvSpPr>
          <p:nvPr/>
        </p:nvSpPr>
        <p:spPr bwMode="auto">
          <a:xfrm>
            <a:off x="2648744" y="2936470"/>
            <a:ext cx="4248472" cy="715056"/>
          </a:xfrm>
          <a:prstGeom prst="rect">
            <a:avLst/>
          </a:prstGeom>
          <a:solidFill>
            <a:srgbClr val="F0861E"/>
          </a:solidFill>
          <a:ln w="9525">
            <a:no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pPr algn="ctr"/>
            <a:r>
              <a:rPr lang="ja-JP" altLang="en-US" sz="2000" b="1" kern="0" dirty="0">
                <a:solidFill>
                  <a:schemeClr val="bg1"/>
                </a:solidFill>
                <a:latin typeface="メイリオ" panose="020B0604030504040204" pitchFamily="50" charset="-128"/>
                <a:ea typeface="メイリオ" panose="020B0604030504040204" pitchFamily="50" charset="-128"/>
              </a:rPr>
              <a:t>②起動設定／テンプレートの作成</a:t>
            </a:r>
            <a:endParaRPr lang="en-US" altLang="ja-JP" sz="2000" b="1" kern="0" dirty="0">
              <a:solidFill>
                <a:schemeClr val="bg1"/>
              </a:solidFill>
              <a:latin typeface="メイリオ" panose="020B0604030504040204" pitchFamily="50" charset="-128"/>
              <a:ea typeface="メイリオ" panose="020B0604030504040204" pitchFamily="50" charset="-128"/>
            </a:endParaRPr>
          </a:p>
        </p:txBody>
      </p:sp>
      <p:sp>
        <p:nvSpPr>
          <p:cNvPr id="14" name="コンテンツ プレースホルダー 2">
            <a:extLst>
              <a:ext uri="{FF2B5EF4-FFF2-40B4-BE49-F238E27FC236}">
                <a16:creationId xmlns:a16="http://schemas.microsoft.com/office/drawing/2014/main" id="{0265A40C-1760-4123-BBAC-5F8E0D62F543}"/>
              </a:ext>
            </a:extLst>
          </p:cNvPr>
          <p:cNvSpPr txBox="1">
            <a:spLocks/>
          </p:cNvSpPr>
          <p:nvPr/>
        </p:nvSpPr>
        <p:spPr bwMode="auto">
          <a:xfrm>
            <a:off x="2648744" y="4046289"/>
            <a:ext cx="4248472" cy="1853312"/>
          </a:xfrm>
          <a:prstGeom prst="rect">
            <a:avLst/>
          </a:prstGeom>
          <a:solidFill>
            <a:srgbClr val="F0861E"/>
          </a:solidFill>
          <a:ln w="9525">
            <a:no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pPr algn="ctr"/>
            <a:r>
              <a:rPr lang="ja-JP" altLang="en-US" sz="2000" b="1" kern="0" dirty="0">
                <a:solidFill>
                  <a:schemeClr val="bg1"/>
                </a:solidFill>
                <a:latin typeface="メイリオ" panose="020B0604030504040204" pitchFamily="50" charset="-128"/>
                <a:ea typeface="メイリオ" panose="020B0604030504040204" pitchFamily="50" charset="-128"/>
              </a:rPr>
              <a:t>③</a:t>
            </a:r>
            <a:r>
              <a:rPr lang="en-US" altLang="ja-JP" sz="2000" b="1" kern="0" dirty="0">
                <a:solidFill>
                  <a:schemeClr val="bg1"/>
                </a:solidFill>
                <a:latin typeface="メイリオ" panose="020B0604030504040204" pitchFamily="50" charset="-128"/>
                <a:ea typeface="メイリオ" panose="020B0604030504040204" pitchFamily="50" charset="-128"/>
              </a:rPr>
              <a:t>Auto-Scaling</a:t>
            </a:r>
            <a:r>
              <a:rPr lang="ja-JP" altLang="en-US" sz="2000" b="1" kern="0" dirty="0">
                <a:solidFill>
                  <a:schemeClr val="bg1"/>
                </a:solidFill>
                <a:latin typeface="メイリオ" panose="020B0604030504040204" pitchFamily="50" charset="-128"/>
                <a:ea typeface="メイリオ" panose="020B0604030504040204" pitchFamily="50" charset="-128"/>
              </a:rPr>
              <a:t>グループ作成</a:t>
            </a:r>
            <a:endParaRPr lang="en-US" altLang="ja-JP" sz="2000" b="1" kern="0" dirty="0">
              <a:solidFill>
                <a:schemeClr val="bg1"/>
              </a:solidFill>
              <a:latin typeface="メイリオ" panose="020B0604030504040204" pitchFamily="50" charset="-128"/>
              <a:ea typeface="メイリオ" panose="020B0604030504040204" pitchFamily="50" charset="-128"/>
            </a:endParaRPr>
          </a:p>
          <a:p>
            <a:pPr algn="ctr"/>
            <a:r>
              <a:rPr lang="ja-JP" altLang="en-US" sz="1400" b="1" kern="0" dirty="0">
                <a:solidFill>
                  <a:schemeClr val="bg1"/>
                </a:solidFill>
                <a:latin typeface="メイリオ" panose="020B0604030504040204" pitchFamily="50" charset="-128"/>
                <a:ea typeface="メイリオ" panose="020B0604030504040204" pitchFamily="50" charset="-128"/>
              </a:rPr>
              <a:t>しきい値設定</a:t>
            </a:r>
            <a:endParaRPr lang="en-US" altLang="ja-JP" sz="1400" b="1" kern="0" dirty="0">
              <a:solidFill>
                <a:schemeClr val="bg1"/>
              </a:solidFill>
              <a:latin typeface="メイリオ" panose="020B0604030504040204" pitchFamily="50" charset="-128"/>
              <a:ea typeface="メイリオ" panose="020B0604030504040204" pitchFamily="50" charset="-128"/>
            </a:endParaRPr>
          </a:p>
          <a:p>
            <a:pPr algn="ctr"/>
            <a:r>
              <a:rPr lang="ja-JP" altLang="en-US" sz="1400" b="1" kern="0" dirty="0">
                <a:solidFill>
                  <a:schemeClr val="bg1"/>
                </a:solidFill>
                <a:latin typeface="メイリオ" panose="020B0604030504040204" pitchFamily="50" charset="-128"/>
                <a:ea typeface="メイリオ" panose="020B0604030504040204" pitchFamily="50" charset="-128"/>
              </a:rPr>
              <a:t>スケーリング規模の設定</a:t>
            </a:r>
            <a:endParaRPr lang="en-US" altLang="ja-JP" sz="1400" b="1" kern="0" dirty="0">
              <a:solidFill>
                <a:schemeClr val="bg1"/>
              </a:solidFill>
              <a:latin typeface="メイリオ" panose="020B0604030504040204" pitchFamily="50" charset="-128"/>
              <a:ea typeface="メイリオ" panose="020B0604030504040204" pitchFamily="50" charset="-128"/>
            </a:endParaRPr>
          </a:p>
          <a:p>
            <a:pPr algn="ctr"/>
            <a:r>
              <a:rPr lang="ja-JP" altLang="en-US" sz="1400" b="1" kern="0" dirty="0">
                <a:solidFill>
                  <a:schemeClr val="bg1"/>
                </a:solidFill>
                <a:latin typeface="メイリオ" panose="020B0604030504040204" pitchFamily="50" charset="-128"/>
                <a:ea typeface="メイリオ" panose="020B0604030504040204" pitchFamily="50" charset="-128"/>
              </a:rPr>
              <a:t>スケーリング方式の設定</a:t>
            </a:r>
            <a:endParaRPr lang="en-US" altLang="ja-JP" sz="1400" b="1" kern="0" dirty="0">
              <a:solidFill>
                <a:schemeClr val="bg1"/>
              </a:solidFill>
              <a:latin typeface="メイリオ" panose="020B0604030504040204" pitchFamily="50" charset="-128"/>
              <a:ea typeface="メイリオ" panose="020B0604030504040204" pitchFamily="50" charset="-128"/>
            </a:endParaRPr>
          </a:p>
        </p:txBody>
      </p:sp>
      <p:cxnSp>
        <p:nvCxnSpPr>
          <p:cNvPr id="20" name="直線矢印コネクタ 19">
            <a:extLst>
              <a:ext uri="{FF2B5EF4-FFF2-40B4-BE49-F238E27FC236}">
                <a16:creationId xmlns:a16="http://schemas.microsoft.com/office/drawing/2014/main" id="{66FCB835-CB2E-4090-975C-92C5813794AD}"/>
              </a:ext>
            </a:extLst>
          </p:cNvPr>
          <p:cNvCxnSpPr>
            <a:cxnSpLocks/>
            <a:stCxn id="12" idx="2"/>
            <a:endCxn id="13" idx="0"/>
          </p:cNvCxnSpPr>
          <p:nvPr/>
        </p:nvCxnSpPr>
        <p:spPr bwMode="auto">
          <a:xfrm>
            <a:off x="4772980" y="2559880"/>
            <a:ext cx="0" cy="376590"/>
          </a:xfrm>
          <a:prstGeom prst="straightConnector1">
            <a:avLst/>
          </a:prstGeom>
          <a:noFill/>
          <a:ln w="28575" cap="flat" cmpd="sng" algn="ctr">
            <a:solidFill>
              <a:srgbClr val="FF0000"/>
            </a:solidFill>
            <a:prstDash val="solid"/>
            <a:round/>
            <a:headEnd type="none" w="med" len="med"/>
            <a:tailEnd type="triangle"/>
          </a:ln>
          <a:effectLst/>
        </p:spPr>
      </p:cxnSp>
      <p:cxnSp>
        <p:nvCxnSpPr>
          <p:cNvPr id="23" name="直線矢印コネクタ 22">
            <a:extLst>
              <a:ext uri="{FF2B5EF4-FFF2-40B4-BE49-F238E27FC236}">
                <a16:creationId xmlns:a16="http://schemas.microsoft.com/office/drawing/2014/main" id="{0E892656-DEDB-412B-8ADA-329A9DBDFA0D}"/>
              </a:ext>
            </a:extLst>
          </p:cNvPr>
          <p:cNvCxnSpPr>
            <a:cxnSpLocks/>
            <a:stCxn id="13" idx="2"/>
            <a:endCxn id="14" idx="0"/>
          </p:cNvCxnSpPr>
          <p:nvPr/>
        </p:nvCxnSpPr>
        <p:spPr bwMode="auto">
          <a:xfrm>
            <a:off x="4772980" y="3651526"/>
            <a:ext cx="0" cy="394763"/>
          </a:xfrm>
          <a:prstGeom prst="straightConnector1">
            <a:avLst/>
          </a:prstGeom>
          <a:noFill/>
          <a:ln w="28575" cap="flat" cmpd="sng" algn="ctr">
            <a:solidFill>
              <a:srgbClr val="FF0000"/>
            </a:solidFill>
            <a:prstDash val="solid"/>
            <a:round/>
            <a:headEnd type="none" w="med" len="med"/>
            <a:tailEnd type="triangle"/>
          </a:ln>
          <a:effectLst/>
        </p:spPr>
      </p:cxnSp>
      <p:sp>
        <p:nvSpPr>
          <p:cNvPr id="3" name="コンテンツ プレースホルダー 2">
            <a:extLst>
              <a:ext uri="{FF2B5EF4-FFF2-40B4-BE49-F238E27FC236}">
                <a16:creationId xmlns:a16="http://schemas.microsoft.com/office/drawing/2014/main" id="{BC897805-941F-4FE8-860E-4AEE76548BEE}"/>
              </a:ext>
            </a:extLst>
          </p:cNvPr>
          <p:cNvSpPr txBox="1">
            <a:spLocks/>
          </p:cNvSpPr>
          <p:nvPr/>
        </p:nvSpPr>
        <p:spPr>
          <a:xfrm>
            <a:off x="631222" y="799401"/>
            <a:ext cx="8858282" cy="325343"/>
          </a:xfrm>
          <a:prstGeom prst="rect">
            <a:avLst/>
          </a:prstGeom>
        </p:spPr>
        <p:txBody>
          <a:bodyPr vert="horz" lIns="74295" tIns="37148" rIns="74295" bIns="37148" rtlCol="0">
            <a:noAutofit/>
          </a:bodyPr>
          <a:lstStyle>
            <a:lvl1pPr marL="228600" indent="-228600" algn="l" defTabSz="914400" rtl="0" eaLnBrk="1" latinLnBrk="0" hangingPunct="1">
              <a:lnSpc>
                <a:spcPct val="90000"/>
              </a:lnSpc>
              <a:spcBef>
                <a:spcPts val="1000"/>
              </a:spcBef>
              <a:buFont typeface="Wingdings 2" pitchFamily="18" charset="2"/>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2" pitchFamily="18" charset="2"/>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2" pitchFamily="18" charset="2"/>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5pPr>
            <a:lvl6pPr marL="25146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6pPr>
            <a:lvl7pPr marL="29718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7pPr>
            <a:lvl8pPr marL="34290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8pPr>
            <a:lvl9pPr marL="38862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9pPr>
          </a:lstStyle>
          <a:p>
            <a:pPr marL="0" indent="0">
              <a:buNone/>
            </a:pPr>
            <a:r>
              <a:rPr lang="en-US" altLang="ja-JP" sz="2400" kern="0" dirty="0">
                <a:solidFill>
                  <a:srgbClr val="002060"/>
                </a:solidFill>
                <a:latin typeface="メイリオ" panose="020B0604030504040204" pitchFamily="50" charset="-128"/>
                <a:ea typeface="メイリオ" panose="020B0604030504040204" pitchFamily="50" charset="-128"/>
              </a:rPr>
              <a:t>Auto Scaling</a:t>
            </a:r>
            <a:r>
              <a:rPr lang="ja-JP" altLang="en-US" sz="2400" kern="0" dirty="0">
                <a:solidFill>
                  <a:srgbClr val="002060"/>
                </a:solidFill>
                <a:latin typeface="メイリオ" panose="020B0604030504040204" pitchFamily="50" charset="-128"/>
                <a:ea typeface="メイリオ" panose="020B0604030504040204" pitchFamily="50" charset="-128"/>
              </a:rPr>
              <a:t>設定には</a:t>
            </a:r>
            <a:r>
              <a:rPr lang="en-US" altLang="ja-JP" sz="2400" kern="0" dirty="0">
                <a:solidFill>
                  <a:srgbClr val="002060"/>
                </a:solidFill>
                <a:latin typeface="メイリオ" panose="020B0604030504040204" pitchFamily="50" charset="-128"/>
                <a:ea typeface="メイリオ" panose="020B0604030504040204" pitchFamily="50" charset="-128"/>
              </a:rPr>
              <a:t>ELB</a:t>
            </a:r>
            <a:r>
              <a:rPr lang="ja-JP" altLang="en-US" sz="2400" kern="0" dirty="0">
                <a:solidFill>
                  <a:srgbClr val="002060"/>
                </a:solidFill>
                <a:latin typeface="メイリオ" panose="020B0604030504040204" pitchFamily="50" charset="-128"/>
                <a:ea typeface="メイリオ" panose="020B0604030504040204" pitchFamily="50" charset="-128"/>
              </a:rPr>
              <a:t>と起動テンプレートを事前に準備することが必要</a:t>
            </a:r>
            <a:r>
              <a:rPr lang="en-US" altLang="ja-JP" sz="2400" kern="0" dirty="0">
                <a:solidFill>
                  <a:srgbClr val="002060"/>
                </a:solidFill>
                <a:latin typeface="メイリオ" panose="020B0604030504040204" pitchFamily="50" charset="-128"/>
                <a:ea typeface="メイリオ" panose="020B0604030504040204" pitchFamily="50" charset="-128"/>
              </a:rPr>
              <a:t> </a:t>
            </a:r>
          </a:p>
        </p:txBody>
      </p:sp>
    </p:spTree>
    <p:extLst>
      <p:ext uri="{BB962C8B-B14F-4D97-AF65-F5344CB8AC3E}">
        <p14:creationId xmlns:p14="http://schemas.microsoft.com/office/powerpoint/2010/main" val="139841536"/>
      </p:ext>
    </p:extLst>
  </p:cSld>
  <p:clrMapOvr>
    <a:masterClrMapping/>
  </p:clrMapOvr>
  <mc:AlternateContent xmlns:mc="http://schemas.openxmlformats.org/markup-compatibility/2006" xmlns:p14="http://schemas.microsoft.com/office/powerpoint/2010/main">
    <mc:Choice Requires="p14">
      <p:transition spd="slow" p14:dur="2000" advTm="25469"/>
    </mc:Choice>
    <mc:Fallback xmlns="">
      <p:transition spd="slow" advTm="25469"/>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タイトル 1">
            <a:extLst>
              <a:ext uri="{FF2B5EF4-FFF2-40B4-BE49-F238E27FC236}">
                <a16:creationId xmlns:a16="http://schemas.microsoft.com/office/drawing/2014/main" id="{48F80BE1-D063-4240-BFC7-C8D243720250}"/>
              </a:ext>
            </a:extLst>
          </p:cNvPr>
          <p:cNvSpPr txBox="1">
            <a:spLocks/>
          </p:cNvSpPr>
          <p:nvPr/>
        </p:nvSpPr>
        <p:spPr bwMode="auto">
          <a:xfrm>
            <a:off x="631222" y="201863"/>
            <a:ext cx="8642258" cy="50208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rtl="0" fontAlgn="base">
              <a:lnSpc>
                <a:spcPct val="90000"/>
              </a:lnSpc>
              <a:spcBef>
                <a:spcPct val="0"/>
              </a:spcBef>
              <a:spcAft>
                <a:spcPct val="0"/>
              </a:spcAft>
              <a:defRPr kumimoji="1" sz="2000">
                <a:solidFill>
                  <a:schemeClr val="tx2"/>
                </a:solidFill>
                <a:latin typeface="游明朝" panose="02020400000000000000" pitchFamily="18" charset="-128"/>
                <a:ea typeface="游明朝" panose="02020400000000000000" pitchFamily="18" charset="-128"/>
                <a:cs typeface="+mj-cs"/>
              </a:defRPr>
            </a:lvl1pPr>
            <a:lvl2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2pPr>
            <a:lvl3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3pPr>
            <a:lvl4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4pPr>
            <a:lvl5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5pPr>
            <a:lvl6pPr marL="4572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6pPr>
            <a:lvl7pPr marL="9144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7pPr>
            <a:lvl8pPr marL="13716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8pPr>
            <a:lvl9pPr marL="18288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9pPr>
          </a:lstStyle>
          <a:p>
            <a:pPr marL="0" indent="0" algn="l">
              <a:buNone/>
            </a:pPr>
            <a:r>
              <a:rPr lang="en-US" altLang="ja-JP" sz="3000" dirty="0">
                <a:solidFill>
                  <a:schemeClr val="tx1"/>
                </a:solidFill>
                <a:latin typeface="メイリオ" panose="020B0604030504040204" pitchFamily="50" charset="-128"/>
                <a:ea typeface="メイリオ" panose="020B0604030504040204" pitchFamily="50" charset="-128"/>
              </a:rPr>
              <a:t>ELB</a:t>
            </a:r>
            <a:r>
              <a:rPr lang="ja-JP" altLang="en-US" sz="3000" dirty="0">
                <a:solidFill>
                  <a:schemeClr val="tx1"/>
                </a:solidFill>
                <a:latin typeface="メイリオ" panose="020B0604030504040204" pitchFamily="50" charset="-128"/>
                <a:ea typeface="メイリオ" panose="020B0604030504040204" pitchFamily="50" charset="-128"/>
              </a:rPr>
              <a:t>との連携</a:t>
            </a:r>
            <a:endParaRPr lang="en-US" altLang="ja-JP" sz="3000" dirty="0">
              <a:solidFill>
                <a:schemeClr val="tx1"/>
              </a:solidFill>
              <a:latin typeface="メイリオ" panose="020B0604030504040204" pitchFamily="50" charset="-128"/>
              <a:ea typeface="メイリオ" panose="020B0604030504040204" pitchFamily="50" charset="-128"/>
            </a:endParaRPr>
          </a:p>
        </p:txBody>
      </p:sp>
      <p:sp>
        <p:nvSpPr>
          <p:cNvPr id="5" name="コンテンツ プレースホルダー 2">
            <a:extLst>
              <a:ext uri="{FF2B5EF4-FFF2-40B4-BE49-F238E27FC236}">
                <a16:creationId xmlns:a16="http://schemas.microsoft.com/office/drawing/2014/main" id="{4223C7E6-23C7-4433-B315-D26905B0474C}"/>
              </a:ext>
            </a:extLst>
          </p:cNvPr>
          <p:cNvSpPr txBox="1">
            <a:spLocks/>
          </p:cNvSpPr>
          <p:nvPr/>
        </p:nvSpPr>
        <p:spPr>
          <a:xfrm>
            <a:off x="631222" y="799401"/>
            <a:ext cx="8858282" cy="325343"/>
          </a:xfrm>
          <a:prstGeom prst="rect">
            <a:avLst/>
          </a:prstGeom>
        </p:spPr>
        <p:txBody>
          <a:bodyPr vert="horz" lIns="74295" tIns="37148" rIns="74295" bIns="37148" rtlCol="0">
            <a:noAutofit/>
          </a:bodyPr>
          <a:lstStyle>
            <a:lvl1pPr marL="228600" indent="-228600" algn="l" defTabSz="914400" rtl="0" eaLnBrk="1" latinLnBrk="0" hangingPunct="1">
              <a:lnSpc>
                <a:spcPct val="90000"/>
              </a:lnSpc>
              <a:spcBef>
                <a:spcPts val="1000"/>
              </a:spcBef>
              <a:buFont typeface="Wingdings 2" pitchFamily="18" charset="2"/>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2" pitchFamily="18" charset="2"/>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2" pitchFamily="18" charset="2"/>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5pPr>
            <a:lvl6pPr marL="25146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6pPr>
            <a:lvl7pPr marL="29718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7pPr>
            <a:lvl8pPr marL="34290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8pPr>
            <a:lvl9pPr marL="38862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9pPr>
          </a:lstStyle>
          <a:p>
            <a:pPr marL="0" indent="0">
              <a:buNone/>
            </a:pPr>
            <a:r>
              <a:rPr lang="en-US" altLang="ja-JP" sz="2400" kern="0" dirty="0">
                <a:solidFill>
                  <a:srgbClr val="002060"/>
                </a:solidFill>
                <a:latin typeface="メイリオ" panose="020B0604030504040204" pitchFamily="50" charset="-128"/>
                <a:ea typeface="メイリオ" panose="020B0604030504040204" pitchFamily="50" charset="-128"/>
              </a:rPr>
              <a:t>Auto-Scaling</a:t>
            </a:r>
            <a:r>
              <a:rPr lang="ja-JP" altLang="en-US" sz="2400" kern="0" dirty="0">
                <a:solidFill>
                  <a:srgbClr val="002060"/>
                </a:solidFill>
                <a:latin typeface="メイリオ" panose="020B0604030504040204" pitchFamily="50" charset="-128"/>
                <a:ea typeface="メイリオ" panose="020B0604030504040204" pitchFamily="50" charset="-128"/>
              </a:rPr>
              <a:t>で起動するインスタンスを</a:t>
            </a:r>
            <a:r>
              <a:rPr lang="en-US" altLang="ja-JP" sz="2400" kern="0" dirty="0">
                <a:solidFill>
                  <a:srgbClr val="002060"/>
                </a:solidFill>
                <a:latin typeface="メイリオ" panose="020B0604030504040204" pitchFamily="50" charset="-128"/>
                <a:ea typeface="メイリオ" panose="020B0604030504040204" pitchFamily="50" charset="-128"/>
              </a:rPr>
              <a:t>ELB</a:t>
            </a:r>
            <a:r>
              <a:rPr lang="ja-JP" altLang="en-US" sz="2400" kern="0" dirty="0">
                <a:solidFill>
                  <a:srgbClr val="002060"/>
                </a:solidFill>
                <a:latin typeface="メイリオ" panose="020B0604030504040204" pitchFamily="50" charset="-128"/>
                <a:ea typeface="メイリオ" panose="020B0604030504040204" pitchFamily="50" charset="-128"/>
              </a:rPr>
              <a:t>のターゲットグループ内に配置することが可能</a:t>
            </a:r>
            <a:endParaRPr lang="en-US" altLang="ja-JP" sz="2400" kern="0" dirty="0">
              <a:solidFill>
                <a:srgbClr val="002060"/>
              </a:solidFill>
              <a:latin typeface="メイリオ" panose="020B0604030504040204" pitchFamily="50" charset="-128"/>
              <a:ea typeface="メイリオ" panose="020B0604030504040204" pitchFamily="50" charset="-128"/>
            </a:endParaRPr>
          </a:p>
        </p:txBody>
      </p:sp>
      <p:pic>
        <p:nvPicPr>
          <p:cNvPr id="1026" name="Picture 2">
            <a:extLst>
              <a:ext uri="{FF2B5EF4-FFF2-40B4-BE49-F238E27FC236}">
                <a16:creationId xmlns:a16="http://schemas.microsoft.com/office/drawing/2014/main" id="{CD08E15F-C7CF-4158-8620-E8B73ADFD29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84648" y="1700808"/>
            <a:ext cx="6305972" cy="46495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63370190"/>
      </p:ext>
    </p:extLst>
  </p:cSld>
  <p:clrMapOvr>
    <a:masterClrMapping/>
  </p:clrMapOvr>
  <mc:AlternateContent xmlns:mc="http://schemas.openxmlformats.org/markup-compatibility/2006" xmlns:p14="http://schemas.microsoft.com/office/powerpoint/2010/main">
    <mc:Choice Requires="p14">
      <p:transition spd="slow" p14:dur="2000" advTm="39359"/>
    </mc:Choice>
    <mc:Fallback xmlns="">
      <p:transition spd="slow" advTm="39359"/>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タイトル 1">
            <a:extLst>
              <a:ext uri="{FF2B5EF4-FFF2-40B4-BE49-F238E27FC236}">
                <a16:creationId xmlns:a16="http://schemas.microsoft.com/office/drawing/2014/main" id="{48F80BE1-D063-4240-BFC7-C8D243720250}"/>
              </a:ext>
            </a:extLst>
          </p:cNvPr>
          <p:cNvSpPr txBox="1">
            <a:spLocks/>
          </p:cNvSpPr>
          <p:nvPr/>
        </p:nvSpPr>
        <p:spPr bwMode="auto">
          <a:xfrm>
            <a:off x="631222" y="201863"/>
            <a:ext cx="8642258" cy="50208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rtl="0" fontAlgn="base">
              <a:lnSpc>
                <a:spcPct val="90000"/>
              </a:lnSpc>
              <a:spcBef>
                <a:spcPct val="0"/>
              </a:spcBef>
              <a:spcAft>
                <a:spcPct val="0"/>
              </a:spcAft>
              <a:defRPr kumimoji="1" sz="2000">
                <a:solidFill>
                  <a:schemeClr val="tx2"/>
                </a:solidFill>
                <a:latin typeface="游明朝" panose="02020400000000000000" pitchFamily="18" charset="-128"/>
                <a:ea typeface="游明朝" panose="02020400000000000000" pitchFamily="18" charset="-128"/>
                <a:cs typeface="+mj-cs"/>
              </a:defRPr>
            </a:lvl1pPr>
            <a:lvl2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2pPr>
            <a:lvl3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3pPr>
            <a:lvl4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4pPr>
            <a:lvl5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5pPr>
            <a:lvl6pPr marL="4572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6pPr>
            <a:lvl7pPr marL="9144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7pPr>
            <a:lvl8pPr marL="13716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8pPr>
            <a:lvl9pPr marL="18288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9pPr>
          </a:lstStyle>
          <a:p>
            <a:pPr marL="0" indent="0" algn="l">
              <a:buNone/>
            </a:pPr>
            <a:r>
              <a:rPr lang="en-US" altLang="ja-JP" sz="3000" dirty="0">
                <a:solidFill>
                  <a:schemeClr val="tx1"/>
                </a:solidFill>
                <a:latin typeface="メイリオ" panose="020B0604030504040204" pitchFamily="50" charset="-128"/>
                <a:ea typeface="メイリオ" panose="020B0604030504040204" pitchFamily="50" charset="-128"/>
              </a:rPr>
              <a:t>Auto-Scaling</a:t>
            </a:r>
            <a:r>
              <a:rPr lang="ja-JP" altLang="en-US" sz="3000" dirty="0">
                <a:solidFill>
                  <a:schemeClr val="tx1"/>
                </a:solidFill>
                <a:latin typeface="メイリオ" panose="020B0604030504040204" pitchFamily="50" charset="-128"/>
                <a:ea typeface="メイリオ" panose="020B0604030504040204" pitchFamily="50" charset="-128"/>
              </a:rPr>
              <a:t>の要素</a:t>
            </a:r>
            <a:endParaRPr lang="en-US" altLang="ja-JP" sz="3000" dirty="0">
              <a:solidFill>
                <a:schemeClr val="tx1"/>
              </a:solidFill>
              <a:latin typeface="メイリオ" panose="020B0604030504040204" pitchFamily="50" charset="-128"/>
              <a:ea typeface="メイリオ" panose="020B0604030504040204" pitchFamily="50" charset="-128"/>
            </a:endParaRPr>
          </a:p>
        </p:txBody>
      </p:sp>
      <p:sp>
        <p:nvSpPr>
          <p:cNvPr id="5" name="コンテンツ プレースホルダー 2">
            <a:extLst>
              <a:ext uri="{FF2B5EF4-FFF2-40B4-BE49-F238E27FC236}">
                <a16:creationId xmlns:a16="http://schemas.microsoft.com/office/drawing/2014/main" id="{4223C7E6-23C7-4433-B315-D26905B0474C}"/>
              </a:ext>
            </a:extLst>
          </p:cNvPr>
          <p:cNvSpPr txBox="1">
            <a:spLocks/>
          </p:cNvSpPr>
          <p:nvPr/>
        </p:nvSpPr>
        <p:spPr>
          <a:xfrm>
            <a:off x="631222" y="799401"/>
            <a:ext cx="8858282" cy="325343"/>
          </a:xfrm>
          <a:prstGeom prst="rect">
            <a:avLst/>
          </a:prstGeom>
        </p:spPr>
        <p:txBody>
          <a:bodyPr vert="horz" lIns="74295" tIns="37148" rIns="74295" bIns="37148" rtlCol="0">
            <a:noAutofit/>
          </a:bodyPr>
          <a:lstStyle>
            <a:lvl1pPr marL="228600" indent="-228600" algn="l" defTabSz="914400" rtl="0" eaLnBrk="1" latinLnBrk="0" hangingPunct="1">
              <a:lnSpc>
                <a:spcPct val="90000"/>
              </a:lnSpc>
              <a:spcBef>
                <a:spcPts val="1000"/>
              </a:spcBef>
              <a:buFont typeface="Wingdings 2" pitchFamily="18" charset="2"/>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2" pitchFamily="18" charset="2"/>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2" pitchFamily="18" charset="2"/>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5pPr>
            <a:lvl6pPr marL="25146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6pPr>
            <a:lvl7pPr marL="29718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7pPr>
            <a:lvl8pPr marL="34290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8pPr>
            <a:lvl9pPr marL="38862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9pPr>
          </a:lstStyle>
          <a:p>
            <a:pPr marL="0" indent="0">
              <a:buNone/>
            </a:pPr>
            <a:r>
              <a:rPr lang="ja-JP" altLang="en-US" sz="2400" kern="0" dirty="0">
                <a:solidFill>
                  <a:srgbClr val="002060"/>
                </a:solidFill>
                <a:latin typeface="メイリオ" panose="020B0604030504040204" pitchFamily="50" charset="-128"/>
                <a:ea typeface="メイリオ" panose="020B0604030504040204" pitchFamily="50" charset="-128"/>
              </a:rPr>
              <a:t>起動テンプレートによりインスタンスの設定を準備した後、</a:t>
            </a:r>
            <a:r>
              <a:rPr lang="en-US" altLang="ja-JP" sz="2400" kern="0" dirty="0">
                <a:solidFill>
                  <a:srgbClr val="002060"/>
                </a:solidFill>
                <a:latin typeface="メイリオ" panose="020B0604030504040204" pitchFamily="50" charset="-128"/>
                <a:ea typeface="メイリオ" panose="020B0604030504040204" pitchFamily="50" charset="-128"/>
              </a:rPr>
              <a:t>Auto Scaling</a:t>
            </a:r>
            <a:r>
              <a:rPr lang="ja-JP" altLang="en-US" sz="2400" kern="0" dirty="0">
                <a:solidFill>
                  <a:srgbClr val="002060"/>
                </a:solidFill>
                <a:latin typeface="メイリオ" panose="020B0604030504040204" pitchFamily="50" charset="-128"/>
                <a:ea typeface="メイリオ" panose="020B0604030504040204" pitchFamily="50" charset="-128"/>
              </a:rPr>
              <a:t>グループを設定する。</a:t>
            </a:r>
            <a:endParaRPr lang="en-US" altLang="ja-JP" sz="2400" kern="0" dirty="0">
              <a:solidFill>
                <a:srgbClr val="002060"/>
              </a:solidFill>
              <a:latin typeface="メイリオ" panose="020B0604030504040204" pitchFamily="50" charset="-128"/>
              <a:ea typeface="メイリオ" panose="020B0604030504040204" pitchFamily="50" charset="-128"/>
            </a:endParaRPr>
          </a:p>
        </p:txBody>
      </p:sp>
      <p:sp>
        <p:nvSpPr>
          <p:cNvPr id="10" name="正方形/長方形 9">
            <a:extLst>
              <a:ext uri="{FF2B5EF4-FFF2-40B4-BE49-F238E27FC236}">
                <a16:creationId xmlns:a16="http://schemas.microsoft.com/office/drawing/2014/main" id="{55391788-174E-4531-BC87-24BE7CDD3FC4}"/>
              </a:ext>
            </a:extLst>
          </p:cNvPr>
          <p:cNvSpPr/>
          <p:nvPr/>
        </p:nvSpPr>
        <p:spPr bwMode="auto">
          <a:xfrm>
            <a:off x="5084846" y="2262736"/>
            <a:ext cx="3816424" cy="877622"/>
          </a:xfrm>
          <a:prstGeom prst="rect">
            <a:avLst/>
          </a:prstGeom>
          <a:solidFill>
            <a:srgbClr val="F0861E"/>
          </a:solidFill>
          <a:ln w="12700" cap="flat" cmpd="sng" algn="ctr">
            <a:noFill/>
            <a:prstDash val="solid"/>
            <a:round/>
            <a:headEnd type="none" w="med" len="med"/>
            <a:tailEnd type="none" w="med" len="med"/>
          </a:ln>
          <a:effectLst/>
        </p:spPr>
        <p:txBody>
          <a:bodyPr vert="horz" wrap="square" lIns="36000" tIns="36000" rIns="36000" bIns="36000" numCol="1" rtlCol="0" anchor="ctr" anchorCtr="0" compatLnSpc="1">
            <a:prstTxWarp prst="textNoShape">
              <a:avLst/>
            </a:prstTxWarp>
          </a:bodyPr>
          <a:lstStyle/>
          <a:p>
            <a:pPr algn="ctr"/>
            <a:r>
              <a:rPr lang="en-US" altLang="ja-JP" sz="2000" b="1" dirty="0">
                <a:solidFill>
                  <a:schemeClr val="bg1"/>
                </a:solidFill>
                <a:latin typeface="メイリオ" panose="020B0604030504040204" pitchFamily="50" charset="-128"/>
                <a:ea typeface="メイリオ" panose="020B0604030504040204" pitchFamily="50" charset="-128"/>
              </a:rPr>
              <a:t>Auto Scaling</a:t>
            </a:r>
            <a:br>
              <a:rPr lang="en-US" altLang="ja-JP" sz="2000" b="1" dirty="0">
                <a:solidFill>
                  <a:schemeClr val="bg1"/>
                </a:solidFill>
                <a:latin typeface="メイリオ" panose="020B0604030504040204" pitchFamily="50" charset="-128"/>
                <a:ea typeface="メイリオ" panose="020B0604030504040204" pitchFamily="50" charset="-128"/>
              </a:rPr>
            </a:br>
            <a:r>
              <a:rPr lang="ja-JP" altLang="en-US" sz="2000" b="1" dirty="0">
                <a:solidFill>
                  <a:schemeClr val="bg1"/>
                </a:solidFill>
                <a:latin typeface="メイリオ" panose="020B0604030504040204" pitchFamily="50" charset="-128"/>
                <a:ea typeface="メイリオ" panose="020B0604030504040204" pitchFamily="50" charset="-128"/>
              </a:rPr>
              <a:t>グループ</a:t>
            </a:r>
            <a:endParaRPr lang="en-US" altLang="ja-JP" sz="2000" b="1" dirty="0">
              <a:solidFill>
                <a:schemeClr val="bg1"/>
              </a:solidFill>
              <a:latin typeface="メイリオ" panose="020B0604030504040204" pitchFamily="50" charset="-128"/>
              <a:ea typeface="メイリオ" panose="020B0604030504040204" pitchFamily="50" charset="-128"/>
            </a:endParaRPr>
          </a:p>
        </p:txBody>
      </p:sp>
      <p:sp>
        <p:nvSpPr>
          <p:cNvPr id="11" name="正方形/長方形 10">
            <a:extLst>
              <a:ext uri="{FF2B5EF4-FFF2-40B4-BE49-F238E27FC236}">
                <a16:creationId xmlns:a16="http://schemas.microsoft.com/office/drawing/2014/main" id="{D85E06AD-9BE6-4030-A04A-5EAB5ED9775B}"/>
              </a:ext>
            </a:extLst>
          </p:cNvPr>
          <p:cNvSpPr/>
          <p:nvPr/>
        </p:nvSpPr>
        <p:spPr bwMode="auto">
          <a:xfrm>
            <a:off x="1136576" y="2263346"/>
            <a:ext cx="3816424" cy="877622"/>
          </a:xfrm>
          <a:prstGeom prst="rect">
            <a:avLst/>
          </a:prstGeom>
          <a:solidFill>
            <a:srgbClr val="F0861E"/>
          </a:solidFill>
          <a:ln w="12700" cap="flat" cmpd="sng" algn="ctr">
            <a:noFill/>
            <a:prstDash val="solid"/>
            <a:round/>
            <a:headEnd type="none" w="med" len="med"/>
            <a:tailEnd type="none" w="med" len="med"/>
          </a:ln>
          <a:effectLst/>
        </p:spPr>
        <p:txBody>
          <a:bodyPr vert="horz" wrap="square" lIns="36000" tIns="36000" rIns="36000" bIns="36000" numCol="1" rtlCol="0" anchor="ctr" anchorCtr="0" compatLnSpc="1">
            <a:prstTxWarp prst="textNoShape">
              <a:avLst/>
            </a:prstTxWarp>
          </a:bodyPr>
          <a:lstStyle/>
          <a:p>
            <a:pPr algn="ctr"/>
            <a:r>
              <a:rPr lang="ja-JP" altLang="en-US" sz="2000" b="1" dirty="0">
                <a:solidFill>
                  <a:schemeClr val="bg1"/>
                </a:solidFill>
                <a:latin typeface="メイリオ" panose="020B0604030504040204" pitchFamily="50" charset="-128"/>
                <a:ea typeface="メイリオ" panose="020B0604030504040204" pitchFamily="50" charset="-128"/>
              </a:rPr>
              <a:t>起動テンプレート</a:t>
            </a:r>
            <a:endParaRPr lang="en-US" altLang="ja-JP" sz="2000" b="1" dirty="0">
              <a:solidFill>
                <a:schemeClr val="bg1"/>
              </a:solidFill>
              <a:latin typeface="メイリオ" panose="020B0604030504040204" pitchFamily="50" charset="-128"/>
              <a:ea typeface="メイリオ" panose="020B0604030504040204" pitchFamily="50" charset="-128"/>
            </a:endParaRPr>
          </a:p>
        </p:txBody>
      </p:sp>
      <p:sp>
        <p:nvSpPr>
          <p:cNvPr id="2" name="コンテンツ プレースホルダー 2">
            <a:extLst>
              <a:ext uri="{FF2B5EF4-FFF2-40B4-BE49-F238E27FC236}">
                <a16:creationId xmlns:a16="http://schemas.microsoft.com/office/drawing/2014/main" id="{A24737ED-28C0-4ADC-946D-9BE9D76A3891}"/>
              </a:ext>
            </a:extLst>
          </p:cNvPr>
          <p:cNvSpPr txBox="1">
            <a:spLocks/>
          </p:cNvSpPr>
          <p:nvPr/>
        </p:nvSpPr>
        <p:spPr bwMode="auto">
          <a:xfrm>
            <a:off x="1136576" y="3212976"/>
            <a:ext cx="3816424" cy="2736304"/>
          </a:xfrm>
          <a:prstGeom prst="rect">
            <a:avLst/>
          </a:prstGeom>
          <a:solidFill>
            <a:schemeClr val="bg1"/>
          </a:solidFill>
          <a:ln w="9525">
            <a:solidFill>
              <a:srgbClr val="F0861E"/>
            </a:solid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pPr marL="285750" indent="-285750">
              <a:buFont typeface="Wingdings" panose="05000000000000000000" pitchFamily="2" charset="2"/>
              <a:buChar char="ü"/>
            </a:pPr>
            <a:r>
              <a:rPr lang="en-US" altLang="ja-JP" dirty="0">
                <a:latin typeface="メイリオ" panose="020B0604030504040204" pitchFamily="50" charset="-128"/>
                <a:ea typeface="メイリオ" panose="020B0604030504040204" pitchFamily="50" charset="-128"/>
              </a:rPr>
              <a:t>Auto</a:t>
            </a:r>
            <a:r>
              <a:rPr lang="ja-JP" altLang="en-US" dirty="0">
                <a:latin typeface="メイリオ" panose="020B0604030504040204" pitchFamily="50" charset="-128"/>
                <a:ea typeface="メイリオ" panose="020B0604030504040204" pitchFamily="50" charset="-128"/>
              </a:rPr>
              <a:t> </a:t>
            </a:r>
            <a:r>
              <a:rPr lang="en-US" altLang="ja-JP" dirty="0">
                <a:latin typeface="メイリオ" panose="020B0604030504040204" pitchFamily="50" charset="-128"/>
                <a:ea typeface="メイリオ" panose="020B0604030504040204" pitchFamily="50" charset="-128"/>
              </a:rPr>
              <a:t>Scaling</a:t>
            </a:r>
            <a:r>
              <a:rPr lang="ja-JP" altLang="en-US" dirty="0">
                <a:latin typeface="メイリオ" panose="020B0604030504040204" pitchFamily="50" charset="-128"/>
                <a:ea typeface="メイリオ" panose="020B0604030504040204" pitchFamily="50" charset="-128"/>
              </a:rPr>
              <a:t>によって起動するインスタンスタイプなどの起動設定</a:t>
            </a:r>
            <a:endParaRPr lang="en-US" altLang="ja-JP" dirty="0">
              <a:latin typeface="メイリオ" panose="020B0604030504040204" pitchFamily="50" charset="-128"/>
              <a:ea typeface="メイリオ" panose="020B0604030504040204" pitchFamily="50" charset="-128"/>
            </a:endParaRPr>
          </a:p>
          <a:p>
            <a:pPr marL="285750" indent="-285750">
              <a:buFont typeface="Wingdings" panose="05000000000000000000" pitchFamily="2" charset="2"/>
              <a:buChar char="ü"/>
            </a:pPr>
            <a:r>
              <a:rPr lang="ja-JP" altLang="en-US" dirty="0">
                <a:latin typeface="メイリオ" panose="020B0604030504040204" pitchFamily="50" charset="-128"/>
                <a:ea typeface="メイリオ" panose="020B0604030504040204" pitchFamily="50" charset="-128"/>
              </a:rPr>
              <a:t>起動テンプレートにスケーリングするインスタンスを設定する。</a:t>
            </a:r>
            <a:endParaRPr lang="en-US" altLang="ja-JP" dirty="0">
              <a:latin typeface="メイリオ" panose="020B0604030504040204" pitchFamily="50" charset="-128"/>
              <a:ea typeface="メイリオ" panose="020B0604030504040204" pitchFamily="50" charset="-128"/>
            </a:endParaRPr>
          </a:p>
          <a:p>
            <a:pPr marL="285750" indent="-285750">
              <a:buFont typeface="Wingdings" panose="05000000000000000000" pitchFamily="2" charset="2"/>
              <a:buChar char="ü"/>
            </a:pPr>
            <a:r>
              <a:rPr lang="ja-JP" altLang="en-US" dirty="0">
                <a:latin typeface="メイリオ" panose="020B0604030504040204" pitchFamily="50" charset="-128"/>
                <a:ea typeface="メイリオ" panose="020B0604030504040204" pitchFamily="50" charset="-128"/>
              </a:rPr>
              <a:t>起動テンプレートはインスタンス起動全般で利用可能であり、バージョニングなどの機能が充実している。</a:t>
            </a:r>
            <a:endParaRPr lang="en-US" altLang="ja-JP" dirty="0">
              <a:latin typeface="メイリオ" panose="020B0604030504040204" pitchFamily="50" charset="-128"/>
              <a:ea typeface="メイリオ" panose="020B0604030504040204" pitchFamily="50" charset="-128"/>
            </a:endParaRPr>
          </a:p>
        </p:txBody>
      </p:sp>
      <p:sp>
        <p:nvSpPr>
          <p:cNvPr id="9" name="コンテンツ プレースホルダー 2">
            <a:extLst>
              <a:ext uri="{FF2B5EF4-FFF2-40B4-BE49-F238E27FC236}">
                <a16:creationId xmlns:a16="http://schemas.microsoft.com/office/drawing/2014/main" id="{4459938E-E777-477B-9B18-39BCF3D54EC5}"/>
              </a:ext>
            </a:extLst>
          </p:cNvPr>
          <p:cNvSpPr txBox="1">
            <a:spLocks/>
          </p:cNvSpPr>
          <p:nvPr/>
        </p:nvSpPr>
        <p:spPr bwMode="auto">
          <a:xfrm>
            <a:off x="5084846" y="3212976"/>
            <a:ext cx="3816424" cy="2736304"/>
          </a:xfrm>
          <a:prstGeom prst="rect">
            <a:avLst/>
          </a:prstGeom>
          <a:solidFill>
            <a:schemeClr val="bg1"/>
          </a:solidFill>
          <a:ln w="9525">
            <a:solidFill>
              <a:srgbClr val="F0861E"/>
            </a:solid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pPr marL="285750" indent="-285750">
              <a:buFont typeface="Wingdings" panose="05000000000000000000" pitchFamily="2" charset="2"/>
              <a:buChar char="ü"/>
            </a:pPr>
            <a:r>
              <a:rPr lang="en-US" altLang="ja-JP" dirty="0">
                <a:latin typeface="メイリオ" panose="020B0604030504040204" pitchFamily="50" charset="-128"/>
                <a:ea typeface="メイリオ" panose="020B0604030504040204" pitchFamily="50" charset="-128"/>
              </a:rPr>
              <a:t>Auto</a:t>
            </a:r>
            <a:r>
              <a:rPr lang="ja-JP" altLang="en-US" dirty="0">
                <a:latin typeface="メイリオ" panose="020B0604030504040204" pitchFamily="50" charset="-128"/>
                <a:ea typeface="メイリオ" panose="020B0604030504040204" pitchFamily="50" charset="-128"/>
              </a:rPr>
              <a:t> </a:t>
            </a:r>
            <a:r>
              <a:rPr lang="en-US" altLang="ja-JP" dirty="0">
                <a:latin typeface="メイリオ" panose="020B0604030504040204" pitchFamily="50" charset="-128"/>
                <a:ea typeface="メイリオ" panose="020B0604030504040204" pitchFamily="50" charset="-128"/>
              </a:rPr>
              <a:t>Scaling</a:t>
            </a:r>
            <a:r>
              <a:rPr lang="ja-JP" altLang="en-US" dirty="0">
                <a:latin typeface="メイリオ" panose="020B0604030504040204" pitchFamily="50" charset="-128"/>
                <a:ea typeface="メイリオ" panose="020B0604030504040204" pitchFamily="50" charset="-128"/>
              </a:rPr>
              <a:t>のグループサイズ（起動するインスタンス数）の設定</a:t>
            </a:r>
            <a:endParaRPr lang="en-US" altLang="ja-JP" dirty="0">
              <a:latin typeface="メイリオ" panose="020B0604030504040204" pitchFamily="50" charset="-128"/>
              <a:ea typeface="メイリオ" panose="020B0604030504040204" pitchFamily="50" charset="-128"/>
            </a:endParaRPr>
          </a:p>
          <a:p>
            <a:pPr marL="285750" indent="-285750">
              <a:buFont typeface="Wingdings" panose="05000000000000000000" pitchFamily="2" charset="2"/>
              <a:buChar char="ü"/>
            </a:pPr>
            <a:r>
              <a:rPr lang="ja-JP" altLang="en-US" dirty="0">
                <a:latin typeface="メイリオ" panose="020B0604030504040204" pitchFamily="50" charset="-128"/>
                <a:ea typeface="メイリオ" panose="020B0604030504040204" pitchFamily="50" charset="-128"/>
              </a:rPr>
              <a:t>実行時のしきい値の設定</a:t>
            </a:r>
            <a:endParaRPr lang="en-US" altLang="ja-JP" dirty="0">
              <a:latin typeface="メイリオ" panose="020B0604030504040204" pitchFamily="50" charset="-128"/>
              <a:ea typeface="メイリオ" panose="020B0604030504040204" pitchFamily="50" charset="-128"/>
            </a:endParaRPr>
          </a:p>
          <a:p>
            <a:pPr marL="285750" indent="-285750">
              <a:buFont typeface="Wingdings" panose="05000000000000000000" pitchFamily="2" charset="2"/>
              <a:buChar char="ü"/>
            </a:pPr>
            <a:r>
              <a:rPr lang="ja-JP" altLang="en-US" dirty="0">
                <a:latin typeface="メイリオ" panose="020B0604030504040204" pitchFamily="50" charset="-128"/>
                <a:ea typeface="メイリオ" panose="020B0604030504040204" pitchFamily="50" charset="-128"/>
              </a:rPr>
              <a:t>スケールリングポリシーを選択して、スケールアウトとスケールインの方式を設定</a:t>
            </a:r>
            <a:endParaRPr lang="en-US" altLang="ja-JP" dirty="0">
              <a:latin typeface="メイリオ" panose="020B0604030504040204" pitchFamily="50" charset="-128"/>
              <a:ea typeface="メイリオ" panose="020B0604030504040204" pitchFamily="50" charset="-128"/>
            </a:endParaRPr>
          </a:p>
          <a:p>
            <a:pPr marL="285750" indent="-285750">
              <a:buFont typeface="Wingdings" panose="05000000000000000000" pitchFamily="2" charset="2"/>
              <a:buChar char="ü"/>
            </a:pPr>
            <a:r>
              <a:rPr lang="ja-JP" altLang="en-US" dirty="0">
                <a:latin typeface="メイリオ" panose="020B0604030504040204" pitchFamily="50" charset="-128"/>
                <a:ea typeface="メイリオ" panose="020B0604030504040204" pitchFamily="50" charset="-128"/>
              </a:rPr>
              <a:t>ターミネーションポリシーを設定</a:t>
            </a:r>
            <a:endParaRPr lang="en-US" altLang="ja-JP"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901839015"/>
      </p:ext>
    </p:extLst>
  </p:cSld>
  <p:clrMapOvr>
    <a:masterClrMapping/>
  </p:clrMapOvr>
  <mc:AlternateContent xmlns:mc="http://schemas.openxmlformats.org/markup-compatibility/2006" xmlns:p14="http://schemas.microsoft.com/office/powerpoint/2010/main">
    <mc:Choice Requires="p14">
      <p:transition spd="slow" p14:dur="2000" advTm="105409"/>
    </mc:Choice>
    <mc:Fallback xmlns="">
      <p:transition spd="slow" advTm="105409"/>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タイトル 1">
            <a:extLst>
              <a:ext uri="{FF2B5EF4-FFF2-40B4-BE49-F238E27FC236}">
                <a16:creationId xmlns:a16="http://schemas.microsoft.com/office/drawing/2014/main" id="{48F80BE1-D063-4240-BFC7-C8D243720250}"/>
              </a:ext>
            </a:extLst>
          </p:cNvPr>
          <p:cNvSpPr txBox="1">
            <a:spLocks/>
          </p:cNvSpPr>
          <p:nvPr/>
        </p:nvSpPr>
        <p:spPr bwMode="auto">
          <a:xfrm>
            <a:off x="631222" y="201863"/>
            <a:ext cx="8642258" cy="50208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rtl="0" fontAlgn="base">
              <a:lnSpc>
                <a:spcPct val="90000"/>
              </a:lnSpc>
              <a:spcBef>
                <a:spcPct val="0"/>
              </a:spcBef>
              <a:spcAft>
                <a:spcPct val="0"/>
              </a:spcAft>
              <a:defRPr kumimoji="1" sz="2000">
                <a:solidFill>
                  <a:schemeClr val="tx2"/>
                </a:solidFill>
                <a:latin typeface="游明朝" panose="02020400000000000000" pitchFamily="18" charset="-128"/>
                <a:ea typeface="游明朝" panose="02020400000000000000" pitchFamily="18" charset="-128"/>
                <a:cs typeface="+mj-cs"/>
              </a:defRPr>
            </a:lvl1pPr>
            <a:lvl2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2pPr>
            <a:lvl3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3pPr>
            <a:lvl4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4pPr>
            <a:lvl5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5pPr>
            <a:lvl6pPr marL="4572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6pPr>
            <a:lvl7pPr marL="9144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7pPr>
            <a:lvl8pPr marL="13716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8pPr>
            <a:lvl9pPr marL="18288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9pPr>
          </a:lstStyle>
          <a:p>
            <a:pPr algn="l"/>
            <a:r>
              <a:rPr kumimoji="0" lang="ja-JP" altLang="en-US" sz="2800" dirty="0">
                <a:solidFill>
                  <a:srgbClr val="000000"/>
                </a:solidFill>
                <a:latin typeface="メイリオ" pitchFamily="50" charset="-128"/>
                <a:ea typeface="メイリオ" pitchFamily="50" charset="-128"/>
                <a:cs typeface="メイリオ" pitchFamily="50" charset="-128"/>
              </a:rPr>
              <a:t>起動テンプレートの作成</a:t>
            </a:r>
            <a:endParaRPr lang="en-US" altLang="ja-JP" sz="2800" dirty="0">
              <a:latin typeface="メイリオ" panose="020B0604030504040204" pitchFamily="50" charset="-128"/>
              <a:ea typeface="メイリオ" panose="020B0604030504040204" pitchFamily="50" charset="-128"/>
            </a:endParaRPr>
          </a:p>
        </p:txBody>
      </p:sp>
      <p:sp>
        <p:nvSpPr>
          <p:cNvPr id="2" name="コンテンツ プレースホルダー 2">
            <a:extLst>
              <a:ext uri="{FF2B5EF4-FFF2-40B4-BE49-F238E27FC236}">
                <a16:creationId xmlns:a16="http://schemas.microsoft.com/office/drawing/2014/main" id="{FDC11051-22C8-4440-9498-E0A1A3C851DA}"/>
              </a:ext>
            </a:extLst>
          </p:cNvPr>
          <p:cNvSpPr txBox="1">
            <a:spLocks/>
          </p:cNvSpPr>
          <p:nvPr/>
        </p:nvSpPr>
        <p:spPr>
          <a:xfrm>
            <a:off x="631222" y="799401"/>
            <a:ext cx="8858282" cy="325343"/>
          </a:xfrm>
          <a:prstGeom prst="rect">
            <a:avLst/>
          </a:prstGeom>
        </p:spPr>
        <p:txBody>
          <a:bodyPr vert="horz" lIns="74295" tIns="37148" rIns="74295" bIns="37148" rtlCol="0">
            <a:noAutofit/>
          </a:bodyPr>
          <a:lstStyle>
            <a:lvl1pPr marL="228600" indent="-228600" algn="l" defTabSz="914400" rtl="0" eaLnBrk="1" latinLnBrk="0" hangingPunct="1">
              <a:lnSpc>
                <a:spcPct val="90000"/>
              </a:lnSpc>
              <a:spcBef>
                <a:spcPts val="1000"/>
              </a:spcBef>
              <a:buFont typeface="Wingdings 2" pitchFamily="18" charset="2"/>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2" pitchFamily="18" charset="2"/>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2" pitchFamily="18" charset="2"/>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5pPr>
            <a:lvl6pPr marL="25146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6pPr>
            <a:lvl7pPr marL="29718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7pPr>
            <a:lvl8pPr marL="34290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8pPr>
            <a:lvl9pPr marL="38862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9pPr>
          </a:lstStyle>
          <a:p>
            <a:pPr marL="0" indent="0">
              <a:buNone/>
            </a:pPr>
            <a:r>
              <a:rPr lang="ja-JP" altLang="en-US" sz="2400" dirty="0">
                <a:solidFill>
                  <a:srgbClr val="002060"/>
                </a:solidFill>
                <a:latin typeface="メイリオ" panose="020B0604030504040204" pitchFamily="50" charset="-128"/>
                <a:ea typeface="メイリオ" panose="020B0604030504040204" pitchFamily="50" charset="-128"/>
              </a:rPr>
              <a:t>起動テンプレートは</a:t>
            </a:r>
            <a:r>
              <a:rPr lang="en-US" altLang="ja-JP" sz="2400" dirty="0">
                <a:solidFill>
                  <a:srgbClr val="002060"/>
                </a:solidFill>
                <a:latin typeface="メイリオ" panose="020B0604030504040204" pitchFamily="50" charset="-128"/>
                <a:ea typeface="メイリオ" panose="020B0604030504040204" pitchFamily="50" charset="-128"/>
              </a:rPr>
              <a:t>EC2</a:t>
            </a:r>
            <a:r>
              <a:rPr lang="ja-JP" altLang="en-US" sz="2400" dirty="0">
                <a:solidFill>
                  <a:srgbClr val="002060"/>
                </a:solidFill>
                <a:latin typeface="メイリオ" panose="020B0604030504040204" pitchFamily="50" charset="-128"/>
                <a:ea typeface="メイリオ" panose="020B0604030504040204" pitchFamily="50" charset="-128"/>
              </a:rPr>
              <a:t>で説明した起動設定をテンプレート化して、自動で起動する際に利用する仕組み</a:t>
            </a:r>
            <a:endParaRPr lang="en-US" altLang="ja-JP" sz="2400" dirty="0">
              <a:solidFill>
                <a:srgbClr val="002060"/>
              </a:solidFill>
              <a:latin typeface="メイリオ" panose="020B0604030504040204" pitchFamily="50" charset="-128"/>
              <a:ea typeface="メイリオ" panose="020B0604030504040204" pitchFamily="50" charset="-128"/>
            </a:endParaRPr>
          </a:p>
        </p:txBody>
      </p:sp>
      <p:pic>
        <p:nvPicPr>
          <p:cNvPr id="31" name="Picture 30">
            <a:extLst>
              <a:ext uri="{FF2B5EF4-FFF2-40B4-BE49-F238E27FC236}">
                <a16:creationId xmlns:a16="http://schemas.microsoft.com/office/drawing/2014/main" id="{5190FC09-5F4D-4EA7-9AC8-4F4A0786D4E6}"/>
              </a:ext>
            </a:extLst>
          </p:cNvPr>
          <p:cNvPicPr>
            <a:picLocks noChangeAspect="1"/>
          </p:cNvPicPr>
          <p:nvPr/>
        </p:nvPicPr>
        <p:blipFill>
          <a:blip r:embed="rId3"/>
          <a:stretch>
            <a:fillRect/>
          </a:stretch>
        </p:blipFill>
        <p:spPr>
          <a:xfrm>
            <a:off x="1280592" y="2239561"/>
            <a:ext cx="3587656" cy="3531672"/>
          </a:xfrm>
          <a:prstGeom prst="rect">
            <a:avLst/>
          </a:prstGeom>
        </p:spPr>
      </p:pic>
      <p:sp>
        <p:nvSpPr>
          <p:cNvPr id="32" name="Rectangle: Rounded Corners 31">
            <a:extLst>
              <a:ext uri="{FF2B5EF4-FFF2-40B4-BE49-F238E27FC236}">
                <a16:creationId xmlns:a16="http://schemas.microsoft.com/office/drawing/2014/main" id="{3E78BF53-AD8F-49DB-BA52-19E0AEBA7121}"/>
              </a:ext>
            </a:extLst>
          </p:cNvPr>
          <p:cNvSpPr/>
          <p:nvPr/>
        </p:nvSpPr>
        <p:spPr bwMode="auto">
          <a:xfrm>
            <a:off x="776536" y="1807513"/>
            <a:ext cx="4608512" cy="4429799"/>
          </a:xfrm>
          <a:prstGeom prst="roundRect">
            <a:avLst/>
          </a:prstGeom>
          <a:noFill/>
          <a:ln w="12700" cap="flat" cmpd="sng" algn="ctr">
            <a:solidFill>
              <a:srgbClr val="3366CC"/>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ja-JP" altLang="en-US" sz="1600" b="0" i="0" u="none" strike="noStrike" cap="none" normalizeH="0" baseline="0">
              <a:ln>
                <a:noFill/>
              </a:ln>
              <a:solidFill>
                <a:schemeClr val="tx1"/>
              </a:solidFill>
              <a:effectLst/>
              <a:latin typeface="ＭＳ Ｐゴシック" pitchFamily="50" charset="-128"/>
              <a:ea typeface="ＭＳ Ｐゴシック" pitchFamily="50" charset="-128"/>
            </a:endParaRPr>
          </a:p>
        </p:txBody>
      </p:sp>
      <p:sp>
        <p:nvSpPr>
          <p:cNvPr id="33" name="コンテンツ プレースホルダー 2">
            <a:extLst>
              <a:ext uri="{FF2B5EF4-FFF2-40B4-BE49-F238E27FC236}">
                <a16:creationId xmlns:a16="http://schemas.microsoft.com/office/drawing/2014/main" id="{B62A9F44-4DE5-4B36-A8B7-5BBF72030800}"/>
              </a:ext>
            </a:extLst>
          </p:cNvPr>
          <p:cNvSpPr txBox="1">
            <a:spLocks/>
          </p:cNvSpPr>
          <p:nvPr/>
        </p:nvSpPr>
        <p:spPr>
          <a:xfrm>
            <a:off x="971047" y="1830237"/>
            <a:ext cx="4219489" cy="325343"/>
          </a:xfrm>
          <a:prstGeom prst="rect">
            <a:avLst/>
          </a:prstGeom>
        </p:spPr>
        <p:txBody>
          <a:bodyPr vert="horz" lIns="74295" tIns="37148" rIns="74295" bIns="37148" rtlCol="0">
            <a:noAutofit/>
          </a:bodyPr>
          <a:lstStyle>
            <a:lvl1pPr marL="228600" indent="-228600" algn="l" defTabSz="914400" rtl="0" eaLnBrk="1" latinLnBrk="0" hangingPunct="1">
              <a:lnSpc>
                <a:spcPct val="90000"/>
              </a:lnSpc>
              <a:spcBef>
                <a:spcPts val="1000"/>
              </a:spcBef>
              <a:buFont typeface="Wingdings 2" pitchFamily="18" charset="2"/>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2" pitchFamily="18" charset="2"/>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2" pitchFamily="18" charset="2"/>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5pPr>
            <a:lvl6pPr marL="25146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6pPr>
            <a:lvl7pPr marL="29718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7pPr>
            <a:lvl8pPr marL="34290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8pPr>
            <a:lvl9pPr marL="38862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9pPr>
          </a:lstStyle>
          <a:p>
            <a:pPr marL="0" indent="0" algn="ctr">
              <a:buNone/>
            </a:pPr>
            <a:r>
              <a:rPr lang="ja-JP" altLang="en-US" sz="1800" b="1" dirty="0">
                <a:solidFill>
                  <a:srgbClr val="002060"/>
                </a:solidFill>
                <a:latin typeface="メイリオ" panose="020B0604030504040204" pitchFamily="50" charset="-128"/>
                <a:ea typeface="メイリオ" panose="020B0604030504040204" pitchFamily="50" charset="-128"/>
              </a:rPr>
              <a:t>起動テンプレート</a:t>
            </a:r>
            <a:endParaRPr lang="en-US" altLang="ja-JP" sz="1800" b="1" dirty="0">
              <a:solidFill>
                <a:srgbClr val="002060"/>
              </a:solidFill>
              <a:latin typeface="メイリオ" panose="020B0604030504040204" pitchFamily="50" charset="-128"/>
              <a:ea typeface="メイリオ" panose="020B0604030504040204" pitchFamily="50" charset="-128"/>
            </a:endParaRPr>
          </a:p>
        </p:txBody>
      </p:sp>
      <p:sp>
        <p:nvSpPr>
          <p:cNvPr id="34" name="Arrow: Right 33">
            <a:extLst>
              <a:ext uri="{FF2B5EF4-FFF2-40B4-BE49-F238E27FC236}">
                <a16:creationId xmlns:a16="http://schemas.microsoft.com/office/drawing/2014/main" id="{B89EDC08-A488-44BC-A07E-C7271BB248E0}"/>
              </a:ext>
            </a:extLst>
          </p:cNvPr>
          <p:cNvSpPr/>
          <p:nvPr/>
        </p:nvSpPr>
        <p:spPr bwMode="auto">
          <a:xfrm>
            <a:off x="5457056" y="3247673"/>
            <a:ext cx="576064" cy="1296144"/>
          </a:xfrm>
          <a:prstGeom prst="rightArrow">
            <a:avLst/>
          </a:prstGeom>
          <a:solidFill>
            <a:schemeClr val="accent2"/>
          </a:solidFill>
          <a:ln w="12700" cap="flat" cmpd="sng" algn="ctr">
            <a:solidFill>
              <a:schemeClr val="accent2"/>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ja-JP" altLang="en-US" sz="1600" b="0" i="0" u="none" strike="noStrike" cap="none" normalizeH="0" baseline="0">
              <a:ln>
                <a:noFill/>
              </a:ln>
              <a:solidFill>
                <a:schemeClr val="tx1"/>
              </a:solidFill>
              <a:effectLst/>
              <a:latin typeface="ＭＳ Ｐゴシック" pitchFamily="50" charset="-128"/>
              <a:ea typeface="ＭＳ Ｐゴシック" pitchFamily="50" charset="-128"/>
            </a:endParaRPr>
          </a:p>
        </p:txBody>
      </p:sp>
      <p:pic>
        <p:nvPicPr>
          <p:cNvPr id="7170" name="Picture 2" descr="Auto Scaling - Red Hat Developer">
            <a:extLst>
              <a:ext uri="{FF2B5EF4-FFF2-40B4-BE49-F238E27FC236}">
                <a16:creationId xmlns:a16="http://schemas.microsoft.com/office/drawing/2014/main" id="{3047A960-42D8-47F6-AD5C-3E190EB74F3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37176" y="2708920"/>
            <a:ext cx="2514860" cy="2202557"/>
          </a:xfrm>
          <a:prstGeom prst="rect">
            <a:avLst/>
          </a:prstGeom>
          <a:noFill/>
          <a:extLst>
            <a:ext uri="{909E8E84-426E-40DD-AFC4-6F175D3DCCD1}">
              <a14:hiddenFill xmlns:a14="http://schemas.microsoft.com/office/drawing/2010/main">
                <a:solidFill>
                  <a:srgbClr val="FFFFFF"/>
                </a:solidFill>
              </a14:hiddenFill>
            </a:ext>
          </a:extLst>
        </p:spPr>
      </p:pic>
      <p:sp>
        <p:nvSpPr>
          <p:cNvPr id="35" name="TextBox 34">
            <a:extLst>
              <a:ext uri="{FF2B5EF4-FFF2-40B4-BE49-F238E27FC236}">
                <a16:creationId xmlns:a16="http://schemas.microsoft.com/office/drawing/2014/main" id="{734FE8D5-4F4C-4ADF-BEDE-A39447F0AAA8}"/>
              </a:ext>
            </a:extLst>
          </p:cNvPr>
          <p:cNvSpPr txBox="1"/>
          <p:nvPr/>
        </p:nvSpPr>
        <p:spPr>
          <a:xfrm>
            <a:off x="7162862" y="2492896"/>
            <a:ext cx="1326004" cy="338554"/>
          </a:xfrm>
          <a:prstGeom prst="rect">
            <a:avLst/>
          </a:prstGeom>
          <a:noFill/>
        </p:spPr>
        <p:txBody>
          <a:bodyPr wrap="none" rtlCol="0">
            <a:spAutoFit/>
          </a:bodyPr>
          <a:lstStyle/>
          <a:p>
            <a:r>
              <a:rPr kumimoji="1" lang="en-US" altLang="ja-JP" dirty="0"/>
              <a:t>Auto Scaling </a:t>
            </a:r>
            <a:endParaRPr kumimoji="1" lang="ja-JP" altLang="en-US" dirty="0"/>
          </a:p>
        </p:txBody>
      </p:sp>
      <p:sp>
        <p:nvSpPr>
          <p:cNvPr id="3" name="TextBox 2">
            <a:extLst>
              <a:ext uri="{FF2B5EF4-FFF2-40B4-BE49-F238E27FC236}">
                <a16:creationId xmlns:a16="http://schemas.microsoft.com/office/drawing/2014/main" id="{4F1643FF-C245-407B-B750-FB7B0751C37A}"/>
              </a:ext>
            </a:extLst>
          </p:cNvPr>
          <p:cNvSpPr txBox="1"/>
          <p:nvPr/>
        </p:nvSpPr>
        <p:spPr>
          <a:xfrm>
            <a:off x="5457056" y="4941168"/>
            <a:ext cx="4376936" cy="1384995"/>
          </a:xfrm>
          <a:prstGeom prst="rect">
            <a:avLst/>
          </a:prstGeom>
          <a:noFill/>
        </p:spPr>
        <p:txBody>
          <a:bodyPr wrap="square" rtlCol="0">
            <a:spAutoFit/>
          </a:bodyPr>
          <a:lstStyle/>
          <a:p>
            <a:pPr marL="285750" indent="-285750">
              <a:buFont typeface="Wingdings" panose="05000000000000000000" pitchFamily="2" charset="2"/>
              <a:buChar char="ü"/>
            </a:pPr>
            <a:r>
              <a:rPr kumimoji="1" lang="ja-JP" altLang="en-US" sz="1200" dirty="0">
                <a:latin typeface="メイリオ" panose="020B0604030504040204" pitchFamily="50" charset="-128"/>
                <a:ea typeface="メイリオ" panose="020B0604030504040204" pitchFamily="50" charset="-128"/>
              </a:rPr>
              <a:t>現在は起動設定ではなく</a:t>
            </a:r>
            <a:r>
              <a:rPr lang="ja-JP" altLang="en-US" sz="1200" dirty="0">
                <a:latin typeface="メイリオ" panose="020B0604030504040204" pitchFamily="50" charset="-128"/>
                <a:ea typeface="メイリオ" panose="020B0604030504040204" pitchFamily="50" charset="-128"/>
              </a:rPr>
              <a:t>起動テンプレートの利用が推奨されている。</a:t>
            </a:r>
            <a:endParaRPr lang="en-US" altLang="ja-JP" sz="1200" dirty="0">
              <a:latin typeface="メイリオ" panose="020B0604030504040204" pitchFamily="50" charset="-128"/>
              <a:ea typeface="メイリオ" panose="020B0604030504040204" pitchFamily="50" charset="-128"/>
            </a:endParaRPr>
          </a:p>
          <a:p>
            <a:pPr marL="285750" indent="-285750">
              <a:buFont typeface="Wingdings" panose="05000000000000000000" pitchFamily="2" charset="2"/>
              <a:buChar char="ü"/>
            </a:pPr>
            <a:r>
              <a:rPr kumimoji="1" lang="en-US" altLang="ja-JP" sz="1200" dirty="0">
                <a:latin typeface="メイリオ" panose="020B0604030504040204" pitchFamily="50" charset="-128"/>
                <a:ea typeface="メイリオ" panose="020B0604030504040204" pitchFamily="50" charset="-128"/>
              </a:rPr>
              <a:t>AMI</a:t>
            </a:r>
            <a:r>
              <a:rPr kumimoji="1" lang="ja-JP" altLang="en-US" sz="1200" dirty="0">
                <a:latin typeface="メイリオ" panose="020B0604030504040204" pitchFamily="50" charset="-128"/>
                <a:ea typeface="メイリオ" panose="020B0604030504040204" pitchFamily="50" charset="-128"/>
              </a:rPr>
              <a:t>を更新した場合は作成しなおす必要がある。</a:t>
            </a:r>
            <a:endParaRPr kumimoji="1" lang="en-US" altLang="ja-JP" sz="1200" dirty="0">
              <a:latin typeface="メイリオ" panose="020B0604030504040204" pitchFamily="50" charset="-128"/>
              <a:ea typeface="メイリオ" panose="020B0604030504040204" pitchFamily="50" charset="-128"/>
            </a:endParaRPr>
          </a:p>
          <a:p>
            <a:pPr marL="285750" indent="-285750">
              <a:buFont typeface="Wingdings" panose="05000000000000000000" pitchFamily="2" charset="2"/>
              <a:buChar char="ü"/>
            </a:pPr>
            <a:r>
              <a:rPr lang="ja-JP" altLang="en-US" sz="1200" dirty="0">
                <a:latin typeface="メイリオ" panose="020B0604030504040204" pitchFamily="50" charset="-128"/>
                <a:ea typeface="メイリオ" panose="020B0604030504040204" pitchFamily="50" charset="-128"/>
              </a:rPr>
              <a:t>起動テンプレートの構成通りにインスタンスを選択して起動する。</a:t>
            </a:r>
            <a:endParaRPr lang="en-US" altLang="ja-JP" sz="1200" dirty="0">
              <a:latin typeface="メイリオ" panose="020B0604030504040204" pitchFamily="50" charset="-128"/>
              <a:ea typeface="メイリオ" panose="020B0604030504040204" pitchFamily="50" charset="-128"/>
            </a:endParaRPr>
          </a:p>
          <a:p>
            <a:pPr marL="285750" indent="-285750">
              <a:buFont typeface="Wingdings" panose="05000000000000000000" pitchFamily="2" charset="2"/>
              <a:buChar char="ü"/>
            </a:pPr>
            <a:r>
              <a:rPr kumimoji="1" lang="ja-JP" altLang="en-US" sz="1200" dirty="0">
                <a:latin typeface="メイリオ" panose="020B0604030504040204" pitchFamily="50" charset="-128"/>
                <a:ea typeface="メイリオ" panose="020B0604030504040204" pitchFamily="50" charset="-128"/>
              </a:rPr>
              <a:t>起動設定は</a:t>
            </a:r>
            <a:r>
              <a:rPr kumimoji="1" lang="en-US" altLang="ja-JP" sz="1200" dirty="0">
                <a:latin typeface="メイリオ" panose="020B0604030504040204" pitchFamily="50" charset="-128"/>
                <a:ea typeface="メイリオ" panose="020B0604030504040204" pitchFamily="50" charset="-128"/>
              </a:rPr>
              <a:t>Auto</a:t>
            </a:r>
            <a:r>
              <a:rPr kumimoji="1" lang="ja-JP" altLang="en-US" sz="1200" dirty="0">
                <a:latin typeface="メイリオ" panose="020B0604030504040204" pitchFamily="50" charset="-128"/>
                <a:ea typeface="メイリオ" panose="020B0604030504040204" pitchFamily="50" charset="-128"/>
              </a:rPr>
              <a:t> </a:t>
            </a:r>
            <a:r>
              <a:rPr kumimoji="1" lang="en-US" altLang="ja-JP" sz="1200" dirty="0">
                <a:latin typeface="メイリオ" panose="020B0604030504040204" pitchFamily="50" charset="-128"/>
                <a:ea typeface="メイリオ" panose="020B0604030504040204" pitchFamily="50" charset="-128"/>
              </a:rPr>
              <a:t>Scaling</a:t>
            </a:r>
            <a:r>
              <a:rPr kumimoji="1" lang="ja-JP" altLang="en-US" sz="1200" dirty="0">
                <a:latin typeface="メイリオ" panose="020B0604030504040204" pitchFamily="50" charset="-128"/>
                <a:ea typeface="メイリオ" panose="020B0604030504040204" pitchFamily="50" charset="-128"/>
              </a:rPr>
              <a:t>専用</a:t>
            </a:r>
            <a:endParaRPr kumimoji="1" lang="en-US" altLang="ja-JP" sz="1200" dirty="0">
              <a:latin typeface="メイリオ" panose="020B0604030504040204" pitchFamily="50" charset="-128"/>
              <a:ea typeface="メイリオ" panose="020B0604030504040204" pitchFamily="50" charset="-128"/>
            </a:endParaRPr>
          </a:p>
          <a:p>
            <a:pPr marL="285750" indent="-285750">
              <a:buFont typeface="Wingdings" panose="05000000000000000000" pitchFamily="2" charset="2"/>
              <a:buChar char="ü"/>
            </a:pPr>
            <a:r>
              <a:rPr lang="ja-JP" altLang="en-US" sz="1200" dirty="0">
                <a:latin typeface="メイリオ" panose="020B0604030504040204" pitchFamily="50" charset="-128"/>
                <a:ea typeface="メイリオ" panose="020B0604030504040204" pitchFamily="50" charset="-128"/>
              </a:rPr>
              <a:t>起動テンプレートは広く</a:t>
            </a:r>
            <a:r>
              <a:rPr lang="en-US" altLang="ja-JP" sz="1200" dirty="0">
                <a:latin typeface="メイリオ" panose="020B0604030504040204" pitchFamily="50" charset="-128"/>
                <a:ea typeface="メイリオ" panose="020B0604030504040204" pitchFamily="50" charset="-128"/>
              </a:rPr>
              <a:t>E</a:t>
            </a:r>
            <a:r>
              <a:rPr lang="ja-JP" altLang="en-US" sz="1200" dirty="0">
                <a:latin typeface="メイリオ" panose="020B0604030504040204" pitchFamily="50" charset="-128"/>
                <a:ea typeface="メイリオ" panose="020B0604030504040204" pitchFamily="50" charset="-128"/>
              </a:rPr>
              <a:t>２インスタンスの起動時に利用</a:t>
            </a:r>
            <a:endParaRPr kumimoji="1" lang="ja-JP" altLang="en-US" sz="12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450521752"/>
      </p:ext>
    </p:extLst>
  </p:cSld>
  <p:clrMapOvr>
    <a:masterClrMapping/>
  </p:clrMapOvr>
  <mc:AlternateContent xmlns:mc="http://schemas.openxmlformats.org/markup-compatibility/2006" xmlns:p14="http://schemas.microsoft.com/office/powerpoint/2010/main">
    <mc:Choice Requires="p14">
      <p:transition spd="slow" p14:dur="2000" advTm="25251"/>
    </mc:Choice>
    <mc:Fallback xmlns="">
      <p:transition spd="slow" advTm="25251"/>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タイトル 1">
            <a:extLst>
              <a:ext uri="{FF2B5EF4-FFF2-40B4-BE49-F238E27FC236}">
                <a16:creationId xmlns:a16="http://schemas.microsoft.com/office/drawing/2014/main" id="{48F80BE1-D063-4240-BFC7-C8D243720250}"/>
              </a:ext>
            </a:extLst>
          </p:cNvPr>
          <p:cNvSpPr txBox="1">
            <a:spLocks/>
          </p:cNvSpPr>
          <p:nvPr/>
        </p:nvSpPr>
        <p:spPr bwMode="auto">
          <a:xfrm>
            <a:off x="631222" y="201863"/>
            <a:ext cx="8642258" cy="50208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rtl="0" fontAlgn="base">
              <a:lnSpc>
                <a:spcPct val="90000"/>
              </a:lnSpc>
              <a:spcBef>
                <a:spcPct val="0"/>
              </a:spcBef>
              <a:spcAft>
                <a:spcPct val="0"/>
              </a:spcAft>
              <a:defRPr kumimoji="1" sz="2000">
                <a:solidFill>
                  <a:schemeClr val="tx2"/>
                </a:solidFill>
                <a:latin typeface="游明朝" panose="02020400000000000000" pitchFamily="18" charset="-128"/>
                <a:ea typeface="游明朝" panose="02020400000000000000" pitchFamily="18" charset="-128"/>
                <a:cs typeface="+mj-cs"/>
              </a:defRPr>
            </a:lvl1pPr>
            <a:lvl2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2pPr>
            <a:lvl3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3pPr>
            <a:lvl4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4pPr>
            <a:lvl5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5pPr>
            <a:lvl6pPr marL="4572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6pPr>
            <a:lvl7pPr marL="9144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7pPr>
            <a:lvl8pPr marL="13716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8pPr>
            <a:lvl9pPr marL="18288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9pPr>
          </a:lstStyle>
          <a:p>
            <a:pPr marL="0" indent="0" algn="l">
              <a:buNone/>
            </a:pPr>
            <a:r>
              <a:rPr lang="ja-JP" altLang="en-US" sz="3000" dirty="0">
                <a:solidFill>
                  <a:schemeClr val="tx1"/>
                </a:solidFill>
                <a:latin typeface="メイリオ" panose="020B0604030504040204" pitchFamily="50" charset="-128"/>
                <a:ea typeface="メイリオ" panose="020B0604030504040204" pitchFamily="50" charset="-128"/>
              </a:rPr>
              <a:t>基本アーキテクチャー</a:t>
            </a:r>
            <a:endParaRPr lang="en-US" altLang="ja-JP" sz="3000" dirty="0">
              <a:solidFill>
                <a:schemeClr val="tx1"/>
              </a:solidFill>
              <a:latin typeface="メイリオ" panose="020B0604030504040204" pitchFamily="50" charset="-128"/>
              <a:ea typeface="メイリオ" panose="020B0604030504040204" pitchFamily="50" charset="-128"/>
            </a:endParaRPr>
          </a:p>
        </p:txBody>
      </p:sp>
      <p:sp>
        <p:nvSpPr>
          <p:cNvPr id="5" name="コンテンツ プレースホルダー 2">
            <a:extLst>
              <a:ext uri="{FF2B5EF4-FFF2-40B4-BE49-F238E27FC236}">
                <a16:creationId xmlns:a16="http://schemas.microsoft.com/office/drawing/2014/main" id="{4223C7E6-23C7-4433-B315-D26905B0474C}"/>
              </a:ext>
            </a:extLst>
          </p:cNvPr>
          <p:cNvSpPr txBox="1">
            <a:spLocks/>
          </p:cNvSpPr>
          <p:nvPr/>
        </p:nvSpPr>
        <p:spPr>
          <a:xfrm>
            <a:off x="631222" y="799401"/>
            <a:ext cx="8858282" cy="325343"/>
          </a:xfrm>
          <a:prstGeom prst="rect">
            <a:avLst/>
          </a:prstGeom>
        </p:spPr>
        <p:txBody>
          <a:bodyPr vert="horz" lIns="74295" tIns="37148" rIns="74295" bIns="37148" rtlCol="0">
            <a:noAutofit/>
          </a:bodyPr>
          <a:lstStyle>
            <a:lvl1pPr marL="228600" indent="-228600" algn="l" defTabSz="914400" rtl="0" eaLnBrk="1" latinLnBrk="0" hangingPunct="1">
              <a:lnSpc>
                <a:spcPct val="90000"/>
              </a:lnSpc>
              <a:spcBef>
                <a:spcPts val="1000"/>
              </a:spcBef>
              <a:buFont typeface="Wingdings 2" pitchFamily="18" charset="2"/>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2" pitchFamily="18" charset="2"/>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2" pitchFamily="18" charset="2"/>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5pPr>
            <a:lvl6pPr marL="25146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6pPr>
            <a:lvl7pPr marL="29718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7pPr>
            <a:lvl8pPr marL="34290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8pPr>
            <a:lvl9pPr marL="38862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9pPr>
          </a:lstStyle>
          <a:p>
            <a:pPr marL="0" indent="0">
              <a:buNone/>
            </a:pPr>
            <a:r>
              <a:rPr lang="en-US" altLang="ja-JP" sz="2400" kern="0" dirty="0">
                <a:solidFill>
                  <a:srgbClr val="002060"/>
                </a:solidFill>
                <a:latin typeface="メイリオ" panose="020B0604030504040204" pitchFamily="50" charset="-128"/>
                <a:ea typeface="メイリオ" panose="020B0604030504040204" pitchFamily="50" charset="-128"/>
              </a:rPr>
              <a:t>ELB</a:t>
            </a:r>
            <a:r>
              <a:rPr lang="ja-JP" altLang="en-US" sz="2400" kern="0" dirty="0">
                <a:solidFill>
                  <a:srgbClr val="002060"/>
                </a:solidFill>
                <a:latin typeface="メイリオ" panose="020B0604030504040204" pitchFamily="50" charset="-128"/>
                <a:ea typeface="メイリオ" panose="020B0604030504040204" pitchFamily="50" charset="-128"/>
              </a:rPr>
              <a:t>構成で冗長化した上で</a:t>
            </a:r>
            <a:r>
              <a:rPr lang="en-US" altLang="ja-JP" sz="2400" kern="0" dirty="0">
                <a:solidFill>
                  <a:srgbClr val="002060"/>
                </a:solidFill>
                <a:latin typeface="メイリオ" panose="020B0604030504040204" pitchFamily="50" charset="-128"/>
                <a:ea typeface="メイリオ" panose="020B0604030504040204" pitchFamily="50" charset="-128"/>
              </a:rPr>
              <a:t>Auto-Scaling</a:t>
            </a:r>
            <a:r>
              <a:rPr lang="ja-JP" altLang="en-US" sz="2400" kern="0" dirty="0">
                <a:solidFill>
                  <a:srgbClr val="002060"/>
                </a:solidFill>
                <a:latin typeface="メイリオ" panose="020B0604030504040204" pitchFamily="50" charset="-128"/>
                <a:ea typeface="メイリオ" panose="020B0604030504040204" pitchFamily="50" charset="-128"/>
              </a:rPr>
              <a:t>を設定して自動拡張できるようにする</a:t>
            </a:r>
            <a:endParaRPr lang="en-US" altLang="ja-JP" sz="2400" kern="0" dirty="0">
              <a:solidFill>
                <a:srgbClr val="002060"/>
              </a:solidFill>
              <a:latin typeface="メイリオ" panose="020B0604030504040204" pitchFamily="50" charset="-128"/>
              <a:ea typeface="メイリオ" panose="020B0604030504040204" pitchFamily="50" charset="-128"/>
            </a:endParaRPr>
          </a:p>
        </p:txBody>
      </p:sp>
      <p:sp>
        <p:nvSpPr>
          <p:cNvPr id="13" name="正方形/長方形 12">
            <a:extLst>
              <a:ext uri="{FF2B5EF4-FFF2-40B4-BE49-F238E27FC236}">
                <a16:creationId xmlns:a16="http://schemas.microsoft.com/office/drawing/2014/main" id="{B2D557CB-EE78-4039-B65D-641DF0A20E77}"/>
              </a:ext>
            </a:extLst>
          </p:cNvPr>
          <p:cNvSpPr/>
          <p:nvPr/>
        </p:nvSpPr>
        <p:spPr bwMode="auto">
          <a:xfrm>
            <a:off x="1280592" y="1628800"/>
            <a:ext cx="7200800" cy="4739305"/>
          </a:xfrm>
          <a:prstGeom prst="rect">
            <a:avLst/>
          </a:prstGeom>
          <a:solidFill>
            <a:srgbClr val="F0861E"/>
          </a:solidFill>
          <a:ln w="12700" cap="flat" cmpd="sng" algn="ctr">
            <a:no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algn="ctr"/>
            <a:r>
              <a:rPr lang="en-US" altLang="ja-JP" sz="2000" b="1" dirty="0">
                <a:solidFill>
                  <a:schemeClr val="bg1"/>
                </a:solidFill>
                <a:latin typeface="メイリオ" panose="020B0604030504040204" pitchFamily="50" charset="-128"/>
                <a:ea typeface="メイリオ" panose="020B0604030504040204" pitchFamily="50" charset="-128"/>
              </a:rPr>
              <a:t>1</a:t>
            </a:r>
            <a:r>
              <a:rPr lang="ja-JP" altLang="en-US" sz="2000" b="1" dirty="0" err="1">
                <a:solidFill>
                  <a:schemeClr val="bg1"/>
                </a:solidFill>
                <a:latin typeface="メイリオ" panose="020B0604030504040204" pitchFamily="50" charset="-128"/>
                <a:ea typeface="メイリオ" panose="020B0604030504040204" pitchFamily="50" charset="-128"/>
              </a:rPr>
              <a:t>つの</a:t>
            </a:r>
            <a:r>
              <a:rPr lang="ja-JP" altLang="en-US" sz="2000" b="1" dirty="0">
                <a:solidFill>
                  <a:schemeClr val="bg1"/>
                </a:solidFill>
                <a:latin typeface="メイリオ" panose="020B0604030504040204" pitchFamily="50" charset="-128"/>
                <a:ea typeface="メイリオ" panose="020B0604030504040204" pitchFamily="50" charset="-128"/>
              </a:rPr>
              <a:t>リージョン</a:t>
            </a:r>
            <a:endParaRPr lang="en-US" altLang="ja-JP" sz="2000" b="1" dirty="0">
              <a:solidFill>
                <a:schemeClr val="bg1"/>
              </a:solidFill>
              <a:latin typeface="メイリオ" panose="020B0604030504040204" pitchFamily="50" charset="-128"/>
              <a:ea typeface="メイリオ" panose="020B0604030504040204" pitchFamily="50" charset="-128"/>
            </a:endParaRPr>
          </a:p>
        </p:txBody>
      </p:sp>
      <p:sp>
        <p:nvSpPr>
          <p:cNvPr id="14" name="四角形: 角を丸くする 13">
            <a:extLst>
              <a:ext uri="{FF2B5EF4-FFF2-40B4-BE49-F238E27FC236}">
                <a16:creationId xmlns:a16="http://schemas.microsoft.com/office/drawing/2014/main" id="{4D143F3E-6826-453E-86D1-74A3381FE39E}"/>
              </a:ext>
            </a:extLst>
          </p:cNvPr>
          <p:cNvSpPr/>
          <p:nvPr/>
        </p:nvSpPr>
        <p:spPr bwMode="auto">
          <a:xfrm>
            <a:off x="1568624" y="2204864"/>
            <a:ext cx="6696744" cy="3685294"/>
          </a:xfrm>
          <a:prstGeom prst="roundRect">
            <a:avLst/>
          </a:prstGeom>
          <a:solidFill>
            <a:schemeClr val="bg1"/>
          </a:solidFill>
          <a:ln w="12700" cap="flat" cmpd="sng" algn="ctr">
            <a:solidFill>
              <a:srgbClr val="F0861E"/>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ja-JP" altLang="en-US" sz="1600" b="0" i="0" u="none" strike="noStrike" cap="none" normalizeH="0" baseline="0">
              <a:ln>
                <a:noFill/>
              </a:ln>
              <a:solidFill>
                <a:schemeClr val="tx1"/>
              </a:solidFill>
              <a:effectLst/>
              <a:latin typeface="ＭＳ Ｐゴシック" pitchFamily="50" charset="-128"/>
              <a:ea typeface="ＭＳ Ｐゴシック" pitchFamily="50" charset="-128"/>
            </a:endParaRPr>
          </a:p>
        </p:txBody>
      </p:sp>
      <p:pic>
        <p:nvPicPr>
          <p:cNvPr id="15" name="Picture 2" descr="ãVPC ã¢ã¤ã³ã³ãã®ç»åæ¤ç´¢çµæ">
            <a:extLst>
              <a:ext uri="{FF2B5EF4-FFF2-40B4-BE49-F238E27FC236}">
                <a16:creationId xmlns:a16="http://schemas.microsoft.com/office/drawing/2014/main" id="{7976F3B0-EAF3-40D4-9A21-454E8D9D5C6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65194" y="1556792"/>
            <a:ext cx="936104" cy="936104"/>
          </a:xfrm>
          <a:prstGeom prst="rect">
            <a:avLst/>
          </a:prstGeom>
          <a:noFill/>
          <a:extLst>
            <a:ext uri="{909E8E84-426E-40DD-AFC4-6F175D3DCCD1}">
              <a14:hiddenFill xmlns:a14="http://schemas.microsoft.com/office/drawing/2010/main">
                <a:solidFill>
                  <a:srgbClr val="FFFFFF"/>
                </a:solidFill>
              </a14:hiddenFill>
            </a:ext>
          </a:extLst>
        </p:spPr>
      </p:pic>
      <p:sp>
        <p:nvSpPr>
          <p:cNvPr id="16" name="正方形/長方形 15">
            <a:extLst>
              <a:ext uri="{FF2B5EF4-FFF2-40B4-BE49-F238E27FC236}">
                <a16:creationId xmlns:a16="http://schemas.microsoft.com/office/drawing/2014/main" id="{F6E73CDE-D29B-4036-A9BD-C2665F14C15E}"/>
              </a:ext>
            </a:extLst>
          </p:cNvPr>
          <p:cNvSpPr/>
          <p:nvPr/>
        </p:nvSpPr>
        <p:spPr bwMode="auto">
          <a:xfrm>
            <a:off x="1820893" y="2492896"/>
            <a:ext cx="2761629" cy="3277671"/>
          </a:xfrm>
          <a:prstGeom prst="rect">
            <a:avLst/>
          </a:prstGeom>
          <a:solidFill>
            <a:srgbClr val="FFC000"/>
          </a:solidFill>
          <a:ln w="12700" cap="flat" cmpd="sng" algn="ctr">
            <a:no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altLang="ja-JP" sz="2000" b="1" dirty="0">
                <a:solidFill>
                  <a:schemeClr val="bg1"/>
                </a:solidFill>
                <a:latin typeface="メイリオ" panose="020B0604030504040204" pitchFamily="50" charset="-128"/>
                <a:ea typeface="メイリオ" panose="020B0604030504040204" pitchFamily="50" charset="-128"/>
              </a:rPr>
              <a:t>AZ</a:t>
            </a:r>
            <a:endParaRPr kumimoji="1" lang="ja-JP" altLang="en-US" sz="2000" b="1"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endParaRPr>
          </a:p>
        </p:txBody>
      </p:sp>
      <p:sp>
        <p:nvSpPr>
          <p:cNvPr id="17" name="正方形/長方形 16">
            <a:extLst>
              <a:ext uri="{FF2B5EF4-FFF2-40B4-BE49-F238E27FC236}">
                <a16:creationId xmlns:a16="http://schemas.microsoft.com/office/drawing/2014/main" id="{21C4931C-85BF-4832-990D-1698C408A630}"/>
              </a:ext>
            </a:extLst>
          </p:cNvPr>
          <p:cNvSpPr/>
          <p:nvPr/>
        </p:nvSpPr>
        <p:spPr bwMode="auto">
          <a:xfrm>
            <a:off x="5169024" y="2492896"/>
            <a:ext cx="2761629" cy="3277671"/>
          </a:xfrm>
          <a:prstGeom prst="rect">
            <a:avLst/>
          </a:prstGeom>
          <a:solidFill>
            <a:srgbClr val="FFC000"/>
          </a:solidFill>
          <a:ln w="12700" cap="flat" cmpd="sng" algn="ctr">
            <a:no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altLang="ja-JP" sz="2000" b="1" dirty="0">
                <a:solidFill>
                  <a:schemeClr val="bg1"/>
                </a:solidFill>
                <a:latin typeface="メイリオ" panose="020B0604030504040204" pitchFamily="50" charset="-128"/>
                <a:ea typeface="メイリオ" panose="020B0604030504040204" pitchFamily="50" charset="-128"/>
              </a:rPr>
              <a:t>AZ</a:t>
            </a:r>
            <a:endParaRPr kumimoji="1" lang="ja-JP" altLang="en-US" sz="2000" b="1"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endParaRPr>
          </a:p>
        </p:txBody>
      </p:sp>
      <p:sp>
        <p:nvSpPr>
          <p:cNvPr id="18" name="四角形: 角を丸くする 17">
            <a:extLst>
              <a:ext uri="{FF2B5EF4-FFF2-40B4-BE49-F238E27FC236}">
                <a16:creationId xmlns:a16="http://schemas.microsoft.com/office/drawing/2014/main" id="{96E601E2-CE26-4ECC-A758-1F23CC1C7376}"/>
              </a:ext>
            </a:extLst>
          </p:cNvPr>
          <p:cNvSpPr/>
          <p:nvPr/>
        </p:nvSpPr>
        <p:spPr bwMode="auto">
          <a:xfrm>
            <a:off x="2072680" y="2780928"/>
            <a:ext cx="2304256" cy="2808108"/>
          </a:xfrm>
          <a:prstGeom prst="roundRect">
            <a:avLst/>
          </a:prstGeom>
          <a:noFill/>
          <a:ln w="12700" cap="flat" cmpd="sng" algn="ctr">
            <a:solidFill>
              <a:srgbClr val="F0861E"/>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kumimoji="1" lang="ja-JP" altLang="en-US" sz="1600" b="1"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rPr>
              <a:t>サブネット</a:t>
            </a:r>
            <a:r>
              <a:rPr kumimoji="1" lang="en-US" altLang="ja-JP" sz="1600" b="0"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rPr>
              <a:t>10.0</a:t>
            </a:r>
            <a:r>
              <a:rPr lang="en-US" altLang="ja-JP" dirty="0">
                <a:solidFill>
                  <a:srgbClr val="FF0000"/>
                </a:solidFill>
                <a:latin typeface="メイリオ" panose="020B0604030504040204" pitchFamily="50" charset="-128"/>
                <a:ea typeface="メイリオ" panose="020B0604030504040204" pitchFamily="50" charset="-128"/>
              </a:rPr>
              <a:t>.1</a:t>
            </a:r>
            <a:r>
              <a:rPr kumimoji="1" lang="en-US" altLang="ja-JP" sz="1600" b="0"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rPr>
              <a:t>.0</a:t>
            </a:r>
            <a:r>
              <a:rPr lang="en-US" altLang="ja-JP" dirty="0">
                <a:solidFill>
                  <a:srgbClr val="FF0000"/>
                </a:solidFill>
                <a:latin typeface="メイリオ" panose="020B0604030504040204" pitchFamily="50" charset="-128"/>
                <a:ea typeface="メイリオ" panose="020B0604030504040204" pitchFamily="50" charset="-128"/>
              </a:rPr>
              <a:t>/24	</a:t>
            </a:r>
            <a:endParaRPr kumimoji="1" lang="ja-JP" altLang="en-US" sz="1600" b="0"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endParaRPr>
          </a:p>
        </p:txBody>
      </p:sp>
      <p:pic>
        <p:nvPicPr>
          <p:cNvPr id="19" name="図 18" descr="音楽 が含まれている画像&#10;&#10;自動的に生成された説明">
            <a:extLst>
              <a:ext uri="{FF2B5EF4-FFF2-40B4-BE49-F238E27FC236}">
                <a16:creationId xmlns:a16="http://schemas.microsoft.com/office/drawing/2014/main" id="{6FF395F2-C871-438F-BB98-C8E4B08D3EC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750065" y="3430016"/>
            <a:ext cx="877069" cy="1052482"/>
          </a:xfrm>
          <a:prstGeom prst="rect">
            <a:avLst/>
          </a:prstGeom>
        </p:spPr>
      </p:pic>
      <p:sp>
        <p:nvSpPr>
          <p:cNvPr id="21" name="四角形: 角を丸くする 20">
            <a:extLst>
              <a:ext uri="{FF2B5EF4-FFF2-40B4-BE49-F238E27FC236}">
                <a16:creationId xmlns:a16="http://schemas.microsoft.com/office/drawing/2014/main" id="{5E41EDE8-8FEA-4A69-8BA3-64FD7AABDD8A}"/>
              </a:ext>
            </a:extLst>
          </p:cNvPr>
          <p:cNvSpPr/>
          <p:nvPr/>
        </p:nvSpPr>
        <p:spPr bwMode="auto">
          <a:xfrm>
            <a:off x="5407437" y="2780928"/>
            <a:ext cx="2304256" cy="2808108"/>
          </a:xfrm>
          <a:prstGeom prst="roundRect">
            <a:avLst/>
          </a:prstGeom>
          <a:noFill/>
          <a:ln w="12700" cap="flat" cmpd="sng" algn="ctr">
            <a:solidFill>
              <a:srgbClr val="F0861E"/>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kumimoji="1" lang="ja-JP" altLang="en-US" sz="1600" b="1"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rPr>
              <a:t>サブネット</a:t>
            </a:r>
            <a:r>
              <a:rPr kumimoji="1" lang="en-US" altLang="ja-JP" sz="1600" b="0"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rPr>
              <a:t>10.0</a:t>
            </a:r>
            <a:r>
              <a:rPr lang="en-US" altLang="ja-JP" dirty="0">
                <a:solidFill>
                  <a:srgbClr val="FF0000"/>
                </a:solidFill>
                <a:latin typeface="メイリオ" panose="020B0604030504040204" pitchFamily="50" charset="-128"/>
                <a:ea typeface="メイリオ" panose="020B0604030504040204" pitchFamily="50" charset="-128"/>
              </a:rPr>
              <a:t>.2</a:t>
            </a:r>
            <a:r>
              <a:rPr kumimoji="1" lang="en-US" altLang="ja-JP" sz="1600" b="0"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rPr>
              <a:t>.0</a:t>
            </a:r>
            <a:r>
              <a:rPr lang="en-US" altLang="ja-JP" dirty="0">
                <a:solidFill>
                  <a:srgbClr val="FF0000"/>
                </a:solidFill>
                <a:latin typeface="メイリオ" panose="020B0604030504040204" pitchFamily="50" charset="-128"/>
                <a:ea typeface="メイリオ" panose="020B0604030504040204" pitchFamily="50" charset="-128"/>
              </a:rPr>
              <a:t>/24	</a:t>
            </a:r>
            <a:endParaRPr kumimoji="1" lang="ja-JP" altLang="en-US" sz="1600" b="0"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endParaRPr>
          </a:p>
        </p:txBody>
      </p:sp>
      <p:pic>
        <p:nvPicPr>
          <p:cNvPr id="22" name="図 21" descr="音楽 が含まれている画像&#10;&#10;自動的に生成された説明">
            <a:extLst>
              <a:ext uri="{FF2B5EF4-FFF2-40B4-BE49-F238E27FC236}">
                <a16:creationId xmlns:a16="http://schemas.microsoft.com/office/drawing/2014/main" id="{DDD2DF13-E36F-4854-9386-46CCBC34DDE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84822" y="3430016"/>
            <a:ext cx="877069" cy="1052482"/>
          </a:xfrm>
          <a:prstGeom prst="rect">
            <a:avLst/>
          </a:prstGeom>
        </p:spPr>
      </p:pic>
      <p:sp>
        <p:nvSpPr>
          <p:cNvPr id="23" name="テキスト ボックス 22">
            <a:extLst>
              <a:ext uri="{FF2B5EF4-FFF2-40B4-BE49-F238E27FC236}">
                <a16:creationId xmlns:a16="http://schemas.microsoft.com/office/drawing/2014/main" id="{304E9DC0-F3AA-447F-AB9A-0F32828CBCFD}"/>
              </a:ext>
            </a:extLst>
          </p:cNvPr>
          <p:cNvSpPr txBox="1"/>
          <p:nvPr/>
        </p:nvSpPr>
        <p:spPr>
          <a:xfrm>
            <a:off x="6198187" y="4458598"/>
            <a:ext cx="577402" cy="338554"/>
          </a:xfrm>
          <a:prstGeom prst="rect">
            <a:avLst/>
          </a:prstGeom>
          <a:noFill/>
        </p:spPr>
        <p:txBody>
          <a:bodyPr wrap="none" rtlCol="0">
            <a:spAutoFit/>
          </a:bodyPr>
          <a:lstStyle/>
          <a:p>
            <a:pPr algn="ctr"/>
            <a:r>
              <a:rPr kumimoji="1" lang="en-US" altLang="ja-JP" dirty="0">
                <a:latin typeface="メイリオ" panose="020B0604030504040204" pitchFamily="50" charset="-128"/>
                <a:ea typeface="メイリオ" panose="020B0604030504040204" pitchFamily="50" charset="-128"/>
              </a:rPr>
              <a:t>EC2</a:t>
            </a:r>
          </a:p>
        </p:txBody>
      </p:sp>
      <p:pic>
        <p:nvPicPr>
          <p:cNvPr id="24" name="図 23" descr="音楽 が含まれている画像&#10;&#10;自動的に生成された説明">
            <a:extLst>
              <a:ext uri="{FF2B5EF4-FFF2-40B4-BE49-F238E27FC236}">
                <a16:creationId xmlns:a16="http://schemas.microsoft.com/office/drawing/2014/main" id="{FB00E253-9F82-4AE2-9716-B95753CE4F8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537179" y="2852936"/>
            <a:ext cx="666750" cy="800100"/>
          </a:xfrm>
          <a:prstGeom prst="rect">
            <a:avLst/>
          </a:prstGeom>
        </p:spPr>
      </p:pic>
      <p:pic>
        <p:nvPicPr>
          <p:cNvPr id="25" name="図 24">
            <a:extLst>
              <a:ext uri="{FF2B5EF4-FFF2-40B4-BE49-F238E27FC236}">
                <a16:creationId xmlns:a16="http://schemas.microsoft.com/office/drawing/2014/main" id="{33C4A067-B104-4E5F-AF62-0495F08699A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575704" y="2171328"/>
            <a:ext cx="590550" cy="609600"/>
          </a:xfrm>
          <a:prstGeom prst="rect">
            <a:avLst/>
          </a:prstGeom>
        </p:spPr>
      </p:pic>
      <p:cxnSp>
        <p:nvCxnSpPr>
          <p:cNvPr id="26" name="直線コネクタ 25">
            <a:extLst>
              <a:ext uri="{FF2B5EF4-FFF2-40B4-BE49-F238E27FC236}">
                <a16:creationId xmlns:a16="http://schemas.microsoft.com/office/drawing/2014/main" id="{75C581B9-57F1-4D7C-8B78-D9F6E7CE8BAE}"/>
              </a:ext>
            </a:extLst>
          </p:cNvPr>
          <p:cNvCxnSpPr>
            <a:cxnSpLocks/>
            <a:stCxn id="19" idx="3"/>
            <a:endCxn id="24" idx="1"/>
          </p:cNvCxnSpPr>
          <p:nvPr/>
        </p:nvCxnSpPr>
        <p:spPr bwMode="auto">
          <a:xfrm flipV="1">
            <a:off x="3627134" y="3252986"/>
            <a:ext cx="910045" cy="703271"/>
          </a:xfrm>
          <a:prstGeom prst="line">
            <a:avLst/>
          </a:prstGeom>
          <a:noFill/>
          <a:ln w="31750" cap="flat" cmpd="sng" algn="ctr">
            <a:solidFill>
              <a:srgbClr val="FF0000"/>
            </a:solidFill>
            <a:prstDash val="solid"/>
            <a:round/>
            <a:headEnd type="none" w="med" len="med"/>
            <a:tailEnd type="none" w="med" len="med"/>
          </a:ln>
          <a:effectLst/>
        </p:spPr>
      </p:cxnSp>
      <p:cxnSp>
        <p:nvCxnSpPr>
          <p:cNvPr id="28" name="直線コネクタ 27">
            <a:extLst>
              <a:ext uri="{FF2B5EF4-FFF2-40B4-BE49-F238E27FC236}">
                <a16:creationId xmlns:a16="http://schemas.microsoft.com/office/drawing/2014/main" id="{324AF30E-70EC-4694-BC8C-16CAA9CC363F}"/>
              </a:ext>
            </a:extLst>
          </p:cNvPr>
          <p:cNvCxnSpPr>
            <a:cxnSpLocks/>
            <a:stCxn id="22" idx="1"/>
            <a:endCxn id="24" idx="3"/>
          </p:cNvCxnSpPr>
          <p:nvPr/>
        </p:nvCxnSpPr>
        <p:spPr bwMode="auto">
          <a:xfrm flipH="1" flipV="1">
            <a:off x="5203929" y="3252986"/>
            <a:ext cx="880893" cy="703271"/>
          </a:xfrm>
          <a:prstGeom prst="line">
            <a:avLst/>
          </a:prstGeom>
          <a:noFill/>
          <a:ln w="31750" cap="flat" cmpd="sng" algn="ctr">
            <a:solidFill>
              <a:srgbClr val="FF0000"/>
            </a:solidFill>
            <a:prstDash val="solid"/>
            <a:round/>
            <a:headEnd type="none" w="med" len="med"/>
            <a:tailEnd type="none" w="med" len="med"/>
          </a:ln>
          <a:effectLst/>
        </p:spPr>
      </p:cxnSp>
      <p:cxnSp>
        <p:nvCxnSpPr>
          <p:cNvPr id="29" name="直線コネクタ 28">
            <a:extLst>
              <a:ext uri="{FF2B5EF4-FFF2-40B4-BE49-F238E27FC236}">
                <a16:creationId xmlns:a16="http://schemas.microsoft.com/office/drawing/2014/main" id="{427D33B6-97B7-4EC4-BC6F-03436003C40B}"/>
              </a:ext>
            </a:extLst>
          </p:cNvPr>
          <p:cNvCxnSpPr>
            <a:cxnSpLocks/>
            <a:stCxn id="24" idx="0"/>
            <a:endCxn id="25" idx="2"/>
          </p:cNvCxnSpPr>
          <p:nvPr/>
        </p:nvCxnSpPr>
        <p:spPr bwMode="auto">
          <a:xfrm flipV="1">
            <a:off x="4870554" y="2780928"/>
            <a:ext cx="425" cy="72008"/>
          </a:xfrm>
          <a:prstGeom prst="line">
            <a:avLst/>
          </a:prstGeom>
          <a:noFill/>
          <a:ln w="31750" cap="flat" cmpd="sng" algn="ctr">
            <a:solidFill>
              <a:srgbClr val="FF0000"/>
            </a:solidFill>
            <a:prstDash val="solid"/>
            <a:round/>
            <a:headEnd type="none" w="med" len="med"/>
            <a:tailEnd type="none" w="med" len="med"/>
          </a:ln>
          <a:effectLst/>
        </p:spPr>
      </p:cxnSp>
      <p:sp>
        <p:nvSpPr>
          <p:cNvPr id="35" name="テキスト ボックス 34">
            <a:extLst>
              <a:ext uri="{FF2B5EF4-FFF2-40B4-BE49-F238E27FC236}">
                <a16:creationId xmlns:a16="http://schemas.microsoft.com/office/drawing/2014/main" id="{181F1B12-36B6-4986-AB2B-219E1421ABFF}"/>
              </a:ext>
            </a:extLst>
          </p:cNvPr>
          <p:cNvSpPr txBox="1"/>
          <p:nvPr/>
        </p:nvSpPr>
        <p:spPr>
          <a:xfrm>
            <a:off x="4582522" y="3604621"/>
            <a:ext cx="562975" cy="338554"/>
          </a:xfrm>
          <a:prstGeom prst="rect">
            <a:avLst/>
          </a:prstGeom>
          <a:noFill/>
        </p:spPr>
        <p:txBody>
          <a:bodyPr wrap="none" rtlCol="0">
            <a:spAutoFit/>
          </a:bodyPr>
          <a:lstStyle/>
          <a:p>
            <a:pPr algn="ctr"/>
            <a:r>
              <a:rPr kumimoji="1" lang="en-US" altLang="ja-JP" dirty="0">
                <a:latin typeface="メイリオ" panose="020B0604030504040204" pitchFamily="50" charset="-128"/>
                <a:ea typeface="メイリオ" panose="020B0604030504040204" pitchFamily="50" charset="-128"/>
              </a:rPr>
              <a:t>ELB</a:t>
            </a:r>
          </a:p>
        </p:txBody>
      </p:sp>
      <p:pic>
        <p:nvPicPr>
          <p:cNvPr id="3" name="図 2">
            <a:extLst>
              <a:ext uri="{FF2B5EF4-FFF2-40B4-BE49-F238E27FC236}">
                <a16:creationId xmlns:a16="http://schemas.microsoft.com/office/drawing/2014/main" id="{6A6A9399-FA00-490C-959C-38EA23A05496}"/>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520973" y="3799094"/>
            <a:ext cx="685800" cy="666750"/>
          </a:xfrm>
          <a:prstGeom prst="rect">
            <a:avLst/>
          </a:prstGeom>
        </p:spPr>
      </p:pic>
      <p:sp>
        <p:nvSpPr>
          <p:cNvPr id="36" name="テキスト ボックス 35">
            <a:extLst>
              <a:ext uri="{FF2B5EF4-FFF2-40B4-BE49-F238E27FC236}">
                <a16:creationId xmlns:a16="http://schemas.microsoft.com/office/drawing/2014/main" id="{F80C42A0-142F-400D-8F87-BE91D70E6FFA}"/>
              </a:ext>
            </a:extLst>
          </p:cNvPr>
          <p:cNvSpPr txBox="1"/>
          <p:nvPr/>
        </p:nvSpPr>
        <p:spPr>
          <a:xfrm>
            <a:off x="4138908" y="4442269"/>
            <a:ext cx="1450205" cy="338554"/>
          </a:xfrm>
          <a:prstGeom prst="rect">
            <a:avLst/>
          </a:prstGeom>
          <a:noFill/>
        </p:spPr>
        <p:txBody>
          <a:bodyPr wrap="none" rtlCol="0">
            <a:spAutoFit/>
          </a:bodyPr>
          <a:lstStyle/>
          <a:p>
            <a:pPr algn="ctr"/>
            <a:r>
              <a:rPr kumimoji="1" lang="en-US" altLang="ja-JP" dirty="0">
                <a:latin typeface="メイリオ" panose="020B0604030504040204" pitchFamily="50" charset="-128"/>
                <a:ea typeface="メイリオ" panose="020B0604030504040204" pitchFamily="50" charset="-128"/>
              </a:rPr>
              <a:t>Auto-Scaling</a:t>
            </a:r>
          </a:p>
        </p:txBody>
      </p:sp>
      <p:sp>
        <p:nvSpPr>
          <p:cNvPr id="4" name="四角形: 角を丸くする 3">
            <a:extLst>
              <a:ext uri="{FF2B5EF4-FFF2-40B4-BE49-F238E27FC236}">
                <a16:creationId xmlns:a16="http://schemas.microsoft.com/office/drawing/2014/main" id="{4541D739-BACF-4FAD-84EB-FE9AB2A9ADA3}"/>
              </a:ext>
            </a:extLst>
          </p:cNvPr>
          <p:cNvSpPr/>
          <p:nvPr/>
        </p:nvSpPr>
        <p:spPr bwMode="auto">
          <a:xfrm>
            <a:off x="2586428" y="3162290"/>
            <a:ext cx="4592870" cy="1634862"/>
          </a:xfrm>
          <a:prstGeom prst="roundRect">
            <a:avLst/>
          </a:prstGeom>
          <a:noFill/>
          <a:ln w="12700" cap="flat" cmpd="sng" algn="ctr">
            <a:solidFill>
              <a:schemeClr val="tx1"/>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ja-JP" altLang="en-US" sz="1600" b="0" i="0" u="none" strike="noStrike" cap="none" normalizeH="0" baseline="0">
              <a:ln>
                <a:noFill/>
              </a:ln>
              <a:solidFill>
                <a:schemeClr val="tx1"/>
              </a:solidFill>
              <a:effectLst/>
              <a:latin typeface="ＭＳ Ｐゴシック" pitchFamily="50" charset="-128"/>
              <a:ea typeface="ＭＳ Ｐゴシック" pitchFamily="50" charset="-128"/>
            </a:endParaRPr>
          </a:p>
        </p:txBody>
      </p:sp>
    </p:spTree>
    <p:extLst>
      <p:ext uri="{BB962C8B-B14F-4D97-AF65-F5344CB8AC3E}">
        <p14:creationId xmlns:p14="http://schemas.microsoft.com/office/powerpoint/2010/main" val="935703382"/>
      </p:ext>
    </p:extLst>
  </p:cSld>
  <p:clrMapOvr>
    <a:masterClrMapping/>
  </p:clrMapOvr>
  <mc:AlternateContent xmlns:mc="http://schemas.openxmlformats.org/markup-compatibility/2006" xmlns:p14="http://schemas.microsoft.com/office/powerpoint/2010/main">
    <mc:Choice Requires="p14">
      <p:transition spd="slow" p14:dur="2000" advTm="29835"/>
    </mc:Choice>
    <mc:Fallback xmlns="">
      <p:transition spd="slow" advTm="29835"/>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正方形/長方形 3">
            <a:extLst>
              <a:ext uri="{FF2B5EF4-FFF2-40B4-BE49-F238E27FC236}">
                <a16:creationId xmlns:a16="http://schemas.microsoft.com/office/drawing/2014/main" id="{F174C45F-EEC7-86D4-282D-EADDA66FF4A5}"/>
              </a:ext>
            </a:extLst>
          </p:cNvPr>
          <p:cNvSpPr/>
          <p:nvPr/>
        </p:nvSpPr>
        <p:spPr bwMode="auto">
          <a:xfrm>
            <a:off x="704528" y="3501008"/>
            <a:ext cx="8568952" cy="3096344"/>
          </a:xfrm>
          <a:prstGeom prst="rect">
            <a:avLst/>
          </a:prstGeom>
          <a:noFill/>
          <a:ln w="12700" cap="flat" cmpd="sng" algn="ctr">
            <a:solidFill>
              <a:schemeClr val="tx1"/>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algn="ctr"/>
            <a:r>
              <a:rPr lang="en-US" altLang="ja-JP" dirty="0">
                <a:latin typeface="メイリオ" panose="020B0604030504040204" pitchFamily="50" charset="-128"/>
                <a:ea typeface="メイリオ" panose="020B0604030504040204" pitchFamily="50" charset="-128"/>
              </a:rPr>
              <a:t>Auto Scaling</a:t>
            </a:r>
            <a:r>
              <a:rPr kumimoji="1" lang="ja-JP" altLang="en-US" sz="1600" b="0"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rPr>
              <a:t>グループ</a:t>
            </a:r>
          </a:p>
          <a:p>
            <a:pPr marL="0" marR="0" indent="0" algn="l" defTabSz="914400" rtl="0" eaLnBrk="1" fontAlgn="base" latinLnBrk="0" hangingPunct="1">
              <a:lnSpc>
                <a:spcPct val="100000"/>
              </a:lnSpc>
              <a:spcBef>
                <a:spcPct val="0"/>
              </a:spcBef>
              <a:spcAft>
                <a:spcPct val="0"/>
              </a:spcAft>
              <a:buClrTx/>
              <a:buSzTx/>
              <a:buFontTx/>
              <a:buNone/>
              <a:tabLst/>
            </a:pPr>
            <a:endParaRPr kumimoji="1" lang="ja-JP" altLang="en-US" sz="1600" b="0" i="0" u="none" strike="noStrike" cap="none" normalizeH="0" baseline="0" dirty="0">
              <a:ln>
                <a:noFill/>
              </a:ln>
              <a:solidFill>
                <a:schemeClr val="tx1"/>
              </a:solidFill>
              <a:effectLst/>
              <a:latin typeface="ＭＳ Ｐゴシック" pitchFamily="50" charset="-128"/>
              <a:ea typeface="ＭＳ Ｐゴシック" pitchFamily="50" charset="-128"/>
            </a:endParaRPr>
          </a:p>
        </p:txBody>
      </p:sp>
      <p:sp>
        <p:nvSpPr>
          <p:cNvPr id="47" name="正方形/長方形 46">
            <a:extLst>
              <a:ext uri="{FF2B5EF4-FFF2-40B4-BE49-F238E27FC236}">
                <a16:creationId xmlns:a16="http://schemas.microsoft.com/office/drawing/2014/main" id="{1A5E7ECF-4DAA-5DB1-830B-BE7B99390A29}"/>
              </a:ext>
            </a:extLst>
          </p:cNvPr>
          <p:cNvSpPr/>
          <p:nvPr/>
        </p:nvSpPr>
        <p:spPr bwMode="auto">
          <a:xfrm>
            <a:off x="5025008" y="3744731"/>
            <a:ext cx="4173788" cy="2780613"/>
          </a:xfrm>
          <a:prstGeom prst="rect">
            <a:avLst/>
          </a:prstGeom>
          <a:solidFill>
            <a:schemeClr val="accent1">
              <a:lumMod val="95000"/>
            </a:schemeClr>
          </a:solidFill>
          <a:ln w="12700" cap="flat" cmpd="sng" algn="ctr">
            <a:solidFill>
              <a:schemeClr val="tx1"/>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ja-JP" altLang="en-US" sz="1600" b="0"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rPr>
              <a:t>スケーリング時の構成設定</a:t>
            </a:r>
          </a:p>
        </p:txBody>
      </p:sp>
      <p:sp>
        <p:nvSpPr>
          <p:cNvPr id="27" name="タイトル 1">
            <a:extLst>
              <a:ext uri="{FF2B5EF4-FFF2-40B4-BE49-F238E27FC236}">
                <a16:creationId xmlns:a16="http://schemas.microsoft.com/office/drawing/2014/main" id="{48F80BE1-D063-4240-BFC7-C8D243720250}"/>
              </a:ext>
            </a:extLst>
          </p:cNvPr>
          <p:cNvSpPr txBox="1">
            <a:spLocks/>
          </p:cNvSpPr>
          <p:nvPr/>
        </p:nvSpPr>
        <p:spPr bwMode="auto">
          <a:xfrm>
            <a:off x="631222" y="201863"/>
            <a:ext cx="8642258" cy="50208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rtl="0" fontAlgn="base">
              <a:lnSpc>
                <a:spcPct val="90000"/>
              </a:lnSpc>
              <a:spcBef>
                <a:spcPct val="0"/>
              </a:spcBef>
              <a:spcAft>
                <a:spcPct val="0"/>
              </a:spcAft>
              <a:defRPr kumimoji="1" sz="2000">
                <a:solidFill>
                  <a:schemeClr val="tx2"/>
                </a:solidFill>
                <a:latin typeface="游明朝" panose="02020400000000000000" pitchFamily="18" charset="-128"/>
                <a:ea typeface="游明朝" panose="02020400000000000000" pitchFamily="18" charset="-128"/>
                <a:cs typeface="+mj-cs"/>
              </a:defRPr>
            </a:lvl1pPr>
            <a:lvl2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2pPr>
            <a:lvl3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3pPr>
            <a:lvl4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4pPr>
            <a:lvl5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5pPr>
            <a:lvl6pPr marL="4572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6pPr>
            <a:lvl7pPr marL="9144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7pPr>
            <a:lvl8pPr marL="13716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8pPr>
            <a:lvl9pPr marL="18288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9pPr>
          </a:lstStyle>
          <a:p>
            <a:pPr marL="0" indent="0" algn="l">
              <a:buNone/>
            </a:pPr>
            <a:r>
              <a:rPr lang="en-US" altLang="ja-JP" sz="3000" dirty="0">
                <a:solidFill>
                  <a:schemeClr val="tx1"/>
                </a:solidFill>
                <a:latin typeface="メイリオ" panose="020B0604030504040204" pitchFamily="50" charset="-128"/>
                <a:ea typeface="メイリオ" panose="020B0604030504040204" pitchFamily="50" charset="-128"/>
              </a:rPr>
              <a:t>Auto Scaling</a:t>
            </a:r>
            <a:r>
              <a:rPr lang="ja-JP" altLang="en-US" sz="3000" dirty="0">
                <a:solidFill>
                  <a:schemeClr val="tx1"/>
                </a:solidFill>
                <a:latin typeface="メイリオ" panose="020B0604030504040204" pitchFamily="50" charset="-128"/>
                <a:ea typeface="メイリオ" panose="020B0604030504040204" pitchFamily="50" charset="-128"/>
              </a:rPr>
              <a:t>グループの設定</a:t>
            </a:r>
            <a:endParaRPr lang="en-US" altLang="ja-JP" sz="3000" dirty="0">
              <a:solidFill>
                <a:schemeClr val="tx1"/>
              </a:solidFill>
              <a:latin typeface="メイリオ" panose="020B0604030504040204" pitchFamily="50" charset="-128"/>
              <a:ea typeface="メイリオ" panose="020B0604030504040204" pitchFamily="50" charset="-128"/>
            </a:endParaRPr>
          </a:p>
        </p:txBody>
      </p:sp>
      <p:sp>
        <p:nvSpPr>
          <p:cNvPr id="5" name="コンテンツ プレースホルダー 2">
            <a:extLst>
              <a:ext uri="{FF2B5EF4-FFF2-40B4-BE49-F238E27FC236}">
                <a16:creationId xmlns:a16="http://schemas.microsoft.com/office/drawing/2014/main" id="{4223C7E6-23C7-4433-B315-D26905B0474C}"/>
              </a:ext>
            </a:extLst>
          </p:cNvPr>
          <p:cNvSpPr txBox="1">
            <a:spLocks/>
          </p:cNvSpPr>
          <p:nvPr/>
        </p:nvSpPr>
        <p:spPr>
          <a:xfrm>
            <a:off x="631222" y="799401"/>
            <a:ext cx="8858282" cy="325343"/>
          </a:xfrm>
          <a:prstGeom prst="rect">
            <a:avLst/>
          </a:prstGeom>
        </p:spPr>
        <p:txBody>
          <a:bodyPr vert="horz" lIns="74295" tIns="37148" rIns="74295" bIns="37148" rtlCol="0">
            <a:noAutofit/>
          </a:bodyPr>
          <a:lstStyle>
            <a:lvl1pPr marL="228600" indent="-228600" algn="l" defTabSz="914400" rtl="0" eaLnBrk="1" latinLnBrk="0" hangingPunct="1">
              <a:lnSpc>
                <a:spcPct val="90000"/>
              </a:lnSpc>
              <a:spcBef>
                <a:spcPts val="1000"/>
              </a:spcBef>
              <a:buFont typeface="Wingdings 2" pitchFamily="18" charset="2"/>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2" pitchFamily="18" charset="2"/>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2" pitchFamily="18" charset="2"/>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5pPr>
            <a:lvl6pPr marL="25146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6pPr>
            <a:lvl7pPr marL="29718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7pPr>
            <a:lvl8pPr marL="34290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8pPr>
            <a:lvl9pPr marL="38862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9pPr>
          </a:lstStyle>
          <a:p>
            <a:pPr marL="0" indent="0">
              <a:buNone/>
            </a:pPr>
            <a:r>
              <a:rPr lang="ja-JP" altLang="en-US" sz="2400" kern="0" dirty="0">
                <a:solidFill>
                  <a:srgbClr val="002060"/>
                </a:solidFill>
                <a:latin typeface="メイリオ" panose="020B0604030504040204" pitchFamily="50" charset="-128"/>
                <a:ea typeface="メイリオ" panose="020B0604030504040204" pitchFamily="50" charset="-128"/>
              </a:rPr>
              <a:t>スケーリング対象やスケーリング方法を示した</a:t>
            </a:r>
            <a:r>
              <a:rPr lang="en-US" altLang="ja-JP" sz="2400" kern="0" dirty="0">
                <a:solidFill>
                  <a:srgbClr val="002060"/>
                </a:solidFill>
                <a:latin typeface="メイリオ" panose="020B0604030504040204" pitchFamily="50" charset="-128"/>
                <a:ea typeface="メイリオ" panose="020B0604030504040204" pitchFamily="50" charset="-128"/>
              </a:rPr>
              <a:t>Auto Scaling</a:t>
            </a:r>
            <a:r>
              <a:rPr lang="ja-JP" altLang="en-US" sz="2400" kern="0" dirty="0">
                <a:solidFill>
                  <a:srgbClr val="002060"/>
                </a:solidFill>
                <a:latin typeface="メイリオ" panose="020B0604030504040204" pitchFamily="50" charset="-128"/>
                <a:ea typeface="メイリオ" panose="020B0604030504040204" pitchFamily="50" charset="-128"/>
              </a:rPr>
              <a:t>グループを設定する。</a:t>
            </a:r>
            <a:endParaRPr lang="en-US" altLang="ja-JP" sz="2400" kern="0" dirty="0">
              <a:solidFill>
                <a:srgbClr val="002060"/>
              </a:solidFill>
              <a:latin typeface="メイリオ" panose="020B0604030504040204" pitchFamily="50" charset="-128"/>
              <a:ea typeface="メイリオ" panose="020B0604030504040204" pitchFamily="50" charset="-128"/>
            </a:endParaRPr>
          </a:p>
        </p:txBody>
      </p:sp>
      <p:sp>
        <p:nvSpPr>
          <p:cNvPr id="6" name="正方形/長方形 5">
            <a:extLst>
              <a:ext uri="{FF2B5EF4-FFF2-40B4-BE49-F238E27FC236}">
                <a16:creationId xmlns:a16="http://schemas.microsoft.com/office/drawing/2014/main" id="{66DC7426-3712-13C3-1B6A-7E07D175EF92}"/>
              </a:ext>
            </a:extLst>
          </p:cNvPr>
          <p:cNvSpPr/>
          <p:nvPr/>
        </p:nvSpPr>
        <p:spPr bwMode="auto">
          <a:xfrm>
            <a:off x="704528" y="1844824"/>
            <a:ext cx="8568952" cy="1512168"/>
          </a:xfrm>
          <a:prstGeom prst="rect">
            <a:avLst/>
          </a:prstGeom>
          <a:noFill/>
          <a:ln w="12700" cap="flat" cmpd="sng" algn="ctr">
            <a:solidFill>
              <a:schemeClr val="tx1"/>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ja-JP" sz="1600" b="0"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rPr>
              <a:t>ELB</a:t>
            </a:r>
            <a:r>
              <a:rPr kumimoji="1" lang="ja-JP" altLang="en-US" sz="1600" b="0"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rPr>
              <a:t>のターゲットグループ</a:t>
            </a:r>
          </a:p>
        </p:txBody>
      </p:sp>
      <p:pic>
        <p:nvPicPr>
          <p:cNvPr id="7" name="図 6" descr="音楽 が含まれている画像&#10;&#10;自動的に生成された説明">
            <a:extLst>
              <a:ext uri="{FF2B5EF4-FFF2-40B4-BE49-F238E27FC236}">
                <a16:creationId xmlns:a16="http://schemas.microsoft.com/office/drawing/2014/main" id="{5D896044-BF13-5A85-B5CD-B9793420E9D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49413" y="2034012"/>
            <a:ext cx="719411" cy="863293"/>
          </a:xfrm>
          <a:prstGeom prst="rect">
            <a:avLst/>
          </a:prstGeom>
        </p:spPr>
      </p:pic>
      <p:sp>
        <p:nvSpPr>
          <p:cNvPr id="8" name="テキスト ボックス 7">
            <a:extLst>
              <a:ext uri="{FF2B5EF4-FFF2-40B4-BE49-F238E27FC236}">
                <a16:creationId xmlns:a16="http://schemas.microsoft.com/office/drawing/2014/main" id="{DEFE3644-F1A3-4F1A-BF95-99DB8D056D89}"/>
              </a:ext>
            </a:extLst>
          </p:cNvPr>
          <p:cNvSpPr txBox="1"/>
          <p:nvPr/>
        </p:nvSpPr>
        <p:spPr>
          <a:xfrm>
            <a:off x="2718745" y="2907883"/>
            <a:ext cx="577402" cy="338554"/>
          </a:xfrm>
          <a:prstGeom prst="rect">
            <a:avLst/>
          </a:prstGeom>
          <a:noFill/>
        </p:spPr>
        <p:txBody>
          <a:bodyPr wrap="none" rtlCol="0">
            <a:spAutoFit/>
          </a:bodyPr>
          <a:lstStyle/>
          <a:p>
            <a:pPr algn="ctr"/>
            <a:r>
              <a:rPr kumimoji="1" lang="en-US" altLang="ja-JP" dirty="0">
                <a:latin typeface="メイリオ" panose="020B0604030504040204" pitchFamily="50" charset="-128"/>
                <a:ea typeface="メイリオ" panose="020B0604030504040204" pitchFamily="50" charset="-128"/>
              </a:rPr>
              <a:t>EC2</a:t>
            </a:r>
          </a:p>
        </p:txBody>
      </p:sp>
      <p:pic>
        <p:nvPicPr>
          <p:cNvPr id="9" name="図 8" descr="音楽 が含まれている画像&#10;&#10;自動的に生成された説明">
            <a:extLst>
              <a:ext uri="{FF2B5EF4-FFF2-40B4-BE49-F238E27FC236}">
                <a16:creationId xmlns:a16="http://schemas.microsoft.com/office/drawing/2014/main" id="{00BD776E-5183-DE71-2756-080DE6A9D58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18287" y="2659959"/>
            <a:ext cx="666750" cy="800100"/>
          </a:xfrm>
          <a:prstGeom prst="rect">
            <a:avLst/>
          </a:prstGeom>
        </p:spPr>
      </p:pic>
      <p:cxnSp>
        <p:nvCxnSpPr>
          <p:cNvPr id="10" name="直線コネクタ 9">
            <a:extLst>
              <a:ext uri="{FF2B5EF4-FFF2-40B4-BE49-F238E27FC236}">
                <a16:creationId xmlns:a16="http://schemas.microsoft.com/office/drawing/2014/main" id="{FFA392E7-9912-9FBE-CEA9-E5C23B164D69}"/>
              </a:ext>
            </a:extLst>
          </p:cNvPr>
          <p:cNvCxnSpPr>
            <a:cxnSpLocks/>
            <a:stCxn id="7" idx="3"/>
            <a:endCxn id="9" idx="1"/>
          </p:cNvCxnSpPr>
          <p:nvPr/>
        </p:nvCxnSpPr>
        <p:spPr bwMode="auto">
          <a:xfrm>
            <a:off x="3368824" y="2465659"/>
            <a:ext cx="1249463" cy="594350"/>
          </a:xfrm>
          <a:prstGeom prst="line">
            <a:avLst/>
          </a:prstGeom>
          <a:noFill/>
          <a:ln w="31750" cap="flat" cmpd="sng" algn="ctr">
            <a:solidFill>
              <a:srgbClr val="FF0000"/>
            </a:solidFill>
            <a:prstDash val="solid"/>
            <a:round/>
            <a:headEnd type="none" w="med" len="med"/>
            <a:tailEnd type="none" w="med" len="med"/>
          </a:ln>
          <a:effectLst/>
        </p:spPr>
      </p:cxnSp>
      <p:pic>
        <p:nvPicPr>
          <p:cNvPr id="13" name="図 12" descr="音楽 が含まれている画像&#10;&#10;自動的に生成された説明">
            <a:extLst>
              <a:ext uri="{FF2B5EF4-FFF2-40B4-BE49-F238E27FC236}">
                <a16:creationId xmlns:a16="http://schemas.microsoft.com/office/drawing/2014/main" id="{A7A92828-5DFE-D1C0-1D17-A6791783E7D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37845" y="2034012"/>
            <a:ext cx="719411" cy="863293"/>
          </a:xfrm>
          <a:prstGeom prst="rect">
            <a:avLst/>
          </a:prstGeom>
        </p:spPr>
      </p:pic>
      <p:sp>
        <p:nvSpPr>
          <p:cNvPr id="14" name="テキスト ボックス 13">
            <a:extLst>
              <a:ext uri="{FF2B5EF4-FFF2-40B4-BE49-F238E27FC236}">
                <a16:creationId xmlns:a16="http://schemas.microsoft.com/office/drawing/2014/main" id="{8707D337-C1A2-6844-44D1-9B0CAA953FFE}"/>
              </a:ext>
            </a:extLst>
          </p:cNvPr>
          <p:cNvSpPr txBox="1"/>
          <p:nvPr/>
        </p:nvSpPr>
        <p:spPr>
          <a:xfrm>
            <a:off x="6607177" y="2907883"/>
            <a:ext cx="577402" cy="338554"/>
          </a:xfrm>
          <a:prstGeom prst="rect">
            <a:avLst/>
          </a:prstGeom>
          <a:noFill/>
        </p:spPr>
        <p:txBody>
          <a:bodyPr wrap="none" rtlCol="0">
            <a:spAutoFit/>
          </a:bodyPr>
          <a:lstStyle/>
          <a:p>
            <a:pPr algn="ctr"/>
            <a:r>
              <a:rPr kumimoji="1" lang="en-US" altLang="ja-JP" dirty="0">
                <a:latin typeface="メイリオ" panose="020B0604030504040204" pitchFamily="50" charset="-128"/>
                <a:ea typeface="メイリオ" panose="020B0604030504040204" pitchFamily="50" charset="-128"/>
              </a:rPr>
              <a:t>EC2</a:t>
            </a:r>
          </a:p>
        </p:txBody>
      </p:sp>
      <p:cxnSp>
        <p:nvCxnSpPr>
          <p:cNvPr id="15" name="直線コネクタ 14">
            <a:extLst>
              <a:ext uri="{FF2B5EF4-FFF2-40B4-BE49-F238E27FC236}">
                <a16:creationId xmlns:a16="http://schemas.microsoft.com/office/drawing/2014/main" id="{A8BAF9E9-8AA2-17E3-BB8A-27E35F919922}"/>
              </a:ext>
            </a:extLst>
          </p:cNvPr>
          <p:cNvCxnSpPr>
            <a:cxnSpLocks/>
            <a:stCxn id="13" idx="1"/>
            <a:endCxn id="9" idx="3"/>
          </p:cNvCxnSpPr>
          <p:nvPr/>
        </p:nvCxnSpPr>
        <p:spPr bwMode="auto">
          <a:xfrm flipH="1">
            <a:off x="5285037" y="2465659"/>
            <a:ext cx="1252808" cy="594350"/>
          </a:xfrm>
          <a:prstGeom prst="line">
            <a:avLst/>
          </a:prstGeom>
          <a:noFill/>
          <a:ln w="31750" cap="flat" cmpd="sng" algn="ctr">
            <a:solidFill>
              <a:srgbClr val="FF0000"/>
            </a:solidFill>
            <a:prstDash val="solid"/>
            <a:round/>
            <a:headEnd type="none" w="med" len="med"/>
            <a:tailEnd type="none" w="med" len="med"/>
          </a:ln>
          <a:effectLst/>
        </p:spPr>
      </p:cxnSp>
      <p:sp>
        <p:nvSpPr>
          <p:cNvPr id="22" name="テキスト ボックス 21">
            <a:extLst>
              <a:ext uri="{FF2B5EF4-FFF2-40B4-BE49-F238E27FC236}">
                <a16:creationId xmlns:a16="http://schemas.microsoft.com/office/drawing/2014/main" id="{B1BFE8DB-E34B-52C7-D3F9-62DE81AA26C2}"/>
              </a:ext>
            </a:extLst>
          </p:cNvPr>
          <p:cNvSpPr txBox="1"/>
          <p:nvPr/>
        </p:nvSpPr>
        <p:spPr>
          <a:xfrm>
            <a:off x="4660145" y="2441639"/>
            <a:ext cx="562975" cy="338554"/>
          </a:xfrm>
          <a:prstGeom prst="rect">
            <a:avLst/>
          </a:prstGeom>
          <a:noFill/>
        </p:spPr>
        <p:txBody>
          <a:bodyPr wrap="none" rtlCol="0">
            <a:spAutoFit/>
          </a:bodyPr>
          <a:lstStyle/>
          <a:p>
            <a:pPr algn="ctr"/>
            <a:r>
              <a:rPr kumimoji="1" lang="en-US" altLang="ja-JP" dirty="0">
                <a:latin typeface="メイリオ" panose="020B0604030504040204" pitchFamily="50" charset="-128"/>
                <a:ea typeface="メイリオ" panose="020B0604030504040204" pitchFamily="50" charset="-128"/>
              </a:rPr>
              <a:t>ELB</a:t>
            </a:r>
          </a:p>
        </p:txBody>
      </p:sp>
      <p:sp>
        <p:nvSpPr>
          <p:cNvPr id="24" name="Arrow: Right 33">
            <a:extLst>
              <a:ext uri="{FF2B5EF4-FFF2-40B4-BE49-F238E27FC236}">
                <a16:creationId xmlns:a16="http://schemas.microsoft.com/office/drawing/2014/main" id="{948DBD43-4FDA-9C89-28CA-79FDB6B37A7F}"/>
              </a:ext>
            </a:extLst>
          </p:cNvPr>
          <p:cNvSpPr/>
          <p:nvPr/>
        </p:nvSpPr>
        <p:spPr bwMode="auto">
          <a:xfrm rot="16200000">
            <a:off x="4843650" y="2804623"/>
            <a:ext cx="216024" cy="1296144"/>
          </a:xfrm>
          <a:prstGeom prst="rightArrow">
            <a:avLst/>
          </a:prstGeom>
          <a:solidFill>
            <a:schemeClr val="accent2"/>
          </a:solidFill>
          <a:ln w="12700" cap="flat" cmpd="sng" algn="ctr">
            <a:solidFill>
              <a:schemeClr val="accent2"/>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ja-JP" altLang="en-US" sz="1600" b="0" i="0" u="none" strike="noStrike" cap="none" normalizeH="0" baseline="0">
              <a:ln>
                <a:noFill/>
              </a:ln>
              <a:solidFill>
                <a:schemeClr val="tx1"/>
              </a:solidFill>
              <a:effectLst/>
              <a:latin typeface="ＭＳ Ｐゴシック" pitchFamily="50" charset="-128"/>
              <a:ea typeface="ＭＳ Ｐゴシック" pitchFamily="50" charset="-128"/>
            </a:endParaRPr>
          </a:p>
        </p:txBody>
      </p:sp>
      <p:sp>
        <p:nvSpPr>
          <p:cNvPr id="28" name="テキスト ボックス 27">
            <a:extLst>
              <a:ext uri="{FF2B5EF4-FFF2-40B4-BE49-F238E27FC236}">
                <a16:creationId xmlns:a16="http://schemas.microsoft.com/office/drawing/2014/main" id="{C10C9BE3-F691-8BB5-1F4C-A578B22DBF97}"/>
              </a:ext>
            </a:extLst>
          </p:cNvPr>
          <p:cNvSpPr txBox="1"/>
          <p:nvPr/>
        </p:nvSpPr>
        <p:spPr>
          <a:xfrm>
            <a:off x="7578950" y="2907883"/>
            <a:ext cx="577402" cy="338554"/>
          </a:xfrm>
          <a:prstGeom prst="rect">
            <a:avLst/>
          </a:prstGeom>
          <a:noFill/>
        </p:spPr>
        <p:txBody>
          <a:bodyPr wrap="none" rtlCol="0">
            <a:spAutoFit/>
          </a:bodyPr>
          <a:lstStyle/>
          <a:p>
            <a:pPr algn="ctr"/>
            <a:r>
              <a:rPr kumimoji="1" lang="en-US" altLang="ja-JP" dirty="0">
                <a:latin typeface="メイリオ" panose="020B0604030504040204" pitchFamily="50" charset="-128"/>
                <a:ea typeface="メイリオ" panose="020B0604030504040204" pitchFamily="50" charset="-128"/>
              </a:rPr>
              <a:t>EC2</a:t>
            </a:r>
          </a:p>
        </p:txBody>
      </p:sp>
      <p:sp>
        <p:nvSpPr>
          <p:cNvPr id="30" name="テキスト ボックス 29">
            <a:extLst>
              <a:ext uri="{FF2B5EF4-FFF2-40B4-BE49-F238E27FC236}">
                <a16:creationId xmlns:a16="http://schemas.microsoft.com/office/drawing/2014/main" id="{A1CD833E-F7F1-ED9D-F186-2B2EEC604DC9}"/>
              </a:ext>
            </a:extLst>
          </p:cNvPr>
          <p:cNvSpPr txBox="1"/>
          <p:nvPr/>
        </p:nvSpPr>
        <p:spPr>
          <a:xfrm>
            <a:off x="8522568" y="2907883"/>
            <a:ext cx="577402" cy="338554"/>
          </a:xfrm>
          <a:prstGeom prst="rect">
            <a:avLst/>
          </a:prstGeom>
          <a:noFill/>
        </p:spPr>
        <p:txBody>
          <a:bodyPr wrap="none" rtlCol="0">
            <a:spAutoFit/>
          </a:bodyPr>
          <a:lstStyle/>
          <a:p>
            <a:pPr algn="ctr"/>
            <a:r>
              <a:rPr kumimoji="1" lang="en-US" altLang="ja-JP" dirty="0">
                <a:latin typeface="メイリオ" panose="020B0604030504040204" pitchFamily="50" charset="-128"/>
                <a:ea typeface="メイリオ" panose="020B0604030504040204" pitchFamily="50" charset="-128"/>
              </a:rPr>
              <a:t>EC2</a:t>
            </a:r>
          </a:p>
        </p:txBody>
      </p:sp>
      <p:sp>
        <p:nvSpPr>
          <p:cNvPr id="31" name="正方形/長方形 30">
            <a:extLst>
              <a:ext uri="{FF2B5EF4-FFF2-40B4-BE49-F238E27FC236}">
                <a16:creationId xmlns:a16="http://schemas.microsoft.com/office/drawing/2014/main" id="{94540FA9-9D3C-6069-45B2-23166DAE2CD3}"/>
              </a:ext>
            </a:extLst>
          </p:cNvPr>
          <p:cNvSpPr/>
          <p:nvPr/>
        </p:nvSpPr>
        <p:spPr bwMode="auto">
          <a:xfrm>
            <a:off x="7473280" y="2132856"/>
            <a:ext cx="792088" cy="671960"/>
          </a:xfrm>
          <a:prstGeom prst="rect">
            <a:avLst/>
          </a:prstGeom>
          <a:solidFill>
            <a:schemeClr val="accent2">
              <a:lumMod val="20000"/>
              <a:lumOff val="80000"/>
            </a:schemeClr>
          </a:solidFill>
          <a:ln w="12700" cap="flat" cmpd="sng" algn="ctr">
            <a:solidFill>
              <a:schemeClr val="tx1"/>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1" lang="ja-JP" altLang="en-US" sz="1200" b="0"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rPr>
              <a:t>スケーリングインスタンス</a:t>
            </a:r>
          </a:p>
        </p:txBody>
      </p:sp>
      <p:sp>
        <p:nvSpPr>
          <p:cNvPr id="34" name="正方形/長方形 33">
            <a:extLst>
              <a:ext uri="{FF2B5EF4-FFF2-40B4-BE49-F238E27FC236}">
                <a16:creationId xmlns:a16="http://schemas.microsoft.com/office/drawing/2014/main" id="{6AF0730B-B822-B6FB-E350-A0739B10D423}"/>
              </a:ext>
            </a:extLst>
          </p:cNvPr>
          <p:cNvSpPr/>
          <p:nvPr/>
        </p:nvSpPr>
        <p:spPr bwMode="auto">
          <a:xfrm>
            <a:off x="8406708" y="2132856"/>
            <a:ext cx="792088" cy="671960"/>
          </a:xfrm>
          <a:prstGeom prst="rect">
            <a:avLst/>
          </a:prstGeom>
          <a:solidFill>
            <a:schemeClr val="accent2">
              <a:lumMod val="20000"/>
              <a:lumOff val="80000"/>
            </a:schemeClr>
          </a:solidFill>
          <a:ln w="12700" cap="flat" cmpd="sng" algn="ctr">
            <a:solidFill>
              <a:schemeClr val="tx1"/>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1" lang="ja-JP" altLang="en-US" sz="1200" b="0"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rPr>
              <a:t>スケーリングインスタンス</a:t>
            </a:r>
          </a:p>
        </p:txBody>
      </p:sp>
      <p:sp>
        <p:nvSpPr>
          <p:cNvPr id="35" name="正方形/長方形 34">
            <a:extLst>
              <a:ext uri="{FF2B5EF4-FFF2-40B4-BE49-F238E27FC236}">
                <a16:creationId xmlns:a16="http://schemas.microsoft.com/office/drawing/2014/main" id="{4BA61782-6F7B-FC6F-A9FD-1E3141B0D834}"/>
              </a:ext>
            </a:extLst>
          </p:cNvPr>
          <p:cNvSpPr/>
          <p:nvPr/>
        </p:nvSpPr>
        <p:spPr bwMode="auto">
          <a:xfrm>
            <a:off x="7450571" y="5401797"/>
            <a:ext cx="792088" cy="671960"/>
          </a:xfrm>
          <a:prstGeom prst="rect">
            <a:avLst/>
          </a:prstGeom>
          <a:solidFill>
            <a:schemeClr val="accent2">
              <a:lumMod val="20000"/>
              <a:lumOff val="80000"/>
            </a:schemeClr>
          </a:solidFill>
          <a:ln w="12700" cap="flat" cmpd="sng" algn="ctr">
            <a:solidFill>
              <a:schemeClr val="tx1"/>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1" lang="ja-JP" altLang="en-US" sz="1200" b="0"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rPr>
              <a:t>スケーリングインスタンス</a:t>
            </a:r>
          </a:p>
        </p:txBody>
      </p:sp>
      <p:sp>
        <p:nvSpPr>
          <p:cNvPr id="36" name="正方形/長方形 35">
            <a:extLst>
              <a:ext uri="{FF2B5EF4-FFF2-40B4-BE49-F238E27FC236}">
                <a16:creationId xmlns:a16="http://schemas.microsoft.com/office/drawing/2014/main" id="{C650877B-C60A-59B5-FC1D-843AD1CE49A6}"/>
              </a:ext>
            </a:extLst>
          </p:cNvPr>
          <p:cNvSpPr/>
          <p:nvPr/>
        </p:nvSpPr>
        <p:spPr bwMode="auto">
          <a:xfrm>
            <a:off x="8383999" y="5401797"/>
            <a:ext cx="792088" cy="671960"/>
          </a:xfrm>
          <a:prstGeom prst="rect">
            <a:avLst/>
          </a:prstGeom>
          <a:solidFill>
            <a:schemeClr val="accent2">
              <a:lumMod val="20000"/>
              <a:lumOff val="80000"/>
            </a:schemeClr>
          </a:solidFill>
          <a:ln w="12700" cap="flat" cmpd="sng" algn="ctr">
            <a:solidFill>
              <a:schemeClr val="tx1"/>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1" lang="ja-JP" altLang="en-US" sz="1200" b="0"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rPr>
              <a:t>スケーリングインスタンス</a:t>
            </a:r>
          </a:p>
        </p:txBody>
      </p:sp>
      <p:pic>
        <p:nvPicPr>
          <p:cNvPr id="38" name="図 37" descr="音楽 が含まれている画像&#10;&#10;自動的に生成された説明">
            <a:extLst>
              <a:ext uri="{FF2B5EF4-FFF2-40B4-BE49-F238E27FC236}">
                <a16:creationId xmlns:a16="http://schemas.microsoft.com/office/drawing/2014/main" id="{E3740C31-CFC7-1D63-679A-28D29DBD44B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18114" y="5302829"/>
            <a:ext cx="719411" cy="863293"/>
          </a:xfrm>
          <a:prstGeom prst="rect">
            <a:avLst/>
          </a:prstGeom>
        </p:spPr>
      </p:pic>
      <p:pic>
        <p:nvPicPr>
          <p:cNvPr id="39" name="図 38" descr="音楽 が含まれている画像&#10;&#10;自動的に生成された説明">
            <a:extLst>
              <a:ext uri="{FF2B5EF4-FFF2-40B4-BE49-F238E27FC236}">
                <a16:creationId xmlns:a16="http://schemas.microsoft.com/office/drawing/2014/main" id="{F177E965-2E7E-DA98-4944-A9338F1DA94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85048" y="5302829"/>
            <a:ext cx="719411" cy="863293"/>
          </a:xfrm>
          <a:prstGeom prst="rect">
            <a:avLst/>
          </a:prstGeom>
        </p:spPr>
      </p:pic>
      <p:sp>
        <p:nvSpPr>
          <p:cNvPr id="41" name="右中かっこ 40">
            <a:extLst>
              <a:ext uri="{FF2B5EF4-FFF2-40B4-BE49-F238E27FC236}">
                <a16:creationId xmlns:a16="http://schemas.microsoft.com/office/drawing/2014/main" id="{B054A33E-E653-F9FF-AAFB-95BB8EB7CACE}"/>
              </a:ext>
            </a:extLst>
          </p:cNvPr>
          <p:cNvSpPr/>
          <p:nvPr/>
        </p:nvSpPr>
        <p:spPr bwMode="auto">
          <a:xfrm rot="16200000">
            <a:off x="6990828" y="2261318"/>
            <a:ext cx="697442" cy="3673076"/>
          </a:xfrm>
          <a:prstGeom prst="rightBrace">
            <a:avLst>
              <a:gd name="adj1" fmla="val 8333"/>
              <a:gd name="adj2" fmla="val 75695"/>
            </a:avLst>
          </a:prstGeom>
          <a:noFill/>
          <a:ln w="12700" cap="flat" cmpd="sng" algn="ctr">
            <a:solidFill>
              <a:schemeClr val="tx1"/>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ja-JP" altLang="en-US" sz="1600" b="0" i="0" u="none" strike="noStrike" cap="none" normalizeH="0" baseline="0">
              <a:ln>
                <a:noFill/>
              </a:ln>
              <a:solidFill>
                <a:schemeClr val="tx1"/>
              </a:solidFill>
              <a:effectLst/>
              <a:latin typeface="メイリオ" panose="020B0604030504040204" pitchFamily="50" charset="-128"/>
              <a:ea typeface="メイリオ" panose="020B0604030504040204" pitchFamily="50" charset="-128"/>
            </a:endParaRPr>
          </a:p>
        </p:txBody>
      </p:sp>
      <p:sp>
        <p:nvSpPr>
          <p:cNvPr id="42" name="右中かっこ 41">
            <a:extLst>
              <a:ext uri="{FF2B5EF4-FFF2-40B4-BE49-F238E27FC236}">
                <a16:creationId xmlns:a16="http://schemas.microsoft.com/office/drawing/2014/main" id="{083E29CC-D583-FA31-66E3-BE01A9AC3597}"/>
              </a:ext>
            </a:extLst>
          </p:cNvPr>
          <p:cNvSpPr/>
          <p:nvPr/>
        </p:nvSpPr>
        <p:spPr bwMode="auto">
          <a:xfrm rot="16200000">
            <a:off x="6098816" y="3758441"/>
            <a:ext cx="442908" cy="1634512"/>
          </a:xfrm>
          <a:prstGeom prst="rightBrace">
            <a:avLst>
              <a:gd name="adj1" fmla="val 8333"/>
              <a:gd name="adj2" fmla="val 75695"/>
            </a:avLst>
          </a:prstGeom>
          <a:noFill/>
          <a:ln w="12700" cap="flat" cmpd="sng" algn="ctr">
            <a:solidFill>
              <a:schemeClr val="tx1"/>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ja-JP" altLang="en-US" sz="1600" b="0" i="0" u="none" strike="noStrike" cap="none" normalizeH="0" baseline="0">
              <a:ln>
                <a:noFill/>
              </a:ln>
              <a:solidFill>
                <a:schemeClr val="tx1"/>
              </a:solidFill>
              <a:effectLst/>
              <a:latin typeface="メイリオ" panose="020B0604030504040204" pitchFamily="50" charset="-128"/>
              <a:ea typeface="メイリオ" panose="020B0604030504040204" pitchFamily="50" charset="-128"/>
            </a:endParaRPr>
          </a:p>
        </p:txBody>
      </p:sp>
      <p:sp>
        <p:nvSpPr>
          <p:cNvPr id="43" name="右中かっこ 42">
            <a:extLst>
              <a:ext uri="{FF2B5EF4-FFF2-40B4-BE49-F238E27FC236}">
                <a16:creationId xmlns:a16="http://schemas.microsoft.com/office/drawing/2014/main" id="{DA18670D-9C1E-3B8C-662B-2D88A9AB2D1D}"/>
              </a:ext>
            </a:extLst>
          </p:cNvPr>
          <p:cNvSpPr/>
          <p:nvPr/>
        </p:nvSpPr>
        <p:spPr bwMode="auto">
          <a:xfrm rot="16200000">
            <a:off x="5466991" y="4560650"/>
            <a:ext cx="615222" cy="805069"/>
          </a:xfrm>
          <a:prstGeom prst="rightBrace">
            <a:avLst>
              <a:gd name="adj1" fmla="val 8333"/>
              <a:gd name="adj2" fmla="val 41851"/>
            </a:avLst>
          </a:prstGeom>
          <a:noFill/>
          <a:ln w="12700" cap="flat" cmpd="sng" algn="ctr">
            <a:solidFill>
              <a:schemeClr val="tx1"/>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ja-JP" altLang="en-US" sz="1600" b="0" i="0" u="none" strike="noStrike" cap="none" normalizeH="0" baseline="0">
              <a:ln>
                <a:noFill/>
              </a:ln>
              <a:solidFill>
                <a:schemeClr val="tx1"/>
              </a:solidFill>
              <a:effectLst/>
              <a:latin typeface="メイリオ" panose="020B0604030504040204" pitchFamily="50" charset="-128"/>
              <a:ea typeface="メイリオ" panose="020B0604030504040204" pitchFamily="50" charset="-128"/>
            </a:endParaRPr>
          </a:p>
        </p:txBody>
      </p:sp>
      <p:sp>
        <p:nvSpPr>
          <p:cNvPr id="44" name="テキスト ボックス 43">
            <a:extLst>
              <a:ext uri="{FF2B5EF4-FFF2-40B4-BE49-F238E27FC236}">
                <a16:creationId xmlns:a16="http://schemas.microsoft.com/office/drawing/2014/main" id="{AB91933D-6E10-2D3C-7AD5-CECEB916FE11}"/>
              </a:ext>
            </a:extLst>
          </p:cNvPr>
          <p:cNvSpPr txBox="1"/>
          <p:nvPr/>
        </p:nvSpPr>
        <p:spPr>
          <a:xfrm>
            <a:off x="5497810" y="4108023"/>
            <a:ext cx="3518912" cy="246221"/>
          </a:xfrm>
          <a:prstGeom prst="rect">
            <a:avLst/>
          </a:prstGeom>
          <a:noFill/>
        </p:spPr>
        <p:txBody>
          <a:bodyPr wrap="none" rtlCol="0">
            <a:spAutoFit/>
          </a:bodyPr>
          <a:lstStyle/>
          <a:p>
            <a:pPr algn="ctr"/>
            <a:r>
              <a:rPr kumimoji="1" lang="ja-JP" altLang="en-US" sz="1000" b="1" dirty="0">
                <a:latin typeface="メイリオ" panose="020B0604030504040204" pitchFamily="50" charset="-128"/>
                <a:ea typeface="メイリオ" panose="020B0604030504040204" pitchFamily="50" charset="-128"/>
              </a:rPr>
              <a:t>最大キャパシティ（スケールアウト時のインスタンス数）</a:t>
            </a:r>
            <a:endParaRPr kumimoji="1" lang="en-US" altLang="ja-JP" sz="1000" b="1" dirty="0">
              <a:latin typeface="メイリオ" panose="020B0604030504040204" pitchFamily="50" charset="-128"/>
              <a:ea typeface="メイリオ" panose="020B0604030504040204" pitchFamily="50" charset="-128"/>
            </a:endParaRPr>
          </a:p>
        </p:txBody>
      </p:sp>
      <p:sp>
        <p:nvSpPr>
          <p:cNvPr id="45" name="テキスト ボックス 44">
            <a:extLst>
              <a:ext uri="{FF2B5EF4-FFF2-40B4-BE49-F238E27FC236}">
                <a16:creationId xmlns:a16="http://schemas.microsoft.com/office/drawing/2014/main" id="{1B05860D-FC2C-8A9F-83FA-D97298DC46D2}"/>
              </a:ext>
            </a:extLst>
          </p:cNvPr>
          <p:cNvSpPr txBox="1"/>
          <p:nvPr/>
        </p:nvSpPr>
        <p:spPr>
          <a:xfrm>
            <a:off x="5236842" y="4636778"/>
            <a:ext cx="3433440" cy="246221"/>
          </a:xfrm>
          <a:prstGeom prst="rect">
            <a:avLst/>
          </a:prstGeom>
          <a:noFill/>
        </p:spPr>
        <p:txBody>
          <a:bodyPr wrap="square" rtlCol="0">
            <a:spAutoFit/>
          </a:bodyPr>
          <a:lstStyle/>
          <a:p>
            <a:pPr algn="ctr"/>
            <a:r>
              <a:rPr kumimoji="1" lang="ja-JP" altLang="en-US" sz="1000" b="1" dirty="0">
                <a:latin typeface="メイリオ" panose="020B0604030504040204" pitchFamily="50" charset="-128"/>
                <a:ea typeface="メイリオ" panose="020B0604030504040204" pitchFamily="50" charset="-128"/>
              </a:rPr>
              <a:t>希望キャパシティ（常設のインスタンス数）</a:t>
            </a:r>
            <a:endParaRPr kumimoji="1" lang="en-US" altLang="ja-JP" sz="1000" b="1" dirty="0">
              <a:latin typeface="メイリオ" panose="020B0604030504040204" pitchFamily="50" charset="-128"/>
              <a:ea typeface="メイリオ" panose="020B0604030504040204" pitchFamily="50" charset="-128"/>
            </a:endParaRPr>
          </a:p>
        </p:txBody>
      </p:sp>
      <p:sp>
        <p:nvSpPr>
          <p:cNvPr id="46" name="テキスト ボックス 45">
            <a:extLst>
              <a:ext uri="{FF2B5EF4-FFF2-40B4-BE49-F238E27FC236}">
                <a16:creationId xmlns:a16="http://schemas.microsoft.com/office/drawing/2014/main" id="{2428C8DF-E0C1-1F1E-67D1-408488186337}"/>
              </a:ext>
            </a:extLst>
          </p:cNvPr>
          <p:cNvSpPr txBox="1"/>
          <p:nvPr/>
        </p:nvSpPr>
        <p:spPr>
          <a:xfrm>
            <a:off x="5348798" y="5043370"/>
            <a:ext cx="3924682" cy="246221"/>
          </a:xfrm>
          <a:prstGeom prst="rect">
            <a:avLst/>
          </a:prstGeom>
          <a:noFill/>
        </p:spPr>
        <p:txBody>
          <a:bodyPr wrap="square" rtlCol="0">
            <a:spAutoFit/>
          </a:bodyPr>
          <a:lstStyle/>
          <a:p>
            <a:pPr algn="ctr"/>
            <a:r>
              <a:rPr lang="ja-JP" altLang="en-US" sz="1000" b="1" dirty="0">
                <a:latin typeface="メイリオ" panose="020B0604030504040204" pitchFamily="50" charset="-128"/>
                <a:ea typeface="メイリオ" panose="020B0604030504040204" pitchFamily="50" charset="-128"/>
              </a:rPr>
              <a:t>最小</a:t>
            </a:r>
            <a:r>
              <a:rPr kumimoji="1" lang="ja-JP" altLang="en-US" sz="1000" b="1" dirty="0">
                <a:latin typeface="メイリオ" panose="020B0604030504040204" pitchFamily="50" charset="-128"/>
                <a:ea typeface="メイリオ" panose="020B0604030504040204" pitchFamily="50" charset="-128"/>
              </a:rPr>
              <a:t>キャパシティ（負荷が減った場合の最小インスタンス数）</a:t>
            </a:r>
            <a:endParaRPr kumimoji="1" lang="en-US" altLang="ja-JP" sz="1000" b="1" dirty="0">
              <a:latin typeface="メイリオ" panose="020B0604030504040204" pitchFamily="50" charset="-128"/>
              <a:ea typeface="メイリオ" panose="020B0604030504040204" pitchFamily="50" charset="-128"/>
            </a:endParaRPr>
          </a:p>
        </p:txBody>
      </p:sp>
      <p:sp>
        <p:nvSpPr>
          <p:cNvPr id="50" name="正方形/長方形 49">
            <a:extLst>
              <a:ext uri="{FF2B5EF4-FFF2-40B4-BE49-F238E27FC236}">
                <a16:creationId xmlns:a16="http://schemas.microsoft.com/office/drawing/2014/main" id="{E3D05C34-87BF-9113-33BF-6675D09AE994}"/>
              </a:ext>
            </a:extLst>
          </p:cNvPr>
          <p:cNvSpPr/>
          <p:nvPr/>
        </p:nvSpPr>
        <p:spPr bwMode="auto">
          <a:xfrm>
            <a:off x="795601" y="3744731"/>
            <a:ext cx="4173788" cy="2780613"/>
          </a:xfrm>
          <a:prstGeom prst="rect">
            <a:avLst/>
          </a:prstGeom>
          <a:solidFill>
            <a:schemeClr val="accent1">
              <a:lumMod val="95000"/>
            </a:schemeClr>
          </a:solidFill>
          <a:ln w="12700" cap="flat" cmpd="sng" algn="ctr">
            <a:solidFill>
              <a:schemeClr val="tx1"/>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ja-JP" altLang="en-US" sz="1600" b="0"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rPr>
              <a:t>スケーリング方式の設定</a:t>
            </a:r>
            <a:endParaRPr kumimoji="1" lang="en-US" altLang="ja-JP" sz="1600" b="0"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endParaRPr>
          </a:p>
          <a:p>
            <a:pPr marL="0" marR="0" indent="0" algn="ctr" defTabSz="914400" rtl="0" eaLnBrk="1" fontAlgn="base" latinLnBrk="0" hangingPunct="1">
              <a:lnSpc>
                <a:spcPct val="100000"/>
              </a:lnSpc>
              <a:spcBef>
                <a:spcPct val="0"/>
              </a:spcBef>
              <a:spcAft>
                <a:spcPct val="0"/>
              </a:spcAft>
              <a:buClrTx/>
              <a:buSzTx/>
              <a:buFontTx/>
              <a:buNone/>
              <a:tabLst/>
            </a:pPr>
            <a:endParaRPr lang="en-US" altLang="ja-JP" dirty="0">
              <a:latin typeface="メイリオ" panose="020B0604030504040204" pitchFamily="50" charset="-128"/>
              <a:ea typeface="メイリオ" panose="020B0604030504040204" pitchFamily="50" charset="-128"/>
            </a:endParaRPr>
          </a:p>
          <a:p>
            <a:pPr marL="285750" marR="0" indent="-285750" defTabSz="914400" rtl="0" eaLnBrk="1" fontAlgn="base" latinLnBrk="0" hangingPunct="1">
              <a:lnSpc>
                <a:spcPct val="100000"/>
              </a:lnSpc>
              <a:spcBef>
                <a:spcPct val="0"/>
              </a:spcBef>
              <a:spcAft>
                <a:spcPct val="0"/>
              </a:spcAft>
              <a:buClrTx/>
              <a:buSzTx/>
              <a:buFont typeface="Arial" panose="020B0604020202020204" pitchFamily="34" charset="0"/>
              <a:buChar char="•"/>
              <a:tabLst/>
            </a:pPr>
            <a:r>
              <a:rPr kumimoji="1" lang="ja-JP" altLang="en-US" sz="1600" b="0"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rPr>
              <a:t>スケーリングポリシーの設定</a:t>
            </a:r>
            <a:endParaRPr kumimoji="1" lang="en-US" altLang="ja-JP" sz="1600" b="0"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endParaRPr>
          </a:p>
          <a:p>
            <a:pPr marL="285750" marR="0" indent="-285750" defTabSz="914400" rtl="0" eaLnBrk="1" fontAlgn="base" latinLnBrk="0" hangingPunct="1">
              <a:lnSpc>
                <a:spcPct val="100000"/>
              </a:lnSpc>
              <a:spcBef>
                <a:spcPct val="0"/>
              </a:spcBef>
              <a:spcAft>
                <a:spcPct val="0"/>
              </a:spcAft>
              <a:buClrTx/>
              <a:buSzTx/>
              <a:buFont typeface="Arial" panose="020B0604020202020204" pitchFamily="34" charset="0"/>
              <a:buChar char="•"/>
              <a:tabLst/>
            </a:pPr>
            <a:r>
              <a:rPr lang="ja-JP" altLang="en-US" dirty="0">
                <a:latin typeface="メイリオ" panose="020B0604030504040204" pitchFamily="50" charset="-128"/>
                <a:ea typeface="メイリオ" panose="020B0604030504040204" pitchFamily="50" charset="-128"/>
              </a:rPr>
              <a:t>終了ポリシーの設定</a:t>
            </a:r>
            <a:endParaRPr lang="en-US" altLang="ja-JP" dirty="0">
              <a:latin typeface="メイリオ" panose="020B0604030504040204" pitchFamily="50" charset="-128"/>
              <a:ea typeface="メイリオ" panose="020B0604030504040204" pitchFamily="50" charset="-128"/>
            </a:endParaRPr>
          </a:p>
          <a:p>
            <a:pPr marL="285750" marR="0" indent="-285750" defTabSz="914400" rtl="0" eaLnBrk="1" fontAlgn="base" latinLnBrk="0" hangingPunct="1">
              <a:lnSpc>
                <a:spcPct val="100000"/>
              </a:lnSpc>
              <a:spcBef>
                <a:spcPct val="0"/>
              </a:spcBef>
              <a:spcAft>
                <a:spcPct val="0"/>
              </a:spcAft>
              <a:buClrTx/>
              <a:buSzTx/>
              <a:buFont typeface="Arial" panose="020B0604020202020204" pitchFamily="34" charset="0"/>
              <a:buChar char="•"/>
              <a:tabLst/>
            </a:pPr>
            <a:r>
              <a:rPr kumimoji="1" lang="ja-JP" altLang="en-US" b="0"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rPr>
              <a:t>モニタリング方法の設定</a:t>
            </a:r>
            <a:endParaRPr lang="en-US" altLang="ja-JP" dirty="0">
              <a:latin typeface="メイリオ" panose="020B0604030504040204" pitchFamily="50" charset="-128"/>
              <a:ea typeface="メイリオ" panose="020B0604030504040204" pitchFamily="50" charset="-128"/>
            </a:endParaRPr>
          </a:p>
          <a:p>
            <a:pPr marL="742950" lvl="1" indent="-285750">
              <a:buFont typeface="Arial" panose="020B0604020202020204" pitchFamily="34" charset="0"/>
              <a:buChar char="•"/>
            </a:pPr>
            <a:r>
              <a:rPr kumimoji="1" lang="en-US" altLang="ja-JP" b="0"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rPr>
              <a:t>ELB</a:t>
            </a:r>
            <a:r>
              <a:rPr kumimoji="1" lang="ja-JP" altLang="en-US" b="0"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rPr>
              <a:t>のヘルスチェックを利用</a:t>
            </a:r>
            <a:endParaRPr lang="en-US" altLang="ja-JP" dirty="0">
              <a:latin typeface="メイリオ" panose="020B0604030504040204" pitchFamily="50" charset="-128"/>
              <a:ea typeface="メイリオ" panose="020B0604030504040204" pitchFamily="50" charset="-128"/>
            </a:endParaRPr>
          </a:p>
          <a:p>
            <a:pPr marL="742950" lvl="1" indent="-285750">
              <a:buFont typeface="Arial" panose="020B0604020202020204" pitchFamily="34" charset="0"/>
              <a:buChar char="•"/>
            </a:pPr>
            <a:r>
              <a:rPr lang="en-US" altLang="ja-JP" dirty="0">
                <a:latin typeface="メイリオ" panose="020B0604030504040204" pitchFamily="50" charset="-128"/>
                <a:ea typeface="メイリオ" panose="020B0604030504040204" pitchFamily="50" charset="-128"/>
              </a:rPr>
              <a:t>EC2</a:t>
            </a:r>
            <a:r>
              <a:rPr lang="ja-JP" altLang="en-US" dirty="0">
                <a:latin typeface="メイリオ" panose="020B0604030504040204" pitchFamily="50" charset="-128"/>
                <a:ea typeface="メイリオ" panose="020B0604030504040204" pitchFamily="50" charset="-128"/>
              </a:rPr>
              <a:t>の稼働情報を利用</a:t>
            </a:r>
            <a:endParaRPr lang="en-US" altLang="ja-JP" dirty="0">
              <a:latin typeface="メイリオ" panose="020B0604030504040204" pitchFamily="50" charset="-128"/>
              <a:ea typeface="メイリオ" panose="020B0604030504040204" pitchFamily="50" charset="-128"/>
            </a:endParaRPr>
          </a:p>
          <a:p>
            <a:pPr marL="742950" lvl="1" indent="-285750">
              <a:buFont typeface="Arial" panose="020B0604020202020204" pitchFamily="34" charset="0"/>
              <a:buChar char="•"/>
            </a:pPr>
            <a:r>
              <a:rPr lang="en-US" altLang="ja-JP" dirty="0">
                <a:latin typeface="メイリオ" panose="020B0604030504040204" pitchFamily="50" charset="-128"/>
                <a:ea typeface="メイリオ" panose="020B0604030504040204" pitchFamily="50" charset="-128"/>
              </a:rPr>
              <a:t>CloudWatch</a:t>
            </a:r>
            <a:r>
              <a:rPr lang="ja-JP" altLang="en-US" dirty="0">
                <a:latin typeface="メイリオ" panose="020B0604030504040204" pitchFamily="50" charset="-128"/>
                <a:ea typeface="メイリオ" panose="020B0604030504040204" pitchFamily="50" charset="-128"/>
              </a:rPr>
              <a:t>によりメトリクスを監視を利用</a:t>
            </a:r>
            <a:endParaRPr lang="en-US" altLang="ja-JP" dirty="0">
              <a:latin typeface="メイリオ" panose="020B0604030504040204" pitchFamily="50" charset="-128"/>
              <a:ea typeface="メイリオ" panose="020B0604030504040204" pitchFamily="50" charset="-128"/>
            </a:endParaRPr>
          </a:p>
        </p:txBody>
      </p:sp>
      <p:pic>
        <p:nvPicPr>
          <p:cNvPr id="23" name="図 22">
            <a:extLst>
              <a:ext uri="{FF2B5EF4-FFF2-40B4-BE49-F238E27FC236}">
                <a16:creationId xmlns:a16="http://schemas.microsoft.com/office/drawing/2014/main" id="{67B311D6-73BE-892F-4164-BF5C2C11A6F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609451" y="3678379"/>
            <a:ext cx="685800" cy="666750"/>
          </a:xfrm>
          <a:prstGeom prst="rect">
            <a:avLst/>
          </a:prstGeom>
        </p:spPr>
      </p:pic>
      <p:sp>
        <p:nvSpPr>
          <p:cNvPr id="2" name="正方形/長方形 1">
            <a:extLst>
              <a:ext uri="{FF2B5EF4-FFF2-40B4-BE49-F238E27FC236}">
                <a16:creationId xmlns:a16="http://schemas.microsoft.com/office/drawing/2014/main" id="{69A39AB1-BAC6-0EEF-D678-06A0E3F3017B}"/>
              </a:ext>
            </a:extLst>
          </p:cNvPr>
          <p:cNvSpPr/>
          <p:nvPr/>
        </p:nvSpPr>
        <p:spPr bwMode="auto">
          <a:xfrm>
            <a:off x="5151548" y="6217743"/>
            <a:ext cx="3977916" cy="246544"/>
          </a:xfrm>
          <a:prstGeom prst="rect">
            <a:avLst/>
          </a:prstGeom>
          <a:solidFill>
            <a:schemeClr val="bg2">
              <a:lumMod val="25000"/>
              <a:lumOff val="75000"/>
            </a:schemeClr>
          </a:solidFill>
          <a:ln w="12700" cap="flat" cmpd="sng" algn="ctr">
            <a:solidFill>
              <a:schemeClr val="tx1"/>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ja-JP" altLang="en-US" sz="1200" b="0"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rPr>
              <a:t>起動テンプレート</a:t>
            </a:r>
          </a:p>
        </p:txBody>
      </p:sp>
      <p:sp>
        <p:nvSpPr>
          <p:cNvPr id="3" name="Arrow: Right 33">
            <a:extLst>
              <a:ext uri="{FF2B5EF4-FFF2-40B4-BE49-F238E27FC236}">
                <a16:creationId xmlns:a16="http://schemas.microsoft.com/office/drawing/2014/main" id="{7DCA8964-6040-3189-6231-D5CDC4D3F05F}"/>
              </a:ext>
            </a:extLst>
          </p:cNvPr>
          <p:cNvSpPr/>
          <p:nvPr/>
        </p:nvSpPr>
        <p:spPr bwMode="auto">
          <a:xfrm rot="16200000">
            <a:off x="7704667" y="5929255"/>
            <a:ext cx="228834" cy="324400"/>
          </a:xfrm>
          <a:prstGeom prst="rightArrow">
            <a:avLst/>
          </a:prstGeom>
          <a:solidFill>
            <a:schemeClr val="accent2"/>
          </a:solidFill>
          <a:ln w="12700" cap="flat" cmpd="sng" algn="ctr">
            <a:solidFill>
              <a:schemeClr val="accent2"/>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ja-JP" altLang="en-US" sz="1600" b="0" i="0" u="none" strike="noStrike" cap="none" normalizeH="0" baseline="0">
              <a:ln>
                <a:noFill/>
              </a:ln>
              <a:solidFill>
                <a:schemeClr val="tx1"/>
              </a:solidFill>
              <a:effectLst/>
              <a:latin typeface="ＭＳ Ｐゴシック" pitchFamily="50" charset="-128"/>
              <a:ea typeface="ＭＳ Ｐゴシック" pitchFamily="50" charset="-128"/>
            </a:endParaRPr>
          </a:p>
        </p:txBody>
      </p:sp>
      <p:sp>
        <p:nvSpPr>
          <p:cNvPr id="11" name="Arrow: Right 33">
            <a:extLst>
              <a:ext uri="{FF2B5EF4-FFF2-40B4-BE49-F238E27FC236}">
                <a16:creationId xmlns:a16="http://schemas.microsoft.com/office/drawing/2014/main" id="{37D71631-781D-FC88-7730-0E5924ECE804}"/>
              </a:ext>
            </a:extLst>
          </p:cNvPr>
          <p:cNvSpPr/>
          <p:nvPr/>
        </p:nvSpPr>
        <p:spPr bwMode="auto">
          <a:xfrm rot="16200000">
            <a:off x="8548426" y="5929255"/>
            <a:ext cx="228834" cy="324400"/>
          </a:xfrm>
          <a:prstGeom prst="rightArrow">
            <a:avLst/>
          </a:prstGeom>
          <a:solidFill>
            <a:schemeClr val="accent2"/>
          </a:solidFill>
          <a:ln w="12700" cap="flat" cmpd="sng" algn="ctr">
            <a:solidFill>
              <a:schemeClr val="accent2"/>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ja-JP" altLang="en-US" sz="1600" b="0" i="0" u="none" strike="noStrike" cap="none" normalizeH="0" baseline="0">
              <a:ln>
                <a:noFill/>
              </a:ln>
              <a:solidFill>
                <a:schemeClr val="tx1"/>
              </a:solidFill>
              <a:effectLst/>
              <a:latin typeface="ＭＳ Ｐゴシック" pitchFamily="50" charset="-128"/>
              <a:ea typeface="ＭＳ Ｐゴシック" pitchFamily="50" charset="-128"/>
            </a:endParaRPr>
          </a:p>
        </p:txBody>
      </p:sp>
      <p:sp>
        <p:nvSpPr>
          <p:cNvPr id="12" name="Arrow: Right 33">
            <a:extLst>
              <a:ext uri="{FF2B5EF4-FFF2-40B4-BE49-F238E27FC236}">
                <a16:creationId xmlns:a16="http://schemas.microsoft.com/office/drawing/2014/main" id="{EA156EA6-2C93-4CA5-5ED2-E8F6B40E4E2F}"/>
              </a:ext>
            </a:extLst>
          </p:cNvPr>
          <p:cNvSpPr/>
          <p:nvPr/>
        </p:nvSpPr>
        <p:spPr bwMode="auto">
          <a:xfrm rot="16200000">
            <a:off x="5699787" y="5929255"/>
            <a:ext cx="228834" cy="324400"/>
          </a:xfrm>
          <a:prstGeom prst="rightArrow">
            <a:avLst/>
          </a:prstGeom>
          <a:solidFill>
            <a:schemeClr val="accent2"/>
          </a:solidFill>
          <a:ln w="12700" cap="flat" cmpd="sng" algn="ctr">
            <a:solidFill>
              <a:schemeClr val="accent2"/>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ja-JP" altLang="en-US" sz="1600" b="0" i="0" u="none" strike="noStrike" cap="none" normalizeH="0" baseline="0">
              <a:ln>
                <a:noFill/>
              </a:ln>
              <a:solidFill>
                <a:schemeClr val="tx1"/>
              </a:solidFill>
              <a:effectLst/>
              <a:latin typeface="ＭＳ Ｐゴシック" pitchFamily="50" charset="-128"/>
              <a:ea typeface="ＭＳ Ｐゴシック" pitchFamily="50" charset="-128"/>
            </a:endParaRPr>
          </a:p>
        </p:txBody>
      </p:sp>
      <p:sp>
        <p:nvSpPr>
          <p:cNvPr id="16" name="Arrow: Right 33">
            <a:extLst>
              <a:ext uri="{FF2B5EF4-FFF2-40B4-BE49-F238E27FC236}">
                <a16:creationId xmlns:a16="http://schemas.microsoft.com/office/drawing/2014/main" id="{B31C92C6-0C98-4811-77CC-A5621E12D190}"/>
              </a:ext>
            </a:extLst>
          </p:cNvPr>
          <p:cNvSpPr/>
          <p:nvPr/>
        </p:nvSpPr>
        <p:spPr bwMode="auto">
          <a:xfrm rot="16200000">
            <a:off x="6543546" y="5929255"/>
            <a:ext cx="228834" cy="324400"/>
          </a:xfrm>
          <a:prstGeom prst="rightArrow">
            <a:avLst/>
          </a:prstGeom>
          <a:solidFill>
            <a:schemeClr val="accent2"/>
          </a:solidFill>
          <a:ln w="12700" cap="flat" cmpd="sng" algn="ctr">
            <a:solidFill>
              <a:schemeClr val="accent2"/>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ja-JP" altLang="en-US" sz="1600" b="0" i="0" u="none" strike="noStrike" cap="none" normalizeH="0" baseline="0">
              <a:ln>
                <a:noFill/>
              </a:ln>
              <a:solidFill>
                <a:schemeClr val="tx1"/>
              </a:solidFill>
              <a:effectLst/>
              <a:latin typeface="ＭＳ Ｐゴシック" pitchFamily="50" charset="-128"/>
              <a:ea typeface="ＭＳ Ｐゴシック" pitchFamily="50" charset="-128"/>
            </a:endParaRPr>
          </a:p>
        </p:txBody>
      </p:sp>
    </p:spTree>
    <p:extLst>
      <p:ext uri="{BB962C8B-B14F-4D97-AF65-F5344CB8AC3E}">
        <p14:creationId xmlns:p14="http://schemas.microsoft.com/office/powerpoint/2010/main" val="1977543509"/>
      </p:ext>
    </p:extLst>
  </p:cSld>
  <p:clrMapOvr>
    <a:masterClrMapping/>
  </p:clrMapOvr>
  <mc:AlternateContent xmlns:mc="http://schemas.openxmlformats.org/markup-compatibility/2006" xmlns:p14="http://schemas.microsoft.com/office/powerpoint/2010/main">
    <mc:Choice Requires="p14">
      <p:transition spd="slow" p14:dur="2000" advTm="75006"/>
    </mc:Choice>
    <mc:Fallback xmlns="">
      <p:transition spd="slow" advTm="75006"/>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タイトル 1">
            <a:extLst>
              <a:ext uri="{FF2B5EF4-FFF2-40B4-BE49-F238E27FC236}">
                <a16:creationId xmlns:a16="http://schemas.microsoft.com/office/drawing/2014/main" id="{48F80BE1-D063-4240-BFC7-C8D243720250}"/>
              </a:ext>
            </a:extLst>
          </p:cNvPr>
          <p:cNvSpPr txBox="1">
            <a:spLocks/>
          </p:cNvSpPr>
          <p:nvPr/>
        </p:nvSpPr>
        <p:spPr bwMode="auto">
          <a:xfrm>
            <a:off x="631222" y="201863"/>
            <a:ext cx="8642258" cy="50208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rtl="0" fontAlgn="base">
              <a:lnSpc>
                <a:spcPct val="90000"/>
              </a:lnSpc>
              <a:spcBef>
                <a:spcPct val="0"/>
              </a:spcBef>
              <a:spcAft>
                <a:spcPct val="0"/>
              </a:spcAft>
              <a:defRPr kumimoji="1" sz="2000">
                <a:solidFill>
                  <a:schemeClr val="tx2"/>
                </a:solidFill>
                <a:latin typeface="游明朝" panose="02020400000000000000" pitchFamily="18" charset="-128"/>
                <a:ea typeface="游明朝" panose="02020400000000000000" pitchFamily="18" charset="-128"/>
                <a:cs typeface="+mj-cs"/>
              </a:defRPr>
            </a:lvl1pPr>
            <a:lvl2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2pPr>
            <a:lvl3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3pPr>
            <a:lvl4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4pPr>
            <a:lvl5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5pPr>
            <a:lvl6pPr marL="4572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6pPr>
            <a:lvl7pPr marL="9144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7pPr>
            <a:lvl8pPr marL="13716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8pPr>
            <a:lvl9pPr marL="18288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9pPr>
          </a:lstStyle>
          <a:p>
            <a:pPr marL="0" indent="0" algn="l">
              <a:buNone/>
            </a:pPr>
            <a:r>
              <a:rPr lang="ja-JP" altLang="en-US" sz="3000" dirty="0">
                <a:solidFill>
                  <a:schemeClr val="tx1"/>
                </a:solidFill>
                <a:latin typeface="メイリオ" panose="020B0604030504040204" pitchFamily="50" charset="-128"/>
                <a:ea typeface="メイリオ" panose="020B0604030504040204" pitchFamily="50" charset="-128"/>
              </a:rPr>
              <a:t>グループサイズの設定</a:t>
            </a:r>
            <a:endParaRPr lang="en-US" altLang="ja-JP" sz="3000" dirty="0">
              <a:solidFill>
                <a:schemeClr val="tx1"/>
              </a:solidFill>
              <a:latin typeface="メイリオ" panose="020B0604030504040204" pitchFamily="50" charset="-128"/>
              <a:ea typeface="メイリオ" panose="020B0604030504040204" pitchFamily="50" charset="-128"/>
            </a:endParaRPr>
          </a:p>
        </p:txBody>
      </p:sp>
      <p:sp>
        <p:nvSpPr>
          <p:cNvPr id="5" name="コンテンツ プレースホルダー 2">
            <a:extLst>
              <a:ext uri="{FF2B5EF4-FFF2-40B4-BE49-F238E27FC236}">
                <a16:creationId xmlns:a16="http://schemas.microsoft.com/office/drawing/2014/main" id="{4223C7E6-23C7-4433-B315-D26905B0474C}"/>
              </a:ext>
            </a:extLst>
          </p:cNvPr>
          <p:cNvSpPr txBox="1">
            <a:spLocks/>
          </p:cNvSpPr>
          <p:nvPr/>
        </p:nvSpPr>
        <p:spPr>
          <a:xfrm>
            <a:off x="631222" y="799401"/>
            <a:ext cx="8858282" cy="325343"/>
          </a:xfrm>
          <a:prstGeom prst="rect">
            <a:avLst/>
          </a:prstGeom>
        </p:spPr>
        <p:txBody>
          <a:bodyPr vert="horz" lIns="74295" tIns="37148" rIns="74295" bIns="37148" rtlCol="0">
            <a:noAutofit/>
          </a:bodyPr>
          <a:lstStyle>
            <a:lvl1pPr marL="228600" indent="-228600" algn="l" defTabSz="914400" rtl="0" eaLnBrk="1" latinLnBrk="0" hangingPunct="1">
              <a:lnSpc>
                <a:spcPct val="90000"/>
              </a:lnSpc>
              <a:spcBef>
                <a:spcPts val="1000"/>
              </a:spcBef>
              <a:buFont typeface="Wingdings 2" pitchFamily="18" charset="2"/>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2" pitchFamily="18" charset="2"/>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2" pitchFamily="18" charset="2"/>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5pPr>
            <a:lvl6pPr marL="25146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6pPr>
            <a:lvl7pPr marL="29718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7pPr>
            <a:lvl8pPr marL="34290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8pPr>
            <a:lvl9pPr marL="38862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9pPr>
          </a:lstStyle>
          <a:p>
            <a:pPr marL="0" indent="0">
              <a:buNone/>
            </a:pPr>
            <a:r>
              <a:rPr lang="ja-JP" altLang="en-US" sz="2400" kern="0" dirty="0">
                <a:solidFill>
                  <a:srgbClr val="002060"/>
                </a:solidFill>
                <a:latin typeface="メイリオ" panose="020B0604030504040204" pitchFamily="50" charset="-128"/>
                <a:ea typeface="メイリオ" panose="020B0604030504040204" pitchFamily="50" charset="-128"/>
              </a:rPr>
              <a:t>グループサイズの設定において、インスタンスの増減値を設定することができる。</a:t>
            </a:r>
            <a:endParaRPr lang="en-US" altLang="ja-JP" sz="2400" kern="0" dirty="0">
              <a:solidFill>
                <a:srgbClr val="002060"/>
              </a:solidFill>
              <a:latin typeface="メイリオ" panose="020B0604030504040204" pitchFamily="50" charset="-128"/>
              <a:ea typeface="メイリオ" panose="020B0604030504040204" pitchFamily="50" charset="-128"/>
            </a:endParaRPr>
          </a:p>
        </p:txBody>
      </p:sp>
      <p:sp>
        <p:nvSpPr>
          <p:cNvPr id="6" name="コンテンツ プレースホルダー 2">
            <a:extLst>
              <a:ext uri="{FF2B5EF4-FFF2-40B4-BE49-F238E27FC236}">
                <a16:creationId xmlns:a16="http://schemas.microsoft.com/office/drawing/2014/main" id="{1C7C7F07-C1F5-4BF3-9525-5D85F5577C07}"/>
              </a:ext>
            </a:extLst>
          </p:cNvPr>
          <p:cNvSpPr txBox="1">
            <a:spLocks/>
          </p:cNvSpPr>
          <p:nvPr/>
        </p:nvSpPr>
        <p:spPr bwMode="auto">
          <a:xfrm>
            <a:off x="3440832" y="1916832"/>
            <a:ext cx="5040560" cy="1286096"/>
          </a:xfrm>
          <a:prstGeom prst="rect">
            <a:avLst/>
          </a:prstGeom>
          <a:solidFill>
            <a:schemeClr val="bg1"/>
          </a:solidFill>
          <a:ln w="9525">
            <a:solidFill>
              <a:srgbClr val="F0861E"/>
            </a:solid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pPr marL="285750" indent="-285750">
              <a:buFont typeface="Wingdings" panose="05000000000000000000" pitchFamily="2" charset="2"/>
              <a:buChar char="ü"/>
            </a:pPr>
            <a:r>
              <a:rPr lang="en-US" altLang="ja-JP" kern="0" dirty="0">
                <a:latin typeface="メイリオ" panose="020B0604030504040204" pitchFamily="50" charset="-128"/>
                <a:ea typeface="メイリオ" panose="020B0604030504040204" pitchFamily="50" charset="-128"/>
              </a:rPr>
              <a:t>Auto Scaling</a:t>
            </a:r>
            <a:r>
              <a:rPr lang="ja-JP" altLang="en-US" kern="0" dirty="0">
                <a:latin typeface="メイリオ" panose="020B0604030504040204" pitchFamily="50" charset="-128"/>
                <a:ea typeface="メイリオ" panose="020B0604030504040204" pitchFamily="50" charset="-128"/>
              </a:rPr>
              <a:t> が実行されない状態でのインスタンス数を設定する。</a:t>
            </a:r>
            <a:endParaRPr lang="en-US" altLang="ja-JP" kern="0" dirty="0">
              <a:latin typeface="メイリオ" panose="020B0604030504040204" pitchFamily="50" charset="-128"/>
              <a:ea typeface="メイリオ" panose="020B0604030504040204" pitchFamily="50" charset="-128"/>
            </a:endParaRPr>
          </a:p>
          <a:p>
            <a:pPr marL="285750" indent="-285750">
              <a:buFont typeface="Wingdings" panose="05000000000000000000" pitchFamily="2" charset="2"/>
              <a:buChar char="ü"/>
            </a:pPr>
            <a:r>
              <a:rPr lang="ja-JP" altLang="en-US" kern="0" dirty="0">
                <a:latin typeface="メイリオ" panose="020B0604030504040204" pitchFamily="50" charset="-128"/>
                <a:ea typeface="メイリオ" panose="020B0604030504040204" pitchFamily="50" charset="-128"/>
              </a:rPr>
              <a:t>この</a:t>
            </a:r>
            <a:r>
              <a:rPr lang="ja-JP" altLang="en-US" kern="0">
                <a:latin typeface="メイリオ" panose="020B0604030504040204" pitchFamily="50" charset="-128"/>
                <a:ea typeface="メイリオ" panose="020B0604030504040204" pitchFamily="50" charset="-128"/>
              </a:rPr>
              <a:t>数値を変更すること</a:t>
            </a:r>
            <a:r>
              <a:rPr lang="ja-JP" altLang="en-US" kern="0" dirty="0">
                <a:latin typeface="メイリオ" panose="020B0604030504040204" pitchFamily="50" charset="-128"/>
                <a:ea typeface="メイリオ" panose="020B0604030504040204" pitchFamily="50" charset="-128"/>
              </a:rPr>
              <a:t>で、手動でスケーリングさせることも可能</a:t>
            </a:r>
            <a:endParaRPr lang="en-US" altLang="ja-JP" kern="0" dirty="0">
              <a:latin typeface="メイリオ" panose="020B0604030504040204" pitchFamily="50" charset="-128"/>
              <a:ea typeface="メイリオ" panose="020B0604030504040204" pitchFamily="50" charset="-128"/>
            </a:endParaRPr>
          </a:p>
        </p:txBody>
      </p:sp>
      <p:sp>
        <p:nvSpPr>
          <p:cNvPr id="7" name="コンテンツ プレースホルダー 2">
            <a:extLst>
              <a:ext uri="{FF2B5EF4-FFF2-40B4-BE49-F238E27FC236}">
                <a16:creationId xmlns:a16="http://schemas.microsoft.com/office/drawing/2014/main" id="{E9730D8D-2D26-4E99-AE3E-AAC10AB17DF3}"/>
              </a:ext>
            </a:extLst>
          </p:cNvPr>
          <p:cNvSpPr txBox="1">
            <a:spLocks/>
          </p:cNvSpPr>
          <p:nvPr/>
        </p:nvSpPr>
        <p:spPr bwMode="auto">
          <a:xfrm>
            <a:off x="1136576" y="1916832"/>
            <a:ext cx="2232248" cy="1286096"/>
          </a:xfrm>
          <a:prstGeom prst="rect">
            <a:avLst/>
          </a:prstGeom>
          <a:solidFill>
            <a:srgbClr val="F0861E"/>
          </a:solidFill>
          <a:ln w="9525">
            <a:no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pPr algn="ctr"/>
            <a:r>
              <a:rPr lang="ja-JP" altLang="en-US" b="1" kern="0">
                <a:solidFill>
                  <a:schemeClr val="bg1"/>
                </a:solidFill>
                <a:latin typeface="メイリオ" panose="020B0604030504040204" pitchFamily="50" charset="-128"/>
                <a:ea typeface="メイリオ" panose="020B0604030504040204" pitchFamily="50" charset="-128"/>
              </a:rPr>
              <a:t>希望するキャパシティ</a:t>
            </a:r>
            <a:endParaRPr lang="en-US" altLang="ja-JP" b="1" kern="0" dirty="0">
              <a:solidFill>
                <a:schemeClr val="bg1"/>
              </a:solidFill>
              <a:latin typeface="メイリオ" panose="020B0604030504040204" pitchFamily="50" charset="-128"/>
              <a:ea typeface="メイリオ" panose="020B0604030504040204" pitchFamily="50" charset="-128"/>
            </a:endParaRPr>
          </a:p>
        </p:txBody>
      </p:sp>
      <p:sp>
        <p:nvSpPr>
          <p:cNvPr id="8" name="コンテンツ プレースホルダー 2">
            <a:extLst>
              <a:ext uri="{FF2B5EF4-FFF2-40B4-BE49-F238E27FC236}">
                <a16:creationId xmlns:a16="http://schemas.microsoft.com/office/drawing/2014/main" id="{D8306E6D-8C29-4E50-A6CE-37C4D31FB282}"/>
              </a:ext>
            </a:extLst>
          </p:cNvPr>
          <p:cNvSpPr txBox="1">
            <a:spLocks/>
          </p:cNvSpPr>
          <p:nvPr/>
        </p:nvSpPr>
        <p:spPr bwMode="auto">
          <a:xfrm>
            <a:off x="3440832" y="3295032"/>
            <a:ext cx="5040560" cy="1286096"/>
          </a:xfrm>
          <a:prstGeom prst="rect">
            <a:avLst/>
          </a:prstGeom>
          <a:solidFill>
            <a:schemeClr val="bg1"/>
          </a:solidFill>
          <a:ln w="9525">
            <a:solidFill>
              <a:srgbClr val="F0861E"/>
            </a:solid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pPr marL="285750" indent="-285750">
              <a:buFont typeface="Wingdings" panose="05000000000000000000" pitchFamily="2" charset="2"/>
              <a:buChar char="ü"/>
            </a:pPr>
            <a:r>
              <a:rPr lang="ja-JP" altLang="en-US" kern="0" dirty="0">
                <a:latin typeface="メイリオ" panose="020B0604030504040204" pitchFamily="50" charset="-128"/>
                <a:ea typeface="メイリオ" panose="020B0604030504040204" pitchFamily="50" charset="-128"/>
              </a:rPr>
              <a:t>スケールイン時にインスタンスを削減する際の下限のインスタンス数を設定する。</a:t>
            </a:r>
            <a:endParaRPr lang="en-US" altLang="ja-JP" kern="0" dirty="0">
              <a:latin typeface="メイリオ" panose="020B0604030504040204" pitchFamily="50" charset="-128"/>
              <a:ea typeface="メイリオ" panose="020B0604030504040204" pitchFamily="50" charset="-128"/>
            </a:endParaRPr>
          </a:p>
          <a:p>
            <a:pPr marL="285750" indent="-285750">
              <a:buFont typeface="Wingdings" panose="05000000000000000000" pitchFamily="2" charset="2"/>
              <a:buChar char="ü"/>
            </a:pPr>
            <a:r>
              <a:rPr lang="ja-JP" altLang="en-US" kern="0" dirty="0">
                <a:latin typeface="メイリオ" panose="020B0604030504040204" pitchFamily="50" charset="-128"/>
                <a:ea typeface="メイリオ" panose="020B0604030504040204" pitchFamily="50" charset="-128"/>
              </a:rPr>
              <a:t>希望する容量より大きい数値は設定できない。</a:t>
            </a:r>
            <a:endParaRPr lang="en-US" altLang="ja-JP" kern="0" dirty="0">
              <a:latin typeface="メイリオ" panose="020B0604030504040204" pitchFamily="50" charset="-128"/>
              <a:ea typeface="メイリオ" panose="020B0604030504040204" pitchFamily="50" charset="-128"/>
            </a:endParaRPr>
          </a:p>
        </p:txBody>
      </p:sp>
      <p:sp>
        <p:nvSpPr>
          <p:cNvPr id="9" name="コンテンツ プレースホルダー 2">
            <a:extLst>
              <a:ext uri="{FF2B5EF4-FFF2-40B4-BE49-F238E27FC236}">
                <a16:creationId xmlns:a16="http://schemas.microsoft.com/office/drawing/2014/main" id="{4605BBB0-3FF4-45C9-9F62-E28E14BD98BF}"/>
              </a:ext>
            </a:extLst>
          </p:cNvPr>
          <p:cNvSpPr txBox="1">
            <a:spLocks/>
          </p:cNvSpPr>
          <p:nvPr/>
        </p:nvSpPr>
        <p:spPr bwMode="auto">
          <a:xfrm>
            <a:off x="1136576" y="3295032"/>
            <a:ext cx="2232248" cy="1286096"/>
          </a:xfrm>
          <a:prstGeom prst="rect">
            <a:avLst/>
          </a:prstGeom>
          <a:solidFill>
            <a:srgbClr val="F0861E"/>
          </a:solidFill>
          <a:ln w="9525">
            <a:no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pPr algn="ctr"/>
            <a:r>
              <a:rPr lang="ja-JP" altLang="en-US" b="1" kern="0" dirty="0">
                <a:solidFill>
                  <a:schemeClr val="bg1"/>
                </a:solidFill>
                <a:latin typeface="メイリオ" panose="020B0604030504040204" pitchFamily="50" charset="-128"/>
                <a:ea typeface="メイリオ" panose="020B0604030504040204" pitchFamily="50" charset="-128"/>
              </a:rPr>
              <a:t>最小キャパシティ</a:t>
            </a:r>
            <a:endParaRPr lang="en-US" altLang="ja-JP" b="1" kern="0" dirty="0">
              <a:solidFill>
                <a:schemeClr val="bg1"/>
              </a:solidFill>
              <a:latin typeface="メイリオ" panose="020B0604030504040204" pitchFamily="50" charset="-128"/>
              <a:ea typeface="メイリオ" panose="020B0604030504040204" pitchFamily="50" charset="-128"/>
            </a:endParaRPr>
          </a:p>
        </p:txBody>
      </p:sp>
      <p:sp>
        <p:nvSpPr>
          <p:cNvPr id="10" name="コンテンツ プレースホルダー 2">
            <a:extLst>
              <a:ext uri="{FF2B5EF4-FFF2-40B4-BE49-F238E27FC236}">
                <a16:creationId xmlns:a16="http://schemas.microsoft.com/office/drawing/2014/main" id="{E253CC4A-0175-4ECF-94DA-B88D6F6AE9DD}"/>
              </a:ext>
            </a:extLst>
          </p:cNvPr>
          <p:cNvSpPr txBox="1">
            <a:spLocks/>
          </p:cNvSpPr>
          <p:nvPr/>
        </p:nvSpPr>
        <p:spPr bwMode="auto">
          <a:xfrm>
            <a:off x="3440832" y="4681858"/>
            <a:ext cx="5040560" cy="1286096"/>
          </a:xfrm>
          <a:prstGeom prst="rect">
            <a:avLst/>
          </a:prstGeom>
          <a:solidFill>
            <a:schemeClr val="bg1"/>
          </a:solidFill>
          <a:ln w="9525">
            <a:solidFill>
              <a:srgbClr val="F0861E"/>
            </a:solid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pPr marL="285750" indent="-285750">
              <a:buFont typeface="Wingdings" panose="05000000000000000000" pitchFamily="2" charset="2"/>
              <a:buChar char="ü"/>
            </a:pPr>
            <a:r>
              <a:rPr lang="ja-JP" altLang="en-US" kern="0" dirty="0">
                <a:latin typeface="メイリオ" panose="020B0604030504040204" pitchFamily="50" charset="-128"/>
                <a:ea typeface="メイリオ" panose="020B0604030504040204" pitchFamily="50" charset="-128"/>
              </a:rPr>
              <a:t>最大キャパシティはスケールアウト時に起動するインスタンスの最大数を設定する。</a:t>
            </a:r>
            <a:endParaRPr lang="en-US" altLang="ja-JP" kern="0" dirty="0">
              <a:latin typeface="メイリオ" panose="020B0604030504040204" pitchFamily="50" charset="-128"/>
              <a:ea typeface="メイリオ" panose="020B0604030504040204" pitchFamily="50" charset="-128"/>
            </a:endParaRPr>
          </a:p>
          <a:p>
            <a:pPr marL="285750" indent="-285750">
              <a:buFont typeface="Wingdings" panose="05000000000000000000" pitchFamily="2" charset="2"/>
              <a:buChar char="ü"/>
            </a:pPr>
            <a:r>
              <a:rPr lang="ja-JP" altLang="en-US" kern="0" dirty="0">
                <a:latin typeface="メイリオ" panose="020B0604030504040204" pitchFamily="50" charset="-128"/>
                <a:ea typeface="メイリオ" panose="020B0604030504040204" pitchFamily="50" charset="-128"/>
              </a:rPr>
              <a:t>希望する容量より少ない数値は設定できない。</a:t>
            </a:r>
            <a:endParaRPr lang="en-US" altLang="ja-JP" kern="0" dirty="0">
              <a:latin typeface="メイリオ" panose="020B0604030504040204" pitchFamily="50" charset="-128"/>
              <a:ea typeface="メイリオ" panose="020B0604030504040204" pitchFamily="50" charset="-128"/>
            </a:endParaRPr>
          </a:p>
        </p:txBody>
      </p:sp>
      <p:sp>
        <p:nvSpPr>
          <p:cNvPr id="11" name="コンテンツ プレースホルダー 2">
            <a:extLst>
              <a:ext uri="{FF2B5EF4-FFF2-40B4-BE49-F238E27FC236}">
                <a16:creationId xmlns:a16="http://schemas.microsoft.com/office/drawing/2014/main" id="{0366C448-D759-4E14-9CE7-C91462E1A679}"/>
              </a:ext>
            </a:extLst>
          </p:cNvPr>
          <p:cNvSpPr txBox="1">
            <a:spLocks/>
          </p:cNvSpPr>
          <p:nvPr/>
        </p:nvSpPr>
        <p:spPr bwMode="auto">
          <a:xfrm>
            <a:off x="1136576" y="4681858"/>
            <a:ext cx="2232248" cy="1286096"/>
          </a:xfrm>
          <a:prstGeom prst="rect">
            <a:avLst/>
          </a:prstGeom>
          <a:solidFill>
            <a:srgbClr val="F0861E"/>
          </a:solidFill>
          <a:ln w="9525">
            <a:no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pPr algn="ctr"/>
            <a:r>
              <a:rPr lang="ja-JP" altLang="en-US" b="1" dirty="0">
                <a:solidFill>
                  <a:schemeClr val="bg1"/>
                </a:solidFill>
                <a:latin typeface="メイリオ" panose="020B0604030504040204" pitchFamily="50" charset="-128"/>
                <a:ea typeface="メイリオ" panose="020B0604030504040204" pitchFamily="50" charset="-128"/>
              </a:rPr>
              <a:t>最大キャパシティ</a:t>
            </a:r>
            <a:endParaRPr lang="en-US" altLang="ja-JP" b="1" dirty="0">
              <a:solidFill>
                <a:schemeClr val="bg1"/>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98083017"/>
      </p:ext>
    </p:extLst>
  </p:cSld>
  <p:clrMapOvr>
    <a:masterClrMapping/>
  </p:clrMapOvr>
  <mc:AlternateContent xmlns:mc="http://schemas.openxmlformats.org/markup-compatibility/2006" xmlns:p14="http://schemas.microsoft.com/office/powerpoint/2010/main">
    <mc:Choice Requires="p14">
      <p:transition spd="slow" p14:dur="2000" advTm="58832"/>
    </mc:Choice>
    <mc:Fallback xmlns="">
      <p:transition spd="slow" advTm="58832"/>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タイトル 1">
            <a:extLst>
              <a:ext uri="{FF2B5EF4-FFF2-40B4-BE49-F238E27FC236}">
                <a16:creationId xmlns:a16="http://schemas.microsoft.com/office/drawing/2014/main" id="{48F80BE1-D063-4240-BFC7-C8D243720250}"/>
              </a:ext>
            </a:extLst>
          </p:cNvPr>
          <p:cNvSpPr txBox="1">
            <a:spLocks/>
          </p:cNvSpPr>
          <p:nvPr/>
        </p:nvSpPr>
        <p:spPr bwMode="auto">
          <a:xfrm>
            <a:off x="631222" y="201863"/>
            <a:ext cx="8642258" cy="50208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rtl="0" fontAlgn="base">
              <a:lnSpc>
                <a:spcPct val="90000"/>
              </a:lnSpc>
              <a:spcBef>
                <a:spcPct val="0"/>
              </a:spcBef>
              <a:spcAft>
                <a:spcPct val="0"/>
              </a:spcAft>
              <a:defRPr kumimoji="1" sz="2000">
                <a:solidFill>
                  <a:schemeClr val="tx2"/>
                </a:solidFill>
                <a:latin typeface="游明朝" panose="02020400000000000000" pitchFamily="18" charset="-128"/>
                <a:ea typeface="游明朝" panose="02020400000000000000" pitchFamily="18" charset="-128"/>
                <a:cs typeface="+mj-cs"/>
              </a:defRPr>
            </a:lvl1pPr>
            <a:lvl2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2pPr>
            <a:lvl3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3pPr>
            <a:lvl4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4pPr>
            <a:lvl5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5pPr>
            <a:lvl6pPr marL="4572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6pPr>
            <a:lvl7pPr marL="9144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7pPr>
            <a:lvl8pPr marL="13716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8pPr>
            <a:lvl9pPr marL="18288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9pPr>
          </a:lstStyle>
          <a:p>
            <a:pPr marL="0" indent="0" algn="l">
              <a:buNone/>
            </a:pPr>
            <a:r>
              <a:rPr kumimoji="0" lang="ja-JP" altLang="en-US" sz="2800" dirty="0">
                <a:solidFill>
                  <a:srgbClr val="000000"/>
                </a:solidFill>
                <a:latin typeface="メイリオ" pitchFamily="50" charset="-128"/>
                <a:ea typeface="メイリオ" pitchFamily="50" charset="-128"/>
                <a:cs typeface="メイリオ" pitchFamily="50" charset="-128"/>
              </a:rPr>
              <a:t>スケーリングポリシーの設定</a:t>
            </a:r>
            <a:endParaRPr lang="en-US" altLang="ja-JP" sz="3000" dirty="0">
              <a:solidFill>
                <a:schemeClr val="tx1"/>
              </a:solidFill>
              <a:latin typeface="メイリオ" panose="020B0604030504040204" pitchFamily="50" charset="-128"/>
              <a:ea typeface="メイリオ" panose="020B0604030504040204" pitchFamily="50" charset="-128"/>
            </a:endParaRPr>
          </a:p>
        </p:txBody>
      </p:sp>
      <p:sp>
        <p:nvSpPr>
          <p:cNvPr id="5" name="コンテンツ プレースホルダー 2">
            <a:extLst>
              <a:ext uri="{FF2B5EF4-FFF2-40B4-BE49-F238E27FC236}">
                <a16:creationId xmlns:a16="http://schemas.microsoft.com/office/drawing/2014/main" id="{4223C7E6-23C7-4433-B315-D26905B0474C}"/>
              </a:ext>
            </a:extLst>
          </p:cNvPr>
          <p:cNvSpPr txBox="1">
            <a:spLocks/>
          </p:cNvSpPr>
          <p:nvPr/>
        </p:nvSpPr>
        <p:spPr>
          <a:xfrm>
            <a:off x="631222" y="799401"/>
            <a:ext cx="8858282" cy="325343"/>
          </a:xfrm>
          <a:prstGeom prst="rect">
            <a:avLst/>
          </a:prstGeom>
        </p:spPr>
        <p:txBody>
          <a:bodyPr vert="horz" lIns="74295" tIns="37148" rIns="74295" bIns="37148" rtlCol="0">
            <a:noAutofit/>
          </a:bodyPr>
          <a:lstStyle>
            <a:lvl1pPr marL="228600" indent="-228600" algn="l" defTabSz="914400" rtl="0" eaLnBrk="1" latinLnBrk="0" hangingPunct="1">
              <a:lnSpc>
                <a:spcPct val="90000"/>
              </a:lnSpc>
              <a:spcBef>
                <a:spcPts val="1000"/>
              </a:spcBef>
              <a:buFont typeface="Wingdings 2" pitchFamily="18" charset="2"/>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2" pitchFamily="18" charset="2"/>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2" pitchFamily="18" charset="2"/>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5pPr>
            <a:lvl6pPr marL="25146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6pPr>
            <a:lvl7pPr marL="29718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7pPr>
            <a:lvl8pPr marL="34290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8pPr>
            <a:lvl9pPr marL="38862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9pPr>
          </a:lstStyle>
          <a:p>
            <a:pPr marL="0" indent="0">
              <a:buNone/>
            </a:pPr>
            <a:r>
              <a:rPr kumimoji="0" lang="ja-JP" altLang="en-US" sz="2400" dirty="0">
                <a:solidFill>
                  <a:srgbClr val="000000"/>
                </a:solidFill>
                <a:latin typeface="メイリオ" pitchFamily="50" charset="-128"/>
                <a:ea typeface="メイリオ" pitchFamily="50" charset="-128"/>
                <a:cs typeface="メイリオ" pitchFamily="50" charset="-128"/>
              </a:rPr>
              <a:t>スケーリングポリシーを設定して、スケーリングを実施する。</a:t>
            </a:r>
            <a:endParaRPr lang="en-US" altLang="ja-JP" sz="2400" kern="0" dirty="0">
              <a:solidFill>
                <a:srgbClr val="002060"/>
              </a:solidFill>
              <a:latin typeface="メイリオ" panose="020B0604030504040204" pitchFamily="50" charset="-128"/>
              <a:ea typeface="メイリオ" panose="020B0604030504040204" pitchFamily="50" charset="-128"/>
            </a:endParaRPr>
          </a:p>
        </p:txBody>
      </p:sp>
      <p:sp>
        <p:nvSpPr>
          <p:cNvPr id="6" name="コンテンツ プレースホルダー 2">
            <a:extLst>
              <a:ext uri="{FF2B5EF4-FFF2-40B4-BE49-F238E27FC236}">
                <a16:creationId xmlns:a16="http://schemas.microsoft.com/office/drawing/2014/main" id="{1C7C7F07-C1F5-4BF3-9525-5D85F5577C07}"/>
              </a:ext>
            </a:extLst>
          </p:cNvPr>
          <p:cNvSpPr txBox="1">
            <a:spLocks/>
          </p:cNvSpPr>
          <p:nvPr/>
        </p:nvSpPr>
        <p:spPr bwMode="auto">
          <a:xfrm>
            <a:off x="3872880" y="1556792"/>
            <a:ext cx="5040560" cy="1123660"/>
          </a:xfrm>
          <a:prstGeom prst="rect">
            <a:avLst/>
          </a:prstGeom>
          <a:solidFill>
            <a:schemeClr val="bg1"/>
          </a:solidFill>
          <a:ln w="9525">
            <a:solidFill>
              <a:srgbClr val="F0861E"/>
            </a:solid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pPr marL="0" indent="0" algn="l">
              <a:buNone/>
            </a:pPr>
            <a:r>
              <a:rPr lang="ja-JP" altLang="en-US" sz="1600" dirty="0">
                <a:solidFill>
                  <a:schemeClr val="tx1"/>
                </a:solidFill>
                <a:latin typeface="メイリオ" panose="020B0604030504040204" pitchFamily="50" charset="-128"/>
                <a:ea typeface="メイリオ" panose="020B0604030504040204" pitchFamily="50" charset="-128"/>
              </a:rPr>
              <a:t>ターゲット追跡スケーリングポリシーの通常の設定</a:t>
            </a:r>
            <a:endParaRPr lang="en-US" altLang="ja-JP" sz="1600" dirty="0">
              <a:solidFill>
                <a:schemeClr val="tx1"/>
              </a:solidFill>
              <a:latin typeface="メイリオ" panose="020B0604030504040204" pitchFamily="50" charset="-128"/>
              <a:ea typeface="メイリオ" panose="020B0604030504040204" pitchFamily="50" charset="-128"/>
            </a:endParaRPr>
          </a:p>
          <a:p>
            <a:pPr marL="0" indent="0" algn="l">
              <a:buNone/>
            </a:pPr>
            <a:r>
              <a:rPr lang="ja-JP" altLang="en-US" dirty="0">
                <a:latin typeface="メイリオ" panose="020B0604030504040204" pitchFamily="50" charset="-128"/>
                <a:ea typeface="メイリオ" panose="020B0604030504040204" pitchFamily="50" charset="-128"/>
              </a:rPr>
              <a:t>アラーム設定に基づいて</a:t>
            </a:r>
            <a:r>
              <a:rPr lang="en-US" altLang="ja-JP" dirty="0">
                <a:latin typeface="メイリオ" panose="020B0604030504040204" pitchFamily="50" charset="-128"/>
                <a:ea typeface="メイリオ" panose="020B0604030504040204" pitchFamily="50" charset="-128"/>
              </a:rPr>
              <a:t>1</a:t>
            </a:r>
            <a:r>
              <a:rPr lang="ja-JP" altLang="en-US" dirty="0">
                <a:latin typeface="メイリオ" panose="020B0604030504040204" pitchFamily="50" charset="-128"/>
                <a:ea typeface="メイリオ" panose="020B0604030504040204" pitchFamily="50" charset="-128"/>
              </a:rPr>
              <a:t>段階のスケーリングを実施</a:t>
            </a:r>
            <a:endParaRPr lang="en-US" altLang="ja-JP" sz="1600" dirty="0">
              <a:solidFill>
                <a:schemeClr val="tx1"/>
              </a:solidFill>
              <a:latin typeface="メイリオ" panose="020B0604030504040204" pitchFamily="50" charset="-128"/>
              <a:ea typeface="メイリオ" panose="020B0604030504040204" pitchFamily="50" charset="-128"/>
            </a:endParaRPr>
          </a:p>
        </p:txBody>
      </p:sp>
      <p:sp>
        <p:nvSpPr>
          <p:cNvPr id="7" name="コンテンツ プレースホルダー 2">
            <a:extLst>
              <a:ext uri="{FF2B5EF4-FFF2-40B4-BE49-F238E27FC236}">
                <a16:creationId xmlns:a16="http://schemas.microsoft.com/office/drawing/2014/main" id="{E9730D8D-2D26-4E99-AE3E-AAC10AB17DF3}"/>
              </a:ext>
            </a:extLst>
          </p:cNvPr>
          <p:cNvSpPr txBox="1">
            <a:spLocks/>
          </p:cNvSpPr>
          <p:nvPr/>
        </p:nvSpPr>
        <p:spPr bwMode="auto">
          <a:xfrm>
            <a:off x="2072680" y="1556792"/>
            <a:ext cx="1728192" cy="1123660"/>
          </a:xfrm>
          <a:prstGeom prst="rect">
            <a:avLst/>
          </a:prstGeom>
          <a:solidFill>
            <a:srgbClr val="F0861E"/>
          </a:solidFill>
          <a:ln w="9525">
            <a:no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pPr algn="ctr"/>
            <a:r>
              <a:rPr lang="ja-JP" altLang="en-US" b="1" i="0" dirty="0">
                <a:solidFill>
                  <a:schemeClr val="bg1"/>
                </a:solidFill>
                <a:effectLst/>
                <a:latin typeface="メイリオ" panose="020B0604030504040204" pitchFamily="50" charset="-128"/>
                <a:ea typeface="メイリオ" panose="020B0604030504040204" pitchFamily="50" charset="-128"/>
              </a:rPr>
              <a:t>簡易</a:t>
            </a:r>
            <a:br>
              <a:rPr lang="en-US" altLang="ja-JP" b="1" i="0" dirty="0">
                <a:solidFill>
                  <a:schemeClr val="bg1"/>
                </a:solidFill>
                <a:effectLst/>
                <a:latin typeface="メイリオ" panose="020B0604030504040204" pitchFamily="50" charset="-128"/>
                <a:ea typeface="メイリオ" panose="020B0604030504040204" pitchFamily="50" charset="-128"/>
              </a:rPr>
            </a:br>
            <a:r>
              <a:rPr lang="ja-JP" altLang="en-US" b="1" i="0" dirty="0">
                <a:solidFill>
                  <a:schemeClr val="bg1"/>
                </a:solidFill>
                <a:effectLst/>
                <a:latin typeface="メイリオ" panose="020B0604030504040204" pitchFamily="50" charset="-128"/>
                <a:ea typeface="メイリオ" panose="020B0604030504040204" pitchFamily="50" charset="-128"/>
              </a:rPr>
              <a:t>スケーリング</a:t>
            </a:r>
            <a:br>
              <a:rPr lang="en-US" altLang="ja-JP" b="1" dirty="0">
                <a:solidFill>
                  <a:schemeClr val="bg1"/>
                </a:solidFill>
                <a:latin typeface="メイリオ" panose="020B0604030504040204" pitchFamily="50" charset="-128"/>
                <a:ea typeface="メイリオ" panose="020B0604030504040204" pitchFamily="50" charset="-128"/>
              </a:rPr>
            </a:br>
            <a:r>
              <a:rPr lang="ja-JP" altLang="en-US" b="1" i="0" dirty="0">
                <a:solidFill>
                  <a:schemeClr val="bg1"/>
                </a:solidFill>
                <a:effectLst/>
                <a:latin typeface="メイリオ" panose="020B0604030504040204" pitchFamily="50" charset="-128"/>
                <a:ea typeface="メイリオ" panose="020B0604030504040204" pitchFamily="50" charset="-128"/>
              </a:rPr>
              <a:t>ポリシー</a:t>
            </a:r>
            <a:endParaRPr lang="en-US" altLang="ja-JP" b="1" kern="0" dirty="0">
              <a:solidFill>
                <a:schemeClr val="bg1"/>
              </a:solidFill>
              <a:latin typeface="メイリオ" panose="020B0604030504040204" pitchFamily="50" charset="-128"/>
              <a:ea typeface="メイリオ" panose="020B0604030504040204" pitchFamily="50" charset="-128"/>
            </a:endParaRPr>
          </a:p>
        </p:txBody>
      </p:sp>
      <p:sp>
        <p:nvSpPr>
          <p:cNvPr id="8" name="コンテンツ プレースホルダー 2">
            <a:extLst>
              <a:ext uri="{FF2B5EF4-FFF2-40B4-BE49-F238E27FC236}">
                <a16:creationId xmlns:a16="http://schemas.microsoft.com/office/drawing/2014/main" id="{D8306E6D-8C29-4E50-A6CE-37C4D31FB282}"/>
              </a:ext>
            </a:extLst>
          </p:cNvPr>
          <p:cNvSpPr txBox="1">
            <a:spLocks/>
          </p:cNvSpPr>
          <p:nvPr/>
        </p:nvSpPr>
        <p:spPr bwMode="auto">
          <a:xfrm>
            <a:off x="3872880" y="2757484"/>
            <a:ext cx="5040560" cy="1123660"/>
          </a:xfrm>
          <a:prstGeom prst="rect">
            <a:avLst/>
          </a:prstGeom>
          <a:solidFill>
            <a:schemeClr val="bg1"/>
          </a:solidFill>
          <a:ln w="9525">
            <a:solidFill>
              <a:srgbClr val="F0861E"/>
            </a:solid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r>
              <a:rPr lang="ja-JP" altLang="en-US" b="0" i="0" dirty="0">
                <a:solidFill>
                  <a:srgbClr val="16191F"/>
                </a:solidFill>
                <a:effectLst/>
                <a:latin typeface="メイリオ" panose="020B0604030504040204" pitchFamily="50" charset="-128"/>
                <a:ea typeface="メイリオ" panose="020B0604030504040204" pitchFamily="50" charset="-128"/>
              </a:rPr>
              <a:t>アラーム超過のサイズに基づいてインスタンス数を動的にスケーリングする</a:t>
            </a:r>
            <a:r>
              <a:rPr lang="en-US" altLang="ja-JP" b="0" i="0" dirty="0">
                <a:solidFill>
                  <a:srgbClr val="16191F"/>
                </a:solidFill>
                <a:effectLst/>
                <a:latin typeface="メイリオ" panose="020B0604030504040204" pitchFamily="50" charset="-128"/>
                <a:ea typeface="メイリオ" panose="020B0604030504040204" pitchFamily="50" charset="-128"/>
              </a:rPr>
              <a:t>1 </a:t>
            </a:r>
            <a:r>
              <a:rPr lang="ja-JP" altLang="en-US" b="0" i="0" dirty="0">
                <a:solidFill>
                  <a:srgbClr val="16191F"/>
                </a:solidFill>
                <a:effectLst/>
                <a:latin typeface="メイリオ" panose="020B0604030504040204" pitchFamily="50" charset="-128"/>
                <a:ea typeface="メイリオ" panose="020B0604030504040204" pitchFamily="50" charset="-128"/>
              </a:rPr>
              <a:t>つ以上のステップ調整値を指定して複数回の段階的なスケーリングを実施</a:t>
            </a:r>
            <a:endParaRPr lang="en-US" altLang="ja-JP" kern="0" dirty="0">
              <a:solidFill>
                <a:schemeClr val="bg2"/>
              </a:solidFill>
              <a:latin typeface="メイリオ" panose="020B0604030504040204" pitchFamily="50" charset="-128"/>
              <a:ea typeface="メイリオ" panose="020B0604030504040204" pitchFamily="50" charset="-128"/>
            </a:endParaRPr>
          </a:p>
        </p:txBody>
      </p:sp>
      <p:sp>
        <p:nvSpPr>
          <p:cNvPr id="9" name="コンテンツ プレースホルダー 2">
            <a:extLst>
              <a:ext uri="{FF2B5EF4-FFF2-40B4-BE49-F238E27FC236}">
                <a16:creationId xmlns:a16="http://schemas.microsoft.com/office/drawing/2014/main" id="{4605BBB0-3FF4-45C9-9F62-E28E14BD98BF}"/>
              </a:ext>
            </a:extLst>
          </p:cNvPr>
          <p:cNvSpPr txBox="1">
            <a:spLocks/>
          </p:cNvSpPr>
          <p:nvPr/>
        </p:nvSpPr>
        <p:spPr bwMode="auto">
          <a:xfrm>
            <a:off x="2072680" y="2757484"/>
            <a:ext cx="1728192" cy="1123660"/>
          </a:xfrm>
          <a:prstGeom prst="rect">
            <a:avLst/>
          </a:prstGeom>
          <a:solidFill>
            <a:srgbClr val="F0861E"/>
          </a:solidFill>
          <a:ln w="9525">
            <a:no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pPr algn="ctr"/>
            <a:r>
              <a:rPr lang="ja-JP" altLang="en-US" b="1" i="0" dirty="0">
                <a:solidFill>
                  <a:schemeClr val="bg1"/>
                </a:solidFill>
                <a:effectLst/>
                <a:latin typeface="メイリオ" panose="020B0604030504040204" pitchFamily="50" charset="-128"/>
                <a:ea typeface="メイリオ" panose="020B0604030504040204" pitchFamily="50" charset="-128"/>
              </a:rPr>
              <a:t>ステップ</a:t>
            </a:r>
            <a:br>
              <a:rPr lang="en-US" altLang="ja-JP" b="1" i="0" dirty="0">
                <a:solidFill>
                  <a:schemeClr val="bg1"/>
                </a:solidFill>
                <a:effectLst/>
                <a:latin typeface="メイリオ" panose="020B0604030504040204" pitchFamily="50" charset="-128"/>
                <a:ea typeface="メイリオ" panose="020B0604030504040204" pitchFamily="50" charset="-128"/>
              </a:rPr>
            </a:br>
            <a:r>
              <a:rPr lang="ja-JP" altLang="en-US" b="1" i="0" dirty="0">
                <a:solidFill>
                  <a:schemeClr val="bg1"/>
                </a:solidFill>
                <a:effectLst/>
                <a:latin typeface="メイリオ" panose="020B0604030504040204" pitchFamily="50" charset="-128"/>
                <a:ea typeface="メイリオ" panose="020B0604030504040204" pitchFamily="50" charset="-128"/>
              </a:rPr>
              <a:t>スケーリング</a:t>
            </a:r>
            <a:br>
              <a:rPr lang="en-US" altLang="ja-JP" b="1" i="0" dirty="0">
                <a:solidFill>
                  <a:schemeClr val="bg1"/>
                </a:solidFill>
                <a:effectLst/>
                <a:latin typeface="メイリオ" panose="020B0604030504040204" pitchFamily="50" charset="-128"/>
                <a:ea typeface="メイリオ" panose="020B0604030504040204" pitchFamily="50" charset="-128"/>
              </a:rPr>
            </a:br>
            <a:r>
              <a:rPr lang="ja-JP" altLang="en-US" b="1" i="0" dirty="0">
                <a:solidFill>
                  <a:schemeClr val="bg1"/>
                </a:solidFill>
                <a:effectLst/>
                <a:latin typeface="メイリオ" panose="020B0604030504040204" pitchFamily="50" charset="-128"/>
                <a:ea typeface="メイリオ" panose="020B0604030504040204" pitchFamily="50" charset="-128"/>
              </a:rPr>
              <a:t>ポリシー</a:t>
            </a:r>
            <a:endParaRPr lang="en-US" altLang="ja-JP" b="1" kern="0" dirty="0">
              <a:solidFill>
                <a:schemeClr val="bg1"/>
              </a:solidFill>
              <a:latin typeface="メイリオ" panose="020B0604030504040204" pitchFamily="50" charset="-128"/>
              <a:ea typeface="メイリオ" panose="020B0604030504040204" pitchFamily="50" charset="-128"/>
            </a:endParaRPr>
          </a:p>
        </p:txBody>
      </p:sp>
      <p:sp>
        <p:nvSpPr>
          <p:cNvPr id="10" name="コンテンツ プレースホルダー 2">
            <a:extLst>
              <a:ext uri="{FF2B5EF4-FFF2-40B4-BE49-F238E27FC236}">
                <a16:creationId xmlns:a16="http://schemas.microsoft.com/office/drawing/2014/main" id="{E253CC4A-0175-4ECF-94DA-B88D6F6AE9DD}"/>
              </a:ext>
            </a:extLst>
          </p:cNvPr>
          <p:cNvSpPr txBox="1">
            <a:spLocks/>
          </p:cNvSpPr>
          <p:nvPr/>
        </p:nvSpPr>
        <p:spPr bwMode="auto">
          <a:xfrm>
            <a:off x="3872880" y="3965387"/>
            <a:ext cx="5040560" cy="1123660"/>
          </a:xfrm>
          <a:prstGeom prst="rect">
            <a:avLst/>
          </a:prstGeom>
          <a:solidFill>
            <a:schemeClr val="bg1"/>
          </a:solidFill>
          <a:ln w="9525">
            <a:solidFill>
              <a:srgbClr val="F0861E"/>
            </a:solid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r>
              <a:rPr lang="ja-JP" altLang="en-US" kern="0" dirty="0">
                <a:solidFill>
                  <a:schemeClr val="bg2"/>
                </a:solidFill>
                <a:latin typeface="メイリオ" panose="020B0604030504040204" pitchFamily="50" charset="-128"/>
                <a:ea typeface="メイリオ" panose="020B0604030504040204" pitchFamily="50" charset="-128"/>
              </a:rPr>
              <a:t>希望する容量を調整して、手動でスケーリングを実施する。</a:t>
            </a:r>
            <a:endParaRPr lang="en-US" altLang="ja-JP" kern="0" dirty="0">
              <a:solidFill>
                <a:schemeClr val="bg2"/>
              </a:solidFill>
              <a:latin typeface="メイリオ" panose="020B0604030504040204" pitchFamily="50" charset="-128"/>
              <a:ea typeface="メイリオ" panose="020B0604030504040204" pitchFamily="50" charset="-128"/>
            </a:endParaRPr>
          </a:p>
        </p:txBody>
      </p:sp>
      <p:sp>
        <p:nvSpPr>
          <p:cNvPr id="11" name="コンテンツ プレースホルダー 2">
            <a:extLst>
              <a:ext uri="{FF2B5EF4-FFF2-40B4-BE49-F238E27FC236}">
                <a16:creationId xmlns:a16="http://schemas.microsoft.com/office/drawing/2014/main" id="{0366C448-D759-4E14-9CE7-C91462E1A679}"/>
              </a:ext>
            </a:extLst>
          </p:cNvPr>
          <p:cNvSpPr txBox="1">
            <a:spLocks/>
          </p:cNvSpPr>
          <p:nvPr/>
        </p:nvSpPr>
        <p:spPr bwMode="auto">
          <a:xfrm>
            <a:off x="560512" y="3965387"/>
            <a:ext cx="3240360" cy="1123660"/>
          </a:xfrm>
          <a:prstGeom prst="rect">
            <a:avLst/>
          </a:prstGeom>
          <a:solidFill>
            <a:srgbClr val="F0861E"/>
          </a:solidFill>
          <a:ln w="9525">
            <a:no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pPr algn="ctr"/>
            <a:r>
              <a:rPr lang="ja-JP" altLang="en-US" b="1" dirty="0">
                <a:solidFill>
                  <a:schemeClr val="bg1"/>
                </a:solidFill>
                <a:latin typeface="メイリオ" panose="020B0604030504040204" pitchFamily="50" charset="-128"/>
                <a:ea typeface="メイリオ" panose="020B0604030504040204" pitchFamily="50" charset="-128"/>
              </a:rPr>
              <a:t>手動スケーリング</a:t>
            </a:r>
            <a:endParaRPr lang="en-US" altLang="ja-JP" b="1" dirty="0">
              <a:solidFill>
                <a:schemeClr val="bg1"/>
              </a:solidFill>
              <a:latin typeface="メイリオ" panose="020B0604030504040204" pitchFamily="50" charset="-128"/>
              <a:ea typeface="メイリオ" panose="020B0604030504040204" pitchFamily="50" charset="-128"/>
            </a:endParaRPr>
          </a:p>
        </p:txBody>
      </p:sp>
      <p:sp>
        <p:nvSpPr>
          <p:cNvPr id="16" name="コンテンツ プレースホルダー 2">
            <a:extLst>
              <a:ext uri="{FF2B5EF4-FFF2-40B4-BE49-F238E27FC236}">
                <a16:creationId xmlns:a16="http://schemas.microsoft.com/office/drawing/2014/main" id="{E00221B1-E869-4983-916C-5FD83864E0AF}"/>
              </a:ext>
            </a:extLst>
          </p:cNvPr>
          <p:cNvSpPr txBox="1">
            <a:spLocks/>
          </p:cNvSpPr>
          <p:nvPr/>
        </p:nvSpPr>
        <p:spPr bwMode="auto">
          <a:xfrm>
            <a:off x="560512" y="1556793"/>
            <a:ext cx="1440160" cy="2324352"/>
          </a:xfrm>
          <a:prstGeom prst="rect">
            <a:avLst/>
          </a:prstGeom>
          <a:solidFill>
            <a:srgbClr val="F0861E"/>
          </a:solidFill>
          <a:ln w="9525">
            <a:no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pPr algn="ctr"/>
            <a:r>
              <a:rPr lang="ja-JP" altLang="en-US" b="1" kern="0" dirty="0">
                <a:solidFill>
                  <a:schemeClr val="bg1"/>
                </a:solidFill>
                <a:latin typeface="メイリオ" panose="020B0604030504040204" pitchFamily="50" charset="-128"/>
                <a:ea typeface="メイリオ" panose="020B0604030504040204" pitchFamily="50" charset="-128"/>
              </a:rPr>
              <a:t>動的</a:t>
            </a:r>
            <a:endParaRPr lang="en-US" altLang="ja-JP" b="1" kern="0" dirty="0">
              <a:solidFill>
                <a:schemeClr val="bg1"/>
              </a:solidFill>
              <a:latin typeface="メイリオ" panose="020B0604030504040204" pitchFamily="50" charset="-128"/>
              <a:ea typeface="メイリオ" panose="020B0604030504040204" pitchFamily="50" charset="-128"/>
            </a:endParaRPr>
          </a:p>
          <a:p>
            <a:pPr algn="ctr"/>
            <a:r>
              <a:rPr lang="ja-JP" altLang="en-US" b="1" kern="0" dirty="0">
                <a:solidFill>
                  <a:schemeClr val="bg1"/>
                </a:solidFill>
                <a:latin typeface="メイリオ" panose="020B0604030504040204" pitchFamily="50" charset="-128"/>
                <a:ea typeface="メイリオ" panose="020B0604030504040204" pitchFamily="50" charset="-128"/>
              </a:rPr>
              <a:t>スケーリング</a:t>
            </a:r>
            <a:endParaRPr lang="en-US" altLang="ja-JP" b="1" kern="0" dirty="0">
              <a:solidFill>
                <a:schemeClr val="bg1"/>
              </a:solidFill>
              <a:latin typeface="メイリオ" panose="020B0604030504040204" pitchFamily="50" charset="-128"/>
              <a:ea typeface="メイリオ" panose="020B0604030504040204" pitchFamily="50" charset="-128"/>
            </a:endParaRPr>
          </a:p>
        </p:txBody>
      </p:sp>
      <p:sp>
        <p:nvSpPr>
          <p:cNvPr id="17" name="コンテンツ プレースホルダー 2">
            <a:extLst>
              <a:ext uri="{FF2B5EF4-FFF2-40B4-BE49-F238E27FC236}">
                <a16:creationId xmlns:a16="http://schemas.microsoft.com/office/drawing/2014/main" id="{78903159-67B9-475E-918D-5ED47A540FF6}"/>
              </a:ext>
            </a:extLst>
          </p:cNvPr>
          <p:cNvSpPr txBox="1">
            <a:spLocks/>
          </p:cNvSpPr>
          <p:nvPr/>
        </p:nvSpPr>
        <p:spPr bwMode="auto">
          <a:xfrm>
            <a:off x="3872880" y="5166079"/>
            <a:ext cx="5040560" cy="1123660"/>
          </a:xfrm>
          <a:prstGeom prst="rect">
            <a:avLst/>
          </a:prstGeom>
          <a:solidFill>
            <a:schemeClr val="bg1"/>
          </a:solidFill>
          <a:ln w="9525">
            <a:solidFill>
              <a:srgbClr val="F0861E"/>
            </a:solid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r>
              <a:rPr lang="ja-JP" altLang="en-US" kern="0" dirty="0">
                <a:solidFill>
                  <a:schemeClr val="bg2"/>
                </a:solidFill>
                <a:latin typeface="メイリオ" panose="020B0604030504040204" pitchFamily="50" charset="-128"/>
                <a:ea typeface="メイリオ" panose="020B0604030504040204" pitchFamily="50" charset="-128"/>
              </a:rPr>
              <a:t>スケーリングを実施する日時を指定して、スケーリングを実行する。</a:t>
            </a:r>
            <a:endParaRPr lang="en-US" altLang="ja-JP" kern="0" dirty="0">
              <a:solidFill>
                <a:schemeClr val="bg2"/>
              </a:solidFill>
              <a:latin typeface="メイリオ" panose="020B0604030504040204" pitchFamily="50" charset="-128"/>
              <a:ea typeface="メイリオ" panose="020B0604030504040204" pitchFamily="50" charset="-128"/>
            </a:endParaRPr>
          </a:p>
        </p:txBody>
      </p:sp>
      <p:sp>
        <p:nvSpPr>
          <p:cNvPr id="18" name="コンテンツ プレースホルダー 2">
            <a:extLst>
              <a:ext uri="{FF2B5EF4-FFF2-40B4-BE49-F238E27FC236}">
                <a16:creationId xmlns:a16="http://schemas.microsoft.com/office/drawing/2014/main" id="{361B06C7-180C-410F-B752-F6B7A3AD623E}"/>
              </a:ext>
            </a:extLst>
          </p:cNvPr>
          <p:cNvSpPr txBox="1">
            <a:spLocks/>
          </p:cNvSpPr>
          <p:nvPr/>
        </p:nvSpPr>
        <p:spPr bwMode="auto">
          <a:xfrm>
            <a:off x="560512" y="5166079"/>
            <a:ext cx="3240360" cy="1123660"/>
          </a:xfrm>
          <a:prstGeom prst="rect">
            <a:avLst/>
          </a:prstGeom>
          <a:solidFill>
            <a:srgbClr val="F0861E"/>
          </a:solidFill>
          <a:ln w="9525">
            <a:no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pPr algn="ctr"/>
            <a:r>
              <a:rPr lang="ja-JP" altLang="en-US" b="1" i="0" dirty="0">
                <a:solidFill>
                  <a:schemeClr val="bg1"/>
                </a:solidFill>
                <a:effectLst/>
                <a:latin typeface="メイリオ" panose="020B0604030504040204" pitchFamily="50" charset="-128"/>
                <a:ea typeface="メイリオ" panose="020B0604030504040204" pitchFamily="50" charset="-128"/>
              </a:rPr>
              <a:t>スケジュールされた</a:t>
            </a:r>
            <a:br>
              <a:rPr lang="en-US" altLang="ja-JP" b="1" dirty="0">
                <a:solidFill>
                  <a:schemeClr val="bg1"/>
                </a:solidFill>
                <a:latin typeface="メイリオ" panose="020B0604030504040204" pitchFamily="50" charset="-128"/>
                <a:ea typeface="メイリオ" panose="020B0604030504040204" pitchFamily="50" charset="-128"/>
              </a:rPr>
            </a:br>
            <a:r>
              <a:rPr lang="ja-JP" altLang="en-US" b="1" i="0" dirty="0">
                <a:solidFill>
                  <a:schemeClr val="bg1"/>
                </a:solidFill>
                <a:effectLst/>
                <a:latin typeface="メイリオ" panose="020B0604030504040204" pitchFamily="50" charset="-128"/>
                <a:ea typeface="メイリオ" panose="020B0604030504040204" pitchFamily="50" charset="-128"/>
              </a:rPr>
              <a:t>スケーリング</a:t>
            </a:r>
            <a:endParaRPr lang="en-US" altLang="ja-JP" b="1" dirty="0">
              <a:solidFill>
                <a:schemeClr val="bg1"/>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550108490"/>
      </p:ext>
    </p:extLst>
  </p:cSld>
  <p:clrMapOvr>
    <a:masterClrMapping/>
  </p:clrMapOvr>
  <mc:AlternateContent xmlns:mc="http://schemas.openxmlformats.org/markup-compatibility/2006" xmlns:p14="http://schemas.microsoft.com/office/powerpoint/2010/main">
    <mc:Choice Requires="p14">
      <p:transition spd="slow" p14:dur="2000" advTm="92869"/>
    </mc:Choice>
    <mc:Fallback xmlns="">
      <p:transition spd="slow" advTm="92869"/>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タイトル 1">
            <a:extLst>
              <a:ext uri="{FF2B5EF4-FFF2-40B4-BE49-F238E27FC236}">
                <a16:creationId xmlns:a16="http://schemas.microsoft.com/office/drawing/2014/main" id="{48F80BE1-D063-4240-BFC7-C8D243720250}"/>
              </a:ext>
            </a:extLst>
          </p:cNvPr>
          <p:cNvSpPr txBox="1">
            <a:spLocks/>
          </p:cNvSpPr>
          <p:nvPr/>
        </p:nvSpPr>
        <p:spPr bwMode="auto">
          <a:xfrm>
            <a:off x="631222" y="201863"/>
            <a:ext cx="8642258" cy="50208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rtl="0" fontAlgn="base">
              <a:lnSpc>
                <a:spcPct val="90000"/>
              </a:lnSpc>
              <a:spcBef>
                <a:spcPct val="0"/>
              </a:spcBef>
              <a:spcAft>
                <a:spcPct val="0"/>
              </a:spcAft>
              <a:defRPr kumimoji="1" sz="2000">
                <a:solidFill>
                  <a:schemeClr val="tx2"/>
                </a:solidFill>
                <a:latin typeface="游明朝" panose="02020400000000000000" pitchFamily="18" charset="-128"/>
                <a:ea typeface="游明朝" panose="02020400000000000000" pitchFamily="18" charset="-128"/>
                <a:cs typeface="+mj-cs"/>
              </a:defRPr>
            </a:lvl1pPr>
            <a:lvl2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2pPr>
            <a:lvl3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3pPr>
            <a:lvl4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4pPr>
            <a:lvl5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5pPr>
            <a:lvl6pPr marL="4572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6pPr>
            <a:lvl7pPr marL="9144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7pPr>
            <a:lvl8pPr marL="13716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8pPr>
            <a:lvl9pPr marL="18288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9pPr>
          </a:lstStyle>
          <a:p>
            <a:pPr marL="0" indent="0" algn="l">
              <a:buNone/>
            </a:pPr>
            <a:r>
              <a:rPr lang="ja-JP" altLang="en-US" sz="3000" dirty="0">
                <a:solidFill>
                  <a:schemeClr val="tx1"/>
                </a:solidFill>
                <a:latin typeface="メイリオ" panose="020B0604030504040204" pitchFamily="50" charset="-128"/>
                <a:ea typeface="メイリオ" panose="020B0604030504040204" pitchFamily="50" charset="-128"/>
              </a:rPr>
              <a:t>ターゲット追跡スケーリングポリシー</a:t>
            </a:r>
            <a:endParaRPr lang="en-US" altLang="ja-JP" sz="3000" dirty="0">
              <a:solidFill>
                <a:schemeClr val="tx1"/>
              </a:solidFill>
              <a:latin typeface="メイリオ" panose="020B0604030504040204" pitchFamily="50" charset="-128"/>
              <a:ea typeface="メイリオ" panose="020B0604030504040204" pitchFamily="50" charset="-128"/>
            </a:endParaRPr>
          </a:p>
        </p:txBody>
      </p:sp>
      <p:sp>
        <p:nvSpPr>
          <p:cNvPr id="5" name="コンテンツ プレースホルダー 2">
            <a:extLst>
              <a:ext uri="{FF2B5EF4-FFF2-40B4-BE49-F238E27FC236}">
                <a16:creationId xmlns:a16="http://schemas.microsoft.com/office/drawing/2014/main" id="{4223C7E6-23C7-4433-B315-D26905B0474C}"/>
              </a:ext>
            </a:extLst>
          </p:cNvPr>
          <p:cNvSpPr txBox="1">
            <a:spLocks/>
          </p:cNvSpPr>
          <p:nvPr/>
        </p:nvSpPr>
        <p:spPr>
          <a:xfrm>
            <a:off x="631222" y="799401"/>
            <a:ext cx="8858282" cy="325343"/>
          </a:xfrm>
          <a:prstGeom prst="rect">
            <a:avLst/>
          </a:prstGeom>
        </p:spPr>
        <p:txBody>
          <a:bodyPr vert="horz" lIns="74295" tIns="37148" rIns="74295" bIns="37148" rtlCol="0">
            <a:noAutofit/>
          </a:bodyPr>
          <a:lstStyle>
            <a:lvl1pPr marL="228600" indent="-228600" algn="l" defTabSz="914400" rtl="0" eaLnBrk="1" latinLnBrk="0" hangingPunct="1">
              <a:lnSpc>
                <a:spcPct val="90000"/>
              </a:lnSpc>
              <a:spcBef>
                <a:spcPts val="1000"/>
              </a:spcBef>
              <a:buFont typeface="Wingdings 2" pitchFamily="18" charset="2"/>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2" pitchFamily="18" charset="2"/>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2" pitchFamily="18" charset="2"/>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5pPr>
            <a:lvl6pPr marL="25146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6pPr>
            <a:lvl7pPr marL="29718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7pPr>
            <a:lvl8pPr marL="34290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8pPr>
            <a:lvl9pPr marL="38862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9pPr>
          </a:lstStyle>
          <a:p>
            <a:pPr marL="0" indent="0">
              <a:buNone/>
            </a:pPr>
            <a:r>
              <a:rPr lang="en-US" altLang="ja-JP" sz="2400" kern="0" dirty="0">
                <a:solidFill>
                  <a:srgbClr val="002060"/>
                </a:solidFill>
                <a:latin typeface="メイリオ" panose="020B0604030504040204" pitchFamily="50" charset="-128"/>
                <a:ea typeface="メイリオ" panose="020B0604030504040204" pitchFamily="50" charset="-128"/>
              </a:rPr>
              <a:t>CloudWatch</a:t>
            </a:r>
            <a:r>
              <a:rPr lang="ja-JP" altLang="en-US" sz="2400" kern="0" dirty="0">
                <a:solidFill>
                  <a:srgbClr val="002060"/>
                </a:solidFill>
                <a:latin typeface="メイリオ" panose="020B0604030504040204" pitchFamily="50" charset="-128"/>
                <a:ea typeface="メイリオ" panose="020B0604030504040204" pitchFamily="50" charset="-128"/>
              </a:rPr>
              <a:t>のモニタリングメトリクスを利用したスケーリングを実施する。</a:t>
            </a:r>
            <a:endParaRPr lang="en-US" altLang="ja-JP" sz="2400" kern="0" dirty="0">
              <a:solidFill>
                <a:srgbClr val="002060"/>
              </a:solidFill>
              <a:latin typeface="メイリオ" panose="020B0604030504040204" pitchFamily="50" charset="-128"/>
              <a:ea typeface="メイリオ" panose="020B0604030504040204" pitchFamily="50" charset="-128"/>
            </a:endParaRPr>
          </a:p>
        </p:txBody>
      </p:sp>
      <p:pic>
        <p:nvPicPr>
          <p:cNvPr id="2050" name="Picture 2">
            <a:extLst>
              <a:ext uri="{FF2B5EF4-FFF2-40B4-BE49-F238E27FC236}">
                <a16:creationId xmlns:a16="http://schemas.microsoft.com/office/drawing/2014/main" id="{55D77F1C-CB7C-46CA-BF81-FEDA4E6D718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432720" y="1844824"/>
            <a:ext cx="4832400" cy="43320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21772095"/>
      </p:ext>
    </p:extLst>
  </p:cSld>
  <p:clrMapOvr>
    <a:masterClrMapping/>
  </p:clrMapOvr>
  <mc:AlternateContent xmlns:mc="http://schemas.openxmlformats.org/markup-compatibility/2006" xmlns:p14="http://schemas.microsoft.com/office/powerpoint/2010/main">
    <mc:Choice Requires="p14">
      <p:transition spd="slow" p14:dur="2000" advTm="69970"/>
    </mc:Choice>
    <mc:Fallback xmlns="">
      <p:transition spd="slow" advTm="69970"/>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タイトル 1">
            <a:extLst>
              <a:ext uri="{FF2B5EF4-FFF2-40B4-BE49-F238E27FC236}">
                <a16:creationId xmlns:a16="http://schemas.microsoft.com/office/drawing/2014/main" id="{48F80BE1-D063-4240-BFC7-C8D243720250}"/>
              </a:ext>
            </a:extLst>
          </p:cNvPr>
          <p:cNvSpPr txBox="1">
            <a:spLocks/>
          </p:cNvSpPr>
          <p:nvPr/>
        </p:nvSpPr>
        <p:spPr bwMode="auto">
          <a:xfrm>
            <a:off x="631222" y="201863"/>
            <a:ext cx="8642258" cy="50208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rtl="0" fontAlgn="base">
              <a:lnSpc>
                <a:spcPct val="90000"/>
              </a:lnSpc>
              <a:spcBef>
                <a:spcPct val="0"/>
              </a:spcBef>
              <a:spcAft>
                <a:spcPct val="0"/>
              </a:spcAft>
              <a:defRPr kumimoji="1" sz="2000">
                <a:solidFill>
                  <a:schemeClr val="tx2"/>
                </a:solidFill>
                <a:latin typeface="游明朝" panose="02020400000000000000" pitchFamily="18" charset="-128"/>
                <a:ea typeface="游明朝" panose="02020400000000000000" pitchFamily="18" charset="-128"/>
                <a:cs typeface="+mj-cs"/>
              </a:defRPr>
            </a:lvl1pPr>
            <a:lvl2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2pPr>
            <a:lvl3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3pPr>
            <a:lvl4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4pPr>
            <a:lvl5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5pPr>
            <a:lvl6pPr marL="4572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6pPr>
            <a:lvl7pPr marL="9144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7pPr>
            <a:lvl8pPr marL="13716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8pPr>
            <a:lvl9pPr marL="18288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9pPr>
          </a:lstStyle>
          <a:p>
            <a:pPr marL="0" indent="0" algn="l">
              <a:buNone/>
            </a:pPr>
            <a:r>
              <a:rPr kumimoji="0" lang="ja-JP" altLang="en-US" sz="3200" dirty="0">
                <a:solidFill>
                  <a:srgbClr val="000000"/>
                </a:solidFill>
                <a:latin typeface="メイリオ" pitchFamily="50" charset="-128"/>
                <a:ea typeface="メイリオ" pitchFamily="50" charset="-128"/>
                <a:cs typeface="メイリオ" pitchFamily="50" charset="-128"/>
              </a:rPr>
              <a:t>複数のスケーリングポリシーの設定</a:t>
            </a:r>
            <a:endParaRPr lang="en-US" altLang="ja-JP" sz="3600" dirty="0">
              <a:solidFill>
                <a:schemeClr val="tx1"/>
              </a:solidFill>
              <a:latin typeface="メイリオ" panose="020B0604030504040204" pitchFamily="50" charset="-128"/>
              <a:ea typeface="メイリオ" panose="020B0604030504040204" pitchFamily="50" charset="-128"/>
            </a:endParaRPr>
          </a:p>
        </p:txBody>
      </p:sp>
      <p:sp>
        <p:nvSpPr>
          <p:cNvPr id="5" name="コンテンツ プレースホルダー 2">
            <a:extLst>
              <a:ext uri="{FF2B5EF4-FFF2-40B4-BE49-F238E27FC236}">
                <a16:creationId xmlns:a16="http://schemas.microsoft.com/office/drawing/2014/main" id="{4223C7E6-23C7-4433-B315-D26905B0474C}"/>
              </a:ext>
            </a:extLst>
          </p:cNvPr>
          <p:cNvSpPr txBox="1">
            <a:spLocks/>
          </p:cNvSpPr>
          <p:nvPr/>
        </p:nvSpPr>
        <p:spPr>
          <a:xfrm>
            <a:off x="631222" y="799401"/>
            <a:ext cx="8858282" cy="325343"/>
          </a:xfrm>
          <a:prstGeom prst="rect">
            <a:avLst/>
          </a:prstGeom>
        </p:spPr>
        <p:txBody>
          <a:bodyPr vert="horz" lIns="74295" tIns="37148" rIns="74295" bIns="37148" rtlCol="0">
            <a:noAutofit/>
          </a:bodyPr>
          <a:lstStyle>
            <a:lvl1pPr marL="228600" indent="-228600" algn="l" defTabSz="914400" rtl="0" eaLnBrk="1" latinLnBrk="0" hangingPunct="1">
              <a:lnSpc>
                <a:spcPct val="90000"/>
              </a:lnSpc>
              <a:spcBef>
                <a:spcPts val="1000"/>
              </a:spcBef>
              <a:buFont typeface="Wingdings 2" pitchFamily="18" charset="2"/>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2" pitchFamily="18" charset="2"/>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2" pitchFamily="18" charset="2"/>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5pPr>
            <a:lvl6pPr marL="25146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6pPr>
            <a:lvl7pPr marL="29718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7pPr>
            <a:lvl8pPr marL="34290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8pPr>
            <a:lvl9pPr marL="38862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9pPr>
          </a:lstStyle>
          <a:p>
            <a:pPr marL="0" indent="0">
              <a:buNone/>
            </a:pPr>
            <a:r>
              <a:rPr lang="ja-JP" altLang="en-US" sz="2400" kern="0" dirty="0">
                <a:solidFill>
                  <a:srgbClr val="002060"/>
                </a:solidFill>
                <a:latin typeface="メイリオ" panose="020B0604030504040204" pitchFamily="50" charset="-128"/>
                <a:ea typeface="メイリオ" panose="020B0604030504040204" pitchFamily="50" charset="-128"/>
              </a:rPr>
              <a:t>スケーリングポリシーの設定は複数組み合わせて利用することができる</a:t>
            </a:r>
            <a:endParaRPr lang="en-US" altLang="ja-JP" sz="2400" kern="0" dirty="0">
              <a:solidFill>
                <a:srgbClr val="002060"/>
              </a:solidFill>
              <a:latin typeface="メイリオ" panose="020B0604030504040204" pitchFamily="50" charset="-128"/>
              <a:ea typeface="メイリオ" panose="020B0604030504040204" pitchFamily="50" charset="-128"/>
            </a:endParaRPr>
          </a:p>
        </p:txBody>
      </p:sp>
      <p:sp>
        <p:nvSpPr>
          <p:cNvPr id="6" name="正方形/長方形 5">
            <a:extLst>
              <a:ext uri="{FF2B5EF4-FFF2-40B4-BE49-F238E27FC236}">
                <a16:creationId xmlns:a16="http://schemas.microsoft.com/office/drawing/2014/main" id="{AA6EA91C-BAAB-4F71-94A5-7114C00BBD8B}"/>
              </a:ext>
            </a:extLst>
          </p:cNvPr>
          <p:cNvSpPr/>
          <p:nvPr/>
        </p:nvSpPr>
        <p:spPr bwMode="auto">
          <a:xfrm>
            <a:off x="1784648" y="2564904"/>
            <a:ext cx="2511033" cy="2625242"/>
          </a:xfrm>
          <a:prstGeom prst="rect">
            <a:avLst/>
          </a:prstGeom>
          <a:solidFill>
            <a:srgbClr val="F0861E"/>
          </a:solidFill>
          <a:ln w="12700" cap="flat" cmpd="sng" algn="ctr">
            <a:noFill/>
            <a:prstDash val="solid"/>
            <a:round/>
            <a:headEnd type="none" w="med" len="med"/>
            <a:tailEnd type="none" w="med" len="med"/>
          </a:ln>
          <a:effectLst/>
        </p:spPr>
        <p:txBody>
          <a:bodyPr vert="horz" wrap="square" lIns="36000" tIns="36000" rIns="36000" bIns="36000" numCol="1" rtlCol="0" anchor="ctr" anchorCtr="0" compatLnSpc="1">
            <a:prstTxWarp prst="textNoShape">
              <a:avLst/>
            </a:prstTxWarp>
          </a:bodyPr>
          <a:lstStyle/>
          <a:p>
            <a:pPr algn="ctr"/>
            <a:r>
              <a:rPr lang="ja-JP" altLang="en-US" sz="1800" dirty="0">
                <a:solidFill>
                  <a:schemeClr val="bg1"/>
                </a:solidFill>
                <a:latin typeface="メイリオ" panose="020B0604030504040204" pitchFamily="50" charset="-128"/>
                <a:ea typeface="メイリオ" panose="020B0604030504040204" pitchFamily="50" charset="-128"/>
              </a:rPr>
              <a:t>スケーリングを</a:t>
            </a:r>
            <a:endParaRPr lang="en-US" altLang="ja-JP" sz="1800" dirty="0">
              <a:solidFill>
                <a:schemeClr val="bg1"/>
              </a:solidFill>
              <a:latin typeface="メイリオ" panose="020B0604030504040204" pitchFamily="50" charset="-128"/>
              <a:ea typeface="メイリオ" panose="020B0604030504040204" pitchFamily="50" charset="-128"/>
            </a:endParaRPr>
          </a:p>
          <a:p>
            <a:pPr algn="ctr"/>
            <a:r>
              <a:rPr lang="ja-JP" altLang="en-US" sz="1800" dirty="0">
                <a:solidFill>
                  <a:schemeClr val="bg1"/>
                </a:solidFill>
                <a:latin typeface="メイリオ" panose="020B0604030504040204" pitchFamily="50" charset="-128"/>
                <a:ea typeface="メイリオ" panose="020B0604030504040204" pitchFamily="50" charset="-128"/>
              </a:rPr>
              <a:t>スケジュールで設定</a:t>
            </a:r>
            <a:endParaRPr lang="en-US" altLang="ja-JP" sz="1800" dirty="0">
              <a:solidFill>
                <a:schemeClr val="bg1"/>
              </a:solidFill>
              <a:latin typeface="メイリオ" panose="020B0604030504040204" pitchFamily="50" charset="-128"/>
              <a:ea typeface="メイリオ" panose="020B0604030504040204" pitchFamily="50" charset="-128"/>
            </a:endParaRPr>
          </a:p>
        </p:txBody>
      </p:sp>
      <p:sp>
        <p:nvSpPr>
          <p:cNvPr id="7" name="正方形/長方形 6">
            <a:extLst>
              <a:ext uri="{FF2B5EF4-FFF2-40B4-BE49-F238E27FC236}">
                <a16:creationId xmlns:a16="http://schemas.microsoft.com/office/drawing/2014/main" id="{F60BB574-E059-410D-848F-9F6C346EEAD9}"/>
              </a:ext>
            </a:extLst>
          </p:cNvPr>
          <p:cNvSpPr/>
          <p:nvPr/>
        </p:nvSpPr>
        <p:spPr bwMode="auto">
          <a:xfrm>
            <a:off x="5241032" y="2564904"/>
            <a:ext cx="2511033" cy="2625242"/>
          </a:xfrm>
          <a:prstGeom prst="rect">
            <a:avLst/>
          </a:prstGeom>
          <a:solidFill>
            <a:srgbClr val="F0861E"/>
          </a:solidFill>
          <a:ln w="12700" cap="flat" cmpd="sng" algn="ctr">
            <a:noFill/>
            <a:prstDash val="solid"/>
            <a:round/>
            <a:headEnd type="none" w="med" len="med"/>
            <a:tailEnd type="none" w="med" len="med"/>
          </a:ln>
          <a:effectLst/>
        </p:spPr>
        <p:txBody>
          <a:bodyPr vert="horz" wrap="square" lIns="36000" tIns="36000" rIns="36000" bIns="36000" numCol="1" rtlCol="0" anchor="ctr" anchorCtr="0" compatLnSpc="1">
            <a:prstTxWarp prst="textNoShape">
              <a:avLst/>
            </a:prstTxWarp>
          </a:bodyPr>
          <a:lstStyle/>
          <a:p>
            <a:pPr algn="ctr"/>
            <a:r>
              <a:rPr lang="ja-JP" altLang="en-US" sz="1800" dirty="0">
                <a:solidFill>
                  <a:schemeClr val="bg1"/>
                </a:solidFill>
                <a:latin typeface="メイリオ" panose="020B0604030504040204" pitchFamily="50" charset="-128"/>
                <a:ea typeface="メイリオ" panose="020B0604030504040204" pitchFamily="50" charset="-128"/>
              </a:rPr>
              <a:t>スケジュール設定</a:t>
            </a:r>
            <a:br>
              <a:rPr lang="en-US" altLang="ja-JP" sz="1800" dirty="0">
                <a:solidFill>
                  <a:schemeClr val="bg1"/>
                </a:solidFill>
                <a:latin typeface="メイリオ" panose="020B0604030504040204" pitchFamily="50" charset="-128"/>
                <a:ea typeface="メイリオ" panose="020B0604030504040204" pitchFamily="50" charset="-128"/>
              </a:rPr>
            </a:br>
            <a:r>
              <a:rPr lang="ja-JP" altLang="en-US" sz="1800" dirty="0">
                <a:solidFill>
                  <a:schemeClr val="bg1"/>
                </a:solidFill>
                <a:latin typeface="メイリオ" panose="020B0604030504040204" pitchFamily="50" charset="-128"/>
                <a:ea typeface="メイリオ" panose="020B0604030504040204" pitchFamily="50" charset="-128"/>
              </a:rPr>
              <a:t>を超過したら</a:t>
            </a:r>
            <a:br>
              <a:rPr lang="en-US" altLang="ja-JP" sz="1800" dirty="0">
                <a:solidFill>
                  <a:schemeClr val="bg1"/>
                </a:solidFill>
                <a:latin typeface="メイリオ" panose="020B0604030504040204" pitchFamily="50" charset="-128"/>
                <a:ea typeface="メイリオ" panose="020B0604030504040204" pitchFamily="50" charset="-128"/>
              </a:rPr>
            </a:br>
            <a:r>
              <a:rPr lang="ja-JP" altLang="en-US" sz="1800" dirty="0">
                <a:solidFill>
                  <a:schemeClr val="bg1"/>
                </a:solidFill>
                <a:latin typeface="メイリオ" panose="020B0604030504040204" pitchFamily="50" charset="-128"/>
                <a:ea typeface="メイリオ" panose="020B0604030504040204" pitchFamily="50" charset="-128"/>
              </a:rPr>
              <a:t>動的スケーリング</a:t>
            </a:r>
            <a:endParaRPr lang="en-US" altLang="ja-JP" sz="1800" dirty="0">
              <a:solidFill>
                <a:schemeClr val="bg1"/>
              </a:solidFill>
              <a:latin typeface="メイリオ" panose="020B0604030504040204" pitchFamily="50" charset="-128"/>
              <a:ea typeface="メイリオ" panose="020B0604030504040204" pitchFamily="50" charset="-128"/>
            </a:endParaRPr>
          </a:p>
        </p:txBody>
      </p:sp>
      <p:sp>
        <p:nvSpPr>
          <p:cNvPr id="2" name="矢印: 右 1">
            <a:extLst>
              <a:ext uri="{FF2B5EF4-FFF2-40B4-BE49-F238E27FC236}">
                <a16:creationId xmlns:a16="http://schemas.microsoft.com/office/drawing/2014/main" id="{6193FD4F-8D3F-46BD-A0F1-1A2EDBD45396}"/>
              </a:ext>
            </a:extLst>
          </p:cNvPr>
          <p:cNvSpPr/>
          <p:nvPr/>
        </p:nvSpPr>
        <p:spPr bwMode="auto">
          <a:xfrm>
            <a:off x="4448944" y="3429000"/>
            <a:ext cx="648072" cy="936104"/>
          </a:xfrm>
          <a:prstGeom prst="rightArrow">
            <a:avLst/>
          </a:prstGeom>
          <a:solidFill>
            <a:schemeClr val="accent2"/>
          </a:solidFill>
          <a:ln w="12700" cap="flat" cmpd="sng" algn="ctr">
            <a:no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ja-JP" altLang="en-US" sz="1600" b="0" i="0" u="none" strike="noStrike" cap="none" normalizeH="0" baseline="0">
              <a:ln>
                <a:noFill/>
              </a:ln>
              <a:solidFill>
                <a:schemeClr val="tx1"/>
              </a:solidFill>
              <a:effectLst/>
              <a:latin typeface="ＭＳ Ｐゴシック" pitchFamily="50" charset="-128"/>
              <a:ea typeface="ＭＳ Ｐゴシック" pitchFamily="50" charset="-128"/>
            </a:endParaRPr>
          </a:p>
        </p:txBody>
      </p:sp>
    </p:spTree>
    <p:extLst>
      <p:ext uri="{BB962C8B-B14F-4D97-AF65-F5344CB8AC3E}">
        <p14:creationId xmlns:p14="http://schemas.microsoft.com/office/powerpoint/2010/main" val="958790100"/>
      </p:ext>
    </p:extLst>
  </p:cSld>
  <p:clrMapOvr>
    <a:masterClrMapping/>
  </p:clrMapOvr>
  <mc:AlternateContent xmlns:mc="http://schemas.openxmlformats.org/markup-compatibility/2006" xmlns:p14="http://schemas.microsoft.com/office/powerpoint/2010/main">
    <mc:Choice Requires="p14">
      <p:transition spd="slow" p14:dur="2000" advTm="24938"/>
    </mc:Choice>
    <mc:Fallback xmlns="">
      <p:transition spd="slow" advTm="24938"/>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タイトル 1">
            <a:extLst>
              <a:ext uri="{FF2B5EF4-FFF2-40B4-BE49-F238E27FC236}">
                <a16:creationId xmlns:a16="http://schemas.microsoft.com/office/drawing/2014/main" id="{48F80BE1-D063-4240-BFC7-C8D243720250}"/>
              </a:ext>
            </a:extLst>
          </p:cNvPr>
          <p:cNvSpPr txBox="1">
            <a:spLocks/>
          </p:cNvSpPr>
          <p:nvPr/>
        </p:nvSpPr>
        <p:spPr bwMode="auto">
          <a:xfrm>
            <a:off x="631222" y="201863"/>
            <a:ext cx="8642258" cy="50208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rtl="0" fontAlgn="base">
              <a:lnSpc>
                <a:spcPct val="90000"/>
              </a:lnSpc>
              <a:spcBef>
                <a:spcPct val="0"/>
              </a:spcBef>
              <a:spcAft>
                <a:spcPct val="0"/>
              </a:spcAft>
              <a:defRPr kumimoji="1" sz="2000">
                <a:solidFill>
                  <a:schemeClr val="tx2"/>
                </a:solidFill>
                <a:latin typeface="游明朝" panose="02020400000000000000" pitchFamily="18" charset="-128"/>
                <a:ea typeface="游明朝" panose="02020400000000000000" pitchFamily="18" charset="-128"/>
                <a:cs typeface="+mj-cs"/>
              </a:defRPr>
            </a:lvl1pPr>
            <a:lvl2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2pPr>
            <a:lvl3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3pPr>
            <a:lvl4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4pPr>
            <a:lvl5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5pPr>
            <a:lvl6pPr marL="4572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6pPr>
            <a:lvl7pPr marL="9144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7pPr>
            <a:lvl8pPr marL="13716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8pPr>
            <a:lvl9pPr marL="18288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9pPr>
          </a:lstStyle>
          <a:p>
            <a:pPr marL="0" indent="0" algn="l">
              <a:buNone/>
            </a:pPr>
            <a:r>
              <a:rPr lang="ja-JP" altLang="en-US" sz="3000" dirty="0">
                <a:solidFill>
                  <a:schemeClr val="tx1"/>
                </a:solidFill>
                <a:latin typeface="メイリオ" panose="020B0604030504040204" pitchFamily="50" charset="-128"/>
                <a:ea typeface="メイリオ" panose="020B0604030504040204" pitchFamily="50" charset="-128"/>
              </a:rPr>
              <a:t>ヘルスチェック</a:t>
            </a:r>
            <a:r>
              <a:rPr kumimoji="0" lang="ja-JP" altLang="en-US" sz="3000" dirty="0">
                <a:solidFill>
                  <a:srgbClr val="000000"/>
                </a:solidFill>
                <a:latin typeface="メイリオ" pitchFamily="50" charset="-128"/>
                <a:ea typeface="メイリオ" pitchFamily="50" charset="-128"/>
                <a:cs typeface="メイリオ" pitchFamily="50" charset="-128"/>
              </a:rPr>
              <a:t>の利用</a:t>
            </a:r>
            <a:endParaRPr lang="en-US" altLang="ja-JP" sz="3000" dirty="0">
              <a:solidFill>
                <a:schemeClr val="tx1"/>
              </a:solidFill>
              <a:latin typeface="メイリオ" panose="020B0604030504040204" pitchFamily="50" charset="-128"/>
              <a:ea typeface="メイリオ" panose="020B0604030504040204" pitchFamily="50" charset="-128"/>
            </a:endParaRPr>
          </a:p>
        </p:txBody>
      </p:sp>
      <p:sp>
        <p:nvSpPr>
          <p:cNvPr id="5" name="コンテンツ プレースホルダー 2">
            <a:extLst>
              <a:ext uri="{FF2B5EF4-FFF2-40B4-BE49-F238E27FC236}">
                <a16:creationId xmlns:a16="http://schemas.microsoft.com/office/drawing/2014/main" id="{4223C7E6-23C7-4433-B315-D26905B0474C}"/>
              </a:ext>
            </a:extLst>
          </p:cNvPr>
          <p:cNvSpPr txBox="1">
            <a:spLocks/>
          </p:cNvSpPr>
          <p:nvPr/>
        </p:nvSpPr>
        <p:spPr>
          <a:xfrm>
            <a:off x="631222" y="799401"/>
            <a:ext cx="8858282" cy="325343"/>
          </a:xfrm>
          <a:prstGeom prst="rect">
            <a:avLst/>
          </a:prstGeom>
        </p:spPr>
        <p:txBody>
          <a:bodyPr vert="horz" lIns="74295" tIns="37148" rIns="74295" bIns="37148" rtlCol="0">
            <a:noAutofit/>
          </a:bodyPr>
          <a:lstStyle>
            <a:lvl1pPr marL="228600" indent="-228600" algn="l" defTabSz="914400" rtl="0" eaLnBrk="1" latinLnBrk="0" hangingPunct="1">
              <a:lnSpc>
                <a:spcPct val="90000"/>
              </a:lnSpc>
              <a:spcBef>
                <a:spcPts val="1000"/>
              </a:spcBef>
              <a:buFont typeface="Wingdings 2" pitchFamily="18" charset="2"/>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2" pitchFamily="18" charset="2"/>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2" pitchFamily="18" charset="2"/>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5pPr>
            <a:lvl6pPr marL="25146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6pPr>
            <a:lvl7pPr marL="29718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7pPr>
            <a:lvl8pPr marL="34290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8pPr>
            <a:lvl9pPr marL="38862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9pPr>
          </a:lstStyle>
          <a:p>
            <a:pPr marL="0" indent="0">
              <a:buNone/>
            </a:pPr>
            <a:r>
              <a:rPr lang="en-US" altLang="ja-JP" sz="2400" kern="0" dirty="0">
                <a:solidFill>
                  <a:srgbClr val="002060"/>
                </a:solidFill>
                <a:latin typeface="メイリオ" panose="020B0604030504040204" pitchFamily="50" charset="-128"/>
                <a:ea typeface="メイリオ" panose="020B0604030504040204" pitchFamily="50" charset="-128"/>
              </a:rPr>
              <a:t>Auto-Scaling</a:t>
            </a:r>
            <a:r>
              <a:rPr lang="ja-JP" altLang="en-US" sz="2400" kern="0" dirty="0">
                <a:solidFill>
                  <a:srgbClr val="002060"/>
                </a:solidFill>
                <a:latin typeface="メイリオ" panose="020B0604030504040204" pitchFamily="50" charset="-128"/>
                <a:ea typeface="メイリオ" panose="020B0604030504040204" pitchFamily="50" charset="-128"/>
              </a:rPr>
              <a:t>配下の</a:t>
            </a:r>
            <a:r>
              <a:rPr lang="en-US" altLang="ja-JP" sz="2400" kern="0" dirty="0">
                <a:solidFill>
                  <a:srgbClr val="002060"/>
                </a:solidFill>
                <a:latin typeface="メイリオ" panose="020B0604030504040204" pitchFamily="50" charset="-128"/>
                <a:ea typeface="メイリオ" panose="020B0604030504040204" pitchFamily="50" charset="-128"/>
              </a:rPr>
              <a:t>EC2</a:t>
            </a:r>
            <a:r>
              <a:rPr lang="ja-JP" altLang="en-US" sz="2400" kern="0" dirty="0">
                <a:solidFill>
                  <a:srgbClr val="002060"/>
                </a:solidFill>
                <a:latin typeface="メイリオ" panose="020B0604030504040204" pitchFamily="50" charset="-128"/>
                <a:ea typeface="メイリオ" panose="020B0604030504040204" pitchFamily="50" charset="-128"/>
              </a:rPr>
              <a:t>のヘルスチェックには</a:t>
            </a:r>
            <a:r>
              <a:rPr lang="en-US" altLang="ja-JP" sz="2400" kern="0" dirty="0">
                <a:solidFill>
                  <a:srgbClr val="002060"/>
                </a:solidFill>
                <a:latin typeface="メイリオ" panose="020B0604030504040204" pitchFamily="50" charset="-128"/>
                <a:ea typeface="メイリオ" panose="020B0604030504040204" pitchFamily="50" charset="-128"/>
              </a:rPr>
              <a:t>EC2</a:t>
            </a:r>
            <a:r>
              <a:rPr lang="ja-JP" altLang="en-US" sz="2400" kern="0" dirty="0">
                <a:solidFill>
                  <a:srgbClr val="002060"/>
                </a:solidFill>
                <a:latin typeface="メイリオ" panose="020B0604030504040204" pitchFamily="50" charset="-128"/>
                <a:ea typeface="メイリオ" panose="020B0604030504040204" pitchFamily="50" charset="-128"/>
              </a:rPr>
              <a:t>のステータス情報または</a:t>
            </a:r>
            <a:r>
              <a:rPr lang="en-US" altLang="ja-JP" sz="2400" kern="0" dirty="0">
                <a:solidFill>
                  <a:srgbClr val="002060"/>
                </a:solidFill>
                <a:latin typeface="メイリオ" panose="020B0604030504040204" pitchFamily="50" charset="-128"/>
                <a:ea typeface="メイリオ" panose="020B0604030504040204" pitchFamily="50" charset="-128"/>
              </a:rPr>
              <a:t>ELB</a:t>
            </a:r>
            <a:r>
              <a:rPr lang="ja-JP" altLang="en-US" sz="2400" kern="0" dirty="0">
                <a:solidFill>
                  <a:srgbClr val="002060"/>
                </a:solidFill>
                <a:latin typeface="メイリオ" panose="020B0604030504040204" pitchFamily="50" charset="-128"/>
                <a:ea typeface="メイリオ" panose="020B0604030504040204" pitchFamily="50" charset="-128"/>
              </a:rPr>
              <a:t>のヘルスチェックのどちらかを利用する</a:t>
            </a:r>
            <a:endParaRPr lang="en-US" altLang="ja-JP" sz="2400" kern="0" dirty="0">
              <a:solidFill>
                <a:srgbClr val="002060"/>
              </a:solidFill>
              <a:latin typeface="メイリオ" panose="020B0604030504040204" pitchFamily="50" charset="-128"/>
              <a:ea typeface="メイリオ" panose="020B0604030504040204" pitchFamily="50" charset="-128"/>
            </a:endParaRPr>
          </a:p>
        </p:txBody>
      </p:sp>
      <p:sp>
        <p:nvSpPr>
          <p:cNvPr id="6" name="コンテンツ プレースホルダー 2">
            <a:extLst>
              <a:ext uri="{FF2B5EF4-FFF2-40B4-BE49-F238E27FC236}">
                <a16:creationId xmlns:a16="http://schemas.microsoft.com/office/drawing/2014/main" id="{2F5DCB74-FC0F-459A-AA9C-F30A53B14BE3}"/>
              </a:ext>
            </a:extLst>
          </p:cNvPr>
          <p:cNvSpPr txBox="1">
            <a:spLocks/>
          </p:cNvSpPr>
          <p:nvPr/>
        </p:nvSpPr>
        <p:spPr bwMode="auto">
          <a:xfrm>
            <a:off x="3544050" y="2420888"/>
            <a:ext cx="5040560" cy="1219112"/>
          </a:xfrm>
          <a:prstGeom prst="rect">
            <a:avLst/>
          </a:prstGeom>
          <a:solidFill>
            <a:schemeClr val="bg1"/>
          </a:solidFill>
          <a:ln w="9525">
            <a:solidFill>
              <a:srgbClr val="F0861E"/>
            </a:solid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r>
              <a:rPr lang="ja-JP" altLang="en-US" dirty="0">
                <a:latin typeface="メイリオ" panose="020B0604030504040204" pitchFamily="50" charset="-128"/>
                <a:ea typeface="メイリオ" panose="020B0604030504040204" pitchFamily="50" charset="-128"/>
              </a:rPr>
              <a:t>インスタンスのステータスが</a:t>
            </a:r>
            <a:r>
              <a:rPr lang="en-US" altLang="ja-JP" dirty="0">
                <a:latin typeface="メイリオ" panose="020B0604030504040204" pitchFamily="50" charset="-128"/>
                <a:ea typeface="メイリオ" panose="020B0604030504040204" pitchFamily="50" charset="-128"/>
              </a:rPr>
              <a:t>running</a:t>
            </a:r>
            <a:r>
              <a:rPr lang="ja-JP" altLang="en-US" dirty="0">
                <a:latin typeface="メイリオ" panose="020B0604030504040204" pitchFamily="50" charset="-128"/>
                <a:ea typeface="メイリオ" panose="020B0604030504040204" pitchFamily="50" charset="-128"/>
              </a:rPr>
              <a:t>以外の状態を異常を判断する。</a:t>
            </a:r>
            <a:endParaRPr lang="en-US" altLang="ja-JP" dirty="0">
              <a:latin typeface="メイリオ" panose="020B0604030504040204" pitchFamily="50" charset="-128"/>
              <a:ea typeface="メイリオ" panose="020B0604030504040204" pitchFamily="50" charset="-128"/>
            </a:endParaRPr>
          </a:p>
          <a:p>
            <a:r>
              <a:rPr lang="en-US" altLang="ja-JP" kern="0" dirty="0">
                <a:latin typeface="メイリオ" panose="020B0604030504040204" pitchFamily="50" charset="-128"/>
                <a:ea typeface="メイリオ" panose="020B0604030504040204" pitchFamily="50" charset="-128"/>
              </a:rPr>
              <a:t>EC2</a:t>
            </a:r>
            <a:r>
              <a:rPr lang="ja-JP" altLang="en-US" kern="0" dirty="0">
                <a:latin typeface="メイリオ" panose="020B0604030504040204" pitchFamily="50" charset="-128"/>
                <a:ea typeface="メイリオ" panose="020B0604030504040204" pitchFamily="50" charset="-128"/>
              </a:rPr>
              <a:t>が稼働時の異常には対応できない。</a:t>
            </a:r>
            <a:endParaRPr lang="en-US" altLang="ja-JP" kern="0" dirty="0">
              <a:latin typeface="メイリオ" panose="020B0604030504040204" pitchFamily="50" charset="-128"/>
              <a:ea typeface="メイリオ" panose="020B0604030504040204" pitchFamily="50" charset="-128"/>
            </a:endParaRPr>
          </a:p>
        </p:txBody>
      </p:sp>
      <p:sp>
        <p:nvSpPr>
          <p:cNvPr id="7" name="コンテンツ プレースホルダー 2">
            <a:extLst>
              <a:ext uri="{FF2B5EF4-FFF2-40B4-BE49-F238E27FC236}">
                <a16:creationId xmlns:a16="http://schemas.microsoft.com/office/drawing/2014/main" id="{EDCFB1CB-3394-4038-A410-79ABA57DF1B0}"/>
              </a:ext>
            </a:extLst>
          </p:cNvPr>
          <p:cNvSpPr txBox="1">
            <a:spLocks/>
          </p:cNvSpPr>
          <p:nvPr/>
        </p:nvSpPr>
        <p:spPr bwMode="auto">
          <a:xfrm>
            <a:off x="1239794" y="2420888"/>
            <a:ext cx="2232248" cy="1219112"/>
          </a:xfrm>
          <a:prstGeom prst="rect">
            <a:avLst/>
          </a:prstGeom>
          <a:solidFill>
            <a:srgbClr val="F0861E"/>
          </a:solidFill>
          <a:ln w="9525">
            <a:no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pPr algn="ctr"/>
            <a:r>
              <a:rPr lang="en-US" altLang="ja-JP" b="1" kern="0" dirty="0">
                <a:solidFill>
                  <a:schemeClr val="bg1"/>
                </a:solidFill>
                <a:latin typeface="メイリオ" panose="020B0604030504040204" pitchFamily="50" charset="-128"/>
                <a:ea typeface="メイリオ" panose="020B0604030504040204" pitchFamily="50" charset="-128"/>
              </a:rPr>
              <a:t>EC2</a:t>
            </a:r>
            <a:r>
              <a:rPr lang="ja-JP" altLang="en-US" b="1" kern="0" dirty="0">
                <a:solidFill>
                  <a:schemeClr val="bg1"/>
                </a:solidFill>
                <a:latin typeface="メイリオ" panose="020B0604030504040204" pitchFamily="50" charset="-128"/>
                <a:ea typeface="メイリオ" panose="020B0604030504040204" pitchFamily="50" charset="-128"/>
              </a:rPr>
              <a:t>ステータス</a:t>
            </a:r>
            <a:endParaRPr lang="en-US" altLang="ja-JP" b="1" kern="0" dirty="0">
              <a:solidFill>
                <a:schemeClr val="bg1"/>
              </a:solidFill>
              <a:latin typeface="メイリオ" panose="020B0604030504040204" pitchFamily="50" charset="-128"/>
              <a:ea typeface="メイリオ" panose="020B0604030504040204" pitchFamily="50" charset="-128"/>
            </a:endParaRPr>
          </a:p>
        </p:txBody>
      </p:sp>
      <p:sp>
        <p:nvSpPr>
          <p:cNvPr id="8" name="コンテンツ プレースホルダー 2">
            <a:extLst>
              <a:ext uri="{FF2B5EF4-FFF2-40B4-BE49-F238E27FC236}">
                <a16:creationId xmlns:a16="http://schemas.microsoft.com/office/drawing/2014/main" id="{CA733210-9A4C-45AE-929E-6D7DDA02DF2D}"/>
              </a:ext>
            </a:extLst>
          </p:cNvPr>
          <p:cNvSpPr txBox="1">
            <a:spLocks/>
          </p:cNvSpPr>
          <p:nvPr/>
        </p:nvSpPr>
        <p:spPr bwMode="auto">
          <a:xfrm>
            <a:off x="3544050" y="3717032"/>
            <a:ext cx="5040560" cy="1219112"/>
          </a:xfrm>
          <a:prstGeom prst="rect">
            <a:avLst/>
          </a:prstGeom>
          <a:solidFill>
            <a:schemeClr val="bg1"/>
          </a:solidFill>
          <a:ln w="9525">
            <a:solidFill>
              <a:srgbClr val="F0861E"/>
            </a:solid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r>
              <a:rPr lang="en-US" altLang="ja-JP" kern="0" dirty="0">
                <a:solidFill>
                  <a:schemeClr val="bg2"/>
                </a:solidFill>
                <a:latin typeface="メイリオ" panose="020B0604030504040204" pitchFamily="50" charset="-128"/>
                <a:ea typeface="メイリオ" panose="020B0604030504040204" pitchFamily="50" charset="-128"/>
              </a:rPr>
              <a:t>ELB</a:t>
            </a:r>
            <a:r>
              <a:rPr lang="ja-JP" altLang="en-US" kern="0" dirty="0">
                <a:solidFill>
                  <a:schemeClr val="bg2"/>
                </a:solidFill>
                <a:latin typeface="メイリオ" panose="020B0604030504040204" pitchFamily="50" charset="-128"/>
                <a:ea typeface="メイリオ" panose="020B0604030504040204" pitchFamily="50" charset="-128"/>
              </a:rPr>
              <a:t>のヘルスチェック機能を活用する</a:t>
            </a:r>
            <a:endParaRPr lang="en-US" altLang="ja-JP" kern="0" dirty="0">
              <a:solidFill>
                <a:schemeClr val="bg2"/>
              </a:solidFill>
              <a:latin typeface="メイリオ" panose="020B0604030504040204" pitchFamily="50" charset="-128"/>
              <a:ea typeface="メイリオ" panose="020B0604030504040204" pitchFamily="50" charset="-128"/>
            </a:endParaRPr>
          </a:p>
          <a:p>
            <a:r>
              <a:rPr lang="ja-JP" altLang="en-US" kern="0" dirty="0">
                <a:solidFill>
                  <a:schemeClr val="bg2"/>
                </a:solidFill>
                <a:latin typeface="メイリオ" panose="020B0604030504040204" pitchFamily="50" charset="-128"/>
                <a:ea typeface="メイリオ" panose="020B0604030504040204" pitchFamily="50" charset="-128"/>
              </a:rPr>
              <a:t>ヘルスチェックのメトリクスを</a:t>
            </a:r>
            <a:r>
              <a:rPr lang="en-US" altLang="ja-JP" kern="0" dirty="0">
                <a:solidFill>
                  <a:schemeClr val="bg2"/>
                </a:solidFill>
                <a:latin typeface="メイリオ" panose="020B0604030504040204" pitchFamily="50" charset="-128"/>
                <a:ea typeface="メイリオ" panose="020B0604030504040204" pitchFamily="50" charset="-128"/>
              </a:rPr>
              <a:t>CloudWatch</a:t>
            </a:r>
            <a:r>
              <a:rPr lang="ja-JP" altLang="en-US" kern="0" dirty="0">
                <a:solidFill>
                  <a:schemeClr val="bg2"/>
                </a:solidFill>
                <a:latin typeface="メイリオ" panose="020B0604030504040204" pitchFamily="50" charset="-128"/>
                <a:ea typeface="メイリオ" panose="020B0604030504040204" pitchFamily="50" charset="-128"/>
              </a:rPr>
              <a:t>に連携させて動的スケーリングを設定できる。</a:t>
            </a:r>
            <a:endParaRPr lang="en-US" altLang="ja-JP" kern="0" dirty="0">
              <a:solidFill>
                <a:schemeClr val="bg2"/>
              </a:solidFill>
              <a:latin typeface="メイリオ" panose="020B0604030504040204" pitchFamily="50" charset="-128"/>
              <a:ea typeface="メイリオ" panose="020B0604030504040204" pitchFamily="50" charset="-128"/>
            </a:endParaRPr>
          </a:p>
        </p:txBody>
      </p:sp>
      <p:sp>
        <p:nvSpPr>
          <p:cNvPr id="9" name="コンテンツ プレースホルダー 2">
            <a:extLst>
              <a:ext uri="{FF2B5EF4-FFF2-40B4-BE49-F238E27FC236}">
                <a16:creationId xmlns:a16="http://schemas.microsoft.com/office/drawing/2014/main" id="{EFB447BF-A4B4-4D78-8029-3A9A12EEE5A7}"/>
              </a:ext>
            </a:extLst>
          </p:cNvPr>
          <p:cNvSpPr txBox="1">
            <a:spLocks/>
          </p:cNvSpPr>
          <p:nvPr/>
        </p:nvSpPr>
        <p:spPr bwMode="auto">
          <a:xfrm>
            <a:off x="1239794" y="3717032"/>
            <a:ext cx="2232248" cy="1219112"/>
          </a:xfrm>
          <a:prstGeom prst="rect">
            <a:avLst/>
          </a:prstGeom>
          <a:solidFill>
            <a:srgbClr val="F0861E"/>
          </a:solidFill>
          <a:ln w="9525">
            <a:no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pPr algn="ctr"/>
            <a:r>
              <a:rPr lang="en-US" altLang="ja-JP" b="1" kern="0" dirty="0">
                <a:solidFill>
                  <a:schemeClr val="bg1"/>
                </a:solidFill>
                <a:latin typeface="メイリオ" panose="020B0604030504040204" pitchFamily="50" charset="-128"/>
                <a:ea typeface="メイリオ" panose="020B0604030504040204" pitchFamily="50" charset="-128"/>
              </a:rPr>
              <a:t>ELB</a:t>
            </a:r>
          </a:p>
        </p:txBody>
      </p:sp>
    </p:spTree>
    <p:extLst>
      <p:ext uri="{BB962C8B-B14F-4D97-AF65-F5344CB8AC3E}">
        <p14:creationId xmlns:p14="http://schemas.microsoft.com/office/powerpoint/2010/main" val="3879965253"/>
      </p:ext>
    </p:extLst>
  </p:cSld>
  <p:clrMapOvr>
    <a:masterClrMapping/>
  </p:clrMapOvr>
  <mc:AlternateContent xmlns:mc="http://schemas.openxmlformats.org/markup-compatibility/2006" xmlns:p14="http://schemas.microsoft.com/office/powerpoint/2010/main">
    <mc:Choice Requires="p14">
      <p:transition spd="slow" p14:dur="2000" advTm="37335"/>
    </mc:Choice>
    <mc:Fallback xmlns="">
      <p:transition spd="slow" advTm="37335"/>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タイトル 1">
            <a:extLst>
              <a:ext uri="{FF2B5EF4-FFF2-40B4-BE49-F238E27FC236}">
                <a16:creationId xmlns:a16="http://schemas.microsoft.com/office/drawing/2014/main" id="{48F80BE1-D063-4240-BFC7-C8D243720250}"/>
              </a:ext>
            </a:extLst>
          </p:cNvPr>
          <p:cNvSpPr txBox="1">
            <a:spLocks/>
          </p:cNvSpPr>
          <p:nvPr/>
        </p:nvSpPr>
        <p:spPr bwMode="auto">
          <a:xfrm>
            <a:off x="631222" y="201863"/>
            <a:ext cx="8642258" cy="50208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rtl="0" fontAlgn="base">
              <a:lnSpc>
                <a:spcPct val="90000"/>
              </a:lnSpc>
              <a:spcBef>
                <a:spcPct val="0"/>
              </a:spcBef>
              <a:spcAft>
                <a:spcPct val="0"/>
              </a:spcAft>
              <a:defRPr kumimoji="1" sz="2000">
                <a:solidFill>
                  <a:schemeClr val="tx2"/>
                </a:solidFill>
                <a:latin typeface="游明朝" panose="02020400000000000000" pitchFamily="18" charset="-128"/>
                <a:ea typeface="游明朝" panose="02020400000000000000" pitchFamily="18" charset="-128"/>
                <a:cs typeface="+mj-cs"/>
              </a:defRPr>
            </a:lvl1pPr>
            <a:lvl2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2pPr>
            <a:lvl3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3pPr>
            <a:lvl4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4pPr>
            <a:lvl5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5pPr>
            <a:lvl6pPr marL="4572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6pPr>
            <a:lvl7pPr marL="9144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7pPr>
            <a:lvl8pPr marL="13716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8pPr>
            <a:lvl9pPr marL="18288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9pPr>
          </a:lstStyle>
          <a:p>
            <a:pPr algn="l"/>
            <a:r>
              <a:rPr kumimoji="0" lang="ja-JP" altLang="en-US" sz="3000" dirty="0">
                <a:solidFill>
                  <a:srgbClr val="000000"/>
                </a:solidFill>
                <a:latin typeface="メイリオ" pitchFamily="50" charset="-128"/>
                <a:ea typeface="メイリオ" pitchFamily="50" charset="-128"/>
                <a:cs typeface="メイリオ" pitchFamily="50" charset="-128"/>
              </a:rPr>
              <a:t>ヘルスチェック</a:t>
            </a:r>
            <a:endParaRPr lang="en-US" altLang="ja-JP" sz="3000" dirty="0">
              <a:latin typeface="メイリオ" panose="020B0604030504040204" pitchFamily="50" charset="-128"/>
              <a:ea typeface="メイリオ" panose="020B0604030504040204" pitchFamily="50" charset="-128"/>
            </a:endParaRPr>
          </a:p>
        </p:txBody>
      </p:sp>
      <p:sp>
        <p:nvSpPr>
          <p:cNvPr id="5" name="コンテンツ プレースホルダー 2">
            <a:extLst>
              <a:ext uri="{FF2B5EF4-FFF2-40B4-BE49-F238E27FC236}">
                <a16:creationId xmlns:a16="http://schemas.microsoft.com/office/drawing/2014/main" id="{4223C7E6-23C7-4433-B315-D26905B0474C}"/>
              </a:ext>
            </a:extLst>
          </p:cNvPr>
          <p:cNvSpPr txBox="1">
            <a:spLocks/>
          </p:cNvSpPr>
          <p:nvPr/>
        </p:nvSpPr>
        <p:spPr>
          <a:xfrm>
            <a:off x="631222" y="799401"/>
            <a:ext cx="8858282" cy="325343"/>
          </a:xfrm>
          <a:prstGeom prst="rect">
            <a:avLst/>
          </a:prstGeom>
        </p:spPr>
        <p:txBody>
          <a:bodyPr vert="horz" lIns="74295" tIns="37148" rIns="74295" bIns="37148" rtlCol="0">
            <a:noAutofit/>
          </a:bodyPr>
          <a:lstStyle>
            <a:lvl1pPr marL="228600" indent="-228600" algn="l" defTabSz="914400" rtl="0" eaLnBrk="1" latinLnBrk="0" hangingPunct="1">
              <a:lnSpc>
                <a:spcPct val="90000"/>
              </a:lnSpc>
              <a:spcBef>
                <a:spcPts val="1000"/>
              </a:spcBef>
              <a:buFont typeface="Wingdings 2" pitchFamily="18" charset="2"/>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2" pitchFamily="18" charset="2"/>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2" pitchFamily="18" charset="2"/>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5pPr>
            <a:lvl6pPr marL="25146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6pPr>
            <a:lvl7pPr marL="29718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7pPr>
            <a:lvl8pPr marL="34290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8pPr>
            <a:lvl9pPr marL="38862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9pPr>
          </a:lstStyle>
          <a:p>
            <a:pPr marL="0" indent="0">
              <a:buNone/>
            </a:pPr>
            <a:r>
              <a:rPr lang="en-US" altLang="ja-JP" sz="2400" kern="0" dirty="0">
                <a:solidFill>
                  <a:srgbClr val="002060"/>
                </a:solidFill>
                <a:latin typeface="メイリオ" panose="020B0604030504040204" pitchFamily="50" charset="-128"/>
                <a:ea typeface="メイリオ" panose="020B0604030504040204" pitchFamily="50" charset="-128"/>
              </a:rPr>
              <a:t>ELB</a:t>
            </a:r>
            <a:r>
              <a:rPr lang="ja-JP" altLang="en-US" sz="2400" kern="0" dirty="0">
                <a:solidFill>
                  <a:srgbClr val="002060"/>
                </a:solidFill>
                <a:latin typeface="メイリオ" panose="020B0604030504040204" pitchFamily="50" charset="-128"/>
                <a:ea typeface="メイリオ" panose="020B0604030504040204" pitchFamily="50" charset="-128"/>
              </a:rPr>
              <a:t>のヘルスチェックや</a:t>
            </a:r>
            <a:r>
              <a:rPr lang="en-US" altLang="ja-JP" sz="2400" kern="0" dirty="0">
                <a:solidFill>
                  <a:srgbClr val="002060"/>
                </a:solidFill>
                <a:latin typeface="メイリオ" panose="020B0604030504040204" pitchFamily="50" charset="-128"/>
                <a:ea typeface="メイリオ" panose="020B0604030504040204" pitchFamily="50" charset="-128"/>
              </a:rPr>
              <a:t>CloudWatch</a:t>
            </a:r>
            <a:r>
              <a:rPr lang="ja-JP" altLang="en-US" sz="2400" kern="0" dirty="0">
                <a:solidFill>
                  <a:srgbClr val="002060"/>
                </a:solidFill>
                <a:latin typeface="メイリオ" panose="020B0604030504040204" pitchFamily="50" charset="-128"/>
                <a:ea typeface="メイリオ" panose="020B0604030504040204" pitchFamily="50" charset="-128"/>
              </a:rPr>
              <a:t>のアラート機能をトリガーとして利用できる</a:t>
            </a:r>
            <a:endParaRPr lang="en-US" altLang="ja-JP" sz="2400" kern="0" dirty="0">
              <a:solidFill>
                <a:srgbClr val="002060"/>
              </a:solidFill>
              <a:latin typeface="メイリオ" panose="020B0604030504040204" pitchFamily="50" charset="-128"/>
              <a:ea typeface="メイリオ" panose="020B0604030504040204" pitchFamily="50" charset="-128"/>
            </a:endParaRPr>
          </a:p>
        </p:txBody>
      </p:sp>
      <p:pic>
        <p:nvPicPr>
          <p:cNvPr id="35" name="図 34" descr="音楽 が含まれている画像&#10;&#10;自動的に生成された説明">
            <a:extLst>
              <a:ext uri="{FF2B5EF4-FFF2-40B4-BE49-F238E27FC236}">
                <a16:creationId xmlns:a16="http://schemas.microsoft.com/office/drawing/2014/main" id="{7A93ED1C-A5C9-4777-B68E-BD4F600FCF7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43357" y="1772816"/>
            <a:ext cx="844206" cy="1013047"/>
          </a:xfrm>
          <a:prstGeom prst="rect">
            <a:avLst/>
          </a:prstGeom>
        </p:spPr>
      </p:pic>
      <p:sp>
        <p:nvSpPr>
          <p:cNvPr id="36" name="テキスト ボックス 35">
            <a:extLst>
              <a:ext uri="{FF2B5EF4-FFF2-40B4-BE49-F238E27FC236}">
                <a16:creationId xmlns:a16="http://schemas.microsoft.com/office/drawing/2014/main" id="{D2A1C88C-C499-4E39-AF55-EB753CAF7EB6}"/>
              </a:ext>
            </a:extLst>
          </p:cNvPr>
          <p:cNvSpPr txBox="1"/>
          <p:nvPr/>
        </p:nvSpPr>
        <p:spPr>
          <a:xfrm>
            <a:off x="2543015" y="2785863"/>
            <a:ext cx="920223" cy="323165"/>
          </a:xfrm>
          <a:prstGeom prst="rect">
            <a:avLst/>
          </a:prstGeom>
          <a:noFill/>
        </p:spPr>
        <p:txBody>
          <a:bodyPr wrap="square" rtlCol="0">
            <a:spAutoFit/>
          </a:bodyPr>
          <a:lstStyle/>
          <a:p>
            <a:pPr algn="ctr"/>
            <a:r>
              <a:rPr kumimoji="1" lang="en-US" altLang="ja-JP" sz="1500" dirty="0">
                <a:latin typeface="メイリオ" panose="020B0604030504040204" pitchFamily="50" charset="-128"/>
                <a:ea typeface="メイリオ" panose="020B0604030504040204" pitchFamily="50" charset="-128"/>
              </a:rPr>
              <a:t>ELB</a:t>
            </a:r>
          </a:p>
        </p:txBody>
      </p:sp>
      <p:sp>
        <p:nvSpPr>
          <p:cNvPr id="38" name="矢印: 下 37">
            <a:extLst>
              <a:ext uri="{FF2B5EF4-FFF2-40B4-BE49-F238E27FC236}">
                <a16:creationId xmlns:a16="http://schemas.microsoft.com/office/drawing/2014/main" id="{60A08AA6-3F5F-4C90-AF0B-A4BA167DD905}"/>
              </a:ext>
            </a:extLst>
          </p:cNvPr>
          <p:cNvSpPr/>
          <p:nvPr/>
        </p:nvSpPr>
        <p:spPr bwMode="auto">
          <a:xfrm>
            <a:off x="2675149" y="3109028"/>
            <a:ext cx="653001" cy="2131631"/>
          </a:xfrm>
          <a:prstGeom prst="downArrow">
            <a:avLst/>
          </a:prstGeom>
          <a:solidFill>
            <a:schemeClr val="accent2"/>
          </a:solidFill>
          <a:ln w="12700" cap="flat" cmpd="sng" algn="ctr">
            <a:no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ja-JP" altLang="en-US" sz="1600" b="0" i="0" u="none" strike="noStrike" cap="none" normalizeH="0" baseline="0">
              <a:ln>
                <a:noFill/>
              </a:ln>
              <a:solidFill>
                <a:schemeClr val="tx1"/>
              </a:solidFill>
              <a:effectLst/>
              <a:latin typeface="ＭＳ Ｐゴシック" pitchFamily="50" charset="-128"/>
              <a:ea typeface="ＭＳ Ｐゴシック" pitchFamily="50" charset="-128"/>
            </a:endParaRPr>
          </a:p>
        </p:txBody>
      </p:sp>
      <p:pic>
        <p:nvPicPr>
          <p:cNvPr id="40" name="図 39">
            <a:extLst>
              <a:ext uri="{FF2B5EF4-FFF2-40B4-BE49-F238E27FC236}">
                <a16:creationId xmlns:a16="http://schemas.microsoft.com/office/drawing/2014/main" id="{63299EE4-453F-405E-A8E5-C1B29057C3A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588717" y="5240659"/>
            <a:ext cx="825868" cy="802927"/>
          </a:xfrm>
          <a:prstGeom prst="rect">
            <a:avLst/>
          </a:prstGeom>
        </p:spPr>
      </p:pic>
      <p:sp>
        <p:nvSpPr>
          <p:cNvPr id="41" name="テキスト ボックス 40">
            <a:extLst>
              <a:ext uri="{FF2B5EF4-FFF2-40B4-BE49-F238E27FC236}">
                <a16:creationId xmlns:a16="http://schemas.microsoft.com/office/drawing/2014/main" id="{7616AF83-454F-4689-95ED-768F7550A92D}"/>
              </a:ext>
            </a:extLst>
          </p:cNvPr>
          <p:cNvSpPr txBox="1"/>
          <p:nvPr/>
        </p:nvSpPr>
        <p:spPr>
          <a:xfrm>
            <a:off x="2318194" y="6130171"/>
            <a:ext cx="1366913" cy="323165"/>
          </a:xfrm>
          <a:prstGeom prst="rect">
            <a:avLst/>
          </a:prstGeom>
          <a:noFill/>
        </p:spPr>
        <p:txBody>
          <a:bodyPr wrap="none" rtlCol="0">
            <a:spAutoFit/>
          </a:bodyPr>
          <a:lstStyle/>
          <a:p>
            <a:pPr algn="ctr"/>
            <a:r>
              <a:rPr kumimoji="1" lang="en-US" altLang="ja-JP" sz="1500" dirty="0">
                <a:latin typeface="メイリオ" panose="020B0604030504040204" pitchFamily="50" charset="-128"/>
                <a:ea typeface="メイリオ" panose="020B0604030504040204" pitchFamily="50" charset="-128"/>
              </a:rPr>
              <a:t>Auto-Scaling</a:t>
            </a:r>
          </a:p>
        </p:txBody>
      </p:sp>
      <p:pic>
        <p:nvPicPr>
          <p:cNvPr id="9" name="図 8">
            <a:extLst>
              <a:ext uri="{FF2B5EF4-FFF2-40B4-BE49-F238E27FC236}">
                <a16:creationId xmlns:a16="http://schemas.microsoft.com/office/drawing/2014/main" id="{13959585-E1AE-6969-9FD2-DB3F12F33F4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502101" y="3429000"/>
            <a:ext cx="892446" cy="1000987"/>
          </a:xfrm>
          <a:prstGeom prst="rect">
            <a:avLst/>
          </a:prstGeom>
        </p:spPr>
      </p:pic>
      <p:sp>
        <p:nvSpPr>
          <p:cNvPr id="10" name="テキスト ボックス 9">
            <a:extLst>
              <a:ext uri="{FF2B5EF4-FFF2-40B4-BE49-F238E27FC236}">
                <a16:creationId xmlns:a16="http://schemas.microsoft.com/office/drawing/2014/main" id="{04BA7B09-5479-51D8-659A-FF15030E648B}"/>
              </a:ext>
            </a:extLst>
          </p:cNvPr>
          <p:cNvSpPr txBox="1"/>
          <p:nvPr/>
        </p:nvSpPr>
        <p:spPr>
          <a:xfrm>
            <a:off x="5845089" y="4429987"/>
            <a:ext cx="2206470" cy="323165"/>
          </a:xfrm>
          <a:prstGeom prst="rect">
            <a:avLst/>
          </a:prstGeom>
          <a:noFill/>
        </p:spPr>
        <p:txBody>
          <a:bodyPr wrap="square" rtlCol="0">
            <a:spAutoFit/>
          </a:bodyPr>
          <a:lstStyle/>
          <a:p>
            <a:pPr algn="ctr"/>
            <a:r>
              <a:rPr kumimoji="1" lang="en-US" altLang="ja-JP" sz="1500" dirty="0">
                <a:latin typeface="メイリオ" panose="020B0604030504040204" pitchFamily="50" charset="-128"/>
                <a:ea typeface="メイリオ" panose="020B0604030504040204" pitchFamily="50" charset="-128"/>
              </a:rPr>
              <a:t>CloudWatch</a:t>
            </a:r>
          </a:p>
        </p:txBody>
      </p:sp>
      <p:pic>
        <p:nvPicPr>
          <p:cNvPr id="11" name="図 10">
            <a:extLst>
              <a:ext uri="{FF2B5EF4-FFF2-40B4-BE49-F238E27FC236}">
                <a16:creationId xmlns:a16="http://schemas.microsoft.com/office/drawing/2014/main" id="{698AABA2-3F1C-6AE1-6C60-A2CB9A68DAC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568679" y="5240659"/>
            <a:ext cx="825868" cy="802927"/>
          </a:xfrm>
          <a:prstGeom prst="rect">
            <a:avLst/>
          </a:prstGeom>
        </p:spPr>
      </p:pic>
      <p:sp>
        <p:nvSpPr>
          <p:cNvPr id="12" name="テキスト ボックス 11">
            <a:extLst>
              <a:ext uri="{FF2B5EF4-FFF2-40B4-BE49-F238E27FC236}">
                <a16:creationId xmlns:a16="http://schemas.microsoft.com/office/drawing/2014/main" id="{C4C87B00-C6AD-D6FF-A819-C6CC1511CCB1}"/>
              </a:ext>
            </a:extLst>
          </p:cNvPr>
          <p:cNvSpPr txBox="1"/>
          <p:nvPr/>
        </p:nvSpPr>
        <p:spPr>
          <a:xfrm>
            <a:off x="6298156" y="6130171"/>
            <a:ext cx="1366913" cy="323165"/>
          </a:xfrm>
          <a:prstGeom prst="rect">
            <a:avLst/>
          </a:prstGeom>
          <a:noFill/>
        </p:spPr>
        <p:txBody>
          <a:bodyPr wrap="none" rtlCol="0">
            <a:spAutoFit/>
          </a:bodyPr>
          <a:lstStyle/>
          <a:p>
            <a:pPr algn="ctr"/>
            <a:r>
              <a:rPr kumimoji="1" lang="en-US" altLang="ja-JP" sz="1500" dirty="0">
                <a:latin typeface="メイリオ" panose="020B0604030504040204" pitchFamily="50" charset="-128"/>
                <a:ea typeface="メイリオ" panose="020B0604030504040204" pitchFamily="50" charset="-128"/>
              </a:rPr>
              <a:t>Auto-Scaling</a:t>
            </a:r>
          </a:p>
        </p:txBody>
      </p:sp>
      <p:pic>
        <p:nvPicPr>
          <p:cNvPr id="13" name="図 12" descr="音楽 が含まれている画像&#10;&#10;自動的に生成された説明">
            <a:extLst>
              <a:ext uri="{FF2B5EF4-FFF2-40B4-BE49-F238E27FC236}">
                <a16:creationId xmlns:a16="http://schemas.microsoft.com/office/drawing/2014/main" id="{3A554BEC-A349-BC42-5019-C906C5370AE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29408" y="1772816"/>
            <a:ext cx="844206" cy="1013047"/>
          </a:xfrm>
          <a:prstGeom prst="rect">
            <a:avLst/>
          </a:prstGeom>
        </p:spPr>
      </p:pic>
      <p:sp>
        <p:nvSpPr>
          <p:cNvPr id="14" name="テキスト ボックス 13">
            <a:extLst>
              <a:ext uri="{FF2B5EF4-FFF2-40B4-BE49-F238E27FC236}">
                <a16:creationId xmlns:a16="http://schemas.microsoft.com/office/drawing/2014/main" id="{4EB0DF88-E709-30C5-292B-CA748815FD35}"/>
              </a:ext>
            </a:extLst>
          </p:cNvPr>
          <p:cNvSpPr txBox="1"/>
          <p:nvPr/>
        </p:nvSpPr>
        <p:spPr>
          <a:xfrm>
            <a:off x="6429066" y="2785863"/>
            <a:ext cx="920223" cy="323165"/>
          </a:xfrm>
          <a:prstGeom prst="rect">
            <a:avLst/>
          </a:prstGeom>
          <a:noFill/>
        </p:spPr>
        <p:txBody>
          <a:bodyPr wrap="square" rtlCol="0">
            <a:spAutoFit/>
          </a:bodyPr>
          <a:lstStyle/>
          <a:p>
            <a:pPr algn="ctr"/>
            <a:r>
              <a:rPr kumimoji="1" lang="en-US" altLang="ja-JP" sz="1500" dirty="0">
                <a:latin typeface="メイリオ" panose="020B0604030504040204" pitchFamily="50" charset="-128"/>
                <a:ea typeface="メイリオ" panose="020B0604030504040204" pitchFamily="50" charset="-128"/>
              </a:rPr>
              <a:t>ELB</a:t>
            </a:r>
          </a:p>
        </p:txBody>
      </p:sp>
      <p:sp>
        <p:nvSpPr>
          <p:cNvPr id="15" name="矢印: 下 14">
            <a:extLst>
              <a:ext uri="{FF2B5EF4-FFF2-40B4-BE49-F238E27FC236}">
                <a16:creationId xmlns:a16="http://schemas.microsoft.com/office/drawing/2014/main" id="{E44F36B9-C083-EA7D-B99D-CC05C16DDEEE}"/>
              </a:ext>
            </a:extLst>
          </p:cNvPr>
          <p:cNvSpPr/>
          <p:nvPr/>
        </p:nvSpPr>
        <p:spPr bwMode="auto">
          <a:xfrm>
            <a:off x="6568679" y="3037020"/>
            <a:ext cx="653001" cy="608004"/>
          </a:xfrm>
          <a:prstGeom prst="downArrow">
            <a:avLst/>
          </a:prstGeom>
          <a:solidFill>
            <a:schemeClr val="accent2"/>
          </a:solidFill>
          <a:ln w="12700" cap="flat" cmpd="sng" algn="ctr">
            <a:no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ja-JP" altLang="en-US" sz="1600" b="0" i="0" u="none" strike="noStrike" cap="none" normalizeH="0" baseline="0">
              <a:ln>
                <a:noFill/>
              </a:ln>
              <a:solidFill>
                <a:schemeClr val="tx1"/>
              </a:solidFill>
              <a:effectLst/>
              <a:latin typeface="ＭＳ Ｐゴシック" pitchFamily="50" charset="-128"/>
              <a:ea typeface="ＭＳ Ｐゴシック" pitchFamily="50" charset="-128"/>
            </a:endParaRPr>
          </a:p>
        </p:txBody>
      </p:sp>
      <p:sp>
        <p:nvSpPr>
          <p:cNvPr id="16" name="矢印: 下 15">
            <a:extLst>
              <a:ext uri="{FF2B5EF4-FFF2-40B4-BE49-F238E27FC236}">
                <a16:creationId xmlns:a16="http://schemas.microsoft.com/office/drawing/2014/main" id="{D1964073-1546-F914-DAAE-453F254C4FEE}"/>
              </a:ext>
            </a:extLst>
          </p:cNvPr>
          <p:cNvSpPr/>
          <p:nvPr/>
        </p:nvSpPr>
        <p:spPr bwMode="auto">
          <a:xfrm>
            <a:off x="6621823" y="4661981"/>
            <a:ext cx="653001" cy="608004"/>
          </a:xfrm>
          <a:prstGeom prst="downArrow">
            <a:avLst/>
          </a:prstGeom>
          <a:solidFill>
            <a:schemeClr val="accent2"/>
          </a:solidFill>
          <a:ln w="12700" cap="flat" cmpd="sng" algn="ctr">
            <a:no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ja-JP" altLang="en-US" sz="1600" b="0" i="0" u="none" strike="noStrike" cap="none" normalizeH="0" baseline="0">
              <a:ln>
                <a:noFill/>
              </a:ln>
              <a:solidFill>
                <a:schemeClr val="tx1"/>
              </a:solidFill>
              <a:effectLst/>
              <a:latin typeface="ＭＳ Ｐゴシック" pitchFamily="50" charset="-128"/>
              <a:ea typeface="ＭＳ Ｐゴシック" pitchFamily="50" charset="-128"/>
            </a:endParaRPr>
          </a:p>
        </p:txBody>
      </p:sp>
    </p:spTree>
    <p:extLst>
      <p:ext uri="{BB962C8B-B14F-4D97-AF65-F5344CB8AC3E}">
        <p14:creationId xmlns:p14="http://schemas.microsoft.com/office/powerpoint/2010/main" val="4103116028"/>
      </p:ext>
    </p:extLst>
  </p:cSld>
  <p:clrMapOvr>
    <a:masterClrMapping/>
  </p:clrMapOvr>
  <mc:AlternateContent xmlns:mc="http://schemas.openxmlformats.org/markup-compatibility/2006" xmlns:p14="http://schemas.microsoft.com/office/powerpoint/2010/main">
    <mc:Choice Requires="p14">
      <p:transition spd="slow" p14:dur="2000" advTm="14427"/>
    </mc:Choice>
    <mc:Fallback xmlns="">
      <p:transition spd="slow" advTm="14427"/>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タイトル 1">
            <a:extLst>
              <a:ext uri="{FF2B5EF4-FFF2-40B4-BE49-F238E27FC236}">
                <a16:creationId xmlns:a16="http://schemas.microsoft.com/office/drawing/2014/main" id="{48F80BE1-D063-4240-BFC7-C8D243720250}"/>
              </a:ext>
            </a:extLst>
          </p:cNvPr>
          <p:cNvSpPr txBox="1">
            <a:spLocks/>
          </p:cNvSpPr>
          <p:nvPr/>
        </p:nvSpPr>
        <p:spPr bwMode="auto">
          <a:xfrm>
            <a:off x="631222" y="201863"/>
            <a:ext cx="8642258" cy="50208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rtl="0" fontAlgn="base">
              <a:lnSpc>
                <a:spcPct val="90000"/>
              </a:lnSpc>
              <a:spcBef>
                <a:spcPct val="0"/>
              </a:spcBef>
              <a:spcAft>
                <a:spcPct val="0"/>
              </a:spcAft>
              <a:defRPr kumimoji="1" sz="2000">
                <a:solidFill>
                  <a:schemeClr val="tx2"/>
                </a:solidFill>
                <a:latin typeface="游明朝" panose="02020400000000000000" pitchFamily="18" charset="-128"/>
                <a:ea typeface="游明朝" panose="02020400000000000000" pitchFamily="18" charset="-128"/>
                <a:cs typeface="+mj-cs"/>
              </a:defRPr>
            </a:lvl1pPr>
            <a:lvl2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2pPr>
            <a:lvl3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3pPr>
            <a:lvl4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4pPr>
            <a:lvl5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5pPr>
            <a:lvl6pPr marL="4572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6pPr>
            <a:lvl7pPr marL="9144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7pPr>
            <a:lvl8pPr marL="13716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8pPr>
            <a:lvl9pPr marL="18288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9pPr>
          </a:lstStyle>
          <a:p>
            <a:pPr marL="0" indent="0" algn="l">
              <a:buNone/>
            </a:pPr>
            <a:r>
              <a:rPr lang="ja-JP" altLang="en-US" sz="3000" dirty="0">
                <a:solidFill>
                  <a:schemeClr val="tx1"/>
                </a:solidFill>
                <a:latin typeface="メイリオ" panose="020B0604030504040204" pitchFamily="50" charset="-128"/>
                <a:ea typeface="メイリオ" panose="020B0604030504040204" pitchFamily="50" charset="-128"/>
              </a:rPr>
              <a:t>終了</a:t>
            </a:r>
            <a:r>
              <a:rPr kumimoji="0" lang="ja-JP" altLang="en-US" sz="3000" dirty="0">
                <a:solidFill>
                  <a:srgbClr val="000000"/>
                </a:solidFill>
                <a:latin typeface="メイリオ" pitchFamily="50" charset="-128"/>
                <a:ea typeface="メイリオ" pitchFamily="50" charset="-128"/>
                <a:cs typeface="メイリオ" pitchFamily="50" charset="-128"/>
              </a:rPr>
              <a:t>（ターミネーション）</a:t>
            </a:r>
            <a:r>
              <a:rPr lang="ja-JP" altLang="en-US" sz="3000" dirty="0">
                <a:solidFill>
                  <a:schemeClr val="tx1"/>
                </a:solidFill>
                <a:latin typeface="メイリオ" panose="020B0604030504040204" pitchFamily="50" charset="-128"/>
                <a:ea typeface="メイリオ" panose="020B0604030504040204" pitchFamily="50" charset="-128"/>
              </a:rPr>
              <a:t>ポリシー</a:t>
            </a:r>
            <a:endParaRPr lang="en-US" altLang="ja-JP" sz="3000" dirty="0">
              <a:solidFill>
                <a:schemeClr val="tx1"/>
              </a:solidFill>
              <a:latin typeface="メイリオ" panose="020B0604030504040204" pitchFamily="50" charset="-128"/>
              <a:ea typeface="メイリオ" panose="020B0604030504040204" pitchFamily="50" charset="-128"/>
            </a:endParaRPr>
          </a:p>
        </p:txBody>
      </p:sp>
      <p:sp>
        <p:nvSpPr>
          <p:cNvPr id="5" name="コンテンツ プレースホルダー 2">
            <a:extLst>
              <a:ext uri="{FF2B5EF4-FFF2-40B4-BE49-F238E27FC236}">
                <a16:creationId xmlns:a16="http://schemas.microsoft.com/office/drawing/2014/main" id="{4223C7E6-23C7-4433-B315-D26905B0474C}"/>
              </a:ext>
            </a:extLst>
          </p:cNvPr>
          <p:cNvSpPr txBox="1">
            <a:spLocks/>
          </p:cNvSpPr>
          <p:nvPr/>
        </p:nvSpPr>
        <p:spPr>
          <a:xfrm>
            <a:off x="631222" y="799401"/>
            <a:ext cx="8858282" cy="325343"/>
          </a:xfrm>
          <a:prstGeom prst="rect">
            <a:avLst/>
          </a:prstGeom>
        </p:spPr>
        <p:txBody>
          <a:bodyPr vert="horz" lIns="74295" tIns="37148" rIns="74295" bIns="37148" rtlCol="0">
            <a:noAutofit/>
          </a:bodyPr>
          <a:lstStyle>
            <a:lvl1pPr marL="228600" indent="-228600" algn="l" defTabSz="914400" rtl="0" eaLnBrk="1" latinLnBrk="0" hangingPunct="1">
              <a:lnSpc>
                <a:spcPct val="90000"/>
              </a:lnSpc>
              <a:spcBef>
                <a:spcPts val="1000"/>
              </a:spcBef>
              <a:buFont typeface="Wingdings 2" pitchFamily="18" charset="2"/>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2" pitchFamily="18" charset="2"/>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2" pitchFamily="18" charset="2"/>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5pPr>
            <a:lvl6pPr marL="25146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6pPr>
            <a:lvl7pPr marL="29718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7pPr>
            <a:lvl8pPr marL="34290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8pPr>
            <a:lvl9pPr marL="38862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9pPr>
          </a:lstStyle>
          <a:p>
            <a:pPr marL="0" indent="0">
              <a:buNone/>
            </a:pPr>
            <a:r>
              <a:rPr lang="ja-JP" altLang="en-US" sz="2400" kern="0" dirty="0">
                <a:solidFill>
                  <a:srgbClr val="002060"/>
                </a:solidFill>
                <a:latin typeface="メイリオ" panose="020B0604030504040204" pitchFamily="50" charset="-128"/>
                <a:ea typeface="メイリオ" panose="020B0604030504040204" pitchFamily="50" charset="-128"/>
              </a:rPr>
              <a:t>需要減に基づくスケールインの際に、どのインスタンスから終了するかを設定</a:t>
            </a:r>
            <a:endParaRPr lang="en-US" altLang="ja-JP" sz="2400" kern="0" dirty="0">
              <a:solidFill>
                <a:srgbClr val="002060"/>
              </a:solidFill>
              <a:latin typeface="メイリオ" panose="020B0604030504040204" pitchFamily="50" charset="-128"/>
              <a:ea typeface="メイリオ" panose="020B0604030504040204" pitchFamily="50" charset="-128"/>
            </a:endParaRPr>
          </a:p>
        </p:txBody>
      </p:sp>
      <p:sp>
        <p:nvSpPr>
          <p:cNvPr id="4" name="コンテンツ プレースホルダー 2">
            <a:extLst>
              <a:ext uri="{FF2B5EF4-FFF2-40B4-BE49-F238E27FC236}">
                <a16:creationId xmlns:a16="http://schemas.microsoft.com/office/drawing/2014/main" id="{2DA8D8A2-9484-4911-A555-6F7C63AFA9B5}"/>
              </a:ext>
            </a:extLst>
          </p:cNvPr>
          <p:cNvSpPr txBox="1">
            <a:spLocks/>
          </p:cNvSpPr>
          <p:nvPr/>
        </p:nvSpPr>
        <p:spPr bwMode="auto">
          <a:xfrm>
            <a:off x="3800872" y="1556795"/>
            <a:ext cx="5040560" cy="1204772"/>
          </a:xfrm>
          <a:prstGeom prst="rect">
            <a:avLst/>
          </a:prstGeom>
          <a:solidFill>
            <a:schemeClr val="bg1"/>
          </a:solidFill>
          <a:ln w="9525">
            <a:solidFill>
              <a:srgbClr val="F0861E"/>
            </a:solid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pPr marL="171450" lvl="1" indent="-171450">
              <a:buFont typeface="Wingdings" panose="05000000000000000000" pitchFamily="2" charset="2"/>
              <a:buChar char="ü"/>
            </a:pPr>
            <a:r>
              <a:rPr lang="ja-JP" altLang="en-US" sz="1400" b="0" i="0" dirty="0">
                <a:solidFill>
                  <a:srgbClr val="333333"/>
                </a:solidFill>
                <a:effectLst/>
                <a:latin typeface="メイリオ" panose="020B0604030504040204" pitchFamily="50" charset="-128"/>
                <a:ea typeface="メイリオ" panose="020B0604030504040204" pitchFamily="50" charset="-128"/>
              </a:rPr>
              <a:t>複数</a:t>
            </a:r>
            <a:r>
              <a:rPr lang="en-US" altLang="ja-JP" sz="1400" b="0" i="0" dirty="0">
                <a:solidFill>
                  <a:srgbClr val="333333"/>
                </a:solidFill>
                <a:effectLst/>
                <a:latin typeface="メイリオ" panose="020B0604030504040204" pitchFamily="50" charset="-128"/>
                <a:ea typeface="メイリオ" panose="020B0604030504040204" pitchFamily="50" charset="-128"/>
              </a:rPr>
              <a:t>AZ</a:t>
            </a:r>
            <a:r>
              <a:rPr lang="ja-JP" altLang="en-US" sz="1400" b="0" i="0" dirty="0">
                <a:solidFill>
                  <a:srgbClr val="333333"/>
                </a:solidFill>
                <a:effectLst/>
                <a:latin typeface="メイリオ" panose="020B0604030504040204" pitchFamily="50" charset="-128"/>
                <a:ea typeface="メイリオ" panose="020B0604030504040204" pitchFamily="50" charset="-128"/>
              </a:rPr>
              <a:t>にインスタンスがあるか確認し、一番多いインスタンスが配置されている</a:t>
            </a:r>
            <a:r>
              <a:rPr lang="en-US" altLang="ja-JP" sz="1400" b="0" i="0" dirty="0">
                <a:solidFill>
                  <a:srgbClr val="333333"/>
                </a:solidFill>
                <a:effectLst/>
                <a:latin typeface="メイリオ" panose="020B0604030504040204" pitchFamily="50" charset="-128"/>
                <a:ea typeface="メイリオ" panose="020B0604030504040204" pitchFamily="50" charset="-128"/>
              </a:rPr>
              <a:t>AZ</a:t>
            </a:r>
            <a:r>
              <a:rPr lang="ja-JP" altLang="en-US" sz="1400" b="0" i="0" dirty="0">
                <a:solidFill>
                  <a:srgbClr val="333333"/>
                </a:solidFill>
                <a:effectLst/>
                <a:latin typeface="メイリオ" panose="020B0604030504040204" pitchFamily="50" charset="-128"/>
                <a:ea typeface="メイリオ" panose="020B0604030504040204" pitchFamily="50" charset="-128"/>
              </a:rPr>
              <a:t>のインスタンスを削除する。</a:t>
            </a:r>
          </a:p>
          <a:p>
            <a:pPr marL="171450" lvl="1" indent="-171450" algn="l">
              <a:buFont typeface="Wingdings" panose="05000000000000000000" pitchFamily="2" charset="2"/>
              <a:buChar char="ü"/>
            </a:pPr>
            <a:r>
              <a:rPr lang="ja-JP" altLang="en-US" sz="1400" b="0" i="0" dirty="0">
                <a:solidFill>
                  <a:srgbClr val="333333"/>
                </a:solidFill>
                <a:effectLst/>
                <a:latin typeface="メイリオ" panose="020B0604030504040204" pitchFamily="50" charset="-128"/>
                <a:ea typeface="メイリオ" panose="020B0604030504040204" pitchFamily="50" charset="-128"/>
              </a:rPr>
              <a:t>全</a:t>
            </a:r>
            <a:r>
              <a:rPr lang="en-US" altLang="ja-JP" sz="1400" b="0" i="0" dirty="0">
                <a:solidFill>
                  <a:srgbClr val="333333"/>
                </a:solidFill>
                <a:effectLst/>
                <a:latin typeface="メイリオ" panose="020B0604030504040204" pitchFamily="50" charset="-128"/>
                <a:ea typeface="メイリオ" panose="020B0604030504040204" pitchFamily="50" charset="-128"/>
              </a:rPr>
              <a:t>AZ</a:t>
            </a:r>
            <a:r>
              <a:rPr lang="ja-JP" altLang="en-US" sz="1400" b="0" i="0" dirty="0">
                <a:solidFill>
                  <a:srgbClr val="333333"/>
                </a:solidFill>
                <a:effectLst/>
                <a:latin typeface="メイリオ" panose="020B0604030504040204" pitchFamily="50" charset="-128"/>
                <a:ea typeface="メイリオ" panose="020B0604030504040204" pitchFamily="50" charset="-128"/>
              </a:rPr>
              <a:t>で同数のインスタンスが配置されている場合は、ランダムで</a:t>
            </a:r>
            <a:r>
              <a:rPr lang="en-US" altLang="ja-JP" sz="1400" b="0" i="0" dirty="0">
                <a:solidFill>
                  <a:srgbClr val="333333"/>
                </a:solidFill>
                <a:effectLst/>
                <a:latin typeface="メイリオ" panose="020B0604030504040204" pitchFamily="50" charset="-128"/>
                <a:ea typeface="メイリオ" panose="020B0604030504040204" pitchFamily="50" charset="-128"/>
              </a:rPr>
              <a:t>AZ</a:t>
            </a:r>
            <a:r>
              <a:rPr lang="ja-JP" altLang="en-US" sz="1400" dirty="0">
                <a:solidFill>
                  <a:srgbClr val="333333"/>
                </a:solidFill>
                <a:latin typeface="メイリオ" panose="020B0604030504040204" pitchFamily="50" charset="-128"/>
                <a:ea typeface="メイリオ" panose="020B0604030504040204" pitchFamily="50" charset="-128"/>
              </a:rPr>
              <a:t>を選択してインスタンスを削除する。</a:t>
            </a:r>
            <a:endParaRPr lang="ja-JP" altLang="en-US" sz="1400" b="0" i="0" dirty="0">
              <a:solidFill>
                <a:srgbClr val="333333"/>
              </a:solidFill>
              <a:effectLst/>
              <a:latin typeface="メイリオ" panose="020B0604030504040204" pitchFamily="50" charset="-128"/>
              <a:ea typeface="メイリオ" panose="020B0604030504040204" pitchFamily="50" charset="-128"/>
            </a:endParaRPr>
          </a:p>
        </p:txBody>
      </p:sp>
      <p:sp>
        <p:nvSpPr>
          <p:cNvPr id="6" name="コンテンツ プレースホルダー 2">
            <a:extLst>
              <a:ext uri="{FF2B5EF4-FFF2-40B4-BE49-F238E27FC236}">
                <a16:creationId xmlns:a16="http://schemas.microsoft.com/office/drawing/2014/main" id="{3955A53B-D1D0-43A7-B720-D0620891EDF1}"/>
              </a:ext>
            </a:extLst>
          </p:cNvPr>
          <p:cNvSpPr txBox="1">
            <a:spLocks/>
          </p:cNvSpPr>
          <p:nvPr/>
        </p:nvSpPr>
        <p:spPr bwMode="auto">
          <a:xfrm>
            <a:off x="1064568" y="1556792"/>
            <a:ext cx="1296144" cy="2454499"/>
          </a:xfrm>
          <a:prstGeom prst="rect">
            <a:avLst/>
          </a:prstGeom>
          <a:solidFill>
            <a:srgbClr val="F0861E"/>
          </a:solidFill>
          <a:ln w="9525">
            <a:no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pPr algn="ctr"/>
            <a:r>
              <a:rPr lang="ja-JP" altLang="en-US" sz="1400" b="1" kern="0" dirty="0">
                <a:solidFill>
                  <a:schemeClr val="bg1"/>
                </a:solidFill>
                <a:latin typeface="メイリオ" panose="020B0604030504040204" pitchFamily="50" charset="-128"/>
                <a:ea typeface="メイリオ" panose="020B0604030504040204" pitchFamily="50" charset="-128"/>
              </a:rPr>
              <a:t>デフォルト</a:t>
            </a:r>
            <a:endParaRPr lang="en-US" altLang="ja-JP" sz="1400" b="1" kern="0" dirty="0">
              <a:solidFill>
                <a:schemeClr val="bg1"/>
              </a:solidFill>
              <a:latin typeface="メイリオ" panose="020B0604030504040204" pitchFamily="50" charset="-128"/>
              <a:ea typeface="メイリオ" panose="020B0604030504040204" pitchFamily="50" charset="-128"/>
            </a:endParaRPr>
          </a:p>
        </p:txBody>
      </p:sp>
      <p:sp>
        <p:nvSpPr>
          <p:cNvPr id="17" name="コンテンツ プレースホルダー 2">
            <a:extLst>
              <a:ext uri="{FF2B5EF4-FFF2-40B4-BE49-F238E27FC236}">
                <a16:creationId xmlns:a16="http://schemas.microsoft.com/office/drawing/2014/main" id="{56E79C12-855D-49CD-8198-A08F07F62EC5}"/>
              </a:ext>
            </a:extLst>
          </p:cNvPr>
          <p:cNvSpPr txBox="1">
            <a:spLocks/>
          </p:cNvSpPr>
          <p:nvPr/>
        </p:nvSpPr>
        <p:spPr bwMode="auto">
          <a:xfrm>
            <a:off x="2403130" y="1556793"/>
            <a:ext cx="1296144" cy="1204773"/>
          </a:xfrm>
          <a:prstGeom prst="rect">
            <a:avLst/>
          </a:prstGeom>
          <a:solidFill>
            <a:srgbClr val="F0861E"/>
          </a:solidFill>
          <a:ln w="9525">
            <a:no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pPr algn="ctr"/>
            <a:r>
              <a:rPr lang="en-US" altLang="ja-JP" sz="1400" b="1" kern="0" dirty="0">
                <a:solidFill>
                  <a:schemeClr val="bg1"/>
                </a:solidFill>
                <a:latin typeface="メイリオ" panose="020B0604030504040204" pitchFamily="50" charset="-128"/>
                <a:ea typeface="メイリオ" panose="020B0604030504040204" pitchFamily="50" charset="-128"/>
              </a:rPr>
              <a:t>AZ</a:t>
            </a:r>
            <a:r>
              <a:rPr lang="ja-JP" altLang="en-US" sz="1400" b="1" kern="0" dirty="0">
                <a:solidFill>
                  <a:schemeClr val="bg1"/>
                </a:solidFill>
                <a:latin typeface="メイリオ" panose="020B0604030504040204" pitchFamily="50" charset="-128"/>
                <a:ea typeface="メイリオ" panose="020B0604030504040204" pitchFamily="50" charset="-128"/>
              </a:rPr>
              <a:t>の選択</a:t>
            </a:r>
            <a:endParaRPr lang="en-US" altLang="ja-JP" sz="1400" b="1" kern="0" dirty="0">
              <a:solidFill>
                <a:schemeClr val="bg1"/>
              </a:solidFill>
              <a:latin typeface="メイリオ" panose="020B0604030504040204" pitchFamily="50" charset="-128"/>
              <a:ea typeface="メイリオ" panose="020B0604030504040204" pitchFamily="50" charset="-128"/>
            </a:endParaRPr>
          </a:p>
        </p:txBody>
      </p:sp>
      <p:sp>
        <p:nvSpPr>
          <p:cNvPr id="19" name="コンテンツ プレースホルダー 2">
            <a:extLst>
              <a:ext uri="{FF2B5EF4-FFF2-40B4-BE49-F238E27FC236}">
                <a16:creationId xmlns:a16="http://schemas.microsoft.com/office/drawing/2014/main" id="{F1F40D78-613F-4678-9F21-66228F18A1C2}"/>
              </a:ext>
            </a:extLst>
          </p:cNvPr>
          <p:cNvSpPr txBox="1">
            <a:spLocks/>
          </p:cNvSpPr>
          <p:nvPr/>
        </p:nvSpPr>
        <p:spPr bwMode="auto">
          <a:xfrm>
            <a:off x="2403130" y="2806519"/>
            <a:ext cx="1296144" cy="1204773"/>
          </a:xfrm>
          <a:prstGeom prst="rect">
            <a:avLst/>
          </a:prstGeom>
          <a:solidFill>
            <a:srgbClr val="F0861E"/>
          </a:solidFill>
          <a:ln w="9525">
            <a:no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pPr algn="ctr"/>
            <a:r>
              <a:rPr lang="ja-JP" altLang="en-US" sz="1400" b="1" kern="0" dirty="0">
                <a:solidFill>
                  <a:schemeClr val="bg1"/>
                </a:solidFill>
                <a:latin typeface="メイリオ" panose="020B0604030504040204" pitchFamily="50" charset="-128"/>
                <a:ea typeface="メイリオ" panose="020B0604030504040204" pitchFamily="50" charset="-128"/>
              </a:rPr>
              <a:t>インスタンスの選択</a:t>
            </a:r>
            <a:endParaRPr lang="en-US" altLang="ja-JP" sz="1400" b="1" kern="0" dirty="0">
              <a:solidFill>
                <a:schemeClr val="bg1"/>
              </a:solidFill>
              <a:latin typeface="メイリオ" panose="020B0604030504040204" pitchFamily="50" charset="-128"/>
              <a:ea typeface="メイリオ" panose="020B0604030504040204" pitchFamily="50" charset="-128"/>
            </a:endParaRPr>
          </a:p>
        </p:txBody>
      </p:sp>
      <p:sp>
        <p:nvSpPr>
          <p:cNvPr id="21" name="コンテンツ プレースホルダー 2">
            <a:extLst>
              <a:ext uri="{FF2B5EF4-FFF2-40B4-BE49-F238E27FC236}">
                <a16:creationId xmlns:a16="http://schemas.microsoft.com/office/drawing/2014/main" id="{66A192BF-7969-4D01-BB87-F67FD66BCEF8}"/>
              </a:ext>
            </a:extLst>
          </p:cNvPr>
          <p:cNvSpPr txBox="1">
            <a:spLocks/>
          </p:cNvSpPr>
          <p:nvPr/>
        </p:nvSpPr>
        <p:spPr bwMode="auto">
          <a:xfrm>
            <a:off x="3800872" y="2815173"/>
            <a:ext cx="5040560" cy="1204772"/>
          </a:xfrm>
          <a:prstGeom prst="rect">
            <a:avLst/>
          </a:prstGeom>
          <a:solidFill>
            <a:schemeClr val="bg1"/>
          </a:solidFill>
          <a:ln w="9525">
            <a:solidFill>
              <a:srgbClr val="F0861E"/>
            </a:solid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pPr marL="171450" lvl="1" indent="-171450" algn="l">
              <a:buFont typeface="Wingdings" panose="05000000000000000000" pitchFamily="2" charset="2"/>
              <a:buChar char="ü"/>
            </a:pPr>
            <a:r>
              <a:rPr lang="ja-JP" altLang="en-US" sz="1400" b="0" i="0" dirty="0">
                <a:solidFill>
                  <a:srgbClr val="333333"/>
                </a:solidFill>
                <a:effectLst/>
                <a:latin typeface="メイリオ" panose="020B0604030504040204" pitchFamily="50" charset="-128"/>
                <a:ea typeface="メイリオ" panose="020B0604030504040204" pitchFamily="50" charset="-128"/>
              </a:rPr>
              <a:t>起動設定</a:t>
            </a:r>
            <a:r>
              <a:rPr lang="en-US" altLang="ja-JP" sz="1400" b="0" i="0" dirty="0">
                <a:solidFill>
                  <a:srgbClr val="333333"/>
                </a:solidFill>
                <a:effectLst/>
                <a:latin typeface="メイリオ" panose="020B0604030504040204" pitchFamily="50" charset="-128"/>
                <a:ea typeface="メイリオ" panose="020B0604030504040204" pitchFamily="50" charset="-128"/>
              </a:rPr>
              <a:t>/</a:t>
            </a:r>
            <a:r>
              <a:rPr lang="ja-JP" altLang="en-US" sz="1400" b="0" i="0" dirty="0">
                <a:solidFill>
                  <a:srgbClr val="333333"/>
                </a:solidFill>
                <a:effectLst/>
                <a:latin typeface="メイリオ" panose="020B0604030504040204" pitchFamily="50" charset="-128"/>
                <a:ea typeface="メイリオ" panose="020B0604030504040204" pitchFamily="50" charset="-128"/>
              </a:rPr>
              <a:t>テンプレートが一番古いインスタンスを削除</a:t>
            </a:r>
          </a:p>
          <a:p>
            <a:pPr marL="171450" lvl="1" indent="-171450" algn="l">
              <a:buFont typeface="Wingdings" panose="05000000000000000000" pitchFamily="2" charset="2"/>
              <a:buChar char="ü"/>
            </a:pPr>
            <a:r>
              <a:rPr lang="ja-JP" altLang="en-US" sz="1400" b="0" i="0" dirty="0">
                <a:solidFill>
                  <a:srgbClr val="333333"/>
                </a:solidFill>
                <a:effectLst/>
                <a:latin typeface="メイリオ" panose="020B0604030504040204" pitchFamily="50" charset="-128"/>
                <a:ea typeface="メイリオ" panose="020B0604030504040204" pitchFamily="50" charset="-128"/>
              </a:rPr>
              <a:t>古いインスタンスが複数ある場合は、次の課金発生が短いインスタンスを削除する。</a:t>
            </a:r>
          </a:p>
          <a:p>
            <a:pPr marL="171450" lvl="1" indent="-171450" algn="l">
              <a:buFont typeface="Wingdings" panose="05000000000000000000" pitchFamily="2" charset="2"/>
              <a:buChar char="ü"/>
            </a:pPr>
            <a:r>
              <a:rPr lang="ja-JP" altLang="en-US" sz="1400" b="0" i="0" dirty="0">
                <a:solidFill>
                  <a:srgbClr val="333333"/>
                </a:solidFill>
                <a:effectLst/>
                <a:latin typeface="メイリオ" panose="020B0604030504040204" pitchFamily="50" charset="-128"/>
                <a:ea typeface="メイリオ" panose="020B0604030504040204" pitchFamily="50" charset="-128"/>
              </a:rPr>
              <a:t>次の課金時間に近いインスタンスが複数ある場合は、ランダムで削除する。</a:t>
            </a:r>
          </a:p>
        </p:txBody>
      </p:sp>
      <p:sp>
        <p:nvSpPr>
          <p:cNvPr id="22" name="コンテンツ プレースホルダー 2">
            <a:extLst>
              <a:ext uri="{FF2B5EF4-FFF2-40B4-BE49-F238E27FC236}">
                <a16:creationId xmlns:a16="http://schemas.microsoft.com/office/drawing/2014/main" id="{85C4F7CD-84A4-49B8-847F-74548EDC76F2}"/>
              </a:ext>
            </a:extLst>
          </p:cNvPr>
          <p:cNvSpPr txBox="1">
            <a:spLocks/>
          </p:cNvSpPr>
          <p:nvPr/>
        </p:nvSpPr>
        <p:spPr bwMode="auto">
          <a:xfrm>
            <a:off x="3800872" y="4059285"/>
            <a:ext cx="5040560" cy="1204772"/>
          </a:xfrm>
          <a:prstGeom prst="rect">
            <a:avLst/>
          </a:prstGeom>
          <a:solidFill>
            <a:schemeClr val="bg1"/>
          </a:solidFill>
          <a:ln w="9525">
            <a:solidFill>
              <a:srgbClr val="F0861E"/>
            </a:solid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pPr marL="171450" lvl="1" indent="-171450">
              <a:buFont typeface="Wingdings" panose="05000000000000000000" pitchFamily="2" charset="2"/>
              <a:buChar char="ü"/>
            </a:pPr>
            <a:r>
              <a:rPr lang="ja-JP" altLang="en-US" sz="1400" b="0" i="0" dirty="0">
                <a:solidFill>
                  <a:srgbClr val="333333"/>
                </a:solidFill>
                <a:effectLst/>
                <a:latin typeface="メイリオ" panose="020B0604030504040204" pitchFamily="50" charset="-128"/>
                <a:ea typeface="メイリオ" panose="020B0604030504040204" pitchFamily="50" charset="-128"/>
              </a:rPr>
              <a:t>複数</a:t>
            </a:r>
            <a:r>
              <a:rPr lang="en-US" altLang="ja-JP" sz="1400" b="0" i="0" dirty="0">
                <a:solidFill>
                  <a:srgbClr val="333333"/>
                </a:solidFill>
                <a:effectLst/>
                <a:latin typeface="メイリオ" panose="020B0604030504040204" pitchFamily="50" charset="-128"/>
                <a:ea typeface="メイリオ" panose="020B0604030504040204" pitchFamily="50" charset="-128"/>
              </a:rPr>
              <a:t>AZ</a:t>
            </a:r>
            <a:r>
              <a:rPr lang="ja-JP" altLang="en-US" sz="1400" b="0" i="0" dirty="0">
                <a:solidFill>
                  <a:srgbClr val="333333"/>
                </a:solidFill>
                <a:effectLst/>
                <a:latin typeface="メイリオ" panose="020B0604030504040204" pitchFamily="50" charset="-128"/>
                <a:ea typeface="メイリオ" panose="020B0604030504040204" pitchFamily="50" charset="-128"/>
              </a:rPr>
              <a:t>にインスタンスがあるか確認し、一番多いインスタンスが配置されている</a:t>
            </a:r>
            <a:r>
              <a:rPr lang="en-US" altLang="ja-JP" sz="1400" b="0" i="0" dirty="0">
                <a:solidFill>
                  <a:srgbClr val="333333"/>
                </a:solidFill>
                <a:effectLst/>
                <a:latin typeface="メイリオ" panose="020B0604030504040204" pitchFamily="50" charset="-128"/>
                <a:ea typeface="メイリオ" panose="020B0604030504040204" pitchFamily="50" charset="-128"/>
              </a:rPr>
              <a:t>AZ</a:t>
            </a:r>
            <a:r>
              <a:rPr lang="ja-JP" altLang="en-US" sz="1400" b="0" i="0" dirty="0">
                <a:solidFill>
                  <a:srgbClr val="333333"/>
                </a:solidFill>
                <a:effectLst/>
                <a:latin typeface="メイリオ" panose="020B0604030504040204" pitchFamily="50" charset="-128"/>
                <a:ea typeface="メイリオ" panose="020B0604030504040204" pitchFamily="50" charset="-128"/>
              </a:rPr>
              <a:t>のインスタンスを削除する。</a:t>
            </a:r>
            <a:endParaRPr lang="en-US" altLang="ja-JP" sz="1400" b="0" i="0" dirty="0">
              <a:solidFill>
                <a:srgbClr val="333333"/>
              </a:solidFill>
              <a:effectLst/>
              <a:latin typeface="メイリオ" panose="020B0604030504040204" pitchFamily="50" charset="-128"/>
              <a:ea typeface="メイリオ" panose="020B0604030504040204" pitchFamily="50" charset="-128"/>
            </a:endParaRPr>
          </a:p>
          <a:p>
            <a:pPr marL="171450" lvl="1" indent="-171450">
              <a:buFont typeface="Wingdings" panose="05000000000000000000" pitchFamily="2" charset="2"/>
              <a:buChar char="ü"/>
            </a:pPr>
            <a:r>
              <a:rPr lang="ja-JP" altLang="en-US" sz="1400" b="0" i="0" dirty="0">
                <a:solidFill>
                  <a:srgbClr val="333333"/>
                </a:solidFill>
                <a:effectLst/>
                <a:latin typeface="メイリオ" panose="020B0604030504040204" pitchFamily="50" charset="-128"/>
                <a:ea typeface="メイリオ" panose="020B0604030504040204" pitchFamily="50" charset="-128"/>
              </a:rPr>
              <a:t>全</a:t>
            </a:r>
            <a:r>
              <a:rPr lang="en-US" altLang="ja-JP" sz="1400" b="0" i="0" dirty="0">
                <a:solidFill>
                  <a:srgbClr val="333333"/>
                </a:solidFill>
                <a:effectLst/>
                <a:latin typeface="メイリオ" panose="020B0604030504040204" pitchFamily="50" charset="-128"/>
                <a:ea typeface="メイリオ" panose="020B0604030504040204" pitchFamily="50" charset="-128"/>
              </a:rPr>
              <a:t>AZ</a:t>
            </a:r>
            <a:r>
              <a:rPr lang="ja-JP" altLang="en-US" sz="1400" b="0" i="0" dirty="0">
                <a:solidFill>
                  <a:srgbClr val="333333"/>
                </a:solidFill>
                <a:effectLst/>
                <a:latin typeface="メイリオ" panose="020B0604030504040204" pitchFamily="50" charset="-128"/>
                <a:ea typeface="メイリオ" panose="020B0604030504040204" pitchFamily="50" charset="-128"/>
              </a:rPr>
              <a:t>で同数のインスタンスが配置されている場合は、ランダムで</a:t>
            </a:r>
            <a:r>
              <a:rPr lang="en-US" altLang="ja-JP" sz="1400" b="0" i="0" dirty="0">
                <a:solidFill>
                  <a:srgbClr val="333333"/>
                </a:solidFill>
                <a:effectLst/>
                <a:latin typeface="メイリオ" panose="020B0604030504040204" pitchFamily="50" charset="-128"/>
                <a:ea typeface="メイリオ" panose="020B0604030504040204" pitchFamily="50" charset="-128"/>
              </a:rPr>
              <a:t>AZ</a:t>
            </a:r>
            <a:r>
              <a:rPr lang="ja-JP" altLang="en-US" sz="1400" dirty="0">
                <a:solidFill>
                  <a:srgbClr val="333333"/>
                </a:solidFill>
                <a:latin typeface="メイリオ" panose="020B0604030504040204" pitchFamily="50" charset="-128"/>
                <a:ea typeface="メイリオ" panose="020B0604030504040204" pitchFamily="50" charset="-128"/>
              </a:rPr>
              <a:t>を選択してインスタンスを削除する。</a:t>
            </a:r>
            <a:endParaRPr lang="ja-JP" altLang="en-US" sz="1400" b="0" i="0" dirty="0">
              <a:solidFill>
                <a:srgbClr val="333333"/>
              </a:solidFill>
              <a:effectLst/>
              <a:latin typeface="メイリオ" panose="020B0604030504040204" pitchFamily="50" charset="-128"/>
              <a:ea typeface="メイリオ" panose="020B0604030504040204" pitchFamily="50" charset="-128"/>
            </a:endParaRPr>
          </a:p>
        </p:txBody>
      </p:sp>
      <p:sp>
        <p:nvSpPr>
          <p:cNvPr id="23" name="コンテンツ プレースホルダー 2">
            <a:extLst>
              <a:ext uri="{FF2B5EF4-FFF2-40B4-BE49-F238E27FC236}">
                <a16:creationId xmlns:a16="http://schemas.microsoft.com/office/drawing/2014/main" id="{9037401D-0B38-4136-B1D7-E12B80FFAEE7}"/>
              </a:ext>
            </a:extLst>
          </p:cNvPr>
          <p:cNvSpPr txBox="1">
            <a:spLocks/>
          </p:cNvSpPr>
          <p:nvPr/>
        </p:nvSpPr>
        <p:spPr bwMode="auto">
          <a:xfrm>
            <a:off x="1064568" y="4059282"/>
            <a:ext cx="1296144" cy="2454499"/>
          </a:xfrm>
          <a:prstGeom prst="rect">
            <a:avLst/>
          </a:prstGeom>
          <a:solidFill>
            <a:srgbClr val="F0861E"/>
          </a:solidFill>
          <a:ln w="9525">
            <a:no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pPr algn="ctr"/>
            <a:r>
              <a:rPr lang="ja-JP" altLang="en-US" sz="1400" b="1" kern="0" dirty="0">
                <a:solidFill>
                  <a:schemeClr val="bg1"/>
                </a:solidFill>
                <a:latin typeface="メイリオ" panose="020B0604030504040204" pitchFamily="50" charset="-128"/>
                <a:ea typeface="メイリオ" panose="020B0604030504040204" pitchFamily="50" charset="-128"/>
              </a:rPr>
              <a:t>カスタム</a:t>
            </a:r>
            <a:endParaRPr lang="en-US" altLang="ja-JP" sz="1400" b="1" kern="0" dirty="0">
              <a:solidFill>
                <a:schemeClr val="bg1"/>
              </a:solidFill>
              <a:latin typeface="メイリオ" panose="020B0604030504040204" pitchFamily="50" charset="-128"/>
              <a:ea typeface="メイリオ" panose="020B0604030504040204" pitchFamily="50" charset="-128"/>
            </a:endParaRPr>
          </a:p>
        </p:txBody>
      </p:sp>
      <p:sp>
        <p:nvSpPr>
          <p:cNvPr id="24" name="コンテンツ プレースホルダー 2">
            <a:extLst>
              <a:ext uri="{FF2B5EF4-FFF2-40B4-BE49-F238E27FC236}">
                <a16:creationId xmlns:a16="http://schemas.microsoft.com/office/drawing/2014/main" id="{D4209589-9084-43A8-B99E-119649544AAA}"/>
              </a:ext>
            </a:extLst>
          </p:cNvPr>
          <p:cNvSpPr txBox="1">
            <a:spLocks/>
          </p:cNvSpPr>
          <p:nvPr/>
        </p:nvSpPr>
        <p:spPr bwMode="auto">
          <a:xfrm>
            <a:off x="2403130" y="4059283"/>
            <a:ext cx="1296144" cy="1204773"/>
          </a:xfrm>
          <a:prstGeom prst="rect">
            <a:avLst/>
          </a:prstGeom>
          <a:solidFill>
            <a:srgbClr val="F0861E"/>
          </a:solidFill>
          <a:ln w="9525">
            <a:no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pPr algn="ctr"/>
            <a:r>
              <a:rPr lang="en-US" altLang="ja-JP" sz="1400" b="1" kern="0" dirty="0">
                <a:solidFill>
                  <a:schemeClr val="bg1"/>
                </a:solidFill>
                <a:latin typeface="メイリオ" panose="020B0604030504040204" pitchFamily="50" charset="-128"/>
                <a:ea typeface="メイリオ" panose="020B0604030504040204" pitchFamily="50" charset="-128"/>
              </a:rPr>
              <a:t>AZ</a:t>
            </a:r>
            <a:r>
              <a:rPr lang="ja-JP" altLang="en-US" sz="1400" b="1" kern="0" dirty="0">
                <a:solidFill>
                  <a:schemeClr val="bg1"/>
                </a:solidFill>
                <a:latin typeface="メイリオ" panose="020B0604030504040204" pitchFamily="50" charset="-128"/>
                <a:ea typeface="メイリオ" panose="020B0604030504040204" pitchFamily="50" charset="-128"/>
              </a:rPr>
              <a:t>の選択</a:t>
            </a:r>
            <a:endParaRPr lang="en-US" altLang="ja-JP" sz="1400" b="1" kern="0" dirty="0">
              <a:solidFill>
                <a:schemeClr val="bg1"/>
              </a:solidFill>
              <a:latin typeface="メイリオ" panose="020B0604030504040204" pitchFamily="50" charset="-128"/>
              <a:ea typeface="メイリオ" panose="020B0604030504040204" pitchFamily="50" charset="-128"/>
            </a:endParaRPr>
          </a:p>
        </p:txBody>
      </p:sp>
      <p:sp>
        <p:nvSpPr>
          <p:cNvPr id="25" name="コンテンツ プレースホルダー 2">
            <a:extLst>
              <a:ext uri="{FF2B5EF4-FFF2-40B4-BE49-F238E27FC236}">
                <a16:creationId xmlns:a16="http://schemas.microsoft.com/office/drawing/2014/main" id="{838A0D33-BBA5-4915-A0CD-49B938F76655}"/>
              </a:ext>
            </a:extLst>
          </p:cNvPr>
          <p:cNvSpPr txBox="1">
            <a:spLocks/>
          </p:cNvSpPr>
          <p:nvPr/>
        </p:nvSpPr>
        <p:spPr bwMode="auto">
          <a:xfrm>
            <a:off x="2403130" y="5309009"/>
            <a:ext cx="1296144" cy="1204773"/>
          </a:xfrm>
          <a:prstGeom prst="rect">
            <a:avLst/>
          </a:prstGeom>
          <a:solidFill>
            <a:srgbClr val="F0861E"/>
          </a:solidFill>
          <a:ln w="9525">
            <a:no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pPr algn="ctr"/>
            <a:r>
              <a:rPr lang="ja-JP" altLang="en-US" sz="1400" b="1" kern="0" dirty="0">
                <a:solidFill>
                  <a:schemeClr val="bg1"/>
                </a:solidFill>
                <a:latin typeface="メイリオ" panose="020B0604030504040204" pitchFamily="50" charset="-128"/>
                <a:ea typeface="メイリオ" panose="020B0604030504040204" pitchFamily="50" charset="-128"/>
              </a:rPr>
              <a:t>インスタンスの選択</a:t>
            </a:r>
            <a:endParaRPr lang="en-US" altLang="ja-JP" sz="1400" b="1" kern="0" dirty="0">
              <a:solidFill>
                <a:schemeClr val="bg1"/>
              </a:solidFill>
              <a:latin typeface="メイリオ" panose="020B0604030504040204" pitchFamily="50" charset="-128"/>
              <a:ea typeface="メイリオ" panose="020B0604030504040204" pitchFamily="50" charset="-128"/>
            </a:endParaRPr>
          </a:p>
        </p:txBody>
      </p:sp>
      <p:sp>
        <p:nvSpPr>
          <p:cNvPr id="26" name="コンテンツ プレースホルダー 2">
            <a:extLst>
              <a:ext uri="{FF2B5EF4-FFF2-40B4-BE49-F238E27FC236}">
                <a16:creationId xmlns:a16="http://schemas.microsoft.com/office/drawing/2014/main" id="{C58A0DC8-BD47-4E79-B0F8-72E02FDC5A48}"/>
              </a:ext>
            </a:extLst>
          </p:cNvPr>
          <p:cNvSpPr txBox="1">
            <a:spLocks/>
          </p:cNvSpPr>
          <p:nvPr/>
        </p:nvSpPr>
        <p:spPr bwMode="auto">
          <a:xfrm>
            <a:off x="3800872" y="5317663"/>
            <a:ext cx="5040560" cy="1204772"/>
          </a:xfrm>
          <a:prstGeom prst="rect">
            <a:avLst/>
          </a:prstGeom>
          <a:solidFill>
            <a:schemeClr val="bg1"/>
          </a:solidFill>
          <a:ln w="9525">
            <a:solidFill>
              <a:srgbClr val="F0861E"/>
            </a:solid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pPr marL="171450" indent="-171450" algn="l">
              <a:buFont typeface="Wingdings" panose="05000000000000000000" pitchFamily="2" charset="2"/>
              <a:buChar char="ü"/>
            </a:pPr>
            <a:r>
              <a:rPr lang="ja-JP" altLang="en-US" sz="1400" b="0" i="0" dirty="0">
                <a:solidFill>
                  <a:srgbClr val="333333"/>
                </a:solidFill>
                <a:effectLst/>
                <a:latin typeface="メイリオ" panose="020B0604030504040204" pitchFamily="50" charset="-128"/>
                <a:ea typeface="メイリオ" panose="020B0604030504040204" pitchFamily="50" charset="-128"/>
              </a:rPr>
              <a:t>選択した</a:t>
            </a:r>
            <a:r>
              <a:rPr lang="en-US" altLang="ja-JP" sz="1400" b="0" i="0" dirty="0">
                <a:solidFill>
                  <a:srgbClr val="333333"/>
                </a:solidFill>
                <a:effectLst/>
                <a:latin typeface="メイリオ" panose="020B0604030504040204" pitchFamily="50" charset="-128"/>
                <a:ea typeface="メイリオ" panose="020B0604030504040204" pitchFamily="50" charset="-128"/>
              </a:rPr>
              <a:t>AZ</a:t>
            </a:r>
            <a:r>
              <a:rPr lang="ja-JP" altLang="en-US" sz="1400" b="0" i="0" dirty="0">
                <a:solidFill>
                  <a:srgbClr val="333333"/>
                </a:solidFill>
                <a:effectLst/>
                <a:latin typeface="メイリオ" panose="020B0604030504040204" pitchFamily="50" charset="-128"/>
                <a:ea typeface="メイリオ" panose="020B0604030504040204" pitchFamily="50" charset="-128"/>
              </a:rPr>
              <a:t>のカスタムポリシーに従い削除する。</a:t>
            </a:r>
          </a:p>
        </p:txBody>
      </p:sp>
    </p:spTree>
    <p:extLst>
      <p:ext uri="{BB962C8B-B14F-4D97-AF65-F5344CB8AC3E}">
        <p14:creationId xmlns:p14="http://schemas.microsoft.com/office/powerpoint/2010/main" val="2848335394"/>
      </p:ext>
    </p:extLst>
  </p:cSld>
  <p:clrMapOvr>
    <a:masterClrMapping/>
  </p:clrMapOvr>
  <mc:AlternateContent xmlns:mc="http://schemas.openxmlformats.org/markup-compatibility/2006" xmlns:p14="http://schemas.microsoft.com/office/powerpoint/2010/main">
    <mc:Choice Requires="p14">
      <p:transition spd="slow" p14:dur="2000" advTm="95360"/>
    </mc:Choice>
    <mc:Fallback xmlns="">
      <p:transition spd="slow" advTm="95360"/>
    </mc:Fallback>
  </mc:AlternateContent>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タイトル 1">
            <a:extLst>
              <a:ext uri="{FF2B5EF4-FFF2-40B4-BE49-F238E27FC236}">
                <a16:creationId xmlns:a16="http://schemas.microsoft.com/office/drawing/2014/main" id="{48F80BE1-D063-4240-BFC7-C8D243720250}"/>
              </a:ext>
            </a:extLst>
          </p:cNvPr>
          <p:cNvSpPr txBox="1">
            <a:spLocks/>
          </p:cNvSpPr>
          <p:nvPr/>
        </p:nvSpPr>
        <p:spPr bwMode="auto">
          <a:xfrm>
            <a:off x="631222" y="201863"/>
            <a:ext cx="8642258" cy="50208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rtl="0" fontAlgn="base">
              <a:lnSpc>
                <a:spcPct val="90000"/>
              </a:lnSpc>
              <a:spcBef>
                <a:spcPct val="0"/>
              </a:spcBef>
              <a:spcAft>
                <a:spcPct val="0"/>
              </a:spcAft>
              <a:defRPr kumimoji="1" sz="2000">
                <a:solidFill>
                  <a:schemeClr val="tx2"/>
                </a:solidFill>
                <a:latin typeface="游明朝" panose="02020400000000000000" pitchFamily="18" charset="-128"/>
                <a:ea typeface="游明朝" panose="02020400000000000000" pitchFamily="18" charset="-128"/>
                <a:cs typeface="+mj-cs"/>
              </a:defRPr>
            </a:lvl1pPr>
            <a:lvl2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2pPr>
            <a:lvl3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3pPr>
            <a:lvl4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4pPr>
            <a:lvl5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5pPr>
            <a:lvl6pPr marL="4572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6pPr>
            <a:lvl7pPr marL="9144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7pPr>
            <a:lvl8pPr marL="13716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8pPr>
            <a:lvl9pPr marL="18288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9pPr>
          </a:lstStyle>
          <a:p>
            <a:pPr marL="0" indent="0" algn="l">
              <a:buNone/>
            </a:pPr>
            <a:r>
              <a:rPr lang="ja-JP" altLang="en-US" sz="3000" dirty="0">
                <a:solidFill>
                  <a:schemeClr val="tx1"/>
                </a:solidFill>
                <a:latin typeface="メイリオ" panose="020B0604030504040204" pitchFamily="50" charset="-128"/>
                <a:ea typeface="メイリオ" panose="020B0604030504040204" pitchFamily="50" charset="-128"/>
              </a:rPr>
              <a:t>終了</a:t>
            </a:r>
            <a:r>
              <a:rPr kumimoji="0" lang="ja-JP" altLang="en-US" sz="3000" dirty="0">
                <a:solidFill>
                  <a:srgbClr val="000000"/>
                </a:solidFill>
                <a:latin typeface="メイリオ" pitchFamily="50" charset="-128"/>
                <a:ea typeface="メイリオ" pitchFamily="50" charset="-128"/>
                <a:cs typeface="メイリオ" pitchFamily="50" charset="-128"/>
              </a:rPr>
              <a:t>（ターミネーション）</a:t>
            </a:r>
            <a:r>
              <a:rPr lang="ja-JP" altLang="en-US" sz="3000" dirty="0">
                <a:solidFill>
                  <a:schemeClr val="tx1"/>
                </a:solidFill>
                <a:latin typeface="メイリオ" panose="020B0604030504040204" pitchFamily="50" charset="-128"/>
                <a:ea typeface="メイリオ" panose="020B0604030504040204" pitchFamily="50" charset="-128"/>
              </a:rPr>
              <a:t>ポリシー</a:t>
            </a:r>
            <a:endParaRPr lang="en-US" altLang="ja-JP" sz="3000" dirty="0">
              <a:solidFill>
                <a:schemeClr val="tx1"/>
              </a:solidFill>
              <a:latin typeface="メイリオ" panose="020B0604030504040204" pitchFamily="50" charset="-128"/>
              <a:ea typeface="メイリオ" panose="020B0604030504040204" pitchFamily="50" charset="-128"/>
            </a:endParaRPr>
          </a:p>
        </p:txBody>
      </p:sp>
      <p:sp>
        <p:nvSpPr>
          <p:cNvPr id="5" name="コンテンツ プレースホルダー 2">
            <a:extLst>
              <a:ext uri="{FF2B5EF4-FFF2-40B4-BE49-F238E27FC236}">
                <a16:creationId xmlns:a16="http://schemas.microsoft.com/office/drawing/2014/main" id="{4223C7E6-23C7-4433-B315-D26905B0474C}"/>
              </a:ext>
            </a:extLst>
          </p:cNvPr>
          <p:cNvSpPr txBox="1">
            <a:spLocks/>
          </p:cNvSpPr>
          <p:nvPr/>
        </p:nvSpPr>
        <p:spPr>
          <a:xfrm>
            <a:off x="631222" y="799401"/>
            <a:ext cx="8858282" cy="325343"/>
          </a:xfrm>
          <a:prstGeom prst="rect">
            <a:avLst/>
          </a:prstGeom>
        </p:spPr>
        <p:txBody>
          <a:bodyPr vert="horz" lIns="74295" tIns="37148" rIns="74295" bIns="37148" rtlCol="0">
            <a:noAutofit/>
          </a:bodyPr>
          <a:lstStyle>
            <a:lvl1pPr marL="228600" indent="-228600" algn="l" defTabSz="914400" rtl="0" eaLnBrk="1" latinLnBrk="0" hangingPunct="1">
              <a:lnSpc>
                <a:spcPct val="90000"/>
              </a:lnSpc>
              <a:spcBef>
                <a:spcPts val="1000"/>
              </a:spcBef>
              <a:buFont typeface="Wingdings 2" pitchFamily="18" charset="2"/>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2" pitchFamily="18" charset="2"/>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2" pitchFamily="18" charset="2"/>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5pPr>
            <a:lvl6pPr marL="25146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6pPr>
            <a:lvl7pPr marL="29718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7pPr>
            <a:lvl8pPr marL="34290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8pPr>
            <a:lvl9pPr marL="38862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9pPr>
          </a:lstStyle>
          <a:p>
            <a:pPr marL="0" indent="0">
              <a:buNone/>
            </a:pPr>
            <a:r>
              <a:rPr lang="ja-JP" altLang="en-US" sz="2400" kern="0" dirty="0">
                <a:solidFill>
                  <a:srgbClr val="002060"/>
                </a:solidFill>
                <a:latin typeface="メイリオ" panose="020B0604030504040204" pitchFamily="50" charset="-128"/>
                <a:ea typeface="メイリオ" panose="020B0604030504040204" pitchFamily="50" charset="-128"/>
              </a:rPr>
              <a:t>需要減に基づくスケールインの際にどのインスタンスから終了するかを設定</a:t>
            </a:r>
            <a:endParaRPr lang="en-US" altLang="ja-JP" sz="2400" kern="0" dirty="0">
              <a:solidFill>
                <a:srgbClr val="002060"/>
              </a:solidFill>
              <a:latin typeface="メイリオ" panose="020B0604030504040204" pitchFamily="50" charset="-128"/>
              <a:ea typeface="メイリオ" panose="020B0604030504040204" pitchFamily="50" charset="-128"/>
            </a:endParaRPr>
          </a:p>
        </p:txBody>
      </p:sp>
      <p:sp>
        <p:nvSpPr>
          <p:cNvPr id="4" name="コンテンツ プレースホルダー 2">
            <a:extLst>
              <a:ext uri="{FF2B5EF4-FFF2-40B4-BE49-F238E27FC236}">
                <a16:creationId xmlns:a16="http://schemas.microsoft.com/office/drawing/2014/main" id="{2DA8D8A2-9484-4911-A555-6F7C63AFA9B5}"/>
              </a:ext>
            </a:extLst>
          </p:cNvPr>
          <p:cNvSpPr txBox="1">
            <a:spLocks/>
          </p:cNvSpPr>
          <p:nvPr/>
        </p:nvSpPr>
        <p:spPr bwMode="auto">
          <a:xfrm>
            <a:off x="3368824" y="3136599"/>
            <a:ext cx="5040560" cy="859072"/>
          </a:xfrm>
          <a:prstGeom prst="rect">
            <a:avLst/>
          </a:prstGeom>
          <a:solidFill>
            <a:schemeClr val="bg1"/>
          </a:solidFill>
          <a:ln w="9525">
            <a:solidFill>
              <a:srgbClr val="F0861E"/>
            </a:solid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r>
              <a:rPr lang="ja-JP" altLang="en-US" dirty="0">
                <a:latin typeface="メイリオ" panose="020B0604030504040204" pitchFamily="50" charset="-128"/>
                <a:ea typeface="メイリオ" panose="020B0604030504040204" pitchFamily="50" charset="-128"/>
              </a:rPr>
              <a:t>最も新しい起動時刻のインスタンスから終了</a:t>
            </a:r>
            <a:endParaRPr lang="en-US" altLang="ja-JP" kern="0" dirty="0">
              <a:latin typeface="メイリオ" panose="020B0604030504040204" pitchFamily="50" charset="-128"/>
              <a:ea typeface="メイリオ" panose="020B0604030504040204" pitchFamily="50" charset="-128"/>
            </a:endParaRPr>
          </a:p>
        </p:txBody>
      </p:sp>
      <p:sp>
        <p:nvSpPr>
          <p:cNvPr id="6" name="コンテンツ プレースホルダー 2">
            <a:extLst>
              <a:ext uri="{FF2B5EF4-FFF2-40B4-BE49-F238E27FC236}">
                <a16:creationId xmlns:a16="http://schemas.microsoft.com/office/drawing/2014/main" id="{3955A53B-D1D0-43A7-B720-D0620891EDF1}"/>
              </a:ext>
            </a:extLst>
          </p:cNvPr>
          <p:cNvSpPr txBox="1">
            <a:spLocks/>
          </p:cNvSpPr>
          <p:nvPr/>
        </p:nvSpPr>
        <p:spPr bwMode="auto">
          <a:xfrm>
            <a:off x="1064568" y="3136599"/>
            <a:ext cx="2232248" cy="859072"/>
          </a:xfrm>
          <a:prstGeom prst="rect">
            <a:avLst/>
          </a:prstGeom>
          <a:solidFill>
            <a:srgbClr val="F0861E"/>
          </a:solidFill>
          <a:ln w="9525">
            <a:no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pPr algn="ctr"/>
            <a:br>
              <a:rPr lang="en-US" altLang="ja-JP" b="1" dirty="0">
                <a:solidFill>
                  <a:schemeClr val="bg1"/>
                </a:solidFill>
                <a:latin typeface="メイリオ" panose="020B0604030504040204" pitchFamily="50" charset="-128"/>
                <a:ea typeface="メイリオ" panose="020B0604030504040204" pitchFamily="50" charset="-128"/>
              </a:rPr>
            </a:br>
            <a:r>
              <a:rPr lang="en-US" altLang="ja-JP" b="1" dirty="0" err="1">
                <a:solidFill>
                  <a:schemeClr val="bg1"/>
                </a:solidFill>
                <a:latin typeface="メイリオ" panose="020B0604030504040204" pitchFamily="50" charset="-128"/>
                <a:ea typeface="メイリオ" panose="020B0604030504040204" pitchFamily="50" charset="-128"/>
              </a:rPr>
              <a:t>NewestInstance</a:t>
            </a:r>
            <a:endParaRPr lang="en-US" altLang="ja-JP" b="1" kern="0" dirty="0">
              <a:solidFill>
                <a:schemeClr val="bg1"/>
              </a:solidFill>
              <a:latin typeface="メイリオ" panose="020B0604030504040204" pitchFamily="50" charset="-128"/>
              <a:ea typeface="メイリオ" panose="020B0604030504040204" pitchFamily="50" charset="-128"/>
            </a:endParaRPr>
          </a:p>
        </p:txBody>
      </p:sp>
      <p:sp>
        <p:nvSpPr>
          <p:cNvPr id="7" name="コンテンツ プレースホルダー 2">
            <a:extLst>
              <a:ext uri="{FF2B5EF4-FFF2-40B4-BE49-F238E27FC236}">
                <a16:creationId xmlns:a16="http://schemas.microsoft.com/office/drawing/2014/main" id="{6C1CD1A4-1B09-460D-AC6A-D0B6ACA4BF9F}"/>
              </a:ext>
            </a:extLst>
          </p:cNvPr>
          <p:cNvSpPr txBox="1">
            <a:spLocks/>
          </p:cNvSpPr>
          <p:nvPr/>
        </p:nvSpPr>
        <p:spPr bwMode="auto">
          <a:xfrm>
            <a:off x="3368824" y="4072703"/>
            <a:ext cx="5040560" cy="859072"/>
          </a:xfrm>
          <a:prstGeom prst="rect">
            <a:avLst/>
          </a:prstGeom>
          <a:solidFill>
            <a:schemeClr val="bg1"/>
          </a:solidFill>
          <a:ln w="9525">
            <a:solidFill>
              <a:srgbClr val="F0861E"/>
            </a:solid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r>
              <a:rPr lang="ja-JP" altLang="en-US" dirty="0">
                <a:latin typeface="メイリオ" panose="020B0604030504040204" pitchFamily="50" charset="-128"/>
                <a:ea typeface="メイリオ" panose="020B0604030504040204" pitchFamily="50" charset="-128"/>
              </a:rPr>
              <a:t>最も古い起動設定により起動しているインスタンスから終了</a:t>
            </a:r>
            <a:endParaRPr lang="en-US" altLang="ja-JP" kern="0" dirty="0">
              <a:solidFill>
                <a:schemeClr val="bg2"/>
              </a:solidFill>
              <a:latin typeface="メイリオ" panose="020B0604030504040204" pitchFamily="50" charset="-128"/>
              <a:ea typeface="メイリオ" panose="020B0604030504040204" pitchFamily="50" charset="-128"/>
            </a:endParaRPr>
          </a:p>
        </p:txBody>
      </p:sp>
      <p:sp>
        <p:nvSpPr>
          <p:cNvPr id="8" name="コンテンツ プレースホルダー 2">
            <a:extLst>
              <a:ext uri="{FF2B5EF4-FFF2-40B4-BE49-F238E27FC236}">
                <a16:creationId xmlns:a16="http://schemas.microsoft.com/office/drawing/2014/main" id="{FFC9C27B-CFB0-4AEB-AB8E-7C741F35A5CE}"/>
              </a:ext>
            </a:extLst>
          </p:cNvPr>
          <p:cNvSpPr txBox="1">
            <a:spLocks/>
          </p:cNvSpPr>
          <p:nvPr/>
        </p:nvSpPr>
        <p:spPr bwMode="auto">
          <a:xfrm>
            <a:off x="1064568" y="4072703"/>
            <a:ext cx="2232248" cy="859072"/>
          </a:xfrm>
          <a:prstGeom prst="rect">
            <a:avLst/>
          </a:prstGeom>
          <a:solidFill>
            <a:srgbClr val="F0861E"/>
          </a:solidFill>
          <a:ln w="9525">
            <a:no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pPr algn="ctr"/>
            <a:r>
              <a:rPr lang="en-US" altLang="ja-JP" b="1" dirty="0" err="1">
                <a:solidFill>
                  <a:schemeClr val="bg1"/>
                </a:solidFill>
                <a:latin typeface="メイリオ" panose="020B0604030504040204" pitchFamily="50" charset="-128"/>
                <a:ea typeface="メイリオ" panose="020B0604030504040204" pitchFamily="50" charset="-128"/>
              </a:rPr>
              <a:t>OldestLaunch</a:t>
            </a:r>
            <a:br>
              <a:rPr lang="en-US" altLang="ja-JP" b="1" dirty="0">
                <a:solidFill>
                  <a:schemeClr val="bg1"/>
                </a:solidFill>
                <a:latin typeface="メイリオ" panose="020B0604030504040204" pitchFamily="50" charset="-128"/>
                <a:ea typeface="メイリオ" panose="020B0604030504040204" pitchFamily="50" charset="-128"/>
              </a:rPr>
            </a:br>
            <a:r>
              <a:rPr lang="en-US" altLang="ja-JP" b="1" dirty="0">
                <a:solidFill>
                  <a:schemeClr val="bg1"/>
                </a:solidFill>
                <a:latin typeface="メイリオ" panose="020B0604030504040204" pitchFamily="50" charset="-128"/>
                <a:ea typeface="メイリオ" panose="020B0604030504040204" pitchFamily="50" charset="-128"/>
              </a:rPr>
              <a:t>Configuration</a:t>
            </a:r>
            <a:endParaRPr lang="en-US" altLang="ja-JP" b="1" kern="0" dirty="0">
              <a:solidFill>
                <a:schemeClr val="bg1"/>
              </a:solidFill>
              <a:latin typeface="メイリオ" panose="020B0604030504040204" pitchFamily="50" charset="-128"/>
              <a:ea typeface="メイリオ" panose="020B0604030504040204" pitchFamily="50" charset="-128"/>
            </a:endParaRPr>
          </a:p>
        </p:txBody>
      </p:sp>
      <p:sp>
        <p:nvSpPr>
          <p:cNvPr id="9" name="コンテンツ プレースホルダー 2">
            <a:extLst>
              <a:ext uri="{FF2B5EF4-FFF2-40B4-BE49-F238E27FC236}">
                <a16:creationId xmlns:a16="http://schemas.microsoft.com/office/drawing/2014/main" id="{7397F9BC-FCFA-4418-A7CB-51A50F655678}"/>
              </a:ext>
            </a:extLst>
          </p:cNvPr>
          <p:cNvSpPr txBox="1">
            <a:spLocks/>
          </p:cNvSpPr>
          <p:nvPr/>
        </p:nvSpPr>
        <p:spPr bwMode="auto">
          <a:xfrm>
            <a:off x="3368824" y="5008807"/>
            <a:ext cx="5040560" cy="859072"/>
          </a:xfrm>
          <a:prstGeom prst="rect">
            <a:avLst/>
          </a:prstGeom>
          <a:solidFill>
            <a:schemeClr val="bg1"/>
          </a:solidFill>
          <a:ln w="9525">
            <a:solidFill>
              <a:srgbClr val="F0861E"/>
            </a:solid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r>
              <a:rPr lang="ja-JP" altLang="en-US" dirty="0">
                <a:latin typeface="メイリオ" panose="020B0604030504040204" pitchFamily="50" charset="-128"/>
                <a:ea typeface="メイリオ" panose="020B0604030504040204" pitchFamily="50" charset="-128"/>
              </a:rPr>
              <a:t>次の課金が始まるタイミングが最も近いインスタンスから終了</a:t>
            </a:r>
            <a:endParaRPr lang="en-US" altLang="ja-JP" kern="0" dirty="0">
              <a:solidFill>
                <a:schemeClr val="bg2"/>
              </a:solidFill>
              <a:latin typeface="メイリオ" panose="020B0604030504040204" pitchFamily="50" charset="-128"/>
              <a:ea typeface="メイリオ" panose="020B0604030504040204" pitchFamily="50" charset="-128"/>
            </a:endParaRPr>
          </a:p>
        </p:txBody>
      </p:sp>
      <p:sp>
        <p:nvSpPr>
          <p:cNvPr id="10" name="コンテンツ プレースホルダー 2">
            <a:extLst>
              <a:ext uri="{FF2B5EF4-FFF2-40B4-BE49-F238E27FC236}">
                <a16:creationId xmlns:a16="http://schemas.microsoft.com/office/drawing/2014/main" id="{8A5A1D7F-65AE-4C29-B159-2AB6A6E956DA}"/>
              </a:ext>
            </a:extLst>
          </p:cNvPr>
          <p:cNvSpPr txBox="1">
            <a:spLocks/>
          </p:cNvSpPr>
          <p:nvPr/>
        </p:nvSpPr>
        <p:spPr bwMode="auto">
          <a:xfrm>
            <a:off x="1064568" y="5008807"/>
            <a:ext cx="2232248" cy="859072"/>
          </a:xfrm>
          <a:prstGeom prst="rect">
            <a:avLst/>
          </a:prstGeom>
          <a:solidFill>
            <a:srgbClr val="F0861E"/>
          </a:solidFill>
          <a:ln w="9525">
            <a:no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pPr algn="ctr"/>
            <a:r>
              <a:rPr lang="en-US" altLang="ja-JP" b="1" dirty="0" err="1">
                <a:solidFill>
                  <a:schemeClr val="bg1"/>
                </a:solidFill>
                <a:latin typeface="メイリオ" panose="020B0604030504040204" pitchFamily="50" charset="-128"/>
                <a:ea typeface="メイリオ" panose="020B0604030504040204" pitchFamily="50" charset="-128"/>
              </a:rPr>
              <a:t>ClosestTo</a:t>
            </a:r>
            <a:br>
              <a:rPr lang="en-US" altLang="ja-JP" b="1" dirty="0">
                <a:solidFill>
                  <a:schemeClr val="bg1"/>
                </a:solidFill>
                <a:latin typeface="メイリオ" panose="020B0604030504040204" pitchFamily="50" charset="-128"/>
                <a:ea typeface="メイリオ" panose="020B0604030504040204" pitchFamily="50" charset="-128"/>
              </a:rPr>
            </a:br>
            <a:r>
              <a:rPr lang="en-US" altLang="ja-JP" b="1" dirty="0" err="1">
                <a:solidFill>
                  <a:schemeClr val="bg1"/>
                </a:solidFill>
                <a:latin typeface="メイリオ" panose="020B0604030504040204" pitchFamily="50" charset="-128"/>
                <a:ea typeface="メイリオ" panose="020B0604030504040204" pitchFamily="50" charset="-128"/>
              </a:rPr>
              <a:t>NextInstanceHour</a:t>
            </a:r>
            <a:endParaRPr lang="en-US" altLang="ja-JP" b="1" dirty="0">
              <a:solidFill>
                <a:schemeClr val="bg1"/>
              </a:solidFill>
              <a:latin typeface="メイリオ" panose="020B0604030504040204" pitchFamily="50" charset="-128"/>
              <a:ea typeface="メイリオ" panose="020B0604030504040204" pitchFamily="50" charset="-128"/>
            </a:endParaRPr>
          </a:p>
        </p:txBody>
      </p:sp>
      <p:sp>
        <p:nvSpPr>
          <p:cNvPr id="13" name="コンテンツ プレースホルダー 2">
            <a:extLst>
              <a:ext uri="{FF2B5EF4-FFF2-40B4-BE49-F238E27FC236}">
                <a16:creationId xmlns:a16="http://schemas.microsoft.com/office/drawing/2014/main" id="{DD8D2C33-B10F-4203-9D66-906427E01FE9}"/>
              </a:ext>
            </a:extLst>
          </p:cNvPr>
          <p:cNvSpPr txBox="1">
            <a:spLocks/>
          </p:cNvSpPr>
          <p:nvPr/>
        </p:nvSpPr>
        <p:spPr bwMode="auto">
          <a:xfrm>
            <a:off x="3368824" y="2204864"/>
            <a:ext cx="5040560" cy="859072"/>
          </a:xfrm>
          <a:prstGeom prst="rect">
            <a:avLst/>
          </a:prstGeom>
          <a:solidFill>
            <a:schemeClr val="bg1"/>
          </a:solidFill>
          <a:ln w="9525">
            <a:solidFill>
              <a:srgbClr val="F0861E"/>
            </a:solid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r>
              <a:rPr lang="ja-JP" altLang="en-US" dirty="0">
                <a:latin typeface="メイリオ" panose="020B0604030504040204" pitchFamily="50" charset="-128"/>
                <a:ea typeface="メイリオ" panose="020B0604030504040204" pitchFamily="50" charset="-128"/>
              </a:rPr>
              <a:t>最も古いインスタンスから順番に終了</a:t>
            </a:r>
            <a:endParaRPr lang="en-US" altLang="ja-JP" kern="0" dirty="0">
              <a:latin typeface="メイリオ" panose="020B0604030504040204" pitchFamily="50" charset="-128"/>
              <a:ea typeface="メイリオ" panose="020B0604030504040204" pitchFamily="50" charset="-128"/>
            </a:endParaRPr>
          </a:p>
        </p:txBody>
      </p:sp>
      <p:sp>
        <p:nvSpPr>
          <p:cNvPr id="14" name="コンテンツ プレースホルダー 2">
            <a:extLst>
              <a:ext uri="{FF2B5EF4-FFF2-40B4-BE49-F238E27FC236}">
                <a16:creationId xmlns:a16="http://schemas.microsoft.com/office/drawing/2014/main" id="{FF80D391-8D31-4772-A4DC-388DC85A3890}"/>
              </a:ext>
            </a:extLst>
          </p:cNvPr>
          <p:cNvSpPr txBox="1">
            <a:spLocks/>
          </p:cNvSpPr>
          <p:nvPr/>
        </p:nvSpPr>
        <p:spPr bwMode="auto">
          <a:xfrm>
            <a:off x="1064568" y="2204864"/>
            <a:ext cx="2232248" cy="859072"/>
          </a:xfrm>
          <a:prstGeom prst="rect">
            <a:avLst/>
          </a:prstGeom>
          <a:solidFill>
            <a:srgbClr val="F0861E"/>
          </a:solidFill>
          <a:ln w="9525">
            <a:no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pPr algn="ctr"/>
            <a:r>
              <a:rPr lang="en-US" altLang="ja-JP" b="1" dirty="0" err="1">
                <a:solidFill>
                  <a:schemeClr val="bg1"/>
                </a:solidFill>
                <a:latin typeface="メイリオ" panose="020B0604030504040204" pitchFamily="50" charset="-128"/>
                <a:ea typeface="メイリオ" panose="020B0604030504040204" pitchFamily="50" charset="-128"/>
              </a:rPr>
              <a:t>OldestInstance</a:t>
            </a:r>
            <a:endParaRPr lang="en-US" altLang="ja-JP" b="1" kern="0" dirty="0">
              <a:solidFill>
                <a:schemeClr val="bg1"/>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481726406"/>
      </p:ext>
    </p:extLst>
  </p:cSld>
  <p:clrMapOvr>
    <a:masterClrMapping/>
  </p:clrMapOvr>
  <mc:AlternateContent xmlns:mc="http://schemas.openxmlformats.org/markup-compatibility/2006" xmlns:p14="http://schemas.microsoft.com/office/powerpoint/2010/main">
    <mc:Choice Requires="p14">
      <p:transition spd="slow" p14:dur="2000" advTm="48061"/>
    </mc:Choice>
    <mc:Fallback xmlns="">
      <p:transition spd="slow" advTm="48061"/>
    </mc:Fallback>
  </mc:AlternateContent>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タイトル 1">
            <a:extLst>
              <a:ext uri="{FF2B5EF4-FFF2-40B4-BE49-F238E27FC236}">
                <a16:creationId xmlns:a16="http://schemas.microsoft.com/office/drawing/2014/main" id="{48F80BE1-D063-4240-BFC7-C8D243720250}"/>
              </a:ext>
            </a:extLst>
          </p:cNvPr>
          <p:cNvSpPr txBox="1">
            <a:spLocks/>
          </p:cNvSpPr>
          <p:nvPr/>
        </p:nvSpPr>
        <p:spPr bwMode="auto">
          <a:xfrm>
            <a:off x="631222" y="201863"/>
            <a:ext cx="8642258" cy="50208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rtl="0" fontAlgn="base">
              <a:lnSpc>
                <a:spcPct val="90000"/>
              </a:lnSpc>
              <a:spcBef>
                <a:spcPct val="0"/>
              </a:spcBef>
              <a:spcAft>
                <a:spcPct val="0"/>
              </a:spcAft>
              <a:defRPr kumimoji="1" sz="2000">
                <a:solidFill>
                  <a:schemeClr val="tx2"/>
                </a:solidFill>
                <a:latin typeface="游明朝" panose="02020400000000000000" pitchFamily="18" charset="-128"/>
                <a:ea typeface="游明朝" panose="02020400000000000000" pitchFamily="18" charset="-128"/>
                <a:cs typeface="+mj-cs"/>
              </a:defRPr>
            </a:lvl1pPr>
            <a:lvl2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2pPr>
            <a:lvl3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3pPr>
            <a:lvl4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4pPr>
            <a:lvl5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5pPr>
            <a:lvl6pPr marL="4572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6pPr>
            <a:lvl7pPr marL="9144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7pPr>
            <a:lvl8pPr marL="13716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8pPr>
            <a:lvl9pPr marL="18288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9pPr>
          </a:lstStyle>
          <a:p>
            <a:pPr marL="0" indent="0" algn="l">
              <a:buNone/>
            </a:pPr>
            <a:r>
              <a:rPr lang="ja-JP" altLang="en-US" sz="3000" dirty="0">
                <a:solidFill>
                  <a:schemeClr val="tx1"/>
                </a:solidFill>
                <a:latin typeface="メイリオ" panose="020B0604030504040204" pitchFamily="50" charset="-128"/>
                <a:ea typeface="メイリオ" panose="020B0604030504040204" pitchFamily="50" charset="-128"/>
              </a:rPr>
              <a:t>クールダウン期間</a:t>
            </a:r>
            <a:endParaRPr lang="en-US" altLang="ja-JP" sz="3000" dirty="0">
              <a:solidFill>
                <a:schemeClr val="tx1"/>
              </a:solidFill>
              <a:latin typeface="メイリオ" panose="020B0604030504040204" pitchFamily="50" charset="-128"/>
              <a:ea typeface="メイリオ" panose="020B0604030504040204" pitchFamily="50" charset="-128"/>
            </a:endParaRPr>
          </a:p>
        </p:txBody>
      </p:sp>
      <p:sp>
        <p:nvSpPr>
          <p:cNvPr id="5" name="コンテンツ プレースホルダー 2">
            <a:extLst>
              <a:ext uri="{FF2B5EF4-FFF2-40B4-BE49-F238E27FC236}">
                <a16:creationId xmlns:a16="http://schemas.microsoft.com/office/drawing/2014/main" id="{4223C7E6-23C7-4433-B315-D26905B0474C}"/>
              </a:ext>
            </a:extLst>
          </p:cNvPr>
          <p:cNvSpPr txBox="1">
            <a:spLocks/>
          </p:cNvSpPr>
          <p:nvPr/>
        </p:nvSpPr>
        <p:spPr>
          <a:xfrm>
            <a:off x="631222" y="799401"/>
            <a:ext cx="8858282" cy="325343"/>
          </a:xfrm>
          <a:prstGeom prst="rect">
            <a:avLst/>
          </a:prstGeom>
        </p:spPr>
        <p:txBody>
          <a:bodyPr vert="horz" lIns="74295" tIns="37148" rIns="74295" bIns="37148" rtlCol="0">
            <a:noAutofit/>
          </a:bodyPr>
          <a:lstStyle>
            <a:lvl1pPr marL="228600" indent="-228600" algn="l" defTabSz="914400" rtl="0" eaLnBrk="1" latinLnBrk="0" hangingPunct="1">
              <a:lnSpc>
                <a:spcPct val="90000"/>
              </a:lnSpc>
              <a:spcBef>
                <a:spcPts val="1000"/>
              </a:spcBef>
              <a:buFont typeface="Wingdings 2" pitchFamily="18" charset="2"/>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2" pitchFamily="18" charset="2"/>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2" pitchFamily="18" charset="2"/>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5pPr>
            <a:lvl6pPr marL="25146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6pPr>
            <a:lvl7pPr marL="29718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7pPr>
            <a:lvl8pPr marL="34290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8pPr>
            <a:lvl9pPr marL="38862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9pPr>
          </a:lstStyle>
          <a:p>
            <a:pPr marL="0" indent="0">
              <a:buNone/>
            </a:pPr>
            <a:r>
              <a:rPr lang="ja-JP" altLang="en-US" sz="2400" kern="0" dirty="0">
                <a:solidFill>
                  <a:srgbClr val="002060"/>
                </a:solidFill>
                <a:latin typeface="メイリオ" panose="020B0604030504040204" pitchFamily="50" charset="-128"/>
                <a:ea typeface="メイリオ" panose="020B0604030504040204" pitchFamily="50" charset="-128"/>
              </a:rPr>
              <a:t>スケールイン時のインスタンスの終了においてクールダウン時間を設定することが可能</a:t>
            </a:r>
            <a:endParaRPr lang="en-US" altLang="ja-JP" sz="2400" kern="0" dirty="0">
              <a:solidFill>
                <a:srgbClr val="002060"/>
              </a:solidFill>
              <a:latin typeface="メイリオ" panose="020B0604030504040204" pitchFamily="50" charset="-128"/>
              <a:ea typeface="メイリオ" panose="020B0604030504040204" pitchFamily="50" charset="-128"/>
            </a:endParaRPr>
          </a:p>
        </p:txBody>
      </p:sp>
      <p:sp>
        <p:nvSpPr>
          <p:cNvPr id="2" name="コンテンツ プレースホルダー 2">
            <a:extLst>
              <a:ext uri="{FF2B5EF4-FFF2-40B4-BE49-F238E27FC236}">
                <a16:creationId xmlns:a16="http://schemas.microsoft.com/office/drawing/2014/main" id="{67BE94B5-46B1-4D64-9807-F89E86E12687}"/>
              </a:ext>
            </a:extLst>
          </p:cNvPr>
          <p:cNvSpPr txBox="1">
            <a:spLocks/>
          </p:cNvSpPr>
          <p:nvPr/>
        </p:nvSpPr>
        <p:spPr bwMode="auto">
          <a:xfrm>
            <a:off x="3152800" y="1700808"/>
            <a:ext cx="5904656" cy="2014766"/>
          </a:xfrm>
          <a:prstGeom prst="rect">
            <a:avLst/>
          </a:prstGeom>
          <a:solidFill>
            <a:schemeClr val="bg1"/>
          </a:solidFill>
          <a:ln w="9525">
            <a:solidFill>
              <a:srgbClr val="F0861E"/>
            </a:solid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pPr marL="285750" indent="-285750">
              <a:buFont typeface="Wingdings" panose="05000000000000000000" pitchFamily="2" charset="2"/>
              <a:buChar char="ü"/>
            </a:pPr>
            <a:r>
              <a:rPr lang="ja-JP" altLang="en-US" b="0" i="0" dirty="0">
                <a:solidFill>
                  <a:srgbClr val="16191F"/>
                </a:solidFill>
                <a:effectLst/>
                <a:latin typeface="メイリオ" panose="020B0604030504040204" pitchFamily="50" charset="-128"/>
                <a:ea typeface="メイリオ" panose="020B0604030504040204" pitchFamily="50" charset="-128"/>
              </a:rPr>
              <a:t>終了するインスタンスの前のアクティビティの影響前に、</a:t>
            </a:r>
            <a:r>
              <a:rPr lang="en-US" altLang="ja-JP" b="0" i="0" dirty="0">
                <a:solidFill>
                  <a:srgbClr val="16191F"/>
                </a:solidFill>
                <a:effectLst/>
                <a:latin typeface="メイリオ" panose="020B0604030504040204" pitchFamily="50" charset="-128"/>
                <a:ea typeface="メイリオ" panose="020B0604030504040204" pitchFamily="50" charset="-128"/>
              </a:rPr>
              <a:t>Auto Scaling </a:t>
            </a:r>
            <a:r>
              <a:rPr lang="ja-JP" altLang="en-US" b="0" i="0" dirty="0">
                <a:solidFill>
                  <a:srgbClr val="16191F"/>
                </a:solidFill>
                <a:effectLst/>
                <a:latin typeface="メイリオ" panose="020B0604030504040204" pitchFamily="50" charset="-128"/>
                <a:ea typeface="メイリオ" panose="020B0604030504040204" pitchFamily="50" charset="-128"/>
              </a:rPr>
              <a:t>グループが追加のインスタンスを起動または終了するのを防ぐ</a:t>
            </a:r>
            <a:endParaRPr lang="en-US" altLang="ja-JP" b="0" i="0" dirty="0">
              <a:solidFill>
                <a:srgbClr val="16191F"/>
              </a:solidFill>
              <a:effectLst/>
              <a:latin typeface="メイリオ" panose="020B0604030504040204" pitchFamily="50" charset="-128"/>
              <a:ea typeface="メイリオ" panose="020B0604030504040204" pitchFamily="50" charset="-128"/>
            </a:endParaRPr>
          </a:p>
          <a:p>
            <a:pPr marL="285750" indent="-285750">
              <a:buFont typeface="Wingdings" panose="05000000000000000000" pitchFamily="2" charset="2"/>
              <a:buChar char="ü"/>
            </a:pPr>
            <a:r>
              <a:rPr lang="ja-JP" altLang="en-US" dirty="0">
                <a:solidFill>
                  <a:srgbClr val="16191F"/>
                </a:solidFill>
                <a:latin typeface="メイリオ" panose="020B0604030504040204" pitchFamily="50" charset="-128"/>
                <a:ea typeface="メイリオ" panose="020B0604030504040204" pitchFamily="50" charset="-128"/>
              </a:rPr>
              <a:t>クールダウン期間はデフォルトで設定されている</a:t>
            </a:r>
            <a:endParaRPr lang="en-US" altLang="ja-JP" dirty="0">
              <a:solidFill>
                <a:srgbClr val="16191F"/>
              </a:solidFill>
              <a:latin typeface="メイリオ" panose="020B0604030504040204" pitchFamily="50" charset="-128"/>
              <a:ea typeface="メイリオ" panose="020B0604030504040204" pitchFamily="50" charset="-128"/>
            </a:endParaRPr>
          </a:p>
          <a:p>
            <a:pPr marL="285750" indent="-285750">
              <a:buFont typeface="Wingdings" panose="05000000000000000000" pitchFamily="2" charset="2"/>
              <a:buChar char="ü"/>
            </a:pPr>
            <a:r>
              <a:rPr lang="ja-JP" altLang="en-US" dirty="0">
                <a:solidFill>
                  <a:srgbClr val="16191F"/>
                </a:solidFill>
                <a:latin typeface="メイリオ" panose="020B0604030504040204" pitchFamily="50" charset="-128"/>
                <a:ea typeface="メイリオ" panose="020B0604030504040204" pitchFamily="50" charset="-128"/>
              </a:rPr>
              <a:t>クールダウン期間は変更可能</a:t>
            </a:r>
            <a:endParaRPr lang="en-US" altLang="ja-JP" b="0" i="0" dirty="0">
              <a:solidFill>
                <a:srgbClr val="16191F"/>
              </a:solidFill>
              <a:effectLst/>
              <a:latin typeface="メイリオ" panose="020B0604030504040204" pitchFamily="50" charset="-128"/>
              <a:ea typeface="メイリオ" panose="020B0604030504040204" pitchFamily="50" charset="-128"/>
            </a:endParaRPr>
          </a:p>
        </p:txBody>
      </p:sp>
      <p:sp>
        <p:nvSpPr>
          <p:cNvPr id="3" name="コンテンツ プレースホルダー 2">
            <a:extLst>
              <a:ext uri="{FF2B5EF4-FFF2-40B4-BE49-F238E27FC236}">
                <a16:creationId xmlns:a16="http://schemas.microsoft.com/office/drawing/2014/main" id="{E518E9E4-9746-4765-886E-F5A40AD79E1F}"/>
              </a:ext>
            </a:extLst>
          </p:cNvPr>
          <p:cNvSpPr txBox="1">
            <a:spLocks/>
          </p:cNvSpPr>
          <p:nvPr/>
        </p:nvSpPr>
        <p:spPr bwMode="auto">
          <a:xfrm>
            <a:off x="848544" y="1700808"/>
            <a:ext cx="2232248" cy="2014766"/>
          </a:xfrm>
          <a:prstGeom prst="rect">
            <a:avLst/>
          </a:prstGeom>
          <a:solidFill>
            <a:srgbClr val="F0861E"/>
          </a:solidFill>
          <a:ln w="9525">
            <a:no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pPr algn="ctr"/>
            <a:r>
              <a:rPr lang="ja-JP" altLang="en-US" b="1" dirty="0">
                <a:solidFill>
                  <a:schemeClr val="bg1"/>
                </a:solidFill>
                <a:latin typeface="メイリオ" panose="020B0604030504040204" pitchFamily="50" charset="-128"/>
                <a:ea typeface="メイリオ" panose="020B0604030504040204" pitchFamily="50" charset="-128"/>
              </a:rPr>
              <a:t>クールダウン期間</a:t>
            </a:r>
            <a:endParaRPr lang="en-US" altLang="ja-JP" b="1" kern="0" dirty="0">
              <a:solidFill>
                <a:schemeClr val="bg1"/>
              </a:solidFill>
              <a:latin typeface="メイリオ" panose="020B0604030504040204" pitchFamily="50" charset="-128"/>
              <a:ea typeface="メイリオ" panose="020B0604030504040204" pitchFamily="50" charset="-128"/>
            </a:endParaRPr>
          </a:p>
        </p:txBody>
      </p:sp>
      <p:sp>
        <p:nvSpPr>
          <p:cNvPr id="16" name="コンテンツ プレースホルダー 2">
            <a:extLst>
              <a:ext uri="{FF2B5EF4-FFF2-40B4-BE49-F238E27FC236}">
                <a16:creationId xmlns:a16="http://schemas.microsoft.com/office/drawing/2014/main" id="{C8F0C7B7-A779-4CB1-A05B-3126CD95206F}"/>
              </a:ext>
            </a:extLst>
          </p:cNvPr>
          <p:cNvSpPr txBox="1">
            <a:spLocks/>
          </p:cNvSpPr>
          <p:nvPr/>
        </p:nvSpPr>
        <p:spPr bwMode="auto">
          <a:xfrm>
            <a:off x="3152800" y="3799868"/>
            <a:ext cx="5904656" cy="2507994"/>
          </a:xfrm>
          <a:prstGeom prst="rect">
            <a:avLst/>
          </a:prstGeom>
          <a:solidFill>
            <a:schemeClr val="bg1"/>
          </a:solidFill>
          <a:ln w="9525">
            <a:solidFill>
              <a:srgbClr val="F0861E"/>
            </a:solid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pPr marL="285750" indent="-285750">
              <a:buFont typeface="Wingdings" panose="05000000000000000000" pitchFamily="2" charset="2"/>
              <a:buChar char="ü"/>
            </a:pPr>
            <a:r>
              <a:rPr lang="ja-JP" altLang="en-US" b="0" i="0" dirty="0">
                <a:solidFill>
                  <a:srgbClr val="16191F"/>
                </a:solidFill>
                <a:effectLst/>
                <a:latin typeface="メイリオ" panose="020B0604030504040204" pitchFamily="50" charset="-128"/>
                <a:ea typeface="メイリオ" panose="020B0604030504040204" pitchFamily="50" charset="-128"/>
              </a:rPr>
              <a:t>クールダウン期間中、スケジュールされたアクションがスケジュールされた時間に開始されるか、ターゲット追跡またはステップスケーリングポリシーによりスケーリングアクティビティが開始されると、クールダウン期間が終了するのを待たずに、それらのスケーリングアクティビティを実行する。</a:t>
            </a:r>
            <a:endParaRPr lang="en-US" altLang="ja-JP" dirty="0">
              <a:solidFill>
                <a:srgbClr val="16191F"/>
              </a:solidFill>
              <a:latin typeface="メイリオ" panose="020B0604030504040204" pitchFamily="50" charset="-128"/>
              <a:ea typeface="メイリオ" panose="020B0604030504040204" pitchFamily="50" charset="-128"/>
            </a:endParaRPr>
          </a:p>
          <a:p>
            <a:pPr marL="285750" indent="-285750">
              <a:buFont typeface="Wingdings" panose="05000000000000000000" pitchFamily="2" charset="2"/>
              <a:buChar char="ü"/>
            </a:pPr>
            <a:r>
              <a:rPr lang="ja-JP" altLang="en-US" b="0" i="0" dirty="0">
                <a:solidFill>
                  <a:srgbClr val="16191F"/>
                </a:solidFill>
                <a:effectLst/>
                <a:latin typeface="メイリオ" panose="020B0604030504040204" pitchFamily="50" charset="-128"/>
                <a:ea typeface="メイリオ" panose="020B0604030504040204" pitchFamily="50" charset="-128"/>
              </a:rPr>
              <a:t>インスタンスが正常でなくなった場合、</a:t>
            </a:r>
            <a:r>
              <a:rPr lang="en-US" altLang="ja-JP" b="0" i="0" dirty="0">
                <a:solidFill>
                  <a:srgbClr val="16191F"/>
                </a:solidFill>
                <a:effectLst/>
                <a:latin typeface="メイリオ" panose="020B0604030504040204" pitchFamily="50" charset="-128"/>
                <a:ea typeface="メイリオ" panose="020B0604030504040204" pitchFamily="50" charset="-128"/>
              </a:rPr>
              <a:t>Amazon EC2 Auto Scaling </a:t>
            </a:r>
            <a:r>
              <a:rPr lang="ja-JP" altLang="en-US" b="0" i="0" dirty="0">
                <a:solidFill>
                  <a:srgbClr val="16191F"/>
                </a:solidFill>
                <a:effectLst/>
                <a:latin typeface="メイリオ" panose="020B0604030504040204" pitchFamily="50" charset="-128"/>
                <a:ea typeface="メイリオ" panose="020B0604030504040204" pitchFamily="50" charset="-128"/>
              </a:rPr>
              <a:t>はクールダウン期間の完了を待つことなく、異常のあるインスタンスを置き換る。</a:t>
            </a:r>
            <a:endParaRPr lang="en-US" altLang="ja-JP" kern="0" dirty="0">
              <a:latin typeface="メイリオ" panose="020B0604030504040204" pitchFamily="50" charset="-128"/>
              <a:ea typeface="メイリオ" panose="020B0604030504040204" pitchFamily="50" charset="-128"/>
            </a:endParaRPr>
          </a:p>
        </p:txBody>
      </p:sp>
      <p:sp>
        <p:nvSpPr>
          <p:cNvPr id="17" name="コンテンツ プレースホルダー 2">
            <a:extLst>
              <a:ext uri="{FF2B5EF4-FFF2-40B4-BE49-F238E27FC236}">
                <a16:creationId xmlns:a16="http://schemas.microsoft.com/office/drawing/2014/main" id="{4F7B7135-3CB5-4914-AD2F-57D6C94C3E72}"/>
              </a:ext>
            </a:extLst>
          </p:cNvPr>
          <p:cNvSpPr txBox="1">
            <a:spLocks/>
          </p:cNvSpPr>
          <p:nvPr/>
        </p:nvSpPr>
        <p:spPr bwMode="auto">
          <a:xfrm>
            <a:off x="848544" y="3799868"/>
            <a:ext cx="2232248" cy="2507994"/>
          </a:xfrm>
          <a:prstGeom prst="rect">
            <a:avLst/>
          </a:prstGeom>
          <a:solidFill>
            <a:srgbClr val="F0861E"/>
          </a:solidFill>
          <a:ln w="9525">
            <a:no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pPr algn="ctr"/>
            <a:r>
              <a:rPr lang="ja-JP" altLang="en-US" b="1" dirty="0">
                <a:solidFill>
                  <a:schemeClr val="bg1"/>
                </a:solidFill>
                <a:latin typeface="メイリオ" panose="020B0604030504040204" pitchFamily="50" charset="-128"/>
                <a:ea typeface="メイリオ" panose="020B0604030504040204" pitchFamily="50" charset="-128"/>
              </a:rPr>
              <a:t>クールダウン期間</a:t>
            </a:r>
            <a:endParaRPr lang="en-US" altLang="ja-JP" b="1" dirty="0">
              <a:solidFill>
                <a:schemeClr val="bg1"/>
              </a:solidFill>
              <a:latin typeface="メイリオ" panose="020B0604030504040204" pitchFamily="50" charset="-128"/>
              <a:ea typeface="メイリオ" panose="020B0604030504040204" pitchFamily="50" charset="-128"/>
            </a:endParaRPr>
          </a:p>
          <a:p>
            <a:pPr algn="ctr"/>
            <a:r>
              <a:rPr lang="ja-JP" altLang="en-US" b="1" kern="0" dirty="0">
                <a:solidFill>
                  <a:schemeClr val="bg1"/>
                </a:solidFill>
                <a:latin typeface="メイリオ" panose="020B0604030504040204" pitchFamily="50" charset="-128"/>
                <a:ea typeface="メイリオ" panose="020B0604030504040204" pitchFamily="50" charset="-128"/>
              </a:rPr>
              <a:t>の例外</a:t>
            </a:r>
            <a:endParaRPr lang="en-US" altLang="ja-JP" b="1" kern="0" dirty="0">
              <a:solidFill>
                <a:schemeClr val="bg1"/>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25507369"/>
      </p:ext>
    </p:extLst>
  </p:cSld>
  <p:clrMapOvr>
    <a:masterClrMapping/>
  </p:clrMapOvr>
  <mc:AlternateContent xmlns:mc="http://schemas.openxmlformats.org/markup-compatibility/2006" xmlns:p14="http://schemas.microsoft.com/office/powerpoint/2010/main">
    <mc:Choice Requires="p14">
      <p:transition spd="slow" p14:dur="2000" advTm="78170"/>
    </mc:Choice>
    <mc:Fallback xmlns="">
      <p:transition spd="slow" advTm="78170"/>
    </mc:Fallback>
  </mc:AlternateContent>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タイトル 1">
            <a:extLst>
              <a:ext uri="{FF2B5EF4-FFF2-40B4-BE49-F238E27FC236}">
                <a16:creationId xmlns:a16="http://schemas.microsoft.com/office/drawing/2014/main" id="{48F80BE1-D063-4240-BFC7-C8D243720250}"/>
              </a:ext>
            </a:extLst>
          </p:cNvPr>
          <p:cNvSpPr txBox="1">
            <a:spLocks/>
          </p:cNvSpPr>
          <p:nvPr/>
        </p:nvSpPr>
        <p:spPr bwMode="auto">
          <a:xfrm>
            <a:off x="631222" y="201863"/>
            <a:ext cx="8642258" cy="50208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rtl="0" fontAlgn="base">
              <a:lnSpc>
                <a:spcPct val="90000"/>
              </a:lnSpc>
              <a:spcBef>
                <a:spcPct val="0"/>
              </a:spcBef>
              <a:spcAft>
                <a:spcPct val="0"/>
              </a:spcAft>
              <a:defRPr kumimoji="1" sz="2000">
                <a:solidFill>
                  <a:schemeClr val="tx2"/>
                </a:solidFill>
                <a:latin typeface="游明朝" panose="02020400000000000000" pitchFamily="18" charset="-128"/>
                <a:ea typeface="游明朝" panose="02020400000000000000" pitchFamily="18" charset="-128"/>
                <a:cs typeface="+mj-cs"/>
              </a:defRPr>
            </a:lvl1pPr>
            <a:lvl2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2pPr>
            <a:lvl3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3pPr>
            <a:lvl4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4pPr>
            <a:lvl5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5pPr>
            <a:lvl6pPr marL="4572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6pPr>
            <a:lvl7pPr marL="9144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7pPr>
            <a:lvl8pPr marL="13716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8pPr>
            <a:lvl9pPr marL="18288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9pPr>
          </a:lstStyle>
          <a:p>
            <a:pPr marL="0" indent="0" algn="l">
              <a:buNone/>
            </a:pPr>
            <a:r>
              <a:rPr kumimoji="0" lang="en-US" altLang="ja-JP" sz="3000" dirty="0">
                <a:solidFill>
                  <a:srgbClr val="000000"/>
                </a:solidFill>
                <a:latin typeface="メイリオ" pitchFamily="50" charset="-128"/>
                <a:ea typeface="メイリオ" pitchFamily="50" charset="-128"/>
                <a:cs typeface="メイリオ" pitchFamily="50" charset="-128"/>
              </a:rPr>
              <a:t>Auto Scaling</a:t>
            </a:r>
            <a:r>
              <a:rPr kumimoji="0" lang="ja-JP" altLang="en-US" sz="3000" dirty="0">
                <a:solidFill>
                  <a:srgbClr val="000000"/>
                </a:solidFill>
                <a:latin typeface="メイリオ" pitchFamily="50" charset="-128"/>
                <a:ea typeface="メイリオ" pitchFamily="50" charset="-128"/>
                <a:cs typeface="メイリオ" pitchFamily="50" charset="-128"/>
              </a:rPr>
              <a:t>の挙動</a:t>
            </a:r>
            <a:endParaRPr lang="en-US" altLang="ja-JP" sz="3000" dirty="0">
              <a:solidFill>
                <a:schemeClr val="tx1"/>
              </a:solidFill>
              <a:latin typeface="メイリオ" panose="020B0604030504040204" pitchFamily="50" charset="-128"/>
              <a:ea typeface="メイリオ" panose="020B0604030504040204" pitchFamily="50" charset="-128"/>
            </a:endParaRPr>
          </a:p>
        </p:txBody>
      </p:sp>
      <p:sp>
        <p:nvSpPr>
          <p:cNvPr id="5" name="コンテンツ プレースホルダー 2">
            <a:extLst>
              <a:ext uri="{FF2B5EF4-FFF2-40B4-BE49-F238E27FC236}">
                <a16:creationId xmlns:a16="http://schemas.microsoft.com/office/drawing/2014/main" id="{4223C7E6-23C7-4433-B315-D26905B0474C}"/>
              </a:ext>
            </a:extLst>
          </p:cNvPr>
          <p:cNvSpPr txBox="1">
            <a:spLocks/>
          </p:cNvSpPr>
          <p:nvPr/>
        </p:nvSpPr>
        <p:spPr>
          <a:xfrm>
            <a:off x="631222" y="799401"/>
            <a:ext cx="8858282" cy="325343"/>
          </a:xfrm>
          <a:prstGeom prst="rect">
            <a:avLst/>
          </a:prstGeom>
        </p:spPr>
        <p:txBody>
          <a:bodyPr vert="horz" lIns="74295" tIns="37148" rIns="74295" bIns="37148" rtlCol="0">
            <a:noAutofit/>
          </a:bodyPr>
          <a:lstStyle>
            <a:lvl1pPr marL="228600" indent="-228600" algn="l" defTabSz="914400" rtl="0" eaLnBrk="1" latinLnBrk="0" hangingPunct="1">
              <a:lnSpc>
                <a:spcPct val="90000"/>
              </a:lnSpc>
              <a:spcBef>
                <a:spcPts val="1000"/>
              </a:spcBef>
              <a:buFont typeface="Wingdings 2" pitchFamily="18" charset="2"/>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2" pitchFamily="18" charset="2"/>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2" pitchFamily="18" charset="2"/>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5pPr>
            <a:lvl6pPr marL="25146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6pPr>
            <a:lvl7pPr marL="29718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7pPr>
            <a:lvl8pPr marL="34290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8pPr>
            <a:lvl9pPr marL="38862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9pPr>
          </a:lstStyle>
          <a:p>
            <a:pPr marL="0" indent="0">
              <a:buNone/>
            </a:pPr>
            <a:r>
              <a:rPr lang="en-US" altLang="ja-JP" sz="2400" kern="0" dirty="0">
                <a:solidFill>
                  <a:srgbClr val="002060"/>
                </a:solidFill>
                <a:latin typeface="メイリオ" panose="020B0604030504040204" pitchFamily="50" charset="-128"/>
                <a:ea typeface="メイリオ" panose="020B0604030504040204" pitchFamily="50" charset="-128"/>
              </a:rPr>
              <a:t>Auto Scaling</a:t>
            </a:r>
            <a:r>
              <a:rPr lang="ja-JP" altLang="en-US" sz="2400" kern="0" dirty="0">
                <a:solidFill>
                  <a:srgbClr val="002060"/>
                </a:solidFill>
                <a:latin typeface="メイリオ" panose="020B0604030504040204" pitchFamily="50" charset="-128"/>
                <a:ea typeface="メイリオ" panose="020B0604030504040204" pitchFamily="50" charset="-128"/>
              </a:rPr>
              <a:t>が実行されると</a:t>
            </a:r>
            <a:r>
              <a:rPr lang="en-US" altLang="ja-JP" sz="2400" kern="0" dirty="0">
                <a:solidFill>
                  <a:srgbClr val="002060"/>
                </a:solidFill>
                <a:latin typeface="メイリオ" panose="020B0604030504040204" pitchFamily="50" charset="-128"/>
                <a:ea typeface="メイリオ" panose="020B0604030504040204" pitchFamily="50" charset="-128"/>
              </a:rPr>
              <a:t>AZ</a:t>
            </a:r>
            <a:r>
              <a:rPr lang="ja-JP" altLang="en-US" sz="2400" kern="0" dirty="0">
                <a:solidFill>
                  <a:srgbClr val="002060"/>
                </a:solidFill>
                <a:latin typeface="メイリオ" panose="020B0604030504040204" pitchFamily="50" charset="-128"/>
                <a:ea typeface="メイリオ" panose="020B0604030504040204" pitchFamily="50" charset="-128"/>
              </a:rPr>
              <a:t>に適切に分散されるようにインスタンス数が調整される。</a:t>
            </a:r>
            <a:endParaRPr lang="en-US" altLang="ja-JP" sz="2400" kern="0" dirty="0">
              <a:solidFill>
                <a:srgbClr val="002060"/>
              </a:solidFill>
              <a:latin typeface="メイリオ" panose="020B0604030504040204" pitchFamily="50" charset="-128"/>
              <a:ea typeface="メイリオ" panose="020B0604030504040204" pitchFamily="50" charset="-128"/>
            </a:endParaRPr>
          </a:p>
        </p:txBody>
      </p:sp>
      <p:sp>
        <p:nvSpPr>
          <p:cNvPr id="2" name="コンテンツ プレースホルダー 2">
            <a:extLst>
              <a:ext uri="{FF2B5EF4-FFF2-40B4-BE49-F238E27FC236}">
                <a16:creationId xmlns:a16="http://schemas.microsoft.com/office/drawing/2014/main" id="{F3FFE628-5410-4EC6-85CC-EF895F1BF7DD}"/>
              </a:ext>
            </a:extLst>
          </p:cNvPr>
          <p:cNvSpPr txBox="1">
            <a:spLocks/>
          </p:cNvSpPr>
          <p:nvPr/>
        </p:nvSpPr>
        <p:spPr bwMode="auto">
          <a:xfrm>
            <a:off x="3368824" y="1916832"/>
            <a:ext cx="5400600" cy="1163380"/>
          </a:xfrm>
          <a:prstGeom prst="rect">
            <a:avLst/>
          </a:prstGeom>
          <a:solidFill>
            <a:schemeClr val="bg1"/>
          </a:solidFill>
          <a:ln w="9525">
            <a:solidFill>
              <a:srgbClr val="F0861E"/>
            </a:solid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pPr marL="285750" indent="-285750">
              <a:buFont typeface="Wingdings" panose="05000000000000000000" pitchFamily="2" charset="2"/>
              <a:buChar char="ü"/>
            </a:pPr>
            <a:r>
              <a:rPr lang="ja-JP" altLang="en-US" sz="1400" dirty="0">
                <a:latin typeface="メイリオ" panose="020B0604030504040204" pitchFamily="50" charset="-128"/>
                <a:ea typeface="メイリオ" panose="020B0604030504040204" pitchFamily="50" charset="-128"/>
              </a:rPr>
              <a:t>インスタンスが最も少ない</a:t>
            </a:r>
            <a:r>
              <a:rPr lang="en-US" altLang="ja-JP" sz="1400" dirty="0">
                <a:latin typeface="メイリオ" panose="020B0604030504040204" pitchFamily="50" charset="-128"/>
                <a:ea typeface="メイリオ" panose="020B0604030504040204" pitchFamily="50" charset="-128"/>
              </a:rPr>
              <a:t>AZ</a:t>
            </a:r>
            <a:r>
              <a:rPr lang="ja-JP" altLang="en-US" sz="1400" dirty="0">
                <a:latin typeface="メイリオ" panose="020B0604030504040204" pitchFamily="50" charset="-128"/>
                <a:ea typeface="メイリオ" panose="020B0604030504040204" pitchFamily="50" charset="-128"/>
              </a:rPr>
              <a:t>でインスタンスを起動する</a:t>
            </a:r>
          </a:p>
          <a:p>
            <a:pPr marL="285750" indent="-285750">
              <a:buFont typeface="Wingdings" panose="05000000000000000000" pitchFamily="2" charset="2"/>
              <a:buChar char="ü"/>
            </a:pPr>
            <a:r>
              <a:rPr lang="ja-JP" altLang="en-US" sz="1400" dirty="0">
                <a:latin typeface="メイリオ" panose="020B0604030504040204" pitchFamily="50" charset="-128"/>
                <a:ea typeface="メイリオ" panose="020B0604030504040204" pitchFamily="50" charset="-128"/>
              </a:rPr>
              <a:t>インスタンス起動が失敗した場合は、起動が成功するまで別</a:t>
            </a:r>
            <a:r>
              <a:rPr lang="en-US" altLang="ja-JP" sz="1400" dirty="0">
                <a:latin typeface="メイリオ" panose="020B0604030504040204" pitchFamily="50" charset="-128"/>
                <a:ea typeface="メイリオ" panose="020B0604030504040204" pitchFamily="50" charset="-128"/>
              </a:rPr>
              <a:t>AZ</a:t>
            </a:r>
            <a:r>
              <a:rPr lang="ja-JP" altLang="en-US" sz="1400" dirty="0">
                <a:latin typeface="メイリオ" panose="020B0604030504040204" pitchFamily="50" charset="-128"/>
                <a:ea typeface="メイリオ" panose="020B0604030504040204" pitchFamily="50" charset="-128"/>
              </a:rPr>
              <a:t>で起動する</a:t>
            </a:r>
          </a:p>
        </p:txBody>
      </p:sp>
      <p:sp>
        <p:nvSpPr>
          <p:cNvPr id="3" name="コンテンツ プレースホルダー 2">
            <a:extLst>
              <a:ext uri="{FF2B5EF4-FFF2-40B4-BE49-F238E27FC236}">
                <a16:creationId xmlns:a16="http://schemas.microsoft.com/office/drawing/2014/main" id="{C8B40028-567D-4545-966A-5CE3CBE2CDB6}"/>
              </a:ext>
            </a:extLst>
          </p:cNvPr>
          <p:cNvSpPr txBox="1">
            <a:spLocks/>
          </p:cNvSpPr>
          <p:nvPr/>
        </p:nvSpPr>
        <p:spPr bwMode="auto">
          <a:xfrm>
            <a:off x="1064568" y="1916832"/>
            <a:ext cx="2232248" cy="1163380"/>
          </a:xfrm>
          <a:prstGeom prst="rect">
            <a:avLst/>
          </a:prstGeom>
          <a:solidFill>
            <a:srgbClr val="F0861E"/>
          </a:solidFill>
          <a:ln w="9525">
            <a:no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pPr algn="ctr"/>
            <a:r>
              <a:rPr lang="ja-JP" altLang="en-US" b="1" kern="0" dirty="0">
                <a:solidFill>
                  <a:schemeClr val="bg1"/>
                </a:solidFill>
                <a:latin typeface="メイリオ" panose="020B0604030504040204" pitchFamily="50" charset="-128"/>
                <a:ea typeface="メイリオ" panose="020B0604030504040204" pitchFamily="50" charset="-128"/>
              </a:rPr>
              <a:t>基本的な挙動</a:t>
            </a:r>
            <a:endParaRPr lang="en-US" altLang="ja-JP" b="1" kern="0" dirty="0">
              <a:solidFill>
                <a:schemeClr val="bg1"/>
              </a:solidFill>
              <a:latin typeface="メイリオ" panose="020B0604030504040204" pitchFamily="50" charset="-128"/>
              <a:ea typeface="メイリオ" panose="020B0604030504040204" pitchFamily="50" charset="-128"/>
            </a:endParaRPr>
          </a:p>
        </p:txBody>
      </p:sp>
      <p:sp>
        <p:nvSpPr>
          <p:cNvPr id="9" name="コンテンツ プレースホルダー 2">
            <a:extLst>
              <a:ext uri="{FF2B5EF4-FFF2-40B4-BE49-F238E27FC236}">
                <a16:creationId xmlns:a16="http://schemas.microsoft.com/office/drawing/2014/main" id="{6B67D9BC-FD22-4D2B-BC3E-73E8627E2467}"/>
              </a:ext>
            </a:extLst>
          </p:cNvPr>
          <p:cNvSpPr txBox="1">
            <a:spLocks/>
          </p:cNvSpPr>
          <p:nvPr/>
        </p:nvSpPr>
        <p:spPr bwMode="auto">
          <a:xfrm>
            <a:off x="3368824" y="3140968"/>
            <a:ext cx="5400600" cy="3096344"/>
          </a:xfrm>
          <a:prstGeom prst="rect">
            <a:avLst/>
          </a:prstGeom>
          <a:solidFill>
            <a:schemeClr val="bg1"/>
          </a:solidFill>
          <a:ln w="9525">
            <a:solidFill>
              <a:srgbClr val="F0861E"/>
            </a:solid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r>
              <a:rPr lang="ja-JP" altLang="en-US" sz="1400" b="1" dirty="0">
                <a:latin typeface="メイリオ" panose="020B0604030504040204" pitchFamily="50" charset="-128"/>
                <a:ea typeface="メイリオ" panose="020B0604030504040204" pitchFamily="50" charset="-128"/>
              </a:rPr>
              <a:t>再分散の実施</a:t>
            </a:r>
          </a:p>
          <a:p>
            <a:pPr marL="285750" indent="-285750">
              <a:buFont typeface="Wingdings" panose="05000000000000000000" pitchFamily="2" charset="2"/>
              <a:buChar char="ü"/>
            </a:pPr>
            <a:r>
              <a:rPr lang="en-US" altLang="ja-JP" sz="1400" dirty="0">
                <a:latin typeface="メイリオ" panose="020B0604030504040204" pitchFamily="50" charset="-128"/>
                <a:ea typeface="メイリオ" panose="020B0604030504040204" pitchFamily="50" charset="-128"/>
              </a:rPr>
              <a:t>AZ</a:t>
            </a:r>
            <a:r>
              <a:rPr lang="ja-JP" altLang="en-US" sz="1400" dirty="0">
                <a:latin typeface="メイリオ" panose="020B0604030504040204" pitchFamily="50" charset="-128"/>
                <a:ea typeface="メイリオ" panose="020B0604030504040204" pitchFamily="50" charset="-128"/>
              </a:rPr>
              <a:t>間でインスタンス数の不均衡があると調整する。</a:t>
            </a:r>
          </a:p>
          <a:p>
            <a:pPr marL="285750" indent="-285750">
              <a:buFont typeface="Wingdings" panose="05000000000000000000" pitchFamily="2" charset="2"/>
              <a:buChar char="ü"/>
            </a:pPr>
            <a:r>
              <a:rPr lang="ja-JP" altLang="en-US" sz="1400" dirty="0">
                <a:latin typeface="メイリオ" panose="020B0604030504040204" pitchFamily="50" charset="-128"/>
                <a:ea typeface="メイリオ" panose="020B0604030504040204" pitchFamily="50" charset="-128"/>
              </a:rPr>
              <a:t>グループが不均等になった原因のインスタンスを停止して、リソースが不足していた</a:t>
            </a:r>
            <a:r>
              <a:rPr lang="en-US" altLang="ja-JP" sz="1400" dirty="0">
                <a:latin typeface="メイリオ" panose="020B0604030504040204" pitchFamily="50" charset="-128"/>
                <a:ea typeface="メイリオ" panose="020B0604030504040204" pitchFamily="50" charset="-128"/>
              </a:rPr>
              <a:t>AZ</a:t>
            </a:r>
            <a:r>
              <a:rPr lang="ja-JP" altLang="en-US" sz="1400" dirty="0">
                <a:latin typeface="メイリオ" panose="020B0604030504040204" pitchFamily="50" charset="-128"/>
                <a:ea typeface="メイリオ" panose="020B0604030504040204" pitchFamily="50" charset="-128"/>
              </a:rPr>
              <a:t>に新規インスタンスを起動する。</a:t>
            </a:r>
          </a:p>
          <a:p>
            <a:r>
              <a:rPr lang="ja-JP" altLang="en-US" sz="1400" b="1" dirty="0">
                <a:latin typeface="メイリオ" panose="020B0604030504040204" pitchFamily="50" charset="-128"/>
                <a:ea typeface="メイリオ" panose="020B0604030504040204" pitchFamily="50" charset="-128"/>
              </a:rPr>
              <a:t>再分散時にの挙動</a:t>
            </a:r>
          </a:p>
          <a:p>
            <a:pPr marL="285750" indent="-285750">
              <a:buFont typeface="Wingdings" panose="05000000000000000000" pitchFamily="2" charset="2"/>
              <a:buChar char="ü"/>
            </a:pPr>
            <a:r>
              <a:rPr lang="ja-JP" altLang="en-US" sz="1400" dirty="0">
                <a:latin typeface="メイリオ" panose="020B0604030504040204" pitchFamily="50" charset="-128"/>
                <a:ea typeface="メイリオ" panose="020B0604030504040204" pitchFamily="50" charset="-128"/>
              </a:rPr>
              <a:t>古いインスタンスを終了する前に新しいインスタンスを起動することで、パフォーマンス低下を防ぐ。</a:t>
            </a:r>
          </a:p>
          <a:p>
            <a:pPr marL="285750" indent="-285750">
              <a:buFont typeface="Wingdings" panose="05000000000000000000" pitchFamily="2" charset="2"/>
              <a:buChar char="ü"/>
            </a:pPr>
            <a:r>
              <a:rPr lang="en-US" altLang="ja-JP" sz="1400" dirty="0">
                <a:latin typeface="メイリオ" panose="020B0604030504040204" pitchFamily="50" charset="-128"/>
                <a:ea typeface="メイリオ" panose="020B0604030504040204" pitchFamily="50" charset="-128"/>
              </a:rPr>
              <a:t>Auto Scaling</a:t>
            </a:r>
            <a:r>
              <a:rPr lang="ja-JP" altLang="en-US" sz="1400" dirty="0">
                <a:latin typeface="メイリオ" panose="020B0604030504040204" pitchFamily="50" charset="-128"/>
                <a:ea typeface="メイリオ" panose="020B0604030504040204" pitchFamily="50" charset="-128"/>
              </a:rPr>
              <a:t>の最大容量に近づくと、再分散処理が遅くなったり、完全に停止する可能性がある。これを回避するために、一時的に最大容量を増やす（最大容量の</a:t>
            </a:r>
            <a:r>
              <a:rPr lang="en-US" altLang="ja-JP" sz="1400" dirty="0">
                <a:latin typeface="メイリオ" panose="020B0604030504040204" pitchFamily="50" charset="-128"/>
                <a:ea typeface="メイリオ" panose="020B0604030504040204" pitchFamily="50" charset="-128"/>
              </a:rPr>
              <a:t>10%</a:t>
            </a:r>
            <a:r>
              <a:rPr lang="ja-JP" altLang="en-US" sz="1400" dirty="0">
                <a:latin typeface="メイリオ" panose="020B0604030504040204" pitchFamily="50" charset="-128"/>
                <a:ea typeface="メイリオ" panose="020B0604030504040204" pitchFamily="50" charset="-128"/>
              </a:rPr>
              <a:t>または</a:t>
            </a:r>
            <a:r>
              <a:rPr lang="en-US" altLang="ja-JP" sz="1400" dirty="0">
                <a:latin typeface="メイリオ" panose="020B0604030504040204" pitchFamily="50" charset="-128"/>
                <a:ea typeface="メイリオ" panose="020B0604030504040204" pitchFamily="50" charset="-128"/>
              </a:rPr>
              <a:t>+1</a:t>
            </a:r>
            <a:r>
              <a:rPr lang="ja-JP" altLang="en-US" sz="1400" dirty="0">
                <a:latin typeface="メイリオ" panose="020B0604030504040204" pitchFamily="50" charset="-128"/>
                <a:ea typeface="メイリオ" panose="020B0604030504040204" pitchFamily="50" charset="-128"/>
              </a:rPr>
              <a:t>の容量を追加する。）</a:t>
            </a:r>
          </a:p>
        </p:txBody>
      </p:sp>
      <p:sp>
        <p:nvSpPr>
          <p:cNvPr id="10" name="コンテンツ プレースホルダー 2">
            <a:extLst>
              <a:ext uri="{FF2B5EF4-FFF2-40B4-BE49-F238E27FC236}">
                <a16:creationId xmlns:a16="http://schemas.microsoft.com/office/drawing/2014/main" id="{680F3033-DB9D-43AF-9050-F3A6FA7E34CE}"/>
              </a:ext>
            </a:extLst>
          </p:cNvPr>
          <p:cNvSpPr txBox="1">
            <a:spLocks/>
          </p:cNvSpPr>
          <p:nvPr/>
        </p:nvSpPr>
        <p:spPr bwMode="auto">
          <a:xfrm>
            <a:off x="1064568" y="3140968"/>
            <a:ext cx="2232248" cy="3096344"/>
          </a:xfrm>
          <a:prstGeom prst="rect">
            <a:avLst/>
          </a:prstGeom>
          <a:solidFill>
            <a:srgbClr val="F0861E"/>
          </a:solidFill>
          <a:ln w="9525">
            <a:no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pPr algn="ctr"/>
            <a:r>
              <a:rPr lang="en-US" altLang="ja-JP" b="1" kern="0" dirty="0">
                <a:solidFill>
                  <a:schemeClr val="bg1"/>
                </a:solidFill>
                <a:latin typeface="メイリオ" panose="020B0604030504040204" pitchFamily="50" charset="-128"/>
                <a:ea typeface="メイリオ" panose="020B0604030504040204" pitchFamily="50" charset="-128"/>
              </a:rPr>
              <a:t>AZ</a:t>
            </a:r>
            <a:r>
              <a:rPr lang="ja-JP" altLang="en-US" b="1" kern="0" dirty="0">
                <a:solidFill>
                  <a:schemeClr val="bg1"/>
                </a:solidFill>
                <a:latin typeface="メイリオ" panose="020B0604030504040204" pitchFamily="50" charset="-128"/>
                <a:ea typeface="メイリオ" panose="020B0604030504040204" pitchFamily="50" charset="-128"/>
              </a:rPr>
              <a:t>間にアンバランスが発生した場合の挙動</a:t>
            </a:r>
            <a:endParaRPr lang="en-US" altLang="ja-JP" b="1" kern="0" dirty="0">
              <a:solidFill>
                <a:schemeClr val="bg1"/>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012664697"/>
      </p:ext>
    </p:extLst>
  </p:cSld>
  <p:clrMapOvr>
    <a:masterClrMapping/>
  </p:clrMapOvr>
  <mc:AlternateContent xmlns:mc="http://schemas.openxmlformats.org/markup-compatibility/2006" xmlns:p14="http://schemas.microsoft.com/office/powerpoint/2010/main">
    <mc:Choice Requires="p14">
      <p:transition spd="slow" p14:dur="2000" advTm="108493"/>
    </mc:Choice>
    <mc:Fallback xmlns="">
      <p:transition spd="slow" advTm="108493"/>
    </mc:Fallback>
  </mc:AlternateContent>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タイトル 1">
            <a:extLst>
              <a:ext uri="{FF2B5EF4-FFF2-40B4-BE49-F238E27FC236}">
                <a16:creationId xmlns:a16="http://schemas.microsoft.com/office/drawing/2014/main" id="{48F80BE1-D063-4240-BFC7-C8D243720250}"/>
              </a:ext>
            </a:extLst>
          </p:cNvPr>
          <p:cNvSpPr txBox="1">
            <a:spLocks/>
          </p:cNvSpPr>
          <p:nvPr/>
        </p:nvSpPr>
        <p:spPr bwMode="auto">
          <a:xfrm>
            <a:off x="631222" y="201863"/>
            <a:ext cx="8642258" cy="50208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rtl="0" fontAlgn="base">
              <a:lnSpc>
                <a:spcPct val="90000"/>
              </a:lnSpc>
              <a:spcBef>
                <a:spcPct val="0"/>
              </a:spcBef>
              <a:spcAft>
                <a:spcPct val="0"/>
              </a:spcAft>
              <a:defRPr kumimoji="1" sz="2000">
                <a:solidFill>
                  <a:schemeClr val="tx2"/>
                </a:solidFill>
                <a:latin typeface="游明朝" panose="02020400000000000000" pitchFamily="18" charset="-128"/>
                <a:ea typeface="游明朝" panose="02020400000000000000" pitchFamily="18" charset="-128"/>
                <a:cs typeface="+mj-cs"/>
              </a:defRPr>
            </a:lvl1pPr>
            <a:lvl2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2pPr>
            <a:lvl3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3pPr>
            <a:lvl4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4pPr>
            <a:lvl5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5pPr>
            <a:lvl6pPr marL="4572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6pPr>
            <a:lvl7pPr marL="9144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7pPr>
            <a:lvl8pPr marL="13716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8pPr>
            <a:lvl9pPr marL="18288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9pPr>
          </a:lstStyle>
          <a:p>
            <a:pPr marL="0" indent="0" algn="l">
              <a:buNone/>
            </a:pPr>
            <a:r>
              <a:rPr lang="ja-JP" altLang="en-US" sz="3000" dirty="0">
                <a:solidFill>
                  <a:schemeClr val="tx1"/>
                </a:solidFill>
                <a:latin typeface="メイリオ" panose="020B0604030504040204" pitchFamily="50" charset="-128"/>
                <a:ea typeface="メイリオ" panose="020B0604030504040204" pitchFamily="50" charset="-128"/>
              </a:rPr>
              <a:t>ライフサイクルフック</a:t>
            </a:r>
            <a:endParaRPr lang="en-US" altLang="ja-JP" sz="3000" dirty="0">
              <a:solidFill>
                <a:schemeClr val="tx1"/>
              </a:solidFill>
              <a:latin typeface="メイリオ" panose="020B0604030504040204" pitchFamily="50" charset="-128"/>
              <a:ea typeface="メイリオ" panose="020B0604030504040204" pitchFamily="50" charset="-128"/>
            </a:endParaRPr>
          </a:p>
        </p:txBody>
      </p:sp>
      <p:sp>
        <p:nvSpPr>
          <p:cNvPr id="5" name="コンテンツ プレースホルダー 2">
            <a:extLst>
              <a:ext uri="{FF2B5EF4-FFF2-40B4-BE49-F238E27FC236}">
                <a16:creationId xmlns:a16="http://schemas.microsoft.com/office/drawing/2014/main" id="{4223C7E6-23C7-4433-B315-D26905B0474C}"/>
              </a:ext>
            </a:extLst>
          </p:cNvPr>
          <p:cNvSpPr txBox="1">
            <a:spLocks/>
          </p:cNvSpPr>
          <p:nvPr/>
        </p:nvSpPr>
        <p:spPr>
          <a:xfrm>
            <a:off x="631222" y="799401"/>
            <a:ext cx="8858282" cy="325343"/>
          </a:xfrm>
          <a:prstGeom prst="rect">
            <a:avLst/>
          </a:prstGeom>
        </p:spPr>
        <p:txBody>
          <a:bodyPr vert="horz" lIns="74295" tIns="37148" rIns="74295" bIns="37148" rtlCol="0">
            <a:noAutofit/>
          </a:bodyPr>
          <a:lstStyle>
            <a:lvl1pPr marL="228600" indent="-228600" algn="l" defTabSz="914400" rtl="0" eaLnBrk="1" latinLnBrk="0" hangingPunct="1">
              <a:lnSpc>
                <a:spcPct val="90000"/>
              </a:lnSpc>
              <a:spcBef>
                <a:spcPts val="1000"/>
              </a:spcBef>
              <a:buFont typeface="Wingdings 2" pitchFamily="18" charset="2"/>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2" pitchFamily="18" charset="2"/>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2" pitchFamily="18" charset="2"/>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5pPr>
            <a:lvl6pPr marL="25146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6pPr>
            <a:lvl7pPr marL="29718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7pPr>
            <a:lvl8pPr marL="34290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8pPr>
            <a:lvl9pPr marL="38862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9pPr>
          </a:lstStyle>
          <a:p>
            <a:pPr marL="0" indent="0">
              <a:buNone/>
            </a:pPr>
            <a:r>
              <a:rPr lang="ja-JP" altLang="en-US" sz="2400" kern="0" dirty="0">
                <a:solidFill>
                  <a:srgbClr val="002060"/>
                </a:solidFill>
                <a:latin typeface="メイリオ" panose="020B0604030504040204" pitchFamily="50" charset="-128"/>
                <a:ea typeface="メイリオ" panose="020B0604030504040204" pitchFamily="50" charset="-128"/>
              </a:rPr>
              <a:t>スケーリングされたインスタンスの起動時または削除時に、そのインスタンスを一時停止してカスタムアクションを実行する。</a:t>
            </a:r>
            <a:r>
              <a:rPr lang="en-US" altLang="ja-JP" sz="2400" kern="0" dirty="0">
                <a:solidFill>
                  <a:srgbClr val="002060"/>
                </a:solidFill>
                <a:latin typeface="メイリオ" panose="020B0604030504040204" pitchFamily="50" charset="-128"/>
                <a:ea typeface="メイリオ" panose="020B0604030504040204" pitchFamily="50" charset="-128"/>
              </a:rPr>
              <a:t>Lambda</a:t>
            </a:r>
            <a:r>
              <a:rPr lang="ja-JP" altLang="en-US" sz="2400" kern="0" dirty="0">
                <a:solidFill>
                  <a:srgbClr val="002060"/>
                </a:solidFill>
                <a:latin typeface="メイリオ" panose="020B0604030504040204" pitchFamily="50" charset="-128"/>
                <a:ea typeface="メイリオ" panose="020B0604030504040204" pitchFamily="50" charset="-128"/>
              </a:rPr>
              <a:t>と連携した処理も可能</a:t>
            </a:r>
            <a:endParaRPr lang="en-US" altLang="ja-JP" sz="2400" kern="0" dirty="0">
              <a:solidFill>
                <a:srgbClr val="002060"/>
              </a:solidFill>
              <a:latin typeface="メイリオ" panose="020B0604030504040204" pitchFamily="50" charset="-128"/>
              <a:ea typeface="メイリオ" panose="020B0604030504040204" pitchFamily="50" charset="-128"/>
            </a:endParaRPr>
          </a:p>
        </p:txBody>
      </p:sp>
      <p:pic>
        <p:nvPicPr>
          <p:cNvPr id="4098" name="Picture 2" descr="Amazon EC2 Auto Scaling ライフサイクルフック - Amazon EC2 Auto Scaling (日本語)">
            <a:extLst>
              <a:ext uri="{FF2B5EF4-FFF2-40B4-BE49-F238E27FC236}">
                <a16:creationId xmlns:a16="http://schemas.microsoft.com/office/drawing/2014/main" id="{581D77B0-6D40-4473-98AB-9BC8FD315EC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00672" y="1991337"/>
            <a:ext cx="5616624" cy="4317983"/>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702A652A-5EF9-4DCB-AA1B-5D31F9115C15}"/>
              </a:ext>
            </a:extLst>
          </p:cNvPr>
          <p:cNvSpPr txBox="1"/>
          <p:nvPr/>
        </p:nvSpPr>
        <p:spPr>
          <a:xfrm>
            <a:off x="1856656" y="6381908"/>
            <a:ext cx="8049344" cy="215444"/>
          </a:xfrm>
          <a:prstGeom prst="rect">
            <a:avLst/>
          </a:prstGeom>
          <a:noFill/>
        </p:spPr>
        <p:txBody>
          <a:bodyPr wrap="square">
            <a:spAutoFit/>
          </a:bodyPr>
          <a:lstStyle/>
          <a:p>
            <a:r>
              <a:rPr lang="en-US" altLang="ja-JP" sz="800" dirty="0"/>
              <a:t>Reference: </a:t>
            </a:r>
            <a:r>
              <a:rPr lang="ja-JP" altLang="en-US" sz="800" dirty="0"/>
              <a:t>https://docs.aws.amazon.com/ja_jp/autoscaling/ec2/userguide/lifecycle-hooks.html#lifecycle-hooks-overview</a:t>
            </a:r>
          </a:p>
        </p:txBody>
      </p:sp>
      <p:sp>
        <p:nvSpPr>
          <p:cNvPr id="11" name="TextBox 10">
            <a:extLst>
              <a:ext uri="{FF2B5EF4-FFF2-40B4-BE49-F238E27FC236}">
                <a16:creationId xmlns:a16="http://schemas.microsoft.com/office/drawing/2014/main" id="{40AC9E58-0730-4C38-961F-ED47C7878C15}"/>
              </a:ext>
            </a:extLst>
          </p:cNvPr>
          <p:cNvSpPr txBox="1"/>
          <p:nvPr/>
        </p:nvSpPr>
        <p:spPr>
          <a:xfrm>
            <a:off x="5652458" y="4490876"/>
            <a:ext cx="2836303" cy="523220"/>
          </a:xfrm>
          <a:prstGeom prst="rect">
            <a:avLst/>
          </a:prstGeom>
          <a:noFill/>
        </p:spPr>
        <p:txBody>
          <a:bodyPr wrap="square">
            <a:spAutoFit/>
          </a:bodyPr>
          <a:lstStyle/>
          <a:p>
            <a:r>
              <a:rPr lang="ja-JP" altLang="en-US" sz="1400" b="0" i="0" dirty="0">
                <a:solidFill>
                  <a:srgbClr val="FF0000"/>
                </a:solidFill>
                <a:effectLst/>
                <a:latin typeface="メイリオ" panose="020B0604030504040204" pitchFamily="50" charset="-128"/>
                <a:ea typeface="メイリオ" panose="020B0604030504040204" pitchFamily="50" charset="-128"/>
              </a:rPr>
              <a:t>インスタンスは一定期間、</a:t>
            </a:r>
            <a:endParaRPr lang="en-US" altLang="ja-JP" sz="1400" b="0" i="0" dirty="0">
              <a:solidFill>
                <a:srgbClr val="FF0000"/>
              </a:solidFill>
              <a:effectLst/>
              <a:latin typeface="メイリオ" panose="020B0604030504040204" pitchFamily="50" charset="-128"/>
              <a:ea typeface="メイリオ" panose="020B0604030504040204" pitchFamily="50" charset="-128"/>
            </a:endParaRPr>
          </a:p>
          <a:p>
            <a:r>
              <a:rPr lang="ja-JP" altLang="en-US" sz="1400" b="0" i="0" dirty="0">
                <a:solidFill>
                  <a:srgbClr val="FF0000"/>
                </a:solidFill>
                <a:effectLst/>
                <a:latin typeface="メイリオ" panose="020B0604030504040204" pitchFamily="50" charset="-128"/>
                <a:ea typeface="メイリオ" panose="020B0604030504040204" pitchFamily="50" charset="-128"/>
              </a:rPr>
              <a:t>待機状態に維持できます</a:t>
            </a:r>
            <a:endParaRPr lang="en-US" altLang="ja-JP" sz="1400" b="0" i="0" dirty="0">
              <a:solidFill>
                <a:srgbClr val="FF0000"/>
              </a:solidFill>
              <a:effectLst/>
              <a:latin typeface="メイリオ" panose="020B0604030504040204" pitchFamily="50" charset="-128"/>
              <a:ea typeface="メイリオ" panose="020B0604030504040204" pitchFamily="50" charset="-128"/>
            </a:endParaRPr>
          </a:p>
        </p:txBody>
      </p:sp>
      <p:sp>
        <p:nvSpPr>
          <p:cNvPr id="13" name="TextBox 12">
            <a:extLst>
              <a:ext uri="{FF2B5EF4-FFF2-40B4-BE49-F238E27FC236}">
                <a16:creationId xmlns:a16="http://schemas.microsoft.com/office/drawing/2014/main" id="{9649F866-5E26-4CCA-BAC5-4AB86F288894}"/>
              </a:ext>
            </a:extLst>
          </p:cNvPr>
          <p:cNvSpPr txBox="1"/>
          <p:nvPr/>
        </p:nvSpPr>
        <p:spPr>
          <a:xfrm>
            <a:off x="1568624" y="3673274"/>
            <a:ext cx="2520280" cy="954107"/>
          </a:xfrm>
          <a:prstGeom prst="rect">
            <a:avLst/>
          </a:prstGeom>
          <a:noFill/>
        </p:spPr>
        <p:txBody>
          <a:bodyPr wrap="square">
            <a:spAutoFit/>
          </a:bodyPr>
          <a:lstStyle/>
          <a:p>
            <a:r>
              <a:rPr lang="ja-JP" altLang="en-US" sz="1400" b="0" i="0" dirty="0">
                <a:solidFill>
                  <a:srgbClr val="FF0000"/>
                </a:solidFill>
                <a:effectLst/>
                <a:latin typeface="メイリオ" panose="020B0604030504040204" pitchFamily="50" charset="-128"/>
                <a:ea typeface="メイリオ" panose="020B0604030504040204" pitchFamily="50" charset="-128"/>
              </a:rPr>
              <a:t>インスタンス終了時にクールダウン期間が実施されて、終了時に実行するアクションを設定できる。</a:t>
            </a:r>
            <a:endParaRPr lang="ja-JP" altLang="en-US" sz="1400" dirty="0">
              <a:solidFill>
                <a:srgbClr val="FF0000"/>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4070395441"/>
      </p:ext>
    </p:extLst>
  </p:cSld>
  <p:clrMapOvr>
    <a:masterClrMapping/>
  </p:clrMapOvr>
  <mc:AlternateContent xmlns:mc="http://schemas.openxmlformats.org/markup-compatibility/2006" xmlns:p14="http://schemas.microsoft.com/office/powerpoint/2010/main">
    <mc:Choice Requires="p14">
      <p:transition spd="slow" p14:dur="2000" advTm="60833"/>
    </mc:Choice>
    <mc:Fallback xmlns="">
      <p:transition spd="slow" advTm="60833"/>
    </mc:Fallback>
  </mc:AlternateContent>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タイトル 1">
            <a:extLst>
              <a:ext uri="{FF2B5EF4-FFF2-40B4-BE49-F238E27FC236}">
                <a16:creationId xmlns:a16="http://schemas.microsoft.com/office/drawing/2014/main" id="{48F80BE1-D063-4240-BFC7-C8D243720250}"/>
              </a:ext>
            </a:extLst>
          </p:cNvPr>
          <p:cNvSpPr txBox="1">
            <a:spLocks/>
          </p:cNvSpPr>
          <p:nvPr/>
        </p:nvSpPr>
        <p:spPr bwMode="auto">
          <a:xfrm>
            <a:off x="631222" y="201863"/>
            <a:ext cx="8642258" cy="50208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rtl="0" fontAlgn="base">
              <a:lnSpc>
                <a:spcPct val="90000"/>
              </a:lnSpc>
              <a:spcBef>
                <a:spcPct val="0"/>
              </a:spcBef>
              <a:spcAft>
                <a:spcPct val="0"/>
              </a:spcAft>
              <a:defRPr kumimoji="1" sz="2000">
                <a:solidFill>
                  <a:schemeClr val="tx2"/>
                </a:solidFill>
                <a:latin typeface="游明朝" panose="02020400000000000000" pitchFamily="18" charset="-128"/>
                <a:ea typeface="游明朝" panose="02020400000000000000" pitchFamily="18" charset="-128"/>
                <a:cs typeface="+mj-cs"/>
              </a:defRPr>
            </a:lvl1pPr>
            <a:lvl2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2pPr>
            <a:lvl3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3pPr>
            <a:lvl4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4pPr>
            <a:lvl5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5pPr>
            <a:lvl6pPr marL="4572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6pPr>
            <a:lvl7pPr marL="9144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7pPr>
            <a:lvl8pPr marL="13716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8pPr>
            <a:lvl9pPr marL="18288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9pPr>
          </a:lstStyle>
          <a:p>
            <a:pPr algn="l"/>
            <a:r>
              <a:rPr kumimoji="0" lang="ja-JP" altLang="en-US" sz="3200" dirty="0">
                <a:solidFill>
                  <a:srgbClr val="000000"/>
                </a:solidFill>
                <a:latin typeface="メイリオ" pitchFamily="50" charset="-128"/>
                <a:ea typeface="メイリオ" pitchFamily="50" charset="-128"/>
                <a:cs typeface="メイリオ" pitchFamily="50" charset="-128"/>
              </a:rPr>
              <a:t>トラブルシューティング</a:t>
            </a:r>
            <a:endParaRPr lang="en-US" altLang="ja-JP" sz="3200" dirty="0">
              <a:latin typeface="メイリオ" panose="020B0604030504040204" pitchFamily="50" charset="-128"/>
              <a:ea typeface="メイリオ" panose="020B0604030504040204" pitchFamily="50" charset="-128"/>
            </a:endParaRPr>
          </a:p>
        </p:txBody>
      </p:sp>
      <p:sp>
        <p:nvSpPr>
          <p:cNvPr id="2" name="コンテンツ プレースホルダー 2">
            <a:extLst>
              <a:ext uri="{FF2B5EF4-FFF2-40B4-BE49-F238E27FC236}">
                <a16:creationId xmlns:a16="http://schemas.microsoft.com/office/drawing/2014/main" id="{FDC11051-22C8-4440-9498-E0A1A3C851DA}"/>
              </a:ext>
            </a:extLst>
          </p:cNvPr>
          <p:cNvSpPr txBox="1">
            <a:spLocks/>
          </p:cNvSpPr>
          <p:nvPr/>
        </p:nvSpPr>
        <p:spPr>
          <a:xfrm>
            <a:off x="631222" y="799401"/>
            <a:ext cx="8858282" cy="325343"/>
          </a:xfrm>
          <a:prstGeom prst="rect">
            <a:avLst/>
          </a:prstGeom>
        </p:spPr>
        <p:txBody>
          <a:bodyPr vert="horz" lIns="74295" tIns="37148" rIns="74295" bIns="37148" rtlCol="0">
            <a:noAutofit/>
          </a:bodyPr>
          <a:lstStyle>
            <a:lvl1pPr marL="228600" indent="-228600" algn="l" defTabSz="914400" rtl="0" eaLnBrk="1" latinLnBrk="0" hangingPunct="1">
              <a:lnSpc>
                <a:spcPct val="90000"/>
              </a:lnSpc>
              <a:spcBef>
                <a:spcPts val="1000"/>
              </a:spcBef>
              <a:buFont typeface="Wingdings 2" pitchFamily="18" charset="2"/>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2" pitchFamily="18" charset="2"/>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2" pitchFamily="18" charset="2"/>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5pPr>
            <a:lvl6pPr marL="25146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6pPr>
            <a:lvl7pPr marL="29718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7pPr>
            <a:lvl8pPr marL="34290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8pPr>
            <a:lvl9pPr marL="38862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9pPr>
          </a:lstStyle>
          <a:p>
            <a:pPr marL="0" indent="0">
              <a:buNone/>
            </a:pPr>
            <a:r>
              <a:rPr lang="ja-JP" altLang="en-US" sz="2400" dirty="0">
                <a:solidFill>
                  <a:srgbClr val="002060"/>
                </a:solidFill>
                <a:latin typeface="メイリオ" panose="020B0604030504040204" pitchFamily="50" charset="-128"/>
                <a:ea typeface="メイリオ" panose="020B0604030504040204" pitchFamily="50" charset="-128"/>
              </a:rPr>
              <a:t>インスタンスのメンテナンスや調査時には</a:t>
            </a:r>
            <a:r>
              <a:rPr lang="en-US" altLang="ja-JP" sz="2400" dirty="0">
                <a:solidFill>
                  <a:srgbClr val="002060"/>
                </a:solidFill>
                <a:latin typeface="メイリオ" panose="020B0604030504040204" pitchFamily="50" charset="-128"/>
                <a:ea typeface="メイリオ" panose="020B0604030504040204" pitchFamily="50" charset="-128"/>
              </a:rPr>
              <a:t>Auto Scaling</a:t>
            </a:r>
            <a:r>
              <a:rPr lang="ja-JP" altLang="en-US" sz="2400" dirty="0">
                <a:solidFill>
                  <a:srgbClr val="002060"/>
                </a:solidFill>
                <a:latin typeface="メイリオ" panose="020B0604030504040204" pitchFamily="50" charset="-128"/>
                <a:ea typeface="メイリオ" panose="020B0604030504040204" pitchFamily="50" charset="-128"/>
              </a:rPr>
              <a:t>を一時中断して、対応することが必要</a:t>
            </a:r>
            <a:endParaRPr lang="en-US" altLang="ja-JP" sz="2400" dirty="0">
              <a:solidFill>
                <a:srgbClr val="002060"/>
              </a:solidFill>
              <a:latin typeface="メイリオ" panose="020B0604030504040204" pitchFamily="50" charset="-128"/>
              <a:ea typeface="メイリオ" panose="020B0604030504040204" pitchFamily="50" charset="-128"/>
            </a:endParaRPr>
          </a:p>
        </p:txBody>
      </p:sp>
      <p:sp>
        <p:nvSpPr>
          <p:cNvPr id="6" name="コンテンツ プレースホルダー 2">
            <a:extLst>
              <a:ext uri="{FF2B5EF4-FFF2-40B4-BE49-F238E27FC236}">
                <a16:creationId xmlns:a16="http://schemas.microsoft.com/office/drawing/2014/main" id="{A8A74B8A-C893-4C74-BADC-9CC63902DDE2}"/>
              </a:ext>
            </a:extLst>
          </p:cNvPr>
          <p:cNvSpPr txBox="1">
            <a:spLocks/>
          </p:cNvSpPr>
          <p:nvPr/>
        </p:nvSpPr>
        <p:spPr bwMode="auto">
          <a:xfrm>
            <a:off x="3296816" y="4641884"/>
            <a:ext cx="5400600" cy="1163380"/>
          </a:xfrm>
          <a:prstGeom prst="rect">
            <a:avLst/>
          </a:prstGeom>
          <a:solidFill>
            <a:schemeClr val="bg1"/>
          </a:solidFill>
          <a:ln w="9525">
            <a:solidFill>
              <a:srgbClr val="F0861E"/>
            </a:solid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pPr marL="285750" indent="-285750" algn="l">
              <a:buFont typeface="Wingdings" panose="05000000000000000000" pitchFamily="2" charset="2"/>
              <a:buChar char="ü"/>
            </a:pPr>
            <a:r>
              <a:rPr lang="en-US" altLang="ja-JP" sz="1400" b="0" i="0" dirty="0">
                <a:solidFill>
                  <a:srgbClr val="333333"/>
                </a:solidFill>
                <a:effectLst/>
                <a:latin typeface="メイリオ" panose="020B0604030504040204" pitchFamily="50" charset="-128"/>
                <a:ea typeface="メイリオ" panose="020B0604030504040204" pitchFamily="50" charset="-128"/>
              </a:rPr>
              <a:t>Auto Scaling</a:t>
            </a:r>
            <a:r>
              <a:rPr lang="ja-JP" altLang="en-US" sz="1400" b="0" i="0" dirty="0">
                <a:solidFill>
                  <a:srgbClr val="333333"/>
                </a:solidFill>
                <a:effectLst/>
                <a:latin typeface="メイリオ" panose="020B0604030504040204" pitchFamily="50" charset="-128"/>
                <a:ea typeface="メイリオ" panose="020B0604030504040204" pitchFamily="50" charset="-128"/>
              </a:rPr>
              <a:t>グループを一時的に停止</a:t>
            </a:r>
            <a:r>
              <a:rPr lang="ja-JP" altLang="en-US" sz="1400" dirty="0">
                <a:solidFill>
                  <a:srgbClr val="333333"/>
                </a:solidFill>
                <a:latin typeface="メイリオ" panose="020B0604030504040204" pitchFamily="50" charset="-128"/>
                <a:ea typeface="メイリオ" panose="020B0604030504040204" pitchFamily="50" charset="-128"/>
              </a:rPr>
              <a:t>しないでインスタンスを停止すると新規インスタンスが起動してしまう</a:t>
            </a:r>
            <a:r>
              <a:rPr lang="ja-JP" altLang="en-US" sz="1400" b="0" i="0" dirty="0">
                <a:solidFill>
                  <a:srgbClr val="333333"/>
                </a:solidFill>
                <a:effectLst/>
                <a:latin typeface="メイリオ" panose="020B0604030504040204" pitchFamily="50" charset="-128"/>
                <a:ea typeface="メイリオ" panose="020B0604030504040204" pitchFamily="50" charset="-128"/>
              </a:rPr>
              <a:t>。</a:t>
            </a:r>
            <a:endParaRPr lang="en-US" altLang="ja-JP" sz="1400" b="0" i="0" dirty="0">
              <a:solidFill>
                <a:srgbClr val="333333"/>
              </a:solidFill>
              <a:effectLst/>
              <a:latin typeface="メイリオ" panose="020B0604030504040204" pitchFamily="50" charset="-128"/>
              <a:ea typeface="メイリオ" panose="020B0604030504040204" pitchFamily="50" charset="-128"/>
            </a:endParaRPr>
          </a:p>
          <a:p>
            <a:pPr marL="285750" indent="-285750" algn="l">
              <a:buFont typeface="Wingdings" panose="05000000000000000000" pitchFamily="2" charset="2"/>
              <a:buChar char="ü"/>
            </a:pPr>
            <a:r>
              <a:rPr lang="en-US" altLang="ja-JP" sz="1400" b="0" i="0" dirty="0">
                <a:solidFill>
                  <a:srgbClr val="333333"/>
                </a:solidFill>
                <a:effectLst/>
                <a:latin typeface="メイリオ" panose="020B0604030504040204" pitchFamily="50" charset="-128"/>
                <a:ea typeface="メイリオ" panose="020B0604030504040204" pitchFamily="50" charset="-128"/>
              </a:rPr>
              <a:t>Auto Scaling</a:t>
            </a:r>
            <a:r>
              <a:rPr lang="ja-JP" altLang="en-US" sz="1400" b="0" i="0" dirty="0">
                <a:solidFill>
                  <a:srgbClr val="333333"/>
                </a:solidFill>
                <a:effectLst/>
                <a:latin typeface="メイリオ" panose="020B0604030504040204" pitchFamily="50" charset="-128"/>
                <a:ea typeface="メイリオ" panose="020B0604030504040204" pitchFamily="50" charset="-128"/>
              </a:rPr>
              <a:t>を停止</a:t>
            </a:r>
            <a:r>
              <a:rPr lang="ja-JP" altLang="en-US" sz="1400" dirty="0">
                <a:solidFill>
                  <a:srgbClr val="333333"/>
                </a:solidFill>
                <a:latin typeface="メイリオ" panose="020B0604030504040204" pitchFamily="50" charset="-128"/>
                <a:ea typeface="メイリオ" panose="020B0604030504040204" pitchFamily="50" charset="-128"/>
              </a:rPr>
              <a:t>して、</a:t>
            </a:r>
            <a:r>
              <a:rPr lang="ja-JP" altLang="en-US" sz="1400" b="0" i="0" dirty="0">
                <a:solidFill>
                  <a:srgbClr val="333333"/>
                </a:solidFill>
                <a:effectLst/>
                <a:latin typeface="メイリオ" panose="020B0604030504040204" pitchFamily="50" charset="-128"/>
                <a:ea typeface="メイリオ" panose="020B0604030504040204" pitchFamily="50" charset="-128"/>
              </a:rPr>
              <a:t>調査・復旧し、</a:t>
            </a:r>
            <a:r>
              <a:rPr lang="en-US" altLang="ja-JP" sz="1400" b="0" i="0" dirty="0">
                <a:solidFill>
                  <a:srgbClr val="333333"/>
                </a:solidFill>
                <a:effectLst/>
                <a:latin typeface="メイリオ" panose="020B0604030504040204" pitchFamily="50" charset="-128"/>
                <a:ea typeface="メイリオ" panose="020B0604030504040204" pitchFamily="50" charset="-128"/>
              </a:rPr>
              <a:t>Auto Scaling</a:t>
            </a:r>
            <a:r>
              <a:rPr lang="ja-JP" altLang="en-US" sz="1400" b="0" i="0" dirty="0">
                <a:solidFill>
                  <a:srgbClr val="333333"/>
                </a:solidFill>
                <a:effectLst/>
                <a:latin typeface="メイリオ" panose="020B0604030504040204" pitchFamily="50" charset="-128"/>
                <a:ea typeface="メイリオ" panose="020B0604030504040204" pitchFamily="50" charset="-128"/>
              </a:rPr>
              <a:t>を再開することが基本的な実施方法</a:t>
            </a:r>
          </a:p>
        </p:txBody>
      </p:sp>
      <p:sp>
        <p:nvSpPr>
          <p:cNvPr id="9" name="コンテンツ プレースホルダー 2">
            <a:extLst>
              <a:ext uri="{FF2B5EF4-FFF2-40B4-BE49-F238E27FC236}">
                <a16:creationId xmlns:a16="http://schemas.microsoft.com/office/drawing/2014/main" id="{FEF63EEE-7403-429C-97C9-FD6977903F07}"/>
              </a:ext>
            </a:extLst>
          </p:cNvPr>
          <p:cNvSpPr txBox="1">
            <a:spLocks/>
          </p:cNvSpPr>
          <p:nvPr/>
        </p:nvSpPr>
        <p:spPr bwMode="auto">
          <a:xfrm>
            <a:off x="992560" y="4641884"/>
            <a:ext cx="2232248" cy="1163380"/>
          </a:xfrm>
          <a:prstGeom prst="rect">
            <a:avLst/>
          </a:prstGeom>
          <a:solidFill>
            <a:srgbClr val="F0861E"/>
          </a:solidFill>
          <a:ln w="9525">
            <a:no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pPr algn="ctr"/>
            <a:r>
              <a:rPr lang="ja-JP" altLang="en-US" b="1" kern="0" dirty="0">
                <a:solidFill>
                  <a:schemeClr val="bg1"/>
                </a:solidFill>
                <a:latin typeface="メイリオ" panose="020B0604030504040204" pitchFamily="50" charset="-128"/>
                <a:ea typeface="メイリオ" panose="020B0604030504040204" pitchFamily="50" charset="-128"/>
              </a:rPr>
              <a:t>トラブル</a:t>
            </a:r>
            <a:br>
              <a:rPr lang="en-US" altLang="ja-JP" b="1" kern="0" dirty="0">
                <a:solidFill>
                  <a:schemeClr val="bg1"/>
                </a:solidFill>
                <a:latin typeface="メイリオ" panose="020B0604030504040204" pitchFamily="50" charset="-128"/>
                <a:ea typeface="メイリオ" panose="020B0604030504040204" pitchFamily="50" charset="-128"/>
              </a:rPr>
            </a:br>
            <a:r>
              <a:rPr lang="ja-JP" altLang="en-US" b="1" kern="0" dirty="0">
                <a:solidFill>
                  <a:schemeClr val="bg1"/>
                </a:solidFill>
                <a:latin typeface="メイリオ" panose="020B0604030504040204" pitchFamily="50" charset="-128"/>
                <a:ea typeface="メイリオ" panose="020B0604030504040204" pitchFamily="50" charset="-128"/>
              </a:rPr>
              <a:t>シューティング</a:t>
            </a:r>
            <a:br>
              <a:rPr lang="en-US" altLang="ja-JP" b="1" kern="0" dirty="0">
                <a:solidFill>
                  <a:schemeClr val="bg1"/>
                </a:solidFill>
                <a:latin typeface="メイリオ" panose="020B0604030504040204" pitchFamily="50" charset="-128"/>
                <a:ea typeface="メイリオ" panose="020B0604030504040204" pitchFamily="50" charset="-128"/>
              </a:rPr>
            </a:br>
            <a:r>
              <a:rPr lang="ja-JP" altLang="en-US" b="1" kern="0" dirty="0">
                <a:solidFill>
                  <a:schemeClr val="bg1"/>
                </a:solidFill>
                <a:latin typeface="メイリオ" panose="020B0604030504040204" pitchFamily="50" charset="-128"/>
                <a:ea typeface="メイリオ" panose="020B0604030504040204" pitchFamily="50" charset="-128"/>
              </a:rPr>
              <a:t>のステップ</a:t>
            </a:r>
            <a:endParaRPr lang="en-US" altLang="ja-JP" b="1" kern="0" dirty="0">
              <a:solidFill>
                <a:schemeClr val="bg1"/>
              </a:solidFill>
              <a:latin typeface="メイリオ" panose="020B0604030504040204" pitchFamily="50" charset="-128"/>
              <a:ea typeface="メイリオ" panose="020B0604030504040204" pitchFamily="50" charset="-128"/>
            </a:endParaRPr>
          </a:p>
        </p:txBody>
      </p:sp>
      <p:sp>
        <p:nvSpPr>
          <p:cNvPr id="12" name="コンテンツ プレースホルダー 2">
            <a:extLst>
              <a:ext uri="{FF2B5EF4-FFF2-40B4-BE49-F238E27FC236}">
                <a16:creationId xmlns:a16="http://schemas.microsoft.com/office/drawing/2014/main" id="{F093985E-780E-45D0-845B-CE54D89DB3B3}"/>
              </a:ext>
            </a:extLst>
          </p:cNvPr>
          <p:cNvSpPr txBox="1">
            <a:spLocks/>
          </p:cNvSpPr>
          <p:nvPr/>
        </p:nvSpPr>
        <p:spPr bwMode="auto">
          <a:xfrm>
            <a:off x="3296816" y="2265620"/>
            <a:ext cx="5400600" cy="1163380"/>
          </a:xfrm>
          <a:prstGeom prst="rect">
            <a:avLst/>
          </a:prstGeom>
          <a:solidFill>
            <a:schemeClr val="bg1"/>
          </a:solidFill>
          <a:ln w="9525">
            <a:solidFill>
              <a:srgbClr val="F0861E"/>
            </a:solid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pPr marL="285750" indent="-285750" algn="l">
              <a:buFont typeface="Wingdings" panose="05000000000000000000" pitchFamily="2" charset="2"/>
              <a:buChar char="ü"/>
            </a:pPr>
            <a:r>
              <a:rPr lang="en-US" altLang="ja-JP" sz="1400" b="0" i="0" dirty="0">
                <a:solidFill>
                  <a:srgbClr val="333333"/>
                </a:solidFill>
                <a:effectLst/>
                <a:latin typeface="メイリオ" panose="020B0604030504040204" pitchFamily="50" charset="-128"/>
                <a:ea typeface="メイリオ" panose="020B0604030504040204" pitchFamily="50" charset="-128"/>
              </a:rPr>
              <a:t>Auto Scaling</a:t>
            </a:r>
            <a:r>
              <a:rPr lang="ja-JP" altLang="en-US" sz="1400" dirty="0">
                <a:solidFill>
                  <a:srgbClr val="333333"/>
                </a:solidFill>
                <a:latin typeface="メイリオ" panose="020B0604030504040204" pitchFamily="50" charset="-128"/>
                <a:ea typeface="メイリオ" panose="020B0604030504040204" pitchFamily="50" charset="-128"/>
              </a:rPr>
              <a:t>は</a:t>
            </a:r>
            <a:r>
              <a:rPr lang="ja-JP" altLang="en-US" sz="1400" b="0" i="0" dirty="0">
                <a:solidFill>
                  <a:srgbClr val="333333"/>
                </a:solidFill>
                <a:effectLst/>
                <a:latin typeface="メイリオ" panose="020B0604030504040204" pitchFamily="50" charset="-128"/>
                <a:ea typeface="メイリオ" panose="020B0604030504040204" pitchFamily="50" charset="-128"/>
              </a:rPr>
              <a:t>インスタンスの起動を繰り返し実施し、</a:t>
            </a:r>
            <a:r>
              <a:rPr lang="en-US" altLang="ja-JP" sz="1400" b="0" i="0" dirty="0">
                <a:solidFill>
                  <a:srgbClr val="333333"/>
                </a:solidFill>
                <a:effectLst/>
                <a:latin typeface="メイリオ" panose="020B0604030504040204" pitchFamily="50" charset="-128"/>
                <a:ea typeface="メイリオ" panose="020B0604030504040204" pitchFamily="50" charset="-128"/>
              </a:rPr>
              <a:t>24</a:t>
            </a:r>
            <a:r>
              <a:rPr lang="ja-JP" altLang="en-US" sz="1400" b="0" i="0" dirty="0">
                <a:solidFill>
                  <a:srgbClr val="333333"/>
                </a:solidFill>
                <a:effectLst/>
                <a:latin typeface="メイリオ" panose="020B0604030504040204" pitchFamily="50" charset="-128"/>
                <a:ea typeface="メイリオ" panose="020B0604030504040204" pitchFamily="50" charset="-128"/>
              </a:rPr>
              <a:t>時間失敗し続けると</a:t>
            </a:r>
            <a:r>
              <a:rPr lang="en-US" altLang="ja-JP" sz="1400" b="0" i="0" dirty="0">
                <a:solidFill>
                  <a:srgbClr val="333333"/>
                </a:solidFill>
                <a:effectLst/>
                <a:latin typeface="メイリオ" panose="020B0604030504040204" pitchFamily="50" charset="-128"/>
                <a:ea typeface="メイリオ" panose="020B0604030504040204" pitchFamily="50" charset="-128"/>
              </a:rPr>
              <a:t>Amazon</a:t>
            </a:r>
            <a:r>
              <a:rPr lang="ja-JP" altLang="en-US" sz="1400" b="0" i="0" dirty="0">
                <a:solidFill>
                  <a:srgbClr val="333333"/>
                </a:solidFill>
                <a:effectLst/>
                <a:latin typeface="メイリオ" panose="020B0604030504040204" pitchFamily="50" charset="-128"/>
                <a:ea typeface="メイリオ" panose="020B0604030504040204" pitchFamily="50" charset="-128"/>
              </a:rPr>
              <a:t>側で停止される可能性がある。</a:t>
            </a:r>
          </a:p>
        </p:txBody>
      </p:sp>
      <p:sp>
        <p:nvSpPr>
          <p:cNvPr id="13" name="コンテンツ プレースホルダー 2">
            <a:extLst>
              <a:ext uri="{FF2B5EF4-FFF2-40B4-BE49-F238E27FC236}">
                <a16:creationId xmlns:a16="http://schemas.microsoft.com/office/drawing/2014/main" id="{3227DB22-071E-4C3E-9D18-339725585853}"/>
              </a:ext>
            </a:extLst>
          </p:cNvPr>
          <p:cNvSpPr txBox="1">
            <a:spLocks/>
          </p:cNvSpPr>
          <p:nvPr/>
        </p:nvSpPr>
        <p:spPr bwMode="auto">
          <a:xfrm>
            <a:off x="992560" y="2265620"/>
            <a:ext cx="2232248" cy="1163380"/>
          </a:xfrm>
          <a:prstGeom prst="rect">
            <a:avLst/>
          </a:prstGeom>
          <a:solidFill>
            <a:srgbClr val="F0861E"/>
          </a:solidFill>
          <a:ln w="9525">
            <a:no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pPr algn="ctr"/>
            <a:r>
              <a:rPr lang="ja-JP" altLang="en-US" b="1" kern="0" dirty="0">
                <a:solidFill>
                  <a:schemeClr val="bg1"/>
                </a:solidFill>
                <a:latin typeface="メイリオ" panose="020B0604030504040204" pitchFamily="50" charset="-128"/>
                <a:ea typeface="メイリオ" panose="020B0604030504040204" pitchFamily="50" charset="-128"/>
              </a:rPr>
              <a:t>インスタンスの</a:t>
            </a:r>
            <a:endParaRPr lang="en-US" altLang="ja-JP" b="1" kern="0" dirty="0">
              <a:solidFill>
                <a:schemeClr val="bg1"/>
              </a:solidFill>
              <a:latin typeface="メイリオ" panose="020B0604030504040204" pitchFamily="50" charset="-128"/>
              <a:ea typeface="メイリオ" panose="020B0604030504040204" pitchFamily="50" charset="-128"/>
            </a:endParaRPr>
          </a:p>
          <a:p>
            <a:pPr algn="ctr"/>
            <a:r>
              <a:rPr lang="ja-JP" altLang="en-US" b="1" kern="0" dirty="0">
                <a:solidFill>
                  <a:schemeClr val="bg1"/>
                </a:solidFill>
                <a:latin typeface="メイリオ" panose="020B0604030504040204" pitchFamily="50" charset="-128"/>
                <a:ea typeface="メイリオ" panose="020B0604030504040204" pitchFamily="50" charset="-128"/>
              </a:rPr>
              <a:t>起動失敗</a:t>
            </a:r>
            <a:endParaRPr lang="en-US" altLang="ja-JP" b="1" kern="0" dirty="0">
              <a:solidFill>
                <a:schemeClr val="bg1"/>
              </a:solidFill>
              <a:latin typeface="メイリオ" panose="020B0604030504040204" pitchFamily="50" charset="-128"/>
              <a:ea typeface="メイリオ" panose="020B0604030504040204" pitchFamily="50" charset="-128"/>
            </a:endParaRPr>
          </a:p>
        </p:txBody>
      </p:sp>
      <p:sp>
        <p:nvSpPr>
          <p:cNvPr id="14" name="コンテンツ プレースホルダー 2">
            <a:extLst>
              <a:ext uri="{FF2B5EF4-FFF2-40B4-BE49-F238E27FC236}">
                <a16:creationId xmlns:a16="http://schemas.microsoft.com/office/drawing/2014/main" id="{C2941B71-B106-4AB1-9FF2-4DEB3798A902}"/>
              </a:ext>
            </a:extLst>
          </p:cNvPr>
          <p:cNvSpPr txBox="1">
            <a:spLocks/>
          </p:cNvSpPr>
          <p:nvPr/>
        </p:nvSpPr>
        <p:spPr bwMode="auto">
          <a:xfrm>
            <a:off x="3296816" y="3453752"/>
            <a:ext cx="5400600" cy="1163380"/>
          </a:xfrm>
          <a:prstGeom prst="rect">
            <a:avLst/>
          </a:prstGeom>
          <a:solidFill>
            <a:schemeClr val="bg1"/>
          </a:solidFill>
          <a:ln w="9525">
            <a:solidFill>
              <a:srgbClr val="F0861E"/>
            </a:solid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pPr marL="285750" indent="-285750" algn="l">
              <a:buFont typeface="Wingdings" panose="05000000000000000000" pitchFamily="2" charset="2"/>
              <a:buChar char="ü"/>
            </a:pPr>
            <a:r>
              <a:rPr lang="ja-JP" altLang="en-US" sz="1400" b="0" i="0" dirty="0">
                <a:solidFill>
                  <a:srgbClr val="333333"/>
                </a:solidFill>
                <a:effectLst/>
                <a:latin typeface="メイリオ" panose="020B0604030504040204" pitchFamily="50" charset="-128"/>
                <a:ea typeface="メイリオ" panose="020B0604030504040204" pitchFamily="50" charset="-128"/>
              </a:rPr>
              <a:t>インスタンスの状態が</a:t>
            </a:r>
            <a:r>
              <a:rPr lang="en-US" altLang="ja-JP" sz="1400" dirty="0">
                <a:latin typeface="メイリオ" panose="020B0604030504040204" pitchFamily="50" charset="-128"/>
                <a:ea typeface="メイリオ" panose="020B0604030504040204" pitchFamily="50" charset="-128"/>
              </a:rPr>
              <a:t>Impaired</a:t>
            </a:r>
            <a:r>
              <a:rPr lang="ja-JP" altLang="en-US" sz="1400" dirty="0">
                <a:latin typeface="メイリオ" panose="020B0604030504040204" pitchFamily="50" charset="-128"/>
                <a:ea typeface="メイリオ" panose="020B0604030504040204" pitchFamily="50" charset="-128"/>
              </a:rPr>
              <a:t>となると、数分間リカバリーされるかチェックする</a:t>
            </a:r>
            <a:endParaRPr lang="en-US" altLang="ja-JP" sz="1400" dirty="0">
              <a:latin typeface="メイリオ" panose="020B0604030504040204" pitchFamily="50" charset="-128"/>
              <a:ea typeface="メイリオ" panose="020B0604030504040204" pitchFamily="50" charset="-128"/>
            </a:endParaRPr>
          </a:p>
          <a:p>
            <a:pPr marL="285750" indent="-285750" algn="l">
              <a:buFont typeface="Wingdings" panose="05000000000000000000" pitchFamily="2" charset="2"/>
              <a:buChar char="ü"/>
            </a:pPr>
            <a:r>
              <a:rPr lang="ja-JP" altLang="en-US" sz="1400" b="0" i="0" dirty="0">
                <a:solidFill>
                  <a:srgbClr val="333333"/>
                </a:solidFill>
                <a:effectLst/>
                <a:latin typeface="メイリオ" panose="020B0604030504040204" pitchFamily="50" charset="-128"/>
                <a:ea typeface="メイリオ" panose="020B0604030504040204" pitchFamily="50" charset="-128"/>
              </a:rPr>
              <a:t>リカバリーされない場合は新しいインスタンスを起動して、</a:t>
            </a:r>
            <a:r>
              <a:rPr lang="en-US" altLang="ja-JP" sz="1400" dirty="0">
                <a:latin typeface="メイリオ" panose="020B0604030504040204" pitchFamily="50" charset="-128"/>
                <a:ea typeface="メイリオ" panose="020B0604030504040204" pitchFamily="50" charset="-128"/>
              </a:rPr>
              <a:t> Impaired</a:t>
            </a:r>
            <a:r>
              <a:rPr lang="ja-JP" altLang="en-US" sz="1400" dirty="0">
                <a:latin typeface="メイリオ" panose="020B0604030504040204" pitchFamily="50" charset="-128"/>
                <a:ea typeface="メイリオ" panose="020B0604030504040204" pitchFamily="50" charset="-128"/>
              </a:rPr>
              <a:t>のインスタンスを終了する。</a:t>
            </a:r>
            <a:endParaRPr lang="ja-JP" altLang="en-US" sz="1400" b="0" i="0" dirty="0">
              <a:solidFill>
                <a:srgbClr val="333333"/>
              </a:solidFill>
              <a:effectLst/>
              <a:latin typeface="メイリオ" panose="020B0604030504040204" pitchFamily="50" charset="-128"/>
              <a:ea typeface="メイリオ" panose="020B0604030504040204" pitchFamily="50" charset="-128"/>
            </a:endParaRPr>
          </a:p>
        </p:txBody>
      </p:sp>
      <p:sp>
        <p:nvSpPr>
          <p:cNvPr id="15" name="コンテンツ プレースホルダー 2">
            <a:extLst>
              <a:ext uri="{FF2B5EF4-FFF2-40B4-BE49-F238E27FC236}">
                <a16:creationId xmlns:a16="http://schemas.microsoft.com/office/drawing/2014/main" id="{4994F0FA-EF0F-4F9C-85A2-4E889BE197A9}"/>
              </a:ext>
            </a:extLst>
          </p:cNvPr>
          <p:cNvSpPr txBox="1">
            <a:spLocks/>
          </p:cNvSpPr>
          <p:nvPr/>
        </p:nvSpPr>
        <p:spPr bwMode="auto">
          <a:xfrm>
            <a:off x="992560" y="3453752"/>
            <a:ext cx="2232248" cy="1163380"/>
          </a:xfrm>
          <a:prstGeom prst="rect">
            <a:avLst/>
          </a:prstGeom>
          <a:solidFill>
            <a:srgbClr val="F0861E"/>
          </a:solidFill>
          <a:ln w="9525">
            <a:no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pPr algn="ctr"/>
            <a:r>
              <a:rPr lang="ja-JP" altLang="en-US" b="1" kern="0" dirty="0">
                <a:solidFill>
                  <a:schemeClr val="bg1"/>
                </a:solidFill>
                <a:latin typeface="メイリオ" panose="020B0604030504040204" pitchFamily="50" charset="-128"/>
                <a:ea typeface="メイリオ" panose="020B0604030504040204" pitchFamily="50" charset="-128"/>
              </a:rPr>
              <a:t>インスタンス</a:t>
            </a:r>
            <a:endParaRPr lang="en-US" altLang="ja-JP" b="1" kern="0" dirty="0">
              <a:solidFill>
                <a:schemeClr val="bg1"/>
              </a:solidFill>
              <a:latin typeface="メイリオ" panose="020B0604030504040204" pitchFamily="50" charset="-128"/>
              <a:ea typeface="メイリオ" panose="020B0604030504040204" pitchFamily="50" charset="-128"/>
            </a:endParaRPr>
          </a:p>
          <a:p>
            <a:pPr algn="ctr"/>
            <a:r>
              <a:rPr lang="ja-JP" altLang="en-US" b="1" kern="0" dirty="0">
                <a:solidFill>
                  <a:schemeClr val="bg1"/>
                </a:solidFill>
                <a:latin typeface="メイリオ" panose="020B0604030504040204" pitchFamily="50" charset="-128"/>
                <a:ea typeface="メイリオ" panose="020B0604030504040204" pitchFamily="50" charset="-128"/>
              </a:rPr>
              <a:t>の障害</a:t>
            </a:r>
            <a:endParaRPr lang="en-US" altLang="ja-JP" b="1" kern="0" dirty="0">
              <a:solidFill>
                <a:schemeClr val="bg1"/>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049651480"/>
      </p:ext>
    </p:extLst>
  </p:cSld>
  <p:clrMapOvr>
    <a:masterClrMapping/>
  </p:clrMapOvr>
  <mc:AlternateContent xmlns:mc="http://schemas.openxmlformats.org/markup-compatibility/2006" xmlns:p14="http://schemas.microsoft.com/office/powerpoint/2010/main">
    <mc:Choice Requires="p14">
      <p:transition spd="slow" p14:dur="2000" advTm="91126"/>
    </mc:Choice>
    <mc:Fallback xmlns="">
      <p:transition spd="slow" advTm="91126"/>
    </mc:Fallback>
  </mc:AlternateContent>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正方形/長方形 3"/>
          <p:cNvSpPr/>
          <p:nvPr/>
        </p:nvSpPr>
        <p:spPr bwMode="auto">
          <a:xfrm>
            <a:off x="2793240" y="2817072"/>
            <a:ext cx="4320000" cy="1260000"/>
          </a:xfrm>
          <a:prstGeom prst="rect">
            <a:avLst/>
          </a:prstGeom>
          <a:no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vert="horz" wrap="square" lIns="0" tIns="0" rIns="0" bIns="0" numCol="1" rtlCol="0" anchor="ctr" anchorCtr="0" compatLnSpc="1">
            <a:prstTxWarp prst="textNoShape">
              <a:avLst/>
            </a:prstTxWarp>
          </a:bodyPr>
          <a:lstStyle/>
          <a:p>
            <a:pPr algn="ctr"/>
            <a:r>
              <a:rPr kumimoji="0" lang="en-US" altLang="ja-JP" sz="2600" dirty="0">
                <a:solidFill>
                  <a:srgbClr val="000000"/>
                </a:solidFill>
                <a:latin typeface="メイリオ" pitchFamily="50" charset="-128"/>
                <a:ea typeface="メイリオ" pitchFamily="50" charset="-128"/>
                <a:cs typeface="メイリオ" pitchFamily="50" charset="-128"/>
              </a:rPr>
              <a:t>RDS</a:t>
            </a:r>
            <a:r>
              <a:rPr kumimoji="0" lang="ja-JP" altLang="en-US" sz="2600" dirty="0">
                <a:solidFill>
                  <a:srgbClr val="000000"/>
                </a:solidFill>
                <a:latin typeface="メイリオ" pitchFamily="50" charset="-128"/>
                <a:ea typeface="メイリオ" pitchFamily="50" charset="-128"/>
                <a:cs typeface="メイリオ" pitchFamily="50" charset="-128"/>
              </a:rPr>
              <a:t>の出題範囲</a:t>
            </a:r>
          </a:p>
        </p:txBody>
      </p:sp>
    </p:spTree>
    <p:extLst>
      <p:ext uri="{BB962C8B-B14F-4D97-AF65-F5344CB8AC3E}">
        <p14:creationId xmlns:p14="http://schemas.microsoft.com/office/powerpoint/2010/main" val="1005415911"/>
      </p:ext>
    </p:extLst>
  </p:cSld>
  <p:clrMapOvr>
    <a:masterClrMapping/>
  </p:clrMapOvr>
  <mc:AlternateContent xmlns:mc="http://schemas.openxmlformats.org/markup-compatibility/2006" xmlns:p14="http://schemas.microsoft.com/office/powerpoint/2010/main">
    <mc:Choice Requires="p14">
      <p:transition spd="slow" p14:dur="2000" advTm="13704"/>
    </mc:Choice>
    <mc:Fallback xmlns="">
      <p:transition spd="slow" advTm="13704"/>
    </mc:Fallback>
  </mc:AlternateContent>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タイトル 1">
            <a:extLst>
              <a:ext uri="{FF2B5EF4-FFF2-40B4-BE49-F238E27FC236}">
                <a16:creationId xmlns:a16="http://schemas.microsoft.com/office/drawing/2014/main" id="{48F80BE1-D063-4240-BFC7-C8D243720250}"/>
              </a:ext>
            </a:extLst>
          </p:cNvPr>
          <p:cNvSpPr txBox="1">
            <a:spLocks/>
          </p:cNvSpPr>
          <p:nvPr/>
        </p:nvSpPr>
        <p:spPr bwMode="auto">
          <a:xfrm>
            <a:off x="631222" y="201863"/>
            <a:ext cx="8642258" cy="50208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rtl="0" fontAlgn="base">
              <a:lnSpc>
                <a:spcPct val="90000"/>
              </a:lnSpc>
              <a:spcBef>
                <a:spcPct val="0"/>
              </a:spcBef>
              <a:spcAft>
                <a:spcPct val="0"/>
              </a:spcAft>
              <a:defRPr kumimoji="1" sz="2000">
                <a:solidFill>
                  <a:schemeClr val="tx2"/>
                </a:solidFill>
                <a:latin typeface="游明朝" panose="02020400000000000000" pitchFamily="18" charset="-128"/>
                <a:ea typeface="游明朝" panose="02020400000000000000" pitchFamily="18" charset="-128"/>
                <a:cs typeface="+mj-cs"/>
              </a:defRPr>
            </a:lvl1pPr>
            <a:lvl2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2pPr>
            <a:lvl3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3pPr>
            <a:lvl4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4pPr>
            <a:lvl5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5pPr>
            <a:lvl6pPr marL="4572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6pPr>
            <a:lvl7pPr marL="9144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7pPr>
            <a:lvl8pPr marL="13716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8pPr>
            <a:lvl9pPr marL="18288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9pPr>
          </a:lstStyle>
          <a:p>
            <a:pPr algn="l"/>
            <a:r>
              <a:rPr kumimoji="0" lang="en-US" altLang="ja-JP" sz="3000" dirty="0">
                <a:solidFill>
                  <a:srgbClr val="000000"/>
                </a:solidFill>
                <a:latin typeface="メイリオ" pitchFamily="50" charset="-128"/>
                <a:ea typeface="メイリオ" pitchFamily="50" charset="-128"/>
                <a:cs typeface="メイリオ" pitchFamily="50" charset="-128"/>
              </a:rPr>
              <a:t>RDS</a:t>
            </a:r>
            <a:r>
              <a:rPr lang="ja-JP" altLang="en-US" sz="3000" dirty="0">
                <a:latin typeface="メイリオ" panose="020B0604030504040204" pitchFamily="50" charset="-128"/>
                <a:ea typeface="メイリオ" panose="020B0604030504040204" pitchFamily="50" charset="-128"/>
              </a:rPr>
              <a:t>とは何か？</a:t>
            </a:r>
          </a:p>
        </p:txBody>
      </p:sp>
      <p:sp>
        <p:nvSpPr>
          <p:cNvPr id="2" name="コンテンツ プレースホルダー 2">
            <a:extLst>
              <a:ext uri="{FF2B5EF4-FFF2-40B4-BE49-F238E27FC236}">
                <a16:creationId xmlns:a16="http://schemas.microsoft.com/office/drawing/2014/main" id="{38B0697B-EBCD-408F-B98B-1FEB2CDDBED7}"/>
              </a:ext>
            </a:extLst>
          </p:cNvPr>
          <p:cNvSpPr txBox="1">
            <a:spLocks/>
          </p:cNvSpPr>
          <p:nvPr/>
        </p:nvSpPr>
        <p:spPr>
          <a:xfrm>
            <a:off x="631222" y="799401"/>
            <a:ext cx="8858282" cy="325343"/>
          </a:xfrm>
          <a:prstGeom prst="rect">
            <a:avLst/>
          </a:prstGeom>
        </p:spPr>
        <p:txBody>
          <a:bodyPr vert="horz" lIns="74295" tIns="37148" rIns="74295" bIns="37148" rtlCol="0">
            <a:noAutofit/>
          </a:bodyPr>
          <a:lstStyle>
            <a:lvl1pPr marL="228600" indent="-228600" algn="l" defTabSz="914400" rtl="0" eaLnBrk="1" latinLnBrk="0" hangingPunct="1">
              <a:lnSpc>
                <a:spcPct val="90000"/>
              </a:lnSpc>
              <a:spcBef>
                <a:spcPts val="1000"/>
              </a:spcBef>
              <a:buFont typeface="Wingdings 2" pitchFamily="18" charset="2"/>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2" pitchFamily="18" charset="2"/>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2" pitchFamily="18" charset="2"/>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5pPr>
            <a:lvl6pPr marL="25146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6pPr>
            <a:lvl7pPr marL="29718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7pPr>
            <a:lvl8pPr marL="34290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8pPr>
            <a:lvl9pPr marL="38862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9pPr>
          </a:lstStyle>
          <a:p>
            <a:pPr marL="0" indent="0">
              <a:buNone/>
            </a:pPr>
            <a:r>
              <a:rPr lang="en-US" altLang="ja-JP" sz="2400" dirty="0">
                <a:solidFill>
                  <a:srgbClr val="002060"/>
                </a:solidFill>
                <a:latin typeface="メイリオ" panose="020B0604030504040204" pitchFamily="50" charset="-128"/>
                <a:ea typeface="メイリオ" panose="020B0604030504040204" pitchFamily="50" charset="-128"/>
              </a:rPr>
              <a:t>RDS</a:t>
            </a:r>
            <a:r>
              <a:rPr lang="ja-JP" altLang="en-US" sz="2400" dirty="0">
                <a:solidFill>
                  <a:srgbClr val="002060"/>
                </a:solidFill>
                <a:latin typeface="メイリオ" panose="020B0604030504040204" pitchFamily="50" charset="-128"/>
                <a:ea typeface="メイリオ" panose="020B0604030504040204" pitchFamily="50" charset="-128"/>
              </a:rPr>
              <a:t>はリレーショナルデータベースをクラウド上で即時に起動して、利用することができるサービス</a:t>
            </a:r>
            <a:endParaRPr lang="en-US" altLang="ja-JP" sz="2400" dirty="0">
              <a:solidFill>
                <a:srgbClr val="002060"/>
              </a:solidFill>
              <a:latin typeface="メイリオ" panose="020B0604030504040204" pitchFamily="50" charset="-128"/>
              <a:ea typeface="メイリオ" panose="020B0604030504040204" pitchFamily="50" charset="-128"/>
            </a:endParaRPr>
          </a:p>
        </p:txBody>
      </p:sp>
      <p:sp>
        <p:nvSpPr>
          <p:cNvPr id="16" name="Rectangle: Rounded Corners 15">
            <a:extLst>
              <a:ext uri="{FF2B5EF4-FFF2-40B4-BE49-F238E27FC236}">
                <a16:creationId xmlns:a16="http://schemas.microsoft.com/office/drawing/2014/main" id="{E067BB9B-FA44-4A65-B5BD-B04CF39CC7E6}"/>
              </a:ext>
            </a:extLst>
          </p:cNvPr>
          <p:cNvSpPr/>
          <p:nvPr/>
        </p:nvSpPr>
        <p:spPr bwMode="auto">
          <a:xfrm>
            <a:off x="1675987" y="1651538"/>
            <a:ext cx="6552728" cy="2448272"/>
          </a:xfrm>
          <a:prstGeom prst="roundRect">
            <a:avLst/>
          </a:prstGeom>
          <a:solidFill>
            <a:schemeClr val="accent6">
              <a:lumMod val="20000"/>
              <a:lumOff val="80000"/>
            </a:schemeClr>
          </a:solidFill>
          <a:ln w="12700" cap="flat" cmpd="sng" algn="ctr">
            <a:solidFill>
              <a:schemeClr val="accent1"/>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1" lang="ja-JP" altLang="en-US" sz="1600" b="0"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rPr>
              <a:t>データセンター</a:t>
            </a:r>
          </a:p>
        </p:txBody>
      </p:sp>
      <p:pic>
        <p:nvPicPr>
          <p:cNvPr id="17" name="Picture 2" descr="サーバー | 無料のアイコン">
            <a:extLst>
              <a:ext uri="{FF2B5EF4-FFF2-40B4-BE49-F238E27FC236}">
                <a16:creationId xmlns:a16="http://schemas.microsoft.com/office/drawing/2014/main" id="{81248CAA-5370-4074-91A1-4F28511FD06B}"/>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928154" y="2769518"/>
            <a:ext cx="1080120" cy="1080120"/>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8" descr="データベースのアイコン04素材 | 無料のアイコンイラスト集 icon-pit">
            <a:extLst>
              <a:ext uri="{FF2B5EF4-FFF2-40B4-BE49-F238E27FC236}">
                <a16:creationId xmlns:a16="http://schemas.microsoft.com/office/drawing/2014/main" id="{D3B47C8C-BF66-49CC-8EC7-6DCC86979423}"/>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897728" y="2725123"/>
            <a:ext cx="1212726" cy="1212726"/>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14" descr="セキュリティアイコン/Security icons - Security along DesigN">
            <a:extLst>
              <a:ext uri="{FF2B5EF4-FFF2-40B4-BE49-F238E27FC236}">
                <a16:creationId xmlns:a16="http://schemas.microsoft.com/office/drawing/2014/main" id="{6EEF3993-8344-4F91-9275-244079892868}"/>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119828" y="1401633"/>
            <a:ext cx="1502296" cy="1502296"/>
          </a:xfrm>
          <a:prstGeom prst="rect">
            <a:avLst/>
          </a:prstGeom>
          <a:noFill/>
          <a:extLst>
            <a:ext uri="{909E8E84-426E-40DD-AFC4-6F175D3DCCD1}">
              <a14:hiddenFill xmlns:a14="http://schemas.microsoft.com/office/drawing/2010/main">
                <a:solidFill>
                  <a:srgbClr val="FFFFFF"/>
                </a:solidFill>
              </a14:hiddenFill>
            </a:ext>
          </a:extLst>
        </p:spPr>
      </p:pic>
      <p:cxnSp>
        <p:nvCxnSpPr>
          <p:cNvPr id="20" name="Connector: Elbow 19">
            <a:extLst>
              <a:ext uri="{FF2B5EF4-FFF2-40B4-BE49-F238E27FC236}">
                <a16:creationId xmlns:a16="http://schemas.microsoft.com/office/drawing/2014/main" id="{A46639AD-D8BB-466B-ACC2-4437594A206D}"/>
              </a:ext>
            </a:extLst>
          </p:cNvPr>
          <p:cNvCxnSpPr>
            <a:cxnSpLocks/>
            <a:endCxn id="17" idx="0"/>
          </p:cNvCxnSpPr>
          <p:nvPr/>
        </p:nvCxnSpPr>
        <p:spPr bwMode="auto">
          <a:xfrm rot="10800000" flipV="1">
            <a:off x="3468214" y="2367810"/>
            <a:ext cx="1124746" cy="401708"/>
          </a:xfrm>
          <a:prstGeom prst="bentConnector2">
            <a:avLst/>
          </a:prstGeom>
          <a:noFill/>
          <a:ln w="25400" cap="flat" cmpd="sng" algn="ctr">
            <a:solidFill>
              <a:schemeClr val="accent6"/>
            </a:solidFill>
            <a:prstDash val="solid"/>
            <a:round/>
            <a:headEnd type="none" w="med" len="med"/>
            <a:tailEnd type="triangle"/>
          </a:ln>
          <a:effectLst/>
        </p:spPr>
      </p:cxnSp>
      <p:cxnSp>
        <p:nvCxnSpPr>
          <p:cNvPr id="21" name="Connector: Elbow 20">
            <a:extLst>
              <a:ext uri="{FF2B5EF4-FFF2-40B4-BE49-F238E27FC236}">
                <a16:creationId xmlns:a16="http://schemas.microsoft.com/office/drawing/2014/main" id="{83D114F8-8F3C-419B-9AE1-2C2D4C0A5DC5}"/>
              </a:ext>
            </a:extLst>
          </p:cNvPr>
          <p:cNvCxnSpPr>
            <a:cxnSpLocks/>
          </p:cNvCxnSpPr>
          <p:nvPr/>
        </p:nvCxnSpPr>
        <p:spPr bwMode="auto">
          <a:xfrm>
            <a:off x="5181399" y="2360594"/>
            <a:ext cx="1301015" cy="548640"/>
          </a:xfrm>
          <a:prstGeom prst="bentConnector2">
            <a:avLst/>
          </a:prstGeom>
          <a:noFill/>
          <a:ln w="25400" cap="flat" cmpd="sng" algn="ctr">
            <a:solidFill>
              <a:schemeClr val="accent6"/>
            </a:solidFill>
            <a:prstDash val="solid"/>
            <a:round/>
            <a:headEnd type="none" w="med" len="med"/>
            <a:tailEnd type="triangle"/>
          </a:ln>
          <a:effectLst/>
        </p:spPr>
      </p:cxnSp>
      <p:sp>
        <p:nvSpPr>
          <p:cNvPr id="22" name="Rectangle: Rounded Corners 21">
            <a:extLst>
              <a:ext uri="{FF2B5EF4-FFF2-40B4-BE49-F238E27FC236}">
                <a16:creationId xmlns:a16="http://schemas.microsoft.com/office/drawing/2014/main" id="{7D1C804E-CAA8-4616-82FD-E29591DB582B}"/>
              </a:ext>
            </a:extLst>
          </p:cNvPr>
          <p:cNvSpPr/>
          <p:nvPr/>
        </p:nvSpPr>
        <p:spPr bwMode="auto">
          <a:xfrm>
            <a:off x="1675987" y="4232231"/>
            <a:ext cx="6552728" cy="2448272"/>
          </a:xfrm>
          <a:prstGeom prst="roundRect">
            <a:avLst/>
          </a:prstGeom>
          <a:solidFill>
            <a:srgbClr val="C5DFFB"/>
          </a:solidFill>
          <a:ln w="12700" cap="flat" cmpd="sng" algn="ctr">
            <a:solidFill>
              <a:schemeClr val="accent1"/>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1" lang="ja-JP" altLang="en-US" sz="1600" b="0"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rPr>
              <a:t>クラウド空間</a:t>
            </a:r>
            <a:br>
              <a:rPr kumimoji="1" lang="en-US" altLang="ja-JP" sz="1600" b="0"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rPr>
            </a:br>
            <a:r>
              <a:rPr kumimoji="1" lang="ja-JP" altLang="en-US" sz="1600" b="0"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rPr>
              <a:t>（インターネット）</a:t>
            </a:r>
          </a:p>
        </p:txBody>
      </p:sp>
      <p:cxnSp>
        <p:nvCxnSpPr>
          <p:cNvPr id="23" name="Connector: Elbow 22">
            <a:extLst>
              <a:ext uri="{FF2B5EF4-FFF2-40B4-BE49-F238E27FC236}">
                <a16:creationId xmlns:a16="http://schemas.microsoft.com/office/drawing/2014/main" id="{E0F00431-2484-45F8-9A1F-E842EE6090A6}"/>
              </a:ext>
            </a:extLst>
          </p:cNvPr>
          <p:cNvCxnSpPr>
            <a:cxnSpLocks/>
          </p:cNvCxnSpPr>
          <p:nvPr/>
        </p:nvCxnSpPr>
        <p:spPr bwMode="auto">
          <a:xfrm rot="10800000" flipV="1">
            <a:off x="3468214" y="4948503"/>
            <a:ext cx="1124746" cy="401708"/>
          </a:xfrm>
          <a:prstGeom prst="bentConnector2">
            <a:avLst/>
          </a:prstGeom>
          <a:noFill/>
          <a:ln w="25400" cap="flat" cmpd="sng" algn="ctr">
            <a:solidFill>
              <a:schemeClr val="accent6"/>
            </a:solidFill>
            <a:prstDash val="solid"/>
            <a:round/>
            <a:headEnd type="none" w="med" len="med"/>
            <a:tailEnd type="triangle"/>
          </a:ln>
          <a:effectLst/>
        </p:spPr>
      </p:cxnSp>
      <p:cxnSp>
        <p:nvCxnSpPr>
          <p:cNvPr id="24" name="Connector: Elbow 23">
            <a:extLst>
              <a:ext uri="{FF2B5EF4-FFF2-40B4-BE49-F238E27FC236}">
                <a16:creationId xmlns:a16="http://schemas.microsoft.com/office/drawing/2014/main" id="{E5FC6E0D-8FB0-4E06-8F3F-691556CCEC1A}"/>
              </a:ext>
            </a:extLst>
          </p:cNvPr>
          <p:cNvCxnSpPr>
            <a:cxnSpLocks/>
          </p:cNvCxnSpPr>
          <p:nvPr/>
        </p:nvCxnSpPr>
        <p:spPr bwMode="auto">
          <a:xfrm>
            <a:off x="5181399" y="4941287"/>
            <a:ext cx="1301015" cy="457200"/>
          </a:xfrm>
          <a:prstGeom prst="bentConnector2">
            <a:avLst/>
          </a:prstGeom>
          <a:noFill/>
          <a:ln w="25400" cap="flat" cmpd="sng" algn="ctr">
            <a:solidFill>
              <a:schemeClr val="accent6"/>
            </a:solidFill>
            <a:prstDash val="solid"/>
            <a:round/>
            <a:headEnd type="none" w="med" len="med"/>
            <a:tailEnd type="triangle"/>
          </a:ln>
          <a:effectLst/>
        </p:spPr>
      </p:cxnSp>
      <p:pic>
        <p:nvPicPr>
          <p:cNvPr id="25" name="Graphic 24">
            <a:extLst>
              <a:ext uri="{FF2B5EF4-FFF2-40B4-BE49-F238E27FC236}">
                <a16:creationId xmlns:a16="http://schemas.microsoft.com/office/drawing/2014/main" id="{DC030330-B6B6-46DB-8982-F21997B1A29B}"/>
              </a:ext>
            </a:extLst>
          </p:cNvP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007157" y="5394091"/>
            <a:ext cx="855882" cy="1036176"/>
          </a:xfrm>
          <a:prstGeom prst="rect">
            <a:avLst/>
          </a:prstGeom>
        </p:spPr>
      </p:pic>
      <p:pic>
        <p:nvPicPr>
          <p:cNvPr id="26" name="Picture 20" descr="Amazon RDS で拡張メトリックスが発表されたので所感をまとめてみた | Skyarch Broadcasting">
            <a:extLst>
              <a:ext uri="{FF2B5EF4-FFF2-40B4-BE49-F238E27FC236}">
                <a16:creationId xmlns:a16="http://schemas.microsoft.com/office/drawing/2014/main" id="{D9F67D87-84D8-4E19-BE9E-018F6B83775E}"/>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5735551" y="5188952"/>
            <a:ext cx="1404154" cy="1404154"/>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22">
            <a:extLst>
              <a:ext uri="{FF2B5EF4-FFF2-40B4-BE49-F238E27FC236}">
                <a16:creationId xmlns:a16="http://schemas.microsoft.com/office/drawing/2014/main" id="{C351F18B-BC36-4460-B698-41AE97C5695D}"/>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4258708" y="4242509"/>
            <a:ext cx="1266190" cy="791369"/>
          </a:xfrm>
          <a:prstGeom prst="rect">
            <a:avLst/>
          </a:prstGeom>
          <a:noFill/>
          <a:extLst>
            <a:ext uri="{909E8E84-426E-40DD-AFC4-6F175D3DCCD1}">
              <a14:hiddenFill xmlns:a14="http://schemas.microsoft.com/office/drawing/2010/main">
                <a:solidFill>
                  <a:srgbClr val="FFFFFF"/>
                </a:solidFill>
              </a14:hiddenFill>
            </a:ext>
          </a:extLst>
        </p:spPr>
      </p:pic>
      <p:sp>
        <p:nvSpPr>
          <p:cNvPr id="29" name="Arrow: Down 28">
            <a:extLst>
              <a:ext uri="{FF2B5EF4-FFF2-40B4-BE49-F238E27FC236}">
                <a16:creationId xmlns:a16="http://schemas.microsoft.com/office/drawing/2014/main" id="{2F15A38D-CA2E-4B4A-9C75-D5179FDFC7E7}"/>
              </a:ext>
            </a:extLst>
          </p:cNvPr>
          <p:cNvSpPr/>
          <p:nvPr/>
        </p:nvSpPr>
        <p:spPr bwMode="auto">
          <a:xfrm>
            <a:off x="3007157" y="3829316"/>
            <a:ext cx="903018" cy="790702"/>
          </a:xfrm>
          <a:prstGeom prst="downArrow">
            <a:avLst>
              <a:gd name="adj1" fmla="val 50000"/>
              <a:gd name="adj2" fmla="val 53250"/>
            </a:avLst>
          </a:prstGeom>
          <a:solidFill>
            <a:schemeClr val="accent2"/>
          </a:solidFill>
          <a:ln w="12700" cap="flat" cmpd="sng" algn="ctr">
            <a:no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ja-JP" altLang="en-US" sz="1600" b="0" i="0" u="none" strike="noStrike" cap="none" normalizeH="0" baseline="0">
              <a:ln>
                <a:noFill/>
              </a:ln>
              <a:solidFill>
                <a:schemeClr val="tx1"/>
              </a:solidFill>
              <a:effectLst/>
              <a:latin typeface="ＭＳ Ｐゴシック" pitchFamily="50" charset="-128"/>
              <a:ea typeface="ＭＳ Ｐゴシック" pitchFamily="50" charset="-128"/>
            </a:endParaRPr>
          </a:p>
        </p:txBody>
      </p:sp>
      <p:sp>
        <p:nvSpPr>
          <p:cNvPr id="30" name="TextBox 29">
            <a:extLst>
              <a:ext uri="{FF2B5EF4-FFF2-40B4-BE49-F238E27FC236}">
                <a16:creationId xmlns:a16="http://schemas.microsoft.com/office/drawing/2014/main" id="{B76E2E2C-1CC5-44C8-B17B-B113BA575FA7}"/>
              </a:ext>
            </a:extLst>
          </p:cNvPr>
          <p:cNvSpPr txBox="1"/>
          <p:nvPr/>
        </p:nvSpPr>
        <p:spPr>
          <a:xfrm>
            <a:off x="3128367" y="5748538"/>
            <a:ext cx="599844" cy="338554"/>
          </a:xfrm>
          <a:prstGeom prst="rect">
            <a:avLst/>
          </a:prstGeom>
          <a:noFill/>
        </p:spPr>
        <p:txBody>
          <a:bodyPr wrap="none" rtlCol="0">
            <a:spAutoFit/>
          </a:bodyPr>
          <a:lstStyle/>
          <a:p>
            <a:r>
              <a:rPr kumimoji="1" lang="en-US" altLang="ja-JP" b="1" dirty="0">
                <a:solidFill>
                  <a:schemeClr val="bg1"/>
                </a:solidFill>
                <a:latin typeface="メイリオ" panose="020B0604030504040204" pitchFamily="50" charset="-128"/>
                <a:ea typeface="メイリオ" panose="020B0604030504040204" pitchFamily="50" charset="-128"/>
              </a:rPr>
              <a:t>EC2</a:t>
            </a:r>
            <a:endParaRPr kumimoji="1" lang="ja-JP" altLang="en-US" b="1" dirty="0">
              <a:solidFill>
                <a:schemeClr val="bg1"/>
              </a:solidFill>
              <a:latin typeface="メイリオ" panose="020B0604030504040204" pitchFamily="50" charset="-128"/>
              <a:ea typeface="メイリオ" panose="020B0604030504040204" pitchFamily="50" charset="-128"/>
            </a:endParaRPr>
          </a:p>
        </p:txBody>
      </p:sp>
      <p:sp>
        <p:nvSpPr>
          <p:cNvPr id="31" name="TextBox 30">
            <a:extLst>
              <a:ext uri="{FF2B5EF4-FFF2-40B4-BE49-F238E27FC236}">
                <a16:creationId xmlns:a16="http://schemas.microsoft.com/office/drawing/2014/main" id="{B33C7A9E-15A2-491C-A36B-8F38E17B60C0}"/>
              </a:ext>
            </a:extLst>
          </p:cNvPr>
          <p:cNvSpPr txBox="1"/>
          <p:nvPr/>
        </p:nvSpPr>
        <p:spPr>
          <a:xfrm>
            <a:off x="6147097" y="5748538"/>
            <a:ext cx="638316" cy="338554"/>
          </a:xfrm>
          <a:prstGeom prst="rect">
            <a:avLst/>
          </a:prstGeom>
          <a:noFill/>
        </p:spPr>
        <p:txBody>
          <a:bodyPr wrap="none" rtlCol="0">
            <a:spAutoFit/>
          </a:bodyPr>
          <a:lstStyle/>
          <a:p>
            <a:r>
              <a:rPr kumimoji="1" lang="en-US" altLang="ja-JP" b="1" dirty="0">
                <a:solidFill>
                  <a:schemeClr val="bg1"/>
                </a:solidFill>
                <a:latin typeface="メイリオ" panose="020B0604030504040204" pitchFamily="50" charset="-128"/>
                <a:ea typeface="メイリオ" panose="020B0604030504040204" pitchFamily="50" charset="-128"/>
              </a:rPr>
              <a:t>RDS</a:t>
            </a:r>
            <a:endParaRPr kumimoji="1" lang="ja-JP" altLang="en-US" b="1" dirty="0">
              <a:solidFill>
                <a:schemeClr val="bg1"/>
              </a:solidFill>
              <a:latin typeface="メイリオ" panose="020B0604030504040204" pitchFamily="50" charset="-128"/>
              <a:ea typeface="メイリオ" panose="020B0604030504040204" pitchFamily="50" charset="-128"/>
            </a:endParaRPr>
          </a:p>
        </p:txBody>
      </p:sp>
      <p:sp>
        <p:nvSpPr>
          <p:cNvPr id="32" name="Rectangle: Rounded Corners 31">
            <a:extLst>
              <a:ext uri="{FF2B5EF4-FFF2-40B4-BE49-F238E27FC236}">
                <a16:creationId xmlns:a16="http://schemas.microsoft.com/office/drawing/2014/main" id="{1F459CC7-D9E5-401D-8576-B2E785F2A2FF}"/>
              </a:ext>
            </a:extLst>
          </p:cNvPr>
          <p:cNvSpPr/>
          <p:nvPr/>
        </p:nvSpPr>
        <p:spPr bwMode="auto">
          <a:xfrm>
            <a:off x="5673385" y="2568664"/>
            <a:ext cx="1502296" cy="3899575"/>
          </a:xfrm>
          <a:prstGeom prst="roundRect">
            <a:avLst/>
          </a:prstGeom>
          <a:noFill/>
          <a:ln w="66675" cap="flat" cmpd="sng" algn="ctr">
            <a:solidFill>
              <a:srgbClr val="FF0000"/>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ja-JP" altLang="en-US" sz="1600" b="0" i="0" u="none" strike="noStrike" cap="none" normalizeH="0" baseline="0">
              <a:ln>
                <a:noFill/>
              </a:ln>
              <a:solidFill>
                <a:schemeClr val="tx1"/>
              </a:solidFill>
              <a:effectLst/>
              <a:latin typeface="ＭＳ Ｐゴシック" pitchFamily="50" charset="-128"/>
              <a:ea typeface="ＭＳ Ｐゴシック" pitchFamily="50" charset="-128"/>
            </a:endParaRPr>
          </a:p>
        </p:txBody>
      </p:sp>
    </p:spTree>
    <p:extLst>
      <p:ext uri="{BB962C8B-B14F-4D97-AF65-F5344CB8AC3E}">
        <p14:creationId xmlns:p14="http://schemas.microsoft.com/office/powerpoint/2010/main" val="2017647634"/>
      </p:ext>
    </p:extLst>
  </p:cSld>
  <p:clrMapOvr>
    <a:masterClrMapping/>
  </p:clrMapOvr>
  <mc:AlternateContent xmlns:mc="http://schemas.openxmlformats.org/markup-compatibility/2006" xmlns:p14="http://schemas.microsoft.com/office/powerpoint/2010/main">
    <mc:Choice Requires="p14">
      <p:transition spd="slow" p14:dur="2000" advTm="23117"/>
    </mc:Choice>
    <mc:Fallback xmlns="">
      <p:transition spd="slow" advTm="23117"/>
    </mc:Fallback>
  </mc:AlternateContent>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 name="タイトル 1">
            <a:extLst>
              <a:ext uri="{FF2B5EF4-FFF2-40B4-BE49-F238E27FC236}">
                <a16:creationId xmlns:a16="http://schemas.microsoft.com/office/drawing/2014/main" id="{3B2F40DD-E21D-4126-B485-6DEF490624A0}"/>
              </a:ext>
            </a:extLst>
          </p:cNvPr>
          <p:cNvSpPr txBox="1">
            <a:spLocks/>
          </p:cNvSpPr>
          <p:nvPr/>
        </p:nvSpPr>
        <p:spPr bwMode="auto">
          <a:xfrm>
            <a:off x="631222" y="228600"/>
            <a:ext cx="8642258" cy="50208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rtl="0" fontAlgn="base">
              <a:lnSpc>
                <a:spcPct val="90000"/>
              </a:lnSpc>
              <a:spcBef>
                <a:spcPct val="0"/>
              </a:spcBef>
              <a:spcAft>
                <a:spcPct val="0"/>
              </a:spcAft>
              <a:defRPr kumimoji="1" sz="2000">
                <a:solidFill>
                  <a:schemeClr val="tx2"/>
                </a:solidFill>
                <a:latin typeface="游明朝" panose="02020400000000000000" pitchFamily="18" charset="-128"/>
                <a:ea typeface="游明朝" panose="02020400000000000000" pitchFamily="18" charset="-128"/>
                <a:cs typeface="+mj-cs"/>
              </a:defRPr>
            </a:lvl1pPr>
            <a:lvl2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2pPr>
            <a:lvl3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3pPr>
            <a:lvl4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4pPr>
            <a:lvl5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5pPr>
            <a:lvl6pPr marL="4572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6pPr>
            <a:lvl7pPr marL="9144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7pPr>
            <a:lvl8pPr marL="13716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8pPr>
            <a:lvl9pPr marL="18288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9pPr>
          </a:lstStyle>
          <a:p>
            <a:pPr algn="l"/>
            <a:r>
              <a:rPr lang="ja-JP" altLang="en-US" sz="3000" dirty="0">
                <a:latin typeface="メイリオ" panose="020B0604030504040204" pitchFamily="50" charset="-128"/>
                <a:ea typeface="メイリオ" panose="020B0604030504040204" pitchFamily="50" charset="-128"/>
              </a:rPr>
              <a:t>データモデル</a:t>
            </a:r>
          </a:p>
        </p:txBody>
      </p:sp>
      <p:sp>
        <p:nvSpPr>
          <p:cNvPr id="124" name="コンテンツ プレースホルダー 2">
            <a:extLst>
              <a:ext uri="{FF2B5EF4-FFF2-40B4-BE49-F238E27FC236}">
                <a16:creationId xmlns:a16="http://schemas.microsoft.com/office/drawing/2014/main" id="{83709AB2-F603-441F-9429-A765FC262FD0}"/>
              </a:ext>
            </a:extLst>
          </p:cNvPr>
          <p:cNvSpPr txBox="1">
            <a:spLocks/>
          </p:cNvSpPr>
          <p:nvPr/>
        </p:nvSpPr>
        <p:spPr>
          <a:xfrm>
            <a:off x="631222" y="692696"/>
            <a:ext cx="9002298" cy="325343"/>
          </a:xfrm>
          <a:prstGeom prst="rect">
            <a:avLst/>
          </a:prstGeom>
        </p:spPr>
        <p:txBody>
          <a:bodyPr vert="horz" lIns="74295" tIns="37148" rIns="74295" bIns="37148" rtlCol="0">
            <a:noAutofit/>
          </a:bodyPr>
          <a:lstStyle>
            <a:lvl1pPr marL="228600" indent="-228600" algn="l" defTabSz="914400" rtl="0" eaLnBrk="1" latinLnBrk="0" hangingPunct="1">
              <a:lnSpc>
                <a:spcPct val="90000"/>
              </a:lnSpc>
              <a:spcBef>
                <a:spcPts val="1000"/>
              </a:spcBef>
              <a:buFont typeface="Wingdings 2" pitchFamily="18" charset="2"/>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2" pitchFamily="18" charset="2"/>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2" pitchFamily="18" charset="2"/>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5pPr>
            <a:lvl6pPr marL="25146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6pPr>
            <a:lvl7pPr marL="29718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7pPr>
            <a:lvl8pPr marL="34290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8pPr>
            <a:lvl9pPr marL="38862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9pPr>
          </a:lstStyle>
          <a:p>
            <a:pPr marL="0" indent="0">
              <a:buNone/>
            </a:pPr>
            <a:r>
              <a:rPr lang="ja-JP" altLang="en-US" sz="24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データベースには様々なデータモデルが存在し、利用目的に応じて使い分ける</a:t>
            </a:r>
            <a:endParaRPr kumimoji="0" lang="en-US" altLang="ja-JP" sz="2400" kern="0" dirty="0">
              <a:solidFill>
                <a:schemeClr val="tx2"/>
              </a:solidFill>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1369C1BD-182D-4FE7-82ED-BAEEAD4DBEB2}"/>
              </a:ext>
            </a:extLst>
          </p:cNvPr>
          <p:cNvSpPr txBox="1"/>
          <p:nvPr/>
        </p:nvSpPr>
        <p:spPr>
          <a:xfrm>
            <a:off x="3152800" y="2132856"/>
            <a:ext cx="3038011" cy="3285515"/>
          </a:xfrm>
          <a:prstGeom prst="rect">
            <a:avLst/>
          </a:prstGeom>
          <a:noFill/>
        </p:spPr>
        <p:txBody>
          <a:bodyPr wrap="none" rtlCol="0">
            <a:spAutoFit/>
          </a:bodyPr>
          <a:lstStyle/>
          <a:p>
            <a:pPr marL="285750" indent="-285750">
              <a:lnSpc>
                <a:spcPct val="150000"/>
              </a:lnSpc>
              <a:buFont typeface="Wingdings" panose="05000000000000000000" pitchFamily="2" charset="2"/>
              <a:buChar char="p"/>
            </a:pPr>
            <a:r>
              <a:rPr kumimoji="1" lang="ja-JP" altLang="en-US" sz="2000" dirty="0">
                <a:solidFill>
                  <a:srgbClr val="FF0000"/>
                </a:solidFill>
                <a:latin typeface="メイリオ" panose="020B0604030504040204" pitchFamily="50" charset="-128"/>
                <a:ea typeface="メイリオ" panose="020B0604030504040204" pitchFamily="50" charset="-128"/>
              </a:rPr>
              <a:t>リレーショナルモデル</a:t>
            </a:r>
            <a:endParaRPr kumimoji="1" lang="en-US" altLang="ja-JP" sz="2000" dirty="0">
              <a:solidFill>
                <a:srgbClr val="FF0000"/>
              </a:solidFill>
              <a:latin typeface="メイリオ" panose="020B0604030504040204" pitchFamily="50" charset="-128"/>
              <a:ea typeface="メイリオ" panose="020B0604030504040204" pitchFamily="50" charset="-128"/>
            </a:endParaRPr>
          </a:p>
          <a:p>
            <a:pPr marL="285750" indent="-285750">
              <a:lnSpc>
                <a:spcPct val="150000"/>
              </a:lnSpc>
              <a:buFont typeface="Wingdings" panose="05000000000000000000" pitchFamily="2" charset="2"/>
              <a:buChar char="p"/>
            </a:pPr>
            <a:r>
              <a:rPr lang="ja-JP" altLang="en-US" sz="2000" dirty="0">
                <a:latin typeface="メイリオ" panose="020B0604030504040204" pitchFamily="50" charset="-128"/>
                <a:ea typeface="メイリオ" panose="020B0604030504040204" pitchFamily="50" charset="-128"/>
              </a:rPr>
              <a:t>グラフモデル</a:t>
            </a:r>
            <a:endParaRPr lang="en-US" altLang="ja-JP" sz="2000" dirty="0">
              <a:latin typeface="メイリオ" panose="020B0604030504040204" pitchFamily="50" charset="-128"/>
              <a:ea typeface="メイリオ" panose="020B0604030504040204" pitchFamily="50" charset="-128"/>
            </a:endParaRPr>
          </a:p>
          <a:p>
            <a:pPr marL="285750" indent="-285750">
              <a:lnSpc>
                <a:spcPct val="150000"/>
              </a:lnSpc>
              <a:buFont typeface="Wingdings" panose="05000000000000000000" pitchFamily="2" charset="2"/>
              <a:buChar char="p"/>
            </a:pPr>
            <a:r>
              <a:rPr kumimoji="1" lang="ja-JP" altLang="en-US" sz="2000" dirty="0">
                <a:latin typeface="メイリオ" panose="020B0604030504040204" pitchFamily="50" charset="-128"/>
                <a:ea typeface="メイリオ" panose="020B0604030504040204" pitchFamily="50" charset="-128"/>
              </a:rPr>
              <a:t>キーバリューストア</a:t>
            </a:r>
            <a:endParaRPr kumimoji="1" lang="en-US" altLang="ja-JP" sz="2000" dirty="0">
              <a:latin typeface="メイリオ" panose="020B0604030504040204" pitchFamily="50" charset="-128"/>
              <a:ea typeface="メイリオ" panose="020B0604030504040204" pitchFamily="50" charset="-128"/>
            </a:endParaRPr>
          </a:p>
          <a:p>
            <a:pPr marL="285750" indent="-285750">
              <a:lnSpc>
                <a:spcPct val="150000"/>
              </a:lnSpc>
              <a:buFont typeface="Wingdings" panose="05000000000000000000" pitchFamily="2" charset="2"/>
              <a:buChar char="p"/>
            </a:pPr>
            <a:r>
              <a:rPr lang="ja-JP" altLang="en-US" sz="2000" dirty="0">
                <a:latin typeface="メイリオ" panose="020B0604030504040204" pitchFamily="50" charset="-128"/>
                <a:ea typeface="メイリオ" panose="020B0604030504040204" pitchFamily="50" charset="-128"/>
              </a:rPr>
              <a:t>オブジェクト</a:t>
            </a:r>
            <a:endParaRPr lang="en-US" altLang="ja-JP" sz="2000" dirty="0">
              <a:latin typeface="メイリオ" panose="020B0604030504040204" pitchFamily="50" charset="-128"/>
              <a:ea typeface="メイリオ" panose="020B0604030504040204" pitchFamily="50" charset="-128"/>
            </a:endParaRPr>
          </a:p>
          <a:p>
            <a:pPr marL="285750" indent="-285750">
              <a:lnSpc>
                <a:spcPct val="150000"/>
              </a:lnSpc>
              <a:buFont typeface="Wingdings" panose="05000000000000000000" pitchFamily="2" charset="2"/>
              <a:buChar char="p"/>
            </a:pPr>
            <a:r>
              <a:rPr kumimoji="1" lang="ja-JP" altLang="en-US" sz="2000" dirty="0">
                <a:latin typeface="メイリオ" panose="020B0604030504040204" pitchFamily="50" charset="-128"/>
                <a:ea typeface="メイリオ" panose="020B0604030504040204" pitchFamily="50" charset="-128"/>
              </a:rPr>
              <a:t>ドキュメント</a:t>
            </a:r>
            <a:endParaRPr kumimoji="1" lang="en-US" altLang="ja-JP" sz="2000" dirty="0">
              <a:latin typeface="メイリオ" panose="020B0604030504040204" pitchFamily="50" charset="-128"/>
              <a:ea typeface="メイリオ" panose="020B0604030504040204" pitchFamily="50" charset="-128"/>
            </a:endParaRPr>
          </a:p>
          <a:p>
            <a:pPr marL="285750" indent="-285750">
              <a:lnSpc>
                <a:spcPct val="150000"/>
              </a:lnSpc>
              <a:buFont typeface="Wingdings" panose="05000000000000000000" pitchFamily="2" charset="2"/>
              <a:buChar char="p"/>
            </a:pPr>
            <a:r>
              <a:rPr kumimoji="1" lang="ja-JP" altLang="en-US" sz="2000" dirty="0">
                <a:latin typeface="メイリオ" panose="020B0604030504040204" pitchFamily="50" charset="-128"/>
                <a:ea typeface="メイリオ" panose="020B0604030504040204" pitchFamily="50" charset="-128"/>
              </a:rPr>
              <a:t>ワイドカラム</a:t>
            </a:r>
            <a:endParaRPr kumimoji="1" lang="en-US" altLang="ja-JP" sz="2000" dirty="0">
              <a:latin typeface="メイリオ" panose="020B0604030504040204" pitchFamily="50" charset="-128"/>
              <a:ea typeface="メイリオ" panose="020B0604030504040204" pitchFamily="50" charset="-128"/>
            </a:endParaRPr>
          </a:p>
          <a:p>
            <a:pPr marL="285750" indent="-285750">
              <a:lnSpc>
                <a:spcPct val="150000"/>
              </a:lnSpc>
              <a:buFont typeface="Wingdings" panose="05000000000000000000" pitchFamily="2" charset="2"/>
              <a:buChar char="p"/>
            </a:pPr>
            <a:r>
              <a:rPr lang="ja-JP" altLang="en-US" sz="2000" dirty="0">
                <a:latin typeface="メイリオ" panose="020B0604030504040204" pitchFamily="50" charset="-128"/>
                <a:ea typeface="メイリオ" panose="020B0604030504040204" pitchFamily="50" charset="-128"/>
              </a:rPr>
              <a:t>階層型</a:t>
            </a:r>
            <a:endParaRPr kumimoji="1" lang="ja-JP" altLang="en-US" sz="20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986534479"/>
      </p:ext>
    </p:extLst>
  </p:cSld>
  <p:clrMapOvr>
    <a:masterClrMapping/>
  </p:clrMapOvr>
  <p:transition advTm="42207"/>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 name="タイトル 1">
            <a:extLst>
              <a:ext uri="{FF2B5EF4-FFF2-40B4-BE49-F238E27FC236}">
                <a16:creationId xmlns:a16="http://schemas.microsoft.com/office/drawing/2014/main" id="{3B2F40DD-E21D-4126-B485-6DEF490624A0}"/>
              </a:ext>
            </a:extLst>
          </p:cNvPr>
          <p:cNvSpPr txBox="1">
            <a:spLocks/>
          </p:cNvSpPr>
          <p:nvPr/>
        </p:nvSpPr>
        <p:spPr bwMode="auto">
          <a:xfrm>
            <a:off x="631222" y="228600"/>
            <a:ext cx="8642258" cy="50208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rtl="0" fontAlgn="base">
              <a:lnSpc>
                <a:spcPct val="90000"/>
              </a:lnSpc>
              <a:spcBef>
                <a:spcPct val="0"/>
              </a:spcBef>
              <a:spcAft>
                <a:spcPct val="0"/>
              </a:spcAft>
              <a:defRPr kumimoji="1" sz="2000">
                <a:solidFill>
                  <a:schemeClr val="tx2"/>
                </a:solidFill>
                <a:latin typeface="游明朝" panose="02020400000000000000" pitchFamily="18" charset="-128"/>
                <a:ea typeface="游明朝" panose="02020400000000000000" pitchFamily="18" charset="-128"/>
                <a:cs typeface="+mj-cs"/>
              </a:defRPr>
            </a:lvl1pPr>
            <a:lvl2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2pPr>
            <a:lvl3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3pPr>
            <a:lvl4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4pPr>
            <a:lvl5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5pPr>
            <a:lvl6pPr marL="4572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6pPr>
            <a:lvl7pPr marL="9144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7pPr>
            <a:lvl8pPr marL="13716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8pPr>
            <a:lvl9pPr marL="18288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9pPr>
          </a:lstStyle>
          <a:p>
            <a:pPr algn="l"/>
            <a:r>
              <a:rPr lang="ja-JP" altLang="en-US" sz="3000" dirty="0">
                <a:latin typeface="メイリオ" panose="020B0604030504040204" pitchFamily="50" charset="-128"/>
                <a:ea typeface="メイリオ" panose="020B0604030504040204" pitchFamily="50" charset="-128"/>
              </a:rPr>
              <a:t>リレーショナルモデル</a:t>
            </a:r>
          </a:p>
        </p:txBody>
      </p:sp>
      <p:sp>
        <p:nvSpPr>
          <p:cNvPr id="124" name="コンテンツ プレースホルダー 2">
            <a:extLst>
              <a:ext uri="{FF2B5EF4-FFF2-40B4-BE49-F238E27FC236}">
                <a16:creationId xmlns:a16="http://schemas.microsoft.com/office/drawing/2014/main" id="{83709AB2-F603-441F-9429-A765FC262FD0}"/>
              </a:ext>
            </a:extLst>
          </p:cNvPr>
          <p:cNvSpPr txBox="1">
            <a:spLocks/>
          </p:cNvSpPr>
          <p:nvPr/>
        </p:nvSpPr>
        <p:spPr>
          <a:xfrm>
            <a:off x="631222" y="692696"/>
            <a:ext cx="9002298" cy="325343"/>
          </a:xfrm>
          <a:prstGeom prst="rect">
            <a:avLst/>
          </a:prstGeom>
        </p:spPr>
        <p:txBody>
          <a:bodyPr vert="horz" lIns="74295" tIns="37148" rIns="74295" bIns="37148" rtlCol="0">
            <a:noAutofit/>
          </a:bodyPr>
          <a:lstStyle>
            <a:lvl1pPr marL="228600" indent="-228600" algn="l" defTabSz="914400" rtl="0" eaLnBrk="1" latinLnBrk="0" hangingPunct="1">
              <a:lnSpc>
                <a:spcPct val="90000"/>
              </a:lnSpc>
              <a:spcBef>
                <a:spcPts val="1000"/>
              </a:spcBef>
              <a:buFont typeface="Wingdings 2" pitchFamily="18" charset="2"/>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2" pitchFamily="18" charset="2"/>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2" pitchFamily="18" charset="2"/>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5pPr>
            <a:lvl6pPr marL="25146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6pPr>
            <a:lvl7pPr marL="29718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7pPr>
            <a:lvl8pPr marL="34290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8pPr>
            <a:lvl9pPr marL="38862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9pPr>
          </a:lstStyle>
          <a:p>
            <a:pPr marL="0" indent="0">
              <a:buNone/>
            </a:pPr>
            <a:r>
              <a:rPr lang="ja-JP" altLang="en-US" sz="24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データベースはリレーショナルモデルが基本的なデータモデルとなっている。</a:t>
            </a:r>
            <a:endParaRPr kumimoji="0" lang="en-US" altLang="ja-JP" sz="2400" kern="0" dirty="0">
              <a:solidFill>
                <a:schemeClr val="tx2"/>
              </a:solidFill>
              <a:latin typeface="メイリオ" panose="020B0604030504040204" pitchFamily="50" charset="-128"/>
              <a:ea typeface="メイリオ" panose="020B0604030504040204" pitchFamily="50" charset="-128"/>
            </a:endParaRPr>
          </a:p>
        </p:txBody>
      </p:sp>
      <p:grpSp>
        <p:nvGrpSpPr>
          <p:cNvPr id="9" name="グループ化 23">
            <a:extLst>
              <a:ext uri="{FF2B5EF4-FFF2-40B4-BE49-F238E27FC236}">
                <a16:creationId xmlns:a16="http://schemas.microsoft.com/office/drawing/2014/main" id="{B86ECEFD-7ABA-4F9C-BE4A-C9AE22285443}"/>
              </a:ext>
            </a:extLst>
          </p:cNvPr>
          <p:cNvGrpSpPr/>
          <p:nvPr/>
        </p:nvGrpSpPr>
        <p:grpSpPr>
          <a:xfrm>
            <a:off x="2792760" y="1916832"/>
            <a:ext cx="4203742" cy="3597486"/>
            <a:chOff x="3278419" y="1473258"/>
            <a:chExt cx="6677025" cy="4476750"/>
          </a:xfrm>
        </p:grpSpPr>
        <p:pic>
          <p:nvPicPr>
            <p:cNvPr id="10" name="Picture 2">
              <a:extLst>
                <a:ext uri="{FF2B5EF4-FFF2-40B4-BE49-F238E27FC236}">
                  <a16:creationId xmlns:a16="http://schemas.microsoft.com/office/drawing/2014/main" id="{259FFEF8-1C97-47B3-AB64-748528912C51}"/>
                </a:ext>
              </a:extLst>
            </p:cNvPr>
            <p:cNvPicPr>
              <a:picLocks noChangeAspect="1" noChangeArrowheads="1"/>
            </p:cNvPicPr>
            <p:nvPr/>
          </p:nvPicPr>
          <p:blipFill>
            <a:blip r:embed="rId2" cstate="print"/>
            <a:srcRect/>
            <a:stretch>
              <a:fillRect/>
            </a:stretch>
          </p:blipFill>
          <p:spPr bwMode="auto">
            <a:xfrm>
              <a:off x="3278419" y="1473258"/>
              <a:ext cx="6677025" cy="4476750"/>
            </a:xfrm>
            <a:prstGeom prst="rect">
              <a:avLst/>
            </a:prstGeom>
            <a:noFill/>
            <a:ln w="9525">
              <a:solidFill>
                <a:srgbClr val="00B0F0"/>
              </a:solidFill>
              <a:miter lim="800000"/>
              <a:headEnd/>
              <a:tailEnd/>
            </a:ln>
          </p:spPr>
        </p:pic>
        <p:cxnSp>
          <p:nvCxnSpPr>
            <p:cNvPr id="11" name="直線矢印コネクタ 10">
              <a:extLst>
                <a:ext uri="{FF2B5EF4-FFF2-40B4-BE49-F238E27FC236}">
                  <a16:creationId xmlns:a16="http://schemas.microsoft.com/office/drawing/2014/main" id="{9444C543-A3B3-4337-BB3C-C96A2DEC26C5}"/>
                </a:ext>
              </a:extLst>
            </p:cNvPr>
            <p:cNvCxnSpPr/>
            <p:nvPr/>
          </p:nvCxnSpPr>
          <p:spPr bwMode="auto">
            <a:xfrm flipV="1">
              <a:off x="6001789" y="2675965"/>
              <a:ext cx="856211" cy="737"/>
            </a:xfrm>
            <a:prstGeom prst="straightConnector1">
              <a:avLst/>
            </a:prstGeom>
            <a:solidFill>
              <a:schemeClr val="accent1"/>
            </a:solidFill>
            <a:ln w="28575" cap="flat" cmpd="sng" algn="ctr">
              <a:solidFill>
                <a:srgbClr val="00B0F0"/>
              </a:solidFill>
              <a:prstDash val="solid"/>
              <a:round/>
              <a:headEnd type="none" w="med" len="med"/>
              <a:tailEnd type="arrow"/>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cxnSp>
          <p:nvCxnSpPr>
            <p:cNvPr id="12" name="直線矢印コネクタ 11">
              <a:extLst>
                <a:ext uri="{FF2B5EF4-FFF2-40B4-BE49-F238E27FC236}">
                  <a16:creationId xmlns:a16="http://schemas.microsoft.com/office/drawing/2014/main" id="{515810FF-FB4E-4366-8EC6-F0125ADB0B97}"/>
                </a:ext>
              </a:extLst>
            </p:cNvPr>
            <p:cNvCxnSpPr/>
            <p:nvPr/>
          </p:nvCxnSpPr>
          <p:spPr bwMode="auto">
            <a:xfrm>
              <a:off x="8377518" y="3106271"/>
              <a:ext cx="13447" cy="800100"/>
            </a:xfrm>
            <a:prstGeom prst="straightConnector1">
              <a:avLst/>
            </a:prstGeom>
            <a:solidFill>
              <a:schemeClr val="accent1"/>
            </a:solidFill>
            <a:ln w="28575" cap="flat" cmpd="sng" algn="ctr">
              <a:solidFill>
                <a:srgbClr val="00B0F0"/>
              </a:solidFill>
              <a:prstDash val="solid"/>
              <a:round/>
              <a:headEnd type="none" w="med" len="med"/>
              <a:tailEnd type="arrow"/>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grpSp>
    </p:spTree>
    <p:extLst>
      <p:ext uri="{BB962C8B-B14F-4D97-AF65-F5344CB8AC3E}">
        <p14:creationId xmlns:p14="http://schemas.microsoft.com/office/powerpoint/2010/main" val="4097004908"/>
      </p:ext>
    </p:extLst>
  </p:cSld>
  <p:clrMapOvr>
    <a:masterClrMapping/>
  </p:clrMapOvr>
  <p:transition advTm="54747"/>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 name="タイトル 1">
            <a:extLst>
              <a:ext uri="{FF2B5EF4-FFF2-40B4-BE49-F238E27FC236}">
                <a16:creationId xmlns:a16="http://schemas.microsoft.com/office/drawing/2014/main" id="{3B2F40DD-E21D-4126-B485-6DEF490624A0}"/>
              </a:ext>
            </a:extLst>
          </p:cNvPr>
          <p:cNvSpPr txBox="1">
            <a:spLocks/>
          </p:cNvSpPr>
          <p:nvPr/>
        </p:nvSpPr>
        <p:spPr bwMode="auto">
          <a:xfrm>
            <a:off x="631222" y="228600"/>
            <a:ext cx="8642258" cy="50208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rtl="0" fontAlgn="base">
              <a:lnSpc>
                <a:spcPct val="90000"/>
              </a:lnSpc>
              <a:spcBef>
                <a:spcPct val="0"/>
              </a:spcBef>
              <a:spcAft>
                <a:spcPct val="0"/>
              </a:spcAft>
              <a:defRPr kumimoji="1" sz="2000">
                <a:solidFill>
                  <a:schemeClr val="tx2"/>
                </a:solidFill>
                <a:latin typeface="游明朝" panose="02020400000000000000" pitchFamily="18" charset="-128"/>
                <a:ea typeface="游明朝" panose="02020400000000000000" pitchFamily="18" charset="-128"/>
                <a:cs typeface="+mj-cs"/>
              </a:defRPr>
            </a:lvl1pPr>
            <a:lvl2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2pPr>
            <a:lvl3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3pPr>
            <a:lvl4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4pPr>
            <a:lvl5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5pPr>
            <a:lvl6pPr marL="4572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6pPr>
            <a:lvl7pPr marL="9144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7pPr>
            <a:lvl8pPr marL="13716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8pPr>
            <a:lvl9pPr marL="18288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9pPr>
          </a:lstStyle>
          <a:p>
            <a:pPr algn="l"/>
            <a:r>
              <a:rPr lang="ja-JP" altLang="en-US" sz="3000" dirty="0">
                <a:latin typeface="メイリオ" panose="020B0604030504040204" pitchFamily="50" charset="-128"/>
                <a:ea typeface="メイリオ" panose="020B0604030504040204" pitchFamily="50" charset="-128"/>
              </a:rPr>
              <a:t>トランザクション：</a:t>
            </a:r>
            <a:r>
              <a:rPr lang="en-US" altLang="ja-JP" sz="3000" dirty="0">
                <a:latin typeface="メイリオ" panose="020B0604030504040204" pitchFamily="50" charset="-128"/>
                <a:ea typeface="メイリオ" panose="020B0604030504040204" pitchFamily="50" charset="-128"/>
              </a:rPr>
              <a:t>ACID</a:t>
            </a:r>
            <a:endParaRPr lang="ja-JP" altLang="en-US" sz="3000" dirty="0">
              <a:latin typeface="メイリオ" panose="020B0604030504040204" pitchFamily="50" charset="-128"/>
              <a:ea typeface="メイリオ" panose="020B0604030504040204" pitchFamily="50" charset="-128"/>
            </a:endParaRPr>
          </a:p>
        </p:txBody>
      </p:sp>
      <p:sp>
        <p:nvSpPr>
          <p:cNvPr id="124" name="コンテンツ プレースホルダー 2">
            <a:extLst>
              <a:ext uri="{FF2B5EF4-FFF2-40B4-BE49-F238E27FC236}">
                <a16:creationId xmlns:a16="http://schemas.microsoft.com/office/drawing/2014/main" id="{83709AB2-F603-441F-9429-A765FC262FD0}"/>
              </a:ext>
            </a:extLst>
          </p:cNvPr>
          <p:cNvSpPr txBox="1">
            <a:spLocks/>
          </p:cNvSpPr>
          <p:nvPr/>
        </p:nvSpPr>
        <p:spPr>
          <a:xfrm>
            <a:off x="631222" y="692696"/>
            <a:ext cx="9002298" cy="325343"/>
          </a:xfrm>
          <a:prstGeom prst="rect">
            <a:avLst/>
          </a:prstGeom>
        </p:spPr>
        <p:txBody>
          <a:bodyPr vert="horz" lIns="74295" tIns="37148" rIns="74295" bIns="37148" rtlCol="0">
            <a:noAutofit/>
          </a:bodyPr>
          <a:lstStyle>
            <a:lvl1pPr marL="228600" indent="-228600" algn="l" defTabSz="914400" rtl="0" eaLnBrk="1" latinLnBrk="0" hangingPunct="1">
              <a:lnSpc>
                <a:spcPct val="90000"/>
              </a:lnSpc>
              <a:spcBef>
                <a:spcPts val="1000"/>
              </a:spcBef>
              <a:buFont typeface="Wingdings 2" pitchFamily="18" charset="2"/>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2" pitchFamily="18" charset="2"/>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2" pitchFamily="18" charset="2"/>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5pPr>
            <a:lvl6pPr marL="25146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6pPr>
            <a:lvl7pPr marL="29718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7pPr>
            <a:lvl8pPr marL="34290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8pPr>
            <a:lvl9pPr marL="38862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9pPr>
          </a:lstStyle>
          <a:p>
            <a:pPr marL="0" indent="0">
              <a:buNone/>
            </a:pPr>
            <a:r>
              <a:rPr lang="en-US" altLang="ja-JP" sz="2400" dirty="0">
                <a:solidFill>
                  <a:srgbClr val="002060"/>
                </a:solidFill>
                <a:latin typeface="メイリオ" panose="020B0604030504040204" pitchFamily="50" charset="-128"/>
                <a:ea typeface="メイリオ" panose="020B0604030504040204" pitchFamily="50" charset="-128"/>
              </a:rPr>
              <a:t>ACID</a:t>
            </a:r>
            <a:r>
              <a:rPr lang="ja-JP" altLang="en-US" sz="2400" dirty="0">
                <a:solidFill>
                  <a:srgbClr val="002060"/>
                </a:solidFill>
                <a:latin typeface="メイリオ" panose="020B0604030504040204" pitchFamily="50" charset="-128"/>
                <a:ea typeface="メイリオ" panose="020B0604030504040204" pitchFamily="50" charset="-128"/>
              </a:rPr>
              <a:t>は信頼性のあるトランザクションシステムの持つべき性質のこと</a:t>
            </a:r>
            <a:endParaRPr kumimoji="0" lang="en-US" altLang="ja-JP" sz="2400" kern="0" dirty="0">
              <a:solidFill>
                <a:srgbClr val="002060"/>
              </a:solidFill>
              <a:latin typeface="メイリオ" panose="020B0604030504040204" pitchFamily="50" charset="-128"/>
              <a:ea typeface="メイリオ" panose="020B0604030504040204" pitchFamily="50" charset="-128"/>
            </a:endParaRPr>
          </a:p>
        </p:txBody>
      </p:sp>
      <p:sp>
        <p:nvSpPr>
          <p:cNvPr id="22" name="テキスト ボックス 21">
            <a:extLst>
              <a:ext uri="{FF2B5EF4-FFF2-40B4-BE49-F238E27FC236}">
                <a16:creationId xmlns:a16="http://schemas.microsoft.com/office/drawing/2014/main" id="{E3244D0A-3139-4744-9614-74263E1E184A}"/>
              </a:ext>
            </a:extLst>
          </p:cNvPr>
          <p:cNvSpPr txBox="1"/>
          <p:nvPr/>
        </p:nvSpPr>
        <p:spPr>
          <a:xfrm>
            <a:off x="704528" y="1628800"/>
            <a:ext cx="8280920" cy="4493538"/>
          </a:xfrm>
          <a:prstGeom prst="rect">
            <a:avLst/>
          </a:prstGeom>
          <a:noFill/>
        </p:spPr>
        <p:txBody>
          <a:bodyPr wrap="square" rtlCol="0">
            <a:spAutoFit/>
          </a:bodyPr>
          <a:lstStyle/>
          <a:p>
            <a:pPr marL="285750" indent="-285750">
              <a:lnSpc>
                <a:spcPct val="150000"/>
              </a:lnSpc>
              <a:buFont typeface="Wingdings" panose="05000000000000000000" pitchFamily="2" charset="2"/>
              <a:buChar char="n"/>
            </a:pPr>
            <a:r>
              <a:rPr lang="en-US" altLang="ja-JP" dirty="0">
                <a:latin typeface="メイリオ" panose="020B0604030504040204" pitchFamily="50" charset="-128"/>
                <a:ea typeface="メイリオ" panose="020B0604030504040204" pitchFamily="50" charset="-128"/>
              </a:rPr>
              <a:t>Atomicity</a:t>
            </a:r>
            <a:r>
              <a:rPr lang="ja-JP" altLang="en-US" dirty="0">
                <a:latin typeface="メイリオ" panose="020B0604030504040204" pitchFamily="50" charset="-128"/>
                <a:ea typeface="メイリオ" panose="020B0604030504040204" pitchFamily="50" charset="-128"/>
              </a:rPr>
              <a:t>（原子性）</a:t>
            </a:r>
            <a:br>
              <a:rPr lang="en-US" altLang="ja-JP" dirty="0">
                <a:latin typeface="メイリオ" panose="020B0604030504040204" pitchFamily="50" charset="-128"/>
                <a:ea typeface="メイリオ" panose="020B0604030504040204" pitchFamily="50" charset="-128"/>
              </a:rPr>
            </a:br>
            <a:r>
              <a:rPr lang="ja-JP" altLang="en-US" dirty="0">
                <a:latin typeface="メイリオ" panose="020B0604030504040204" pitchFamily="50" charset="-128"/>
                <a:ea typeface="メイリオ" panose="020B0604030504040204" pitchFamily="50" charset="-128"/>
              </a:rPr>
              <a:t>トランザクションが「すべて実行される」か「一つも実行されない」のどちらかの状態になるという性質</a:t>
            </a:r>
          </a:p>
          <a:p>
            <a:pPr marL="285750" indent="-285750">
              <a:lnSpc>
                <a:spcPct val="150000"/>
              </a:lnSpc>
              <a:buFont typeface="Wingdings" panose="05000000000000000000" pitchFamily="2" charset="2"/>
              <a:buChar char="n"/>
            </a:pPr>
            <a:r>
              <a:rPr lang="en-US" altLang="ja-JP" dirty="0">
                <a:latin typeface="メイリオ" panose="020B0604030504040204" pitchFamily="50" charset="-128"/>
                <a:ea typeface="メイリオ" panose="020B0604030504040204" pitchFamily="50" charset="-128"/>
              </a:rPr>
              <a:t>Consistency</a:t>
            </a:r>
            <a:r>
              <a:rPr lang="ja-JP" altLang="en-US" dirty="0">
                <a:latin typeface="メイリオ" panose="020B0604030504040204" pitchFamily="50" charset="-128"/>
                <a:ea typeface="メイリオ" panose="020B0604030504040204" pitchFamily="50" charset="-128"/>
              </a:rPr>
              <a:t>（整合性</a:t>
            </a:r>
            <a:r>
              <a:rPr lang="ja-JP" altLang="en-US" b="1" dirty="0">
                <a:latin typeface="メイリオ" panose="020B0604030504040204" pitchFamily="50" charset="-128"/>
                <a:ea typeface="メイリオ" panose="020B0604030504040204" pitchFamily="50" charset="-128"/>
              </a:rPr>
              <a:t>）</a:t>
            </a:r>
            <a:br>
              <a:rPr lang="en-US" altLang="ja-JP" b="1" dirty="0">
                <a:latin typeface="メイリオ" panose="020B0604030504040204" pitchFamily="50" charset="-128"/>
                <a:ea typeface="メイリオ" panose="020B0604030504040204" pitchFamily="50" charset="-128"/>
              </a:rPr>
            </a:br>
            <a:r>
              <a:rPr lang="ja-JP" altLang="en-US" dirty="0">
                <a:latin typeface="メイリオ" panose="020B0604030504040204" pitchFamily="50" charset="-128"/>
                <a:ea typeface="メイリオ" panose="020B0604030504040204" pitchFamily="50" charset="-128"/>
              </a:rPr>
              <a:t>トランザクションの前後でデータの整合性が保たれ、矛盾の無い状態が継続される性質</a:t>
            </a:r>
          </a:p>
          <a:p>
            <a:pPr marL="285750" indent="-285750">
              <a:lnSpc>
                <a:spcPct val="150000"/>
              </a:lnSpc>
              <a:buFont typeface="Wingdings" panose="05000000000000000000" pitchFamily="2" charset="2"/>
              <a:buChar char="n"/>
            </a:pPr>
            <a:r>
              <a:rPr lang="en-US" altLang="ja-JP" dirty="0">
                <a:latin typeface="メイリオ" panose="020B0604030504040204" pitchFamily="50" charset="-128"/>
                <a:ea typeface="メイリオ" panose="020B0604030504040204" pitchFamily="50" charset="-128"/>
              </a:rPr>
              <a:t>Isolation</a:t>
            </a:r>
            <a:r>
              <a:rPr lang="ja-JP" altLang="en-US" dirty="0">
                <a:latin typeface="メイリオ" panose="020B0604030504040204" pitchFamily="50" charset="-128"/>
                <a:ea typeface="メイリオ" panose="020B0604030504040204" pitchFamily="50" charset="-128"/>
              </a:rPr>
              <a:t>（独立性）</a:t>
            </a:r>
            <a:br>
              <a:rPr lang="en-US" altLang="ja-JP" dirty="0">
                <a:latin typeface="メイリオ" panose="020B0604030504040204" pitchFamily="50" charset="-128"/>
                <a:ea typeface="メイリオ" panose="020B0604030504040204" pitchFamily="50" charset="-128"/>
              </a:rPr>
            </a:br>
            <a:r>
              <a:rPr lang="ja-JP" altLang="en-US" dirty="0">
                <a:latin typeface="メイリオ" panose="020B0604030504040204" pitchFamily="50" charset="-128"/>
                <a:ea typeface="メイリオ" panose="020B0604030504040204" pitchFamily="50" charset="-128"/>
              </a:rPr>
              <a:t>トランザクション実行中の処理過程が外部から隠蔽され、他の処理などに影響を与えない性質</a:t>
            </a:r>
          </a:p>
          <a:p>
            <a:pPr marL="285750" indent="-285750">
              <a:lnSpc>
                <a:spcPct val="150000"/>
              </a:lnSpc>
              <a:buFont typeface="Wingdings" panose="05000000000000000000" pitchFamily="2" charset="2"/>
              <a:buChar char="n"/>
            </a:pPr>
            <a:r>
              <a:rPr lang="en-US" altLang="ja-JP" dirty="0">
                <a:latin typeface="メイリオ" panose="020B0604030504040204" pitchFamily="50" charset="-128"/>
                <a:ea typeface="メイリオ" panose="020B0604030504040204" pitchFamily="50" charset="-128"/>
              </a:rPr>
              <a:t>Durability</a:t>
            </a:r>
            <a:r>
              <a:rPr lang="ja-JP" altLang="en-US" dirty="0">
                <a:latin typeface="メイリオ" panose="020B0604030504040204" pitchFamily="50" charset="-128"/>
                <a:ea typeface="メイリオ" panose="020B0604030504040204" pitchFamily="50" charset="-128"/>
              </a:rPr>
              <a:t>（耐久性）</a:t>
            </a:r>
            <a:br>
              <a:rPr lang="en-US" altLang="ja-JP" dirty="0">
                <a:latin typeface="メイリオ" panose="020B0604030504040204" pitchFamily="50" charset="-128"/>
                <a:ea typeface="メイリオ" panose="020B0604030504040204" pitchFamily="50" charset="-128"/>
              </a:rPr>
            </a:br>
            <a:r>
              <a:rPr lang="ja-JP" altLang="en-US" dirty="0">
                <a:latin typeface="メイリオ" panose="020B0604030504040204" pitchFamily="50" charset="-128"/>
                <a:ea typeface="メイリオ" panose="020B0604030504040204" pitchFamily="50" charset="-128"/>
              </a:rPr>
              <a:t>トランザクションが完了したら、その結果は記録され、クラッシュしても失われることがないという性質</a:t>
            </a:r>
            <a:endParaRPr kumimoji="1" lang="ja-JP" altLang="en-US" sz="20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05912982"/>
      </p:ext>
    </p:extLst>
  </p:cSld>
  <p:clrMapOvr>
    <a:masterClrMapping/>
  </p:clrMapOvr>
  <p:transition advTm="37533"/>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 name="タイトル 1">
            <a:extLst>
              <a:ext uri="{FF2B5EF4-FFF2-40B4-BE49-F238E27FC236}">
                <a16:creationId xmlns:a16="http://schemas.microsoft.com/office/drawing/2014/main" id="{3B2F40DD-E21D-4126-B485-6DEF490624A0}"/>
              </a:ext>
            </a:extLst>
          </p:cNvPr>
          <p:cNvSpPr txBox="1">
            <a:spLocks/>
          </p:cNvSpPr>
          <p:nvPr/>
        </p:nvSpPr>
        <p:spPr bwMode="auto">
          <a:xfrm>
            <a:off x="631222" y="228600"/>
            <a:ext cx="8642258" cy="50208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rtl="0" fontAlgn="base">
              <a:lnSpc>
                <a:spcPct val="90000"/>
              </a:lnSpc>
              <a:spcBef>
                <a:spcPct val="0"/>
              </a:spcBef>
              <a:spcAft>
                <a:spcPct val="0"/>
              </a:spcAft>
              <a:defRPr kumimoji="1" sz="2000">
                <a:solidFill>
                  <a:schemeClr val="tx2"/>
                </a:solidFill>
                <a:latin typeface="游明朝" panose="02020400000000000000" pitchFamily="18" charset="-128"/>
                <a:ea typeface="游明朝" panose="02020400000000000000" pitchFamily="18" charset="-128"/>
                <a:cs typeface="+mj-cs"/>
              </a:defRPr>
            </a:lvl1pPr>
            <a:lvl2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2pPr>
            <a:lvl3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3pPr>
            <a:lvl4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4pPr>
            <a:lvl5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5pPr>
            <a:lvl6pPr marL="4572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6pPr>
            <a:lvl7pPr marL="9144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7pPr>
            <a:lvl8pPr marL="13716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8pPr>
            <a:lvl9pPr marL="18288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9pPr>
          </a:lstStyle>
          <a:p>
            <a:pPr algn="l"/>
            <a:r>
              <a:rPr lang="en-US" altLang="ja-JP" sz="3000" dirty="0">
                <a:solidFill>
                  <a:schemeClr val="tx1"/>
                </a:solidFill>
                <a:latin typeface="メイリオ" panose="020B0604030504040204" pitchFamily="50" charset="-128"/>
                <a:ea typeface="メイリオ" panose="020B0604030504040204" pitchFamily="50" charset="-128"/>
              </a:rPr>
              <a:t>RDS</a:t>
            </a:r>
            <a:r>
              <a:rPr lang="ja-JP" altLang="en-US" sz="3000" dirty="0">
                <a:solidFill>
                  <a:schemeClr val="tx1"/>
                </a:solidFill>
                <a:latin typeface="メイリオ" panose="020B0604030504040204" pitchFamily="50" charset="-128"/>
                <a:ea typeface="メイリオ" panose="020B0604030504040204" pitchFamily="50" charset="-128"/>
              </a:rPr>
              <a:t>の特徴</a:t>
            </a:r>
          </a:p>
        </p:txBody>
      </p:sp>
      <p:sp>
        <p:nvSpPr>
          <p:cNvPr id="124" name="コンテンツ プレースホルダー 2">
            <a:extLst>
              <a:ext uri="{FF2B5EF4-FFF2-40B4-BE49-F238E27FC236}">
                <a16:creationId xmlns:a16="http://schemas.microsoft.com/office/drawing/2014/main" id="{83709AB2-F603-441F-9429-A765FC262FD0}"/>
              </a:ext>
            </a:extLst>
          </p:cNvPr>
          <p:cNvSpPr txBox="1">
            <a:spLocks/>
          </p:cNvSpPr>
          <p:nvPr/>
        </p:nvSpPr>
        <p:spPr>
          <a:xfrm>
            <a:off x="631222" y="692696"/>
            <a:ext cx="9002298" cy="325343"/>
          </a:xfrm>
          <a:prstGeom prst="rect">
            <a:avLst/>
          </a:prstGeom>
        </p:spPr>
        <p:txBody>
          <a:bodyPr vert="horz" lIns="74295" tIns="37148" rIns="74295" bIns="37148" rtlCol="0">
            <a:noAutofit/>
          </a:bodyPr>
          <a:lstStyle>
            <a:lvl1pPr marL="228600" indent="-228600" algn="l" defTabSz="914400" rtl="0" eaLnBrk="1" latinLnBrk="0" hangingPunct="1">
              <a:lnSpc>
                <a:spcPct val="90000"/>
              </a:lnSpc>
              <a:spcBef>
                <a:spcPts val="1000"/>
              </a:spcBef>
              <a:buFont typeface="Wingdings 2" pitchFamily="18" charset="2"/>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2" pitchFamily="18" charset="2"/>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2" pitchFamily="18" charset="2"/>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5pPr>
            <a:lvl6pPr marL="25146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6pPr>
            <a:lvl7pPr marL="29718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7pPr>
            <a:lvl8pPr marL="34290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8pPr>
            <a:lvl9pPr marL="38862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9pPr>
          </a:lstStyle>
          <a:p>
            <a:pPr marL="0" indent="0">
              <a:buNone/>
            </a:pPr>
            <a:r>
              <a:rPr lang="en-US" altLang="ja-JP" sz="2400" dirty="0">
                <a:solidFill>
                  <a:srgbClr val="002060"/>
                </a:solidFill>
                <a:latin typeface="メイリオ" panose="020B0604030504040204" pitchFamily="50" charset="-128"/>
                <a:ea typeface="メイリオ" panose="020B0604030504040204" pitchFamily="50" charset="-128"/>
              </a:rPr>
              <a:t>RDS</a:t>
            </a:r>
            <a:r>
              <a:rPr lang="ja-JP" altLang="en-US" sz="2400" dirty="0">
                <a:solidFill>
                  <a:srgbClr val="002060"/>
                </a:solidFill>
                <a:latin typeface="メイリオ" panose="020B0604030504040204" pitchFamily="50" charset="-128"/>
                <a:ea typeface="メイリオ" panose="020B0604030504040204" pitchFamily="50" charset="-128"/>
              </a:rPr>
              <a:t>は様々なデータベースソフトウェアに対応したフルマネージドなリレーショナルデータベース</a:t>
            </a:r>
            <a:endParaRPr lang="en-US" altLang="ja-JP" sz="2400" dirty="0">
              <a:solidFill>
                <a:srgbClr val="002060"/>
              </a:solidFill>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35F369C6-661B-4F50-AF6A-10D0E0A3284E}"/>
              </a:ext>
            </a:extLst>
          </p:cNvPr>
          <p:cNvSpPr/>
          <p:nvPr/>
        </p:nvSpPr>
        <p:spPr>
          <a:xfrm>
            <a:off x="1712640" y="2132856"/>
            <a:ext cx="6120680" cy="3170099"/>
          </a:xfrm>
          <a:prstGeom prst="rect">
            <a:avLst/>
          </a:prstGeom>
          <a:ln>
            <a:solidFill>
              <a:srgbClr val="F0861E"/>
            </a:solidFill>
          </a:ln>
        </p:spPr>
        <p:txBody>
          <a:bodyPr wrap="square">
            <a:spAutoFit/>
          </a:bodyPr>
          <a:lstStyle/>
          <a:p>
            <a:r>
              <a:rPr lang="ja-JP" altLang="en-US" sz="2000" dirty="0">
                <a:latin typeface="メイリオ" panose="020B0604030504040204" pitchFamily="50" charset="-128"/>
                <a:ea typeface="メイリオ" panose="020B0604030504040204" pitchFamily="50" charset="-128"/>
              </a:rPr>
              <a:t>以下のような標準ソフトウェアを利用したデータベースを構築できる</a:t>
            </a:r>
            <a:endParaRPr lang="en-US" altLang="ja-JP" sz="2000" dirty="0">
              <a:latin typeface="メイリオ" panose="020B0604030504040204" pitchFamily="50" charset="-128"/>
              <a:ea typeface="メイリオ" panose="020B0604030504040204" pitchFamily="50" charset="-128"/>
            </a:endParaRPr>
          </a:p>
          <a:p>
            <a:br>
              <a:rPr lang="en-US" altLang="ja-JP" sz="2000" dirty="0">
                <a:latin typeface="メイリオ" panose="020B0604030504040204" pitchFamily="50" charset="-128"/>
                <a:ea typeface="メイリオ" panose="020B0604030504040204" pitchFamily="50" charset="-128"/>
              </a:rPr>
            </a:br>
            <a:r>
              <a:rPr lang="en-US" altLang="ja-JP" sz="2000" dirty="0">
                <a:latin typeface="メイリオ" panose="020B0604030504040204" pitchFamily="50" charset="-128"/>
                <a:ea typeface="メイリオ" panose="020B0604030504040204" pitchFamily="50" charset="-128"/>
              </a:rPr>
              <a:t>-MySQL</a:t>
            </a:r>
            <a:br>
              <a:rPr lang="en-US" altLang="ja-JP" sz="2000" dirty="0">
                <a:latin typeface="メイリオ" panose="020B0604030504040204" pitchFamily="50" charset="-128"/>
                <a:ea typeface="メイリオ" panose="020B0604030504040204" pitchFamily="50" charset="-128"/>
              </a:rPr>
            </a:br>
            <a:r>
              <a:rPr lang="en-US" altLang="ja-JP" sz="2000" dirty="0">
                <a:latin typeface="メイリオ" panose="020B0604030504040204" pitchFamily="50" charset="-128"/>
                <a:ea typeface="メイリオ" panose="020B0604030504040204" pitchFamily="50" charset="-128"/>
              </a:rPr>
              <a:t>-ORACLE</a:t>
            </a:r>
            <a:br>
              <a:rPr lang="en-US" altLang="ja-JP" sz="2000" dirty="0">
                <a:latin typeface="メイリオ" panose="020B0604030504040204" pitchFamily="50" charset="-128"/>
                <a:ea typeface="メイリオ" panose="020B0604030504040204" pitchFamily="50" charset="-128"/>
              </a:rPr>
            </a:br>
            <a:r>
              <a:rPr lang="en-US" altLang="ja-JP" sz="2000" dirty="0">
                <a:latin typeface="メイリオ" panose="020B0604030504040204" pitchFamily="50" charset="-128"/>
                <a:ea typeface="メイリオ" panose="020B0604030504040204" pitchFamily="50" charset="-128"/>
              </a:rPr>
              <a:t>-Microsoft SQL Server</a:t>
            </a:r>
            <a:br>
              <a:rPr lang="en-US" altLang="ja-JP" sz="2000" dirty="0">
                <a:latin typeface="メイリオ" panose="020B0604030504040204" pitchFamily="50" charset="-128"/>
                <a:ea typeface="メイリオ" panose="020B0604030504040204" pitchFamily="50" charset="-128"/>
              </a:rPr>
            </a:br>
            <a:r>
              <a:rPr lang="en-US" altLang="ja-JP" sz="2000" dirty="0">
                <a:latin typeface="メイリオ" panose="020B0604030504040204" pitchFamily="50" charset="-128"/>
                <a:ea typeface="メイリオ" panose="020B0604030504040204" pitchFamily="50" charset="-128"/>
              </a:rPr>
              <a:t>-PostgreSQL</a:t>
            </a:r>
            <a:br>
              <a:rPr lang="en-US" altLang="ja-JP" sz="2000" dirty="0">
                <a:latin typeface="メイリオ" panose="020B0604030504040204" pitchFamily="50" charset="-128"/>
                <a:ea typeface="メイリオ" panose="020B0604030504040204" pitchFamily="50" charset="-128"/>
              </a:rPr>
            </a:br>
            <a:r>
              <a:rPr lang="en-US" altLang="ja-JP" sz="2000" dirty="0">
                <a:latin typeface="メイリオ" panose="020B0604030504040204" pitchFamily="50" charset="-128"/>
                <a:ea typeface="メイリオ" panose="020B0604030504040204" pitchFamily="50" charset="-128"/>
              </a:rPr>
              <a:t>-MariaDB</a:t>
            </a:r>
            <a:br>
              <a:rPr lang="en-US" altLang="ja-JP" sz="2000" dirty="0">
                <a:latin typeface="メイリオ" panose="020B0604030504040204" pitchFamily="50" charset="-128"/>
                <a:ea typeface="メイリオ" panose="020B0604030504040204" pitchFamily="50" charset="-128"/>
              </a:rPr>
            </a:br>
            <a:r>
              <a:rPr lang="en-US" altLang="ja-JP" sz="2000" dirty="0">
                <a:latin typeface="メイリオ" panose="020B0604030504040204" pitchFamily="50" charset="-128"/>
                <a:ea typeface="メイリオ" panose="020B0604030504040204" pitchFamily="50" charset="-128"/>
              </a:rPr>
              <a:t>-Amazon Aurora</a:t>
            </a:r>
            <a:br>
              <a:rPr lang="en-US" altLang="ja-JP" sz="2000" dirty="0">
                <a:latin typeface="メイリオ" panose="020B0604030504040204" pitchFamily="50" charset="-128"/>
                <a:ea typeface="メイリオ" panose="020B0604030504040204" pitchFamily="50" charset="-128"/>
              </a:rPr>
            </a:br>
            <a:r>
              <a:rPr lang="ja-JP" altLang="en-US" sz="2000" dirty="0">
                <a:latin typeface="メイリオ" panose="020B0604030504040204" pitchFamily="50" charset="-128"/>
                <a:ea typeface="メイリオ" panose="020B0604030504040204" pitchFamily="50" charset="-128"/>
              </a:rPr>
              <a:t> </a:t>
            </a:r>
            <a:endParaRPr lang="en-US" altLang="ja-JP" sz="20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166491082"/>
      </p:ext>
    </p:extLst>
  </p:cSld>
  <p:clrMapOvr>
    <a:masterClrMapping/>
  </p:clrMapOvr>
  <p:transition advTm="31789"/>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タイトル 1">
            <a:extLst>
              <a:ext uri="{FF2B5EF4-FFF2-40B4-BE49-F238E27FC236}">
                <a16:creationId xmlns:a16="http://schemas.microsoft.com/office/drawing/2014/main" id="{48F80BE1-D063-4240-BFC7-C8D243720250}"/>
              </a:ext>
            </a:extLst>
          </p:cNvPr>
          <p:cNvSpPr txBox="1">
            <a:spLocks/>
          </p:cNvSpPr>
          <p:nvPr/>
        </p:nvSpPr>
        <p:spPr bwMode="auto">
          <a:xfrm>
            <a:off x="631222" y="201863"/>
            <a:ext cx="8642258" cy="50208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rtl="0" fontAlgn="base">
              <a:lnSpc>
                <a:spcPct val="90000"/>
              </a:lnSpc>
              <a:spcBef>
                <a:spcPct val="0"/>
              </a:spcBef>
              <a:spcAft>
                <a:spcPct val="0"/>
              </a:spcAft>
              <a:defRPr kumimoji="1" sz="2000">
                <a:solidFill>
                  <a:schemeClr val="tx2"/>
                </a:solidFill>
                <a:latin typeface="游明朝" panose="02020400000000000000" pitchFamily="18" charset="-128"/>
                <a:ea typeface="游明朝" panose="02020400000000000000" pitchFamily="18" charset="-128"/>
                <a:cs typeface="+mj-cs"/>
              </a:defRPr>
            </a:lvl1pPr>
            <a:lvl2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2pPr>
            <a:lvl3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3pPr>
            <a:lvl4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4pPr>
            <a:lvl5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5pPr>
            <a:lvl6pPr marL="4572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6pPr>
            <a:lvl7pPr marL="9144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7pPr>
            <a:lvl8pPr marL="13716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8pPr>
            <a:lvl9pPr marL="18288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9pPr>
          </a:lstStyle>
          <a:p>
            <a:pPr algn="l"/>
            <a:r>
              <a:rPr kumimoji="0" lang="en-US" altLang="ja-JP" sz="3000" dirty="0">
                <a:solidFill>
                  <a:srgbClr val="000000"/>
                </a:solidFill>
                <a:latin typeface="メイリオ" pitchFamily="50" charset="-128"/>
                <a:ea typeface="メイリオ" pitchFamily="50" charset="-128"/>
                <a:cs typeface="メイリオ" pitchFamily="50" charset="-128"/>
              </a:rPr>
              <a:t>RDS</a:t>
            </a:r>
            <a:r>
              <a:rPr kumimoji="0" lang="ja-JP" altLang="en-US" sz="3000" dirty="0">
                <a:solidFill>
                  <a:srgbClr val="000000"/>
                </a:solidFill>
                <a:latin typeface="メイリオ" pitchFamily="50" charset="-128"/>
                <a:ea typeface="メイリオ" pitchFamily="50" charset="-128"/>
                <a:cs typeface="メイリオ" pitchFamily="50" charset="-128"/>
              </a:rPr>
              <a:t>のベストプラクティス</a:t>
            </a:r>
            <a:endParaRPr kumimoji="0" lang="en-US" altLang="ja-JP" sz="3000" dirty="0">
              <a:solidFill>
                <a:srgbClr val="000000"/>
              </a:solidFill>
              <a:latin typeface="メイリオ" pitchFamily="50" charset="-128"/>
              <a:ea typeface="メイリオ" pitchFamily="50" charset="-128"/>
              <a:cs typeface="メイリオ" pitchFamily="50" charset="-128"/>
            </a:endParaRPr>
          </a:p>
        </p:txBody>
      </p:sp>
      <p:sp>
        <p:nvSpPr>
          <p:cNvPr id="2" name="正方形/長方形 2">
            <a:extLst>
              <a:ext uri="{FF2B5EF4-FFF2-40B4-BE49-F238E27FC236}">
                <a16:creationId xmlns:a16="http://schemas.microsoft.com/office/drawing/2014/main" id="{0BB0D4B2-50AA-4FB0-9104-DF87AA7984A6}"/>
              </a:ext>
            </a:extLst>
          </p:cNvPr>
          <p:cNvSpPr/>
          <p:nvPr/>
        </p:nvSpPr>
        <p:spPr>
          <a:xfrm>
            <a:off x="1640632" y="2420888"/>
            <a:ext cx="6840760" cy="2554545"/>
          </a:xfrm>
          <a:prstGeom prst="rect">
            <a:avLst/>
          </a:prstGeom>
          <a:ln>
            <a:solidFill>
              <a:srgbClr val="F0861E"/>
            </a:solidFill>
          </a:ln>
        </p:spPr>
        <p:txBody>
          <a:bodyPr wrap="square">
            <a:spAutoFit/>
          </a:bodyPr>
          <a:lstStyle/>
          <a:p>
            <a:pPr marL="342900" indent="-342900">
              <a:lnSpc>
                <a:spcPct val="150000"/>
              </a:lnSpc>
              <a:buFont typeface="Arial" panose="020B0604020202020204" pitchFamily="34" charset="0"/>
              <a:buChar char="•"/>
            </a:pPr>
            <a:r>
              <a:rPr lang="ja-JP" altLang="en-US" b="0" i="0" dirty="0">
                <a:effectLst/>
                <a:latin typeface="メイリオ" panose="020B0604030504040204" pitchFamily="50" charset="-128"/>
                <a:ea typeface="メイリオ" panose="020B0604030504040204" pitchFamily="50" charset="-128"/>
              </a:rPr>
              <a:t>メモリ内に保持できるように十分な </a:t>
            </a:r>
            <a:r>
              <a:rPr lang="en-US" altLang="ja-JP" b="0" i="0" dirty="0">
                <a:effectLst/>
                <a:latin typeface="メイリオ" panose="020B0604030504040204" pitchFamily="50" charset="-128"/>
                <a:ea typeface="メイリオ" panose="020B0604030504040204" pitchFamily="50" charset="-128"/>
              </a:rPr>
              <a:t>RAM </a:t>
            </a:r>
            <a:r>
              <a:rPr lang="ja-JP" altLang="en-US" b="0" i="0" dirty="0">
                <a:effectLst/>
                <a:latin typeface="メイリオ" panose="020B0604030504040204" pitchFamily="50" charset="-128"/>
                <a:ea typeface="メイリオ" panose="020B0604030504040204" pitchFamily="50" charset="-128"/>
              </a:rPr>
              <a:t>を割り当てる</a:t>
            </a:r>
            <a:endParaRPr lang="en-US" altLang="ja-JP" b="0" i="0" dirty="0">
              <a:effectLst/>
              <a:latin typeface="メイリオ" panose="020B0604030504040204" pitchFamily="50" charset="-128"/>
              <a:ea typeface="メイリオ" panose="020B0604030504040204" pitchFamily="50" charset="-128"/>
            </a:endParaRPr>
          </a:p>
          <a:p>
            <a:pPr marL="342900" indent="-342900">
              <a:lnSpc>
                <a:spcPct val="150000"/>
              </a:lnSpc>
              <a:buFont typeface="Arial" panose="020B0604020202020204" pitchFamily="34" charset="0"/>
              <a:buChar char="•"/>
            </a:pPr>
            <a:r>
              <a:rPr lang="ja-JP" altLang="en-US" b="0" i="0" u="none" strike="noStrike" dirty="0">
                <a:effectLst/>
                <a:latin typeface="メイリオ" panose="020B0604030504040204" pitchFamily="50" charset="-128"/>
                <a:ea typeface="メイリオ" panose="020B0604030504040204" pitchFamily="50" charset="-128"/>
              </a:rPr>
              <a:t>拡張モニタリングを使用したオペレーティングシステムの問題の特定</a:t>
            </a:r>
          </a:p>
          <a:p>
            <a:pPr marL="342900" indent="-342900">
              <a:lnSpc>
                <a:spcPct val="150000"/>
              </a:lnSpc>
              <a:buFont typeface="Arial" panose="020B0604020202020204" pitchFamily="34" charset="0"/>
              <a:buChar char="•"/>
            </a:pPr>
            <a:r>
              <a:rPr lang="ja-JP" altLang="en-US" b="0" i="0" dirty="0">
                <a:effectLst/>
                <a:latin typeface="メイリオ" panose="020B0604030504040204" pitchFamily="50" charset="-128"/>
                <a:ea typeface="メイリオ" panose="020B0604030504040204" pitchFamily="50" charset="-128"/>
              </a:rPr>
              <a:t>特定のメトリクスしきい値に対して </a:t>
            </a:r>
            <a:r>
              <a:rPr lang="en-US" altLang="ja-JP" b="0" i="0" dirty="0">
                <a:effectLst/>
                <a:latin typeface="メイリオ" panose="020B0604030504040204" pitchFamily="50" charset="-128"/>
                <a:ea typeface="メイリオ" panose="020B0604030504040204" pitchFamily="50" charset="-128"/>
              </a:rPr>
              <a:t>Amazon CloudWatch </a:t>
            </a:r>
            <a:r>
              <a:rPr lang="ja-JP" altLang="en-US" b="0" i="0" dirty="0">
                <a:effectLst/>
                <a:latin typeface="メイリオ" panose="020B0604030504040204" pitchFamily="50" charset="-128"/>
                <a:ea typeface="メイリオ" panose="020B0604030504040204" pitchFamily="50" charset="-128"/>
              </a:rPr>
              <a:t>アラームを設定</a:t>
            </a:r>
            <a:endParaRPr lang="en-US" altLang="ja-JP" dirty="0">
              <a:latin typeface="メイリオ" panose="020B0604030504040204" pitchFamily="50" charset="-128"/>
              <a:ea typeface="メイリオ" panose="020B0604030504040204" pitchFamily="50" charset="-128"/>
            </a:endParaRPr>
          </a:p>
          <a:p>
            <a:pPr marL="342900" indent="-342900">
              <a:lnSpc>
                <a:spcPct val="150000"/>
              </a:lnSpc>
              <a:buFont typeface="Arial" panose="020B0604020202020204" pitchFamily="34" charset="0"/>
              <a:buChar char="•"/>
            </a:pPr>
            <a:r>
              <a:rPr lang="en-US" altLang="ja-JP" dirty="0">
                <a:latin typeface="メイリオ" panose="020B0604030504040204" pitchFamily="50" charset="-128"/>
                <a:ea typeface="メイリオ" panose="020B0604030504040204" pitchFamily="50" charset="-128"/>
              </a:rPr>
              <a:t>MYSQL</a:t>
            </a:r>
            <a:r>
              <a:rPr lang="ja-JP" altLang="en-US" dirty="0">
                <a:latin typeface="メイリオ" panose="020B0604030504040204" pitchFamily="50" charset="-128"/>
                <a:ea typeface="メイリオ" panose="020B0604030504040204" pitchFamily="50" charset="-128"/>
              </a:rPr>
              <a:t>のストレージエンジンには</a:t>
            </a:r>
            <a:r>
              <a:rPr lang="en-US" altLang="ja-JP" dirty="0" err="1">
                <a:latin typeface="メイリオ" panose="020B0604030504040204" pitchFamily="50" charset="-128"/>
                <a:ea typeface="メイリオ" panose="020B0604030504040204" pitchFamily="50" charset="-128"/>
              </a:rPr>
              <a:t>InnoDB</a:t>
            </a:r>
            <a:r>
              <a:rPr lang="ja-JP" altLang="en-US" dirty="0">
                <a:latin typeface="メイリオ" panose="020B0604030504040204" pitchFamily="50" charset="-128"/>
                <a:ea typeface="メイリオ" panose="020B0604030504040204" pitchFamily="50" charset="-128"/>
              </a:rPr>
              <a:t>を利用する。</a:t>
            </a:r>
            <a:endParaRPr lang="en-US" altLang="ja-JP" dirty="0">
              <a:latin typeface="メイリオ" panose="020B0604030504040204" pitchFamily="50" charset="-128"/>
              <a:ea typeface="メイリオ" panose="020B0604030504040204" pitchFamily="50" charset="-128"/>
            </a:endParaRPr>
          </a:p>
          <a:p>
            <a:pPr marL="342900" indent="-342900">
              <a:lnSpc>
                <a:spcPct val="150000"/>
              </a:lnSpc>
              <a:buFont typeface="Arial" panose="020B0604020202020204" pitchFamily="34" charset="0"/>
              <a:buChar char="•"/>
            </a:pPr>
            <a:r>
              <a:rPr lang="ja-JP" altLang="en-US" dirty="0">
                <a:latin typeface="メイリオ" panose="020B0604030504040204" pitchFamily="50" charset="-128"/>
                <a:ea typeface="メイリオ" panose="020B0604030504040204" pitchFamily="50" charset="-128"/>
              </a:rPr>
              <a:t>大きなテーブルのパーティションは</a:t>
            </a:r>
            <a:r>
              <a:rPr lang="en-US" altLang="ja-JP" dirty="0">
                <a:latin typeface="メイリオ" panose="020B0604030504040204" pitchFamily="50" charset="-128"/>
                <a:ea typeface="メイリオ" panose="020B0604030504040204" pitchFamily="50" charset="-128"/>
              </a:rPr>
              <a:t>16TB</a:t>
            </a:r>
            <a:r>
              <a:rPr lang="ja-JP" altLang="en-US" dirty="0">
                <a:latin typeface="メイリオ" panose="020B0604030504040204" pitchFamily="50" charset="-128"/>
                <a:ea typeface="メイリオ" panose="020B0604030504040204" pitchFamily="50" charset="-128"/>
              </a:rPr>
              <a:t>を超えないようにする。</a:t>
            </a:r>
            <a:endParaRPr lang="en-US" altLang="ja-JP" dirty="0">
              <a:latin typeface="メイリオ" panose="020B0604030504040204" pitchFamily="50" charset="-128"/>
              <a:ea typeface="メイリオ" panose="020B0604030504040204" pitchFamily="50" charset="-128"/>
            </a:endParaRPr>
          </a:p>
          <a:p>
            <a:pPr marL="285750" indent="-285750">
              <a:buFont typeface="Arial" panose="020B0604020202020204" pitchFamily="34" charset="0"/>
              <a:buChar char="•"/>
            </a:pPr>
            <a:endParaRPr lang="en-US" altLang="ja-JP" dirty="0">
              <a:latin typeface="メイリオ" panose="020B0604030504040204" pitchFamily="50" charset="-128"/>
              <a:ea typeface="メイリオ" panose="020B0604030504040204" pitchFamily="50" charset="-128"/>
            </a:endParaRPr>
          </a:p>
        </p:txBody>
      </p:sp>
      <p:sp>
        <p:nvSpPr>
          <p:cNvPr id="5" name="コンテンツ プレースホルダー 2">
            <a:extLst>
              <a:ext uri="{FF2B5EF4-FFF2-40B4-BE49-F238E27FC236}">
                <a16:creationId xmlns:a16="http://schemas.microsoft.com/office/drawing/2014/main" id="{A2609260-FB1C-4F12-ADD4-4CBCDDC7313B}"/>
              </a:ext>
            </a:extLst>
          </p:cNvPr>
          <p:cNvSpPr txBox="1">
            <a:spLocks/>
          </p:cNvSpPr>
          <p:nvPr/>
        </p:nvSpPr>
        <p:spPr>
          <a:xfrm>
            <a:off x="631222" y="692696"/>
            <a:ext cx="9002298" cy="325343"/>
          </a:xfrm>
          <a:prstGeom prst="rect">
            <a:avLst/>
          </a:prstGeom>
        </p:spPr>
        <p:txBody>
          <a:bodyPr vert="horz" lIns="74295" tIns="37148" rIns="74295" bIns="37148" rtlCol="0">
            <a:noAutofit/>
          </a:bodyPr>
          <a:lstStyle>
            <a:lvl1pPr marL="228600" indent="-228600" algn="l" defTabSz="914400" rtl="0" eaLnBrk="1" latinLnBrk="0" hangingPunct="1">
              <a:lnSpc>
                <a:spcPct val="90000"/>
              </a:lnSpc>
              <a:spcBef>
                <a:spcPts val="1000"/>
              </a:spcBef>
              <a:buFont typeface="Wingdings 2" pitchFamily="18" charset="2"/>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2" pitchFamily="18" charset="2"/>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2" pitchFamily="18" charset="2"/>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5pPr>
            <a:lvl6pPr marL="25146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6pPr>
            <a:lvl7pPr marL="29718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7pPr>
            <a:lvl8pPr marL="34290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8pPr>
            <a:lvl9pPr marL="38862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9pPr>
          </a:lstStyle>
          <a:p>
            <a:pPr marL="0" indent="0">
              <a:buNone/>
            </a:pPr>
            <a:r>
              <a:rPr lang="en-US" altLang="ja-JP" sz="2400" dirty="0">
                <a:solidFill>
                  <a:srgbClr val="002060"/>
                </a:solidFill>
                <a:latin typeface="メイリオ" panose="020B0604030504040204" pitchFamily="50" charset="-128"/>
                <a:ea typeface="メイリオ" panose="020B0604030504040204" pitchFamily="50" charset="-128"/>
              </a:rPr>
              <a:t>RDS</a:t>
            </a:r>
            <a:r>
              <a:rPr lang="ja-JP" altLang="en-US" sz="2400" dirty="0">
                <a:solidFill>
                  <a:srgbClr val="002060"/>
                </a:solidFill>
                <a:latin typeface="メイリオ" panose="020B0604030504040204" pitchFamily="50" charset="-128"/>
                <a:ea typeface="メイリオ" panose="020B0604030504040204" pitchFamily="50" charset="-128"/>
              </a:rPr>
              <a:t>は主だったベストプラクティスとして以下のような内容が推奨されている。</a:t>
            </a:r>
            <a:endParaRPr lang="en-US" altLang="ja-JP" sz="2400" dirty="0">
              <a:solidFill>
                <a:srgbClr val="002060"/>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751969740"/>
      </p:ext>
    </p:extLst>
  </p:cSld>
  <p:clrMapOvr>
    <a:masterClrMapping/>
  </p:clrMapOvr>
  <mc:AlternateContent xmlns:mc="http://schemas.openxmlformats.org/markup-compatibility/2006" xmlns:p14="http://schemas.microsoft.com/office/powerpoint/2010/main">
    <mc:Choice Requires="p14">
      <p:transition spd="slow" p14:dur="2000" advTm="77003"/>
    </mc:Choice>
    <mc:Fallback xmlns="">
      <p:transition spd="slow" advTm="77003"/>
    </mc:Fallback>
  </mc:AlternateContent>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タイトル 1">
            <a:extLst>
              <a:ext uri="{FF2B5EF4-FFF2-40B4-BE49-F238E27FC236}">
                <a16:creationId xmlns:a16="http://schemas.microsoft.com/office/drawing/2014/main" id="{48F80BE1-D063-4240-BFC7-C8D243720250}"/>
              </a:ext>
            </a:extLst>
          </p:cNvPr>
          <p:cNvSpPr txBox="1">
            <a:spLocks/>
          </p:cNvSpPr>
          <p:nvPr/>
        </p:nvSpPr>
        <p:spPr bwMode="auto">
          <a:xfrm>
            <a:off x="631222" y="228600"/>
            <a:ext cx="8642258" cy="50208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rtl="0" fontAlgn="base">
              <a:lnSpc>
                <a:spcPct val="90000"/>
              </a:lnSpc>
              <a:spcBef>
                <a:spcPct val="0"/>
              </a:spcBef>
              <a:spcAft>
                <a:spcPct val="0"/>
              </a:spcAft>
              <a:defRPr kumimoji="1" sz="2000">
                <a:solidFill>
                  <a:schemeClr val="tx2"/>
                </a:solidFill>
                <a:latin typeface="游明朝" panose="02020400000000000000" pitchFamily="18" charset="-128"/>
                <a:ea typeface="游明朝" panose="02020400000000000000" pitchFamily="18" charset="-128"/>
                <a:cs typeface="+mj-cs"/>
              </a:defRPr>
            </a:lvl1pPr>
            <a:lvl2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2pPr>
            <a:lvl3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3pPr>
            <a:lvl4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4pPr>
            <a:lvl5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5pPr>
            <a:lvl6pPr marL="4572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6pPr>
            <a:lvl7pPr marL="9144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7pPr>
            <a:lvl8pPr marL="13716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8pPr>
            <a:lvl9pPr marL="18288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9pPr>
          </a:lstStyle>
          <a:p>
            <a:pPr algn="l"/>
            <a:r>
              <a:rPr lang="ja-JP" altLang="en-US" sz="3000" dirty="0">
                <a:solidFill>
                  <a:schemeClr val="tx1"/>
                </a:solidFill>
                <a:latin typeface="メイリオ" panose="020B0604030504040204" pitchFamily="50" charset="-128"/>
                <a:ea typeface="メイリオ" panose="020B0604030504040204" pitchFamily="50" charset="-128"/>
              </a:rPr>
              <a:t>マネージド型</a:t>
            </a:r>
            <a:r>
              <a:rPr lang="en-US" altLang="ja-JP" sz="3000" dirty="0">
                <a:solidFill>
                  <a:schemeClr val="tx1"/>
                </a:solidFill>
                <a:latin typeface="メイリオ" panose="020B0604030504040204" pitchFamily="50" charset="-128"/>
                <a:ea typeface="メイリオ" panose="020B0604030504040204" pitchFamily="50" charset="-128"/>
              </a:rPr>
              <a:t>DB</a:t>
            </a:r>
            <a:r>
              <a:rPr lang="ja-JP" altLang="en-US" sz="3000" dirty="0">
                <a:solidFill>
                  <a:schemeClr val="tx1"/>
                </a:solidFill>
                <a:latin typeface="メイリオ" panose="020B0604030504040204" pitchFamily="50" charset="-128"/>
                <a:ea typeface="メイリオ" panose="020B0604030504040204" pitchFamily="50" charset="-128"/>
              </a:rPr>
              <a:t>の特徴</a:t>
            </a:r>
          </a:p>
        </p:txBody>
      </p:sp>
      <p:sp>
        <p:nvSpPr>
          <p:cNvPr id="28" name="コンテンツ プレースホルダー 2">
            <a:extLst>
              <a:ext uri="{FF2B5EF4-FFF2-40B4-BE49-F238E27FC236}">
                <a16:creationId xmlns:a16="http://schemas.microsoft.com/office/drawing/2014/main" id="{F87603B6-BA6D-4444-BEB1-962C64C4E69C}"/>
              </a:ext>
            </a:extLst>
          </p:cNvPr>
          <p:cNvSpPr txBox="1">
            <a:spLocks/>
          </p:cNvSpPr>
          <p:nvPr/>
        </p:nvSpPr>
        <p:spPr>
          <a:xfrm>
            <a:off x="631222" y="799401"/>
            <a:ext cx="8858282" cy="325343"/>
          </a:xfrm>
          <a:prstGeom prst="rect">
            <a:avLst/>
          </a:prstGeom>
        </p:spPr>
        <p:txBody>
          <a:bodyPr vert="horz" lIns="74295" tIns="37148" rIns="74295" bIns="37148" rtlCol="0">
            <a:noAutofit/>
          </a:bodyPr>
          <a:lstStyle>
            <a:lvl1pPr marL="228600" indent="-228600" algn="l" defTabSz="914400" rtl="0" eaLnBrk="1" latinLnBrk="0" hangingPunct="1">
              <a:lnSpc>
                <a:spcPct val="90000"/>
              </a:lnSpc>
              <a:spcBef>
                <a:spcPts val="1000"/>
              </a:spcBef>
              <a:buFont typeface="Wingdings 2" pitchFamily="18" charset="2"/>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2" pitchFamily="18" charset="2"/>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2" pitchFamily="18" charset="2"/>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5pPr>
            <a:lvl6pPr marL="25146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6pPr>
            <a:lvl7pPr marL="29718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7pPr>
            <a:lvl8pPr marL="34290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8pPr>
            <a:lvl9pPr marL="38862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9pPr>
          </a:lstStyle>
          <a:p>
            <a:pPr marL="0" indent="0">
              <a:buNone/>
            </a:pPr>
            <a:r>
              <a:rPr lang="en-US" altLang="ja-JP" sz="2400" dirty="0">
                <a:solidFill>
                  <a:srgbClr val="002060"/>
                </a:solidFill>
                <a:latin typeface="メイリオ" panose="020B0604030504040204" pitchFamily="50" charset="-128"/>
                <a:ea typeface="メイリオ" panose="020B0604030504040204" pitchFamily="50" charset="-128"/>
              </a:rPr>
              <a:t>RDS</a:t>
            </a:r>
            <a:r>
              <a:rPr lang="ja-JP" altLang="en-US" sz="2400" dirty="0">
                <a:solidFill>
                  <a:srgbClr val="002060"/>
                </a:solidFill>
                <a:latin typeface="メイリオ" panose="020B0604030504040204" pitchFamily="50" charset="-128"/>
                <a:ea typeface="メイリオ" panose="020B0604030504040204" pitchFamily="50" charset="-128"/>
              </a:rPr>
              <a:t>はマネージド型であるため、クラウド側が多くの管理タスクを実施している。</a:t>
            </a:r>
            <a:endParaRPr lang="en-US" altLang="ja-JP" sz="2400" dirty="0">
              <a:solidFill>
                <a:srgbClr val="002060"/>
              </a:solidFill>
              <a:latin typeface="メイリオ" panose="020B0604030504040204" pitchFamily="50" charset="-128"/>
              <a:ea typeface="メイリオ" panose="020B0604030504040204" pitchFamily="50" charset="-128"/>
            </a:endParaRPr>
          </a:p>
        </p:txBody>
      </p:sp>
      <p:sp>
        <p:nvSpPr>
          <p:cNvPr id="18" name="Rectangle: Rounded Corners 17">
            <a:extLst>
              <a:ext uri="{FF2B5EF4-FFF2-40B4-BE49-F238E27FC236}">
                <a16:creationId xmlns:a16="http://schemas.microsoft.com/office/drawing/2014/main" id="{94E23E0E-649D-4A52-A09F-28A32EC7A9E3}"/>
              </a:ext>
            </a:extLst>
          </p:cNvPr>
          <p:cNvSpPr/>
          <p:nvPr/>
        </p:nvSpPr>
        <p:spPr bwMode="auto">
          <a:xfrm>
            <a:off x="2432720" y="2060848"/>
            <a:ext cx="2448272" cy="432048"/>
          </a:xfrm>
          <a:prstGeom prst="roundRect">
            <a:avLst/>
          </a:prstGeom>
          <a:solidFill>
            <a:srgbClr val="00B0F0"/>
          </a:solidFill>
          <a:ln w="12700" cap="flat" cmpd="sng" algn="ctr">
            <a:solidFill>
              <a:schemeClr val="bg1"/>
            </a:solidFill>
            <a:prstDash val="solid"/>
            <a:round/>
            <a:headEnd type="none" w="med" len="med"/>
            <a:tailEnd type="none" w="med" len="med"/>
          </a:ln>
          <a:effectLst/>
        </p:spPr>
        <p:txBody>
          <a:bodyPr vert="horz" wrap="square" lIns="36000" tIns="36000" rIns="36000" bIns="360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ja-JP" altLang="en-US" sz="1500" b="1" dirty="0">
                <a:solidFill>
                  <a:schemeClr val="bg1"/>
                </a:solidFill>
                <a:latin typeface="メイリオ" panose="020B0604030504040204" pitchFamily="50" charset="-128"/>
                <a:ea typeface="メイリオ" panose="020B0604030504040204" pitchFamily="50" charset="-128"/>
              </a:rPr>
              <a:t>ソフトウェア設定</a:t>
            </a:r>
            <a:endParaRPr kumimoji="1" lang="ja-JP" altLang="en-US" sz="1500" b="1" i="0" u="none" strike="noStrike" cap="none" normalizeH="0" baseline="0" dirty="0">
              <a:ln>
                <a:noFill/>
              </a:ln>
              <a:solidFill>
                <a:schemeClr val="bg1"/>
              </a:solidFill>
              <a:effectLst/>
              <a:latin typeface="メイリオ" panose="020B0604030504040204" pitchFamily="50" charset="-128"/>
              <a:ea typeface="メイリオ" panose="020B0604030504040204" pitchFamily="50" charset="-128"/>
            </a:endParaRPr>
          </a:p>
        </p:txBody>
      </p:sp>
      <p:sp>
        <p:nvSpPr>
          <p:cNvPr id="19" name="Rectangle: Rounded Corners 18">
            <a:extLst>
              <a:ext uri="{FF2B5EF4-FFF2-40B4-BE49-F238E27FC236}">
                <a16:creationId xmlns:a16="http://schemas.microsoft.com/office/drawing/2014/main" id="{15A9915F-EDB3-4626-B81E-D7F402ECF92D}"/>
              </a:ext>
            </a:extLst>
          </p:cNvPr>
          <p:cNvSpPr/>
          <p:nvPr/>
        </p:nvSpPr>
        <p:spPr bwMode="auto">
          <a:xfrm>
            <a:off x="2432720" y="2564904"/>
            <a:ext cx="2448272" cy="432048"/>
          </a:xfrm>
          <a:prstGeom prst="roundRect">
            <a:avLst/>
          </a:prstGeom>
          <a:solidFill>
            <a:srgbClr val="00B0F0"/>
          </a:solidFill>
          <a:ln w="12700" cap="flat" cmpd="sng" algn="ctr">
            <a:solidFill>
              <a:schemeClr val="bg1"/>
            </a:solidFill>
            <a:prstDash val="solid"/>
            <a:round/>
            <a:headEnd type="none" w="med" len="med"/>
            <a:tailEnd type="none" w="med" len="med"/>
          </a:ln>
          <a:effectLst/>
        </p:spPr>
        <p:txBody>
          <a:bodyPr vert="horz" wrap="square" lIns="36000" tIns="36000" rIns="36000" bIns="360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ja-JP" altLang="en-US" sz="1500" b="1" i="0" u="none" strike="noStrike" cap="none" normalizeH="0" baseline="0" dirty="0">
                <a:ln>
                  <a:noFill/>
                </a:ln>
                <a:solidFill>
                  <a:schemeClr val="bg1"/>
                </a:solidFill>
                <a:effectLst/>
                <a:latin typeface="メイリオ" panose="020B0604030504040204" pitchFamily="50" charset="-128"/>
                <a:ea typeface="メイリオ" panose="020B0604030504040204" pitchFamily="50" charset="-128"/>
              </a:rPr>
              <a:t>スケーリング</a:t>
            </a:r>
          </a:p>
        </p:txBody>
      </p:sp>
      <p:sp>
        <p:nvSpPr>
          <p:cNvPr id="20" name="Rectangle: Rounded Corners 19">
            <a:extLst>
              <a:ext uri="{FF2B5EF4-FFF2-40B4-BE49-F238E27FC236}">
                <a16:creationId xmlns:a16="http://schemas.microsoft.com/office/drawing/2014/main" id="{075E0007-6B7D-402C-A9EF-C3AB2703EA9D}"/>
              </a:ext>
            </a:extLst>
          </p:cNvPr>
          <p:cNvSpPr/>
          <p:nvPr/>
        </p:nvSpPr>
        <p:spPr bwMode="auto">
          <a:xfrm>
            <a:off x="2432720" y="3068960"/>
            <a:ext cx="2448272" cy="432048"/>
          </a:xfrm>
          <a:prstGeom prst="roundRect">
            <a:avLst/>
          </a:prstGeom>
          <a:solidFill>
            <a:srgbClr val="00B0F0"/>
          </a:solidFill>
          <a:ln w="12700" cap="flat" cmpd="sng" algn="ctr">
            <a:solidFill>
              <a:schemeClr val="bg1"/>
            </a:solidFill>
            <a:prstDash val="solid"/>
            <a:round/>
            <a:headEnd type="none" w="med" len="med"/>
            <a:tailEnd type="none" w="med" len="med"/>
          </a:ln>
          <a:effectLst/>
        </p:spPr>
        <p:txBody>
          <a:bodyPr vert="horz" wrap="square" lIns="36000" tIns="36000" rIns="36000" bIns="360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ja-JP" altLang="en-US" sz="1500" b="1" i="0" u="none" strike="noStrike" cap="none" normalizeH="0" baseline="0" dirty="0">
                <a:ln>
                  <a:noFill/>
                </a:ln>
                <a:solidFill>
                  <a:schemeClr val="bg1"/>
                </a:solidFill>
                <a:effectLst/>
                <a:latin typeface="メイリオ" panose="020B0604030504040204" pitchFamily="50" charset="-128"/>
                <a:ea typeface="メイリオ" panose="020B0604030504040204" pitchFamily="50" charset="-128"/>
              </a:rPr>
              <a:t>バックアップ</a:t>
            </a:r>
          </a:p>
        </p:txBody>
      </p:sp>
      <p:sp>
        <p:nvSpPr>
          <p:cNvPr id="21" name="Rectangle: Rounded Corners 20">
            <a:extLst>
              <a:ext uri="{FF2B5EF4-FFF2-40B4-BE49-F238E27FC236}">
                <a16:creationId xmlns:a16="http://schemas.microsoft.com/office/drawing/2014/main" id="{995197EA-BBED-44A4-A37D-C735365D61EA}"/>
              </a:ext>
            </a:extLst>
          </p:cNvPr>
          <p:cNvSpPr/>
          <p:nvPr/>
        </p:nvSpPr>
        <p:spPr bwMode="auto">
          <a:xfrm>
            <a:off x="2432720" y="3573016"/>
            <a:ext cx="2448272" cy="432048"/>
          </a:xfrm>
          <a:prstGeom prst="roundRect">
            <a:avLst/>
          </a:prstGeom>
          <a:solidFill>
            <a:srgbClr val="00B0F0"/>
          </a:solidFill>
          <a:ln w="12700" cap="flat" cmpd="sng" algn="ctr">
            <a:solidFill>
              <a:schemeClr val="bg1"/>
            </a:solidFill>
            <a:prstDash val="solid"/>
            <a:round/>
            <a:headEnd type="none" w="med" len="med"/>
            <a:tailEnd type="none" w="med" len="med"/>
          </a:ln>
          <a:effectLst/>
        </p:spPr>
        <p:txBody>
          <a:bodyPr vert="horz" wrap="square" lIns="36000" tIns="36000" rIns="36000" bIns="360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ja-JP" altLang="en-US" sz="1500" b="1" i="0" u="none" strike="noStrike" cap="none" normalizeH="0" baseline="0" dirty="0">
                <a:ln>
                  <a:noFill/>
                </a:ln>
                <a:solidFill>
                  <a:schemeClr val="bg1"/>
                </a:solidFill>
                <a:effectLst/>
                <a:latin typeface="メイリオ" panose="020B0604030504040204" pitchFamily="50" charset="-128"/>
                <a:ea typeface="メイリオ" panose="020B0604030504040204" pitchFamily="50" charset="-128"/>
              </a:rPr>
              <a:t>メンテナンス</a:t>
            </a:r>
          </a:p>
        </p:txBody>
      </p:sp>
      <p:sp>
        <p:nvSpPr>
          <p:cNvPr id="22" name="Rectangle: Rounded Corners 21">
            <a:extLst>
              <a:ext uri="{FF2B5EF4-FFF2-40B4-BE49-F238E27FC236}">
                <a16:creationId xmlns:a16="http://schemas.microsoft.com/office/drawing/2014/main" id="{9718A588-C91A-4C60-8327-F7CE81181F18}"/>
              </a:ext>
            </a:extLst>
          </p:cNvPr>
          <p:cNvSpPr/>
          <p:nvPr/>
        </p:nvSpPr>
        <p:spPr bwMode="auto">
          <a:xfrm>
            <a:off x="2432720" y="4077072"/>
            <a:ext cx="2448272" cy="432048"/>
          </a:xfrm>
          <a:prstGeom prst="roundRect">
            <a:avLst/>
          </a:prstGeom>
          <a:solidFill>
            <a:srgbClr val="F0861E"/>
          </a:solidFill>
          <a:ln w="12700" cap="flat" cmpd="sng" algn="ctr">
            <a:solidFill>
              <a:schemeClr val="bg1"/>
            </a:solidFill>
            <a:prstDash val="solid"/>
            <a:round/>
            <a:headEnd type="none" w="med" len="med"/>
            <a:tailEnd type="none" w="med" len="med"/>
          </a:ln>
          <a:effectLst/>
        </p:spPr>
        <p:txBody>
          <a:bodyPr vert="horz" wrap="square" lIns="36000" tIns="36000" rIns="36000" bIns="360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altLang="ja-JP" sz="1500" b="1" dirty="0">
                <a:solidFill>
                  <a:schemeClr val="bg1"/>
                </a:solidFill>
                <a:latin typeface="メイリオ" panose="020B0604030504040204" pitchFamily="50" charset="-128"/>
                <a:ea typeface="メイリオ" panose="020B0604030504040204" pitchFamily="50" charset="-128"/>
              </a:rPr>
              <a:t>OS</a:t>
            </a:r>
            <a:r>
              <a:rPr lang="ja-JP" altLang="en-US" sz="1500" b="1" dirty="0">
                <a:solidFill>
                  <a:schemeClr val="bg1"/>
                </a:solidFill>
                <a:latin typeface="メイリオ" panose="020B0604030504040204" pitchFamily="50" charset="-128"/>
                <a:ea typeface="メイリオ" panose="020B0604030504040204" pitchFamily="50" charset="-128"/>
              </a:rPr>
              <a:t>設定</a:t>
            </a:r>
            <a:endParaRPr kumimoji="1" lang="ja-JP" altLang="en-US" sz="1500" b="1" i="0" u="none" strike="noStrike" cap="none" normalizeH="0" baseline="0" dirty="0">
              <a:ln>
                <a:noFill/>
              </a:ln>
              <a:solidFill>
                <a:schemeClr val="bg1"/>
              </a:solidFill>
              <a:effectLst/>
              <a:latin typeface="メイリオ" panose="020B0604030504040204" pitchFamily="50" charset="-128"/>
              <a:ea typeface="メイリオ" panose="020B0604030504040204" pitchFamily="50" charset="-128"/>
            </a:endParaRPr>
          </a:p>
        </p:txBody>
      </p:sp>
      <p:sp>
        <p:nvSpPr>
          <p:cNvPr id="24" name="Rectangle: Rounded Corners 23">
            <a:extLst>
              <a:ext uri="{FF2B5EF4-FFF2-40B4-BE49-F238E27FC236}">
                <a16:creationId xmlns:a16="http://schemas.microsoft.com/office/drawing/2014/main" id="{461160FE-7FA8-406D-B48A-8A4F03BD19B6}"/>
              </a:ext>
            </a:extLst>
          </p:cNvPr>
          <p:cNvSpPr/>
          <p:nvPr/>
        </p:nvSpPr>
        <p:spPr bwMode="auto">
          <a:xfrm>
            <a:off x="2432720" y="4581128"/>
            <a:ext cx="2448272" cy="432048"/>
          </a:xfrm>
          <a:prstGeom prst="roundRect">
            <a:avLst/>
          </a:prstGeom>
          <a:solidFill>
            <a:srgbClr val="F0861E"/>
          </a:solidFill>
          <a:ln w="12700" cap="flat" cmpd="sng" algn="ctr">
            <a:solidFill>
              <a:schemeClr val="bg1"/>
            </a:solidFill>
            <a:prstDash val="solid"/>
            <a:round/>
            <a:headEnd type="none" w="med" len="med"/>
            <a:tailEnd type="none" w="med" len="med"/>
          </a:ln>
          <a:effectLst/>
        </p:spPr>
        <p:txBody>
          <a:bodyPr vert="horz" wrap="square" lIns="36000" tIns="36000" rIns="36000" bIns="360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ja-JP" altLang="en-US" sz="1500" b="1" i="0" u="none" strike="noStrike" cap="none" normalizeH="0" baseline="0" dirty="0">
                <a:ln>
                  <a:noFill/>
                </a:ln>
                <a:solidFill>
                  <a:schemeClr val="bg1"/>
                </a:solidFill>
                <a:effectLst/>
                <a:latin typeface="メイリオ" panose="020B0604030504040204" pitchFamily="50" charset="-128"/>
                <a:ea typeface="メイリオ" panose="020B0604030504040204" pitchFamily="50" charset="-128"/>
              </a:rPr>
              <a:t>物理サーバー管理</a:t>
            </a:r>
          </a:p>
        </p:txBody>
      </p:sp>
      <p:sp>
        <p:nvSpPr>
          <p:cNvPr id="26" name="Rectangle: Rounded Corners 25">
            <a:extLst>
              <a:ext uri="{FF2B5EF4-FFF2-40B4-BE49-F238E27FC236}">
                <a16:creationId xmlns:a16="http://schemas.microsoft.com/office/drawing/2014/main" id="{935153C1-A122-4F4F-8D45-1B1F13922991}"/>
              </a:ext>
            </a:extLst>
          </p:cNvPr>
          <p:cNvSpPr/>
          <p:nvPr/>
        </p:nvSpPr>
        <p:spPr bwMode="auto">
          <a:xfrm>
            <a:off x="4953000" y="2060848"/>
            <a:ext cx="2448272" cy="432048"/>
          </a:xfrm>
          <a:prstGeom prst="roundRect">
            <a:avLst/>
          </a:prstGeom>
          <a:solidFill>
            <a:srgbClr val="00B0F0"/>
          </a:solidFill>
          <a:ln w="12700" cap="flat" cmpd="sng" algn="ctr">
            <a:solidFill>
              <a:schemeClr val="bg1"/>
            </a:solidFill>
            <a:prstDash val="solid"/>
            <a:round/>
            <a:headEnd type="none" w="med" len="med"/>
            <a:tailEnd type="none" w="med" len="med"/>
          </a:ln>
          <a:effectLst/>
        </p:spPr>
        <p:txBody>
          <a:bodyPr vert="horz" wrap="square" lIns="36000" tIns="36000" rIns="36000" bIns="360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ja-JP" altLang="en-US" sz="1500" b="1" dirty="0">
                <a:solidFill>
                  <a:schemeClr val="bg1"/>
                </a:solidFill>
                <a:latin typeface="メイリオ" panose="020B0604030504040204" pitchFamily="50" charset="-128"/>
                <a:ea typeface="メイリオ" panose="020B0604030504040204" pitchFamily="50" charset="-128"/>
              </a:rPr>
              <a:t>ソフトウェア設定</a:t>
            </a:r>
            <a:endParaRPr kumimoji="1" lang="ja-JP" altLang="en-US" sz="1500" b="1" i="0" u="none" strike="noStrike" cap="none" normalizeH="0" baseline="0" dirty="0">
              <a:ln>
                <a:noFill/>
              </a:ln>
              <a:solidFill>
                <a:schemeClr val="bg1"/>
              </a:solidFill>
              <a:effectLst/>
              <a:latin typeface="メイリオ" panose="020B0604030504040204" pitchFamily="50" charset="-128"/>
              <a:ea typeface="メイリオ" panose="020B0604030504040204" pitchFamily="50" charset="-128"/>
            </a:endParaRPr>
          </a:p>
        </p:txBody>
      </p:sp>
      <p:sp>
        <p:nvSpPr>
          <p:cNvPr id="29" name="Rectangle: Rounded Corners 28">
            <a:extLst>
              <a:ext uri="{FF2B5EF4-FFF2-40B4-BE49-F238E27FC236}">
                <a16:creationId xmlns:a16="http://schemas.microsoft.com/office/drawing/2014/main" id="{3020B606-93ED-4D8F-809E-342A60A4726A}"/>
              </a:ext>
            </a:extLst>
          </p:cNvPr>
          <p:cNvSpPr/>
          <p:nvPr/>
        </p:nvSpPr>
        <p:spPr bwMode="auto">
          <a:xfrm>
            <a:off x="4953000" y="2564904"/>
            <a:ext cx="2448272" cy="432048"/>
          </a:xfrm>
          <a:prstGeom prst="roundRect">
            <a:avLst/>
          </a:prstGeom>
          <a:solidFill>
            <a:srgbClr val="F0861E"/>
          </a:solidFill>
          <a:ln w="12700" cap="flat" cmpd="sng" algn="ctr">
            <a:solidFill>
              <a:schemeClr val="bg1"/>
            </a:solidFill>
            <a:prstDash val="solid"/>
            <a:round/>
            <a:headEnd type="none" w="med" len="med"/>
            <a:tailEnd type="none" w="med" len="med"/>
          </a:ln>
          <a:effectLst/>
        </p:spPr>
        <p:txBody>
          <a:bodyPr vert="horz" wrap="square" lIns="36000" tIns="36000" rIns="36000" bIns="360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ja-JP" altLang="en-US" sz="1500" b="1" i="0" u="none" strike="noStrike" cap="none" normalizeH="0" baseline="0" dirty="0">
                <a:ln>
                  <a:noFill/>
                </a:ln>
                <a:solidFill>
                  <a:schemeClr val="bg1"/>
                </a:solidFill>
                <a:effectLst/>
                <a:latin typeface="メイリオ" panose="020B0604030504040204" pitchFamily="50" charset="-128"/>
                <a:ea typeface="メイリオ" panose="020B0604030504040204" pitchFamily="50" charset="-128"/>
              </a:rPr>
              <a:t>スケーリング</a:t>
            </a:r>
          </a:p>
        </p:txBody>
      </p:sp>
      <p:sp>
        <p:nvSpPr>
          <p:cNvPr id="31" name="Rectangle: Rounded Corners 30">
            <a:extLst>
              <a:ext uri="{FF2B5EF4-FFF2-40B4-BE49-F238E27FC236}">
                <a16:creationId xmlns:a16="http://schemas.microsoft.com/office/drawing/2014/main" id="{1711DE4D-A697-4D4E-9009-93FDBB8905F5}"/>
              </a:ext>
            </a:extLst>
          </p:cNvPr>
          <p:cNvSpPr/>
          <p:nvPr/>
        </p:nvSpPr>
        <p:spPr bwMode="auto">
          <a:xfrm>
            <a:off x="4953000" y="3068960"/>
            <a:ext cx="2448272" cy="432048"/>
          </a:xfrm>
          <a:prstGeom prst="roundRect">
            <a:avLst/>
          </a:prstGeom>
          <a:solidFill>
            <a:srgbClr val="F0861E"/>
          </a:solidFill>
          <a:ln w="12700" cap="flat" cmpd="sng" algn="ctr">
            <a:solidFill>
              <a:schemeClr val="bg1"/>
            </a:solidFill>
            <a:prstDash val="solid"/>
            <a:round/>
            <a:headEnd type="none" w="med" len="med"/>
            <a:tailEnd type="none" w="med" len="med"/>
          </a:ln>
          <a:effectLst/>
        </p:spPr>
        <p:txBody>
          <a:bodyPr vert="horz" wrap="square" lIns="36000" tIns="36000" rIns="36000" bIns="360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ja-JP" altLang="en-US" sz="1500" b="1" i="0" u="none" strike="noStrike" cap="none" normalizeH="0" baseline="0" dirty="0">
                <a:ln>
                  <a:noFill/>
                </a:ln>
                <a:solidFill>
                  <a:schemeClr val="bg1"/>
                </a:solidFill>
                <a:effectLst/>
                <a:latin typeface="メイリオ" panose="020B0604030504040204" pitchFamily="50" charset="-128"/>
                <a:ea typeface="メイリオ" panose="020B0604030504040204" pitchFamily="50" charset="-128"/>
              </a:rPr>
              <a:t>バックアップ</a:t>
            </a:r>
          </a:p>
        </p:txBody>
      </p:sp>
      <p:sp>
        <p:nvSpPr>
          <p:cNvPr id="32" name="Rectangle: Rounded Corners 31">
            <a:extLst>
              <a:ext uri="{FF2B5EF4-FFF2-40B4-BE49-F238E27FC236}">
                <a16:creationId xmlns:a16="http://schemas.microsoft.com/office/drawing/2014/main" id="{4A34D3CD-4EF9-4178-A160-445B733A3835}"/>
              </a:ext>
            </a:extLst>
          </p:cNvPr>
          <p:cNvSpPr/>
          <p:nvPr/>
        </p:nvSpPr>
        <p:spPr bwMode="auto">
          <a:xfrm>
            <a:off x="4953000" y="3573016"/>
            <a:ext cx="2448272" cy="432048"/>
          </a:xfrm>
          <a:prstGeom prst="roundRect">
            <a:avLst/>
          </a:prstGeom>
          <a:solidFill>
            <a:srgbClr val="F0861E"/>
          </a:solidFill>
          <a:ln w="12700" cap="flat" cmpd="sng" algn="ctr">
            <a:solidFill>
              <a:schemeClr val="bg1"/>
            </a:solidFill>
            <a:prstDash val="solid"/>
            <a:round/>
            <a:headEnd type="none" w="med" len="med"/>
            <a:tailEnd type="none" w="med" len="med"/>
          </a:ln>
          <a:effectLst/>
        </p:spPr>
        <p:txBody>
          <a:bodyPr vert="horz" wrap="square" lIns="36000" tIns="36000" rIns="36000" bIns="360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ja-JP" altLang="en-US" sz="1500" b="1" i="0" u="none" strike="noStrike" cap="none" normalizeH="0" baseline="0" dirty="0">
                <a:ln>
                  <a:noFill/>
                </a:ln>
                <a:solidFill>
                  <a:schemeClr val="bg1"/>
                </a:solidFill>
                <a:effectLst/>
                <a:latin typeface="メイリオ" panose="020B0604030504040204" pitchFamily="50" charset="-128"/>
                <a:ea typeface="メイリオ" panose="020B0604030504040204" pitchFamily="50" charset="-128"/>
              </a:rPr>
              <a:t>メンテナンス</a:t>
            </a:r>
          </a:p>
        </p:txBody>
      </p:sp>
      <p:sp>
        <p:nvSpPr>
          <p:cNvPr id="37" name="Rectangle: Rounded Corners 36">
            <a:extLst>
              <a:ext uri="{FF2B5EF4-FFF2-40B4-BE49-F238E27FC236}">
                <a16:creationId xmlns:a16="http://schemas.microsoft.com/office/drawing/2014/main" id="{D300F1CE-D5C8-472C-830F-F5F2052CC59B}"/>
              </a:ext>
            </a:extLst>
          </p:cNvPr>
          <p:cNvSpPr/>
          <p:nvPr/>
        </p:nvSpPr>
        <p:spPr bwMode="auto">
          <a:xfrm>
            <a:off x="4953000" y="4077072"/>
            <a:ext cx="2448272" cy="432048"/>
          </a:xfrm>
          <a:prstGeom prst="roundRect">
            <a:avLst/>
          </a:prstGeom>
          <a:solidFill>
            <a:srgbClr val="F0861E"/>
          </a:solidFill>
          <a:ln w="12700" cap="flat" cmpd="sng" algn="ctr">
            <a:solidFill>
              <a:schemeClr val="bg1"/>
            </a:solidFill>
            <a:prstDash val="solid"/>
            <a:round/>
            <a:headEnd type="none" w="med" len="med"/>
            <a:tailEnd type="none" w="med" len="med"/>
          </a:ln>
          <a:effectLst/>
        </p:spPr>
        <p:txBody>
          <a:bodyPr vert="horz" wrap="square" lIns="36000" tIns="36000" rIns="36000" bIns="360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altLang="ja-JP" sz="1500" b="1" dirty="0">
                <a:solidFill>
                  <a:schemeClr val="bg1"/>
                </a:solidFill>
                <a:latin typeface="メイリオ" panose="020B0604030504040204" pitchFamily="50" charset="-128"/>
                <a:ea typeface="メイリオ" panose="020B0604030504040204" pitchFamily="50" charset="-128"/>
              </a:rPr>
              <a:t>OS</a:t>
            </a:r>
            <a:r>
              <a:rPr lang="ja-JP" altLang="en-US" sz="1500" b="1" dirty="0">
                <a:solidFill>
                  <a:schemeClr val="bg1"/>
                </a:solidFill>
                <a:latin typeface="メイリオ" panose="020B0604030504040204" pitchFamily="50" charset="-128"/>
                <a:ea typeface="メイリオ" panose="020B0604030504040204" pitchFamily="50" charset="-128"/>
              </a:rPr>
              <a:t>設定</a:t>
            </a:r>
            <a:endParaRPr kumimoji="1" lang="ja-JP" altLang="en-US" sz="1500" b="1" i="0" u="none" strike="noStrike" cap="none" normalizeH="0" baseline="0" dirty="0">
              <a:ln>
                <a:noFill/>
              </a:ln>
              <a:solidFill>
                <a:schemeClr val="bg1"/>
              </a:solidFill>
              <a:effectLst/>
              <a:latin typeface="メイリオ" panose="020B0604030504040204" pitchFamily="50" charset="-128"/>
              <a:ea typeface="メイリオ" panose="020B0604030504040204" pitchFamily="50" charset="-128"/>
            </a:endParaRPr>
          </a:p>
        </p:txBody>
      </p:sp>
      <p:sp>
        <p:nvSpPr>
          <p:cNvPr id="38" name="Rectangle: Rounded Corners 37">
            <a:extLst>
              <a:ext uri="{FF2B5EF4-FFF2-40B4-BE49-F238E27FC236}">
                <a16:creationId xmlns:a16="http://schemas.microsoft.com/office/drawing/2014/main" id="{9D973C6B-1D68-4A4A-9796-F7CC31B6F1D6}"/>
              </a:ext>
            </a:extLst>
          </p:cNvPr>
          <p:cNvSpPr/>
          <p:nvPr/>
        </p:nvSpPr>
        <p:spPr bwMode="auto">
          <a:xfrm>
            <a:off x="4953000" y="4581128"/>
            <a:ext cx="2448272" cy="432048"/>
          </a:xfrm>
          <a:prstGeom prst="roundRect">
            <a:avLst/>
          </a:prstGeom>
          <a:solidFill>
            <a:srgbClr val="F0861E"/>
          </a:solidFill>
          <a:ln w="12700" cap="flat" cmpd="sng" algn="ctr">
            <a:solidFill>
              <a:schemeClr val="bg1"/>
            </a:solidFill>
            <a:prstDash val="solid"/>
            <a:round/>
            <a:headEnd type="none" w="med" len="med"/>
            <a:tailEnd type="none" w="med" len="med"/>
          </a:ln>
          <a:effectLst/>
        </p:spPr>
        <p:txBody>
          <a:bodyPr vert="horz" wrap="square" lIns="36000" tIns="36000" rIns="36000" bIns="360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ja-JP" altLang="en-US" sz="1500" b="1" i="0" u="none" strike="noStrike" cap="none" normalizeH="0" baseline="0" dirty="0">
                <a:ln>
                  <a:noFill/>
                </a:ln>
                <a:solidFill>
                  <a:schemeClr val="bg1"/>
                </a:solidFill>
                <a:effectLst/>
                <a:latin typeface="メイリオ" panose="020B0604030504040204" pitchFamily="50" charset="-128"/>
                <a:ea typeface="メイリオ" panose="020B0604030504040204" pitchFamily="50" charset="-128"/>
              </a:rPr>
              <a:t>物理サーバー管理</a:t>
            </a:r>
          </a:p>
        </p:txBody>
      </p:sp>
      <p:sp>
        <p:nvSpPr>
          <p:cNvPr id="39" name="TextBox 38">
            <a:extLst>
              <a:ext uri="{FF2B5EF4-FFF2-40B4-BE49-F238E27FC236}">
                <a16:creationId xmlns:a16="http://schemas.microsoft.com/office/drawing/2014/main" id="{2644C6F6-B660-4354-A484-2FA4B9170EE2}"/>
              </a:ext>
            </a:extLst>
          </p:cNvPr>
          <p:cNvSpPr txBox="1"/>
          <p:nvPr/>
        </p:nvSpPr>
        <p:spPr>
          <a:xfrm>
            <a:off x="2743787" y="1700808"/>
            <a:ext cx="1826141" cy="338554"/>
          </a:xfrm>
          <a:prstGeom prst="rect">
            <a:avLst/>
          </a:prstGeom>
          <a:noFill/>
        </p:spPr>
        <p:txBody>
          <a:bodyPr wrap="none" rtlCol="0">
            <a:spAutoFit/>
          </a:bodyPr>
          <a:lstStyle/>
          <a:p>
            <a:pPr algn="ctr"/>
            <a:r>
              <a:rPr kumimoji="1" lang="ja-JP" altLang="en-US" b="1" dirty="0">
                <a:latin typeface="メイリオ" panose="020B0604030504040204" pitchFamily="50" charset="-128"/>
                <a:ea typeface="メイリオ" panose="020B0604030504040204" pitchFamily="50" charset="-128"/>
              </a:rPr>
              <a:t>アンマネージド型</a:t>
            </a:r>
            <a:endParaRPr kumimoji="1" lang="en-US" altLang="ja-JP" b="1" dirty="0">
              <a:latin typeface="メイリオ" panose="020B0604030504040204" pitchFamily="50" charset="-128"/>
              <a:ea typeface="メイリオ" panose="020B0604030504040204" pitchFamily="50" charset="-128"/>
            </a:endParaRPr>
          </a:p>
        </p:txBody>
      </p:sp>
      <p:sp>
        <p:nvSpPr>
          <p:cNvPr id="40" name="TextBox 39">
            <a:extLst>
              <a:ext uri="{FF2B5EF4-FFF2-40B4-BE49-F238E27FC236}">
                <a16:creationId xmlns:a16="http://schemas.microsoft.com/office/drawing/2014/main" id="{0C58E36C-422A-40BB-94C9-AB418494D783}"/>
              </a:ext>
            </a:extLst>
          </p:cNvPr>
          <p:cNvSpPr txBox="1"/>
          <p:nvPr/>
        </p:nvSpPr>
        <p:spPr>
          <a:xfrm>
            <a:off x="5469249" y="1700808"/>
            <a:ext cx="1415772" cy="338554"/>
          </a:xfrm>
          <a:prstGeom prst="rect">
            <a:avLst/>
          </a:prstGeom>
          <a:noFill/>
        </p:spPr>
        <p:txBody>
          <a:bodyPr wrap="none" rtlCol="0">
            <a:spAutoFit/>
          </a:bodyPr>
          <a:lstStyle/>
          <a:p>
            <a:pPr algn="ctr"/>
            <a:r>
              <a:rPr kumimoji="1" lang="ja-JP" altLang="en-US" b="1" dirty="0">
                <a:latin typeface="メイリオ" panose="020B0604030504040204" pitchFamily="50" charset="-128"/>
                <a:ea typeface="メイリオ" panose="020B0604030504040204" pitchFamily="50" charset="-128"/>
              </a:rPr>
              <a:t>マネージド型</a:t>
            </a:r>
            <a:endParaRPr kumimoji="1" lang="en-US" altLang="ja-JP" b="1" dirty="0">
              <a:latin typeface="メイリオ" panose="020B0604030504040204" pitchFamily="50" charset="-128"/>
              <a:ea typeface="メイリオ" panose="020B0604030504040204" pitchFamily="50" charset="-128"/>
            </a:endParaRPr>
          </a:p>
        </p:txBody>
      </p:sp>
      <p:pic>
        <p:nvPicPr>
          <p:cNvPr id="23" name="図 41" descr="音楽 が含まれている画像&#10;&#10;自動的に生成された説明">
            <a:extLst>
              <a:ext uri="{FF2B5EF4-FFF2-40B4-BE49-F238E27FC236}">
                <a16:creationId xmlns:a16="http://schemas.microsoft.com/office/drawing/2014/main" id="{F287C54A-7991-4506-AAD6-16F3D8B9818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69083" y="5255155"/>
            <a:ext cx="495620" cy="590267"/>
          </a:xfrm>
          <a:prstGeom prst="rect">
            <a:avLst/>
          </a:prstGeom>
        </p:spPr>
      </p:pic>
      <p:sp>
        <p:nvSpPr>
          <p:cNvPr id="25" name="テキスト ボックス 42">
            <a:extLst>
              <a:ext uri="{FF2B5EF4-FFF2-40B4-BE49-F238E27FC236}">
                <a16:creationId xmlns:a16="http://schemas.microsoft.com/office/drawing/2014/main" id="{7EF3A019-5FA5-4B3A-A034-4FEBA388C4BB}"/>
              </a:ext>
            </a:extLst>
          </p:cNvPr>
          <p:cNvSpPr txBox="1"/>
          <p:nvPr/>
        </p:nvSpPr>
        <p:spPr>
          <a:xfrm>
            <a:off x="3224208" y="5424407"/>
            <a:ext cx="612503" cy="276999"/>
          </a:xfrm>
          <a:prstGeom prst="rect">
            <a:avLst/>
          </a:prstGeom>
          <a:noFill/>
        </p:spPr>
        <p:txBody>
          <a:bodyPr wrap="square" rtlCol="0">
            <a:spAutoFit/>
          </a:bodyPr>
          <a:lstStyle/>
          <a:p>
            <a:pPr algn="ctr"/>
            <a:r>
              <a:rPr kumimoji="1" lang="en-US" altLang="ja-JP" sz="1200" b="1" dirty="0">
                <a:solidFill>
                  <a:schemeClr val="bg1"/>
                </a:solidFill>
                <a:latin typeface="メイリオ" panose="020B0604030504040204" pitchFamily="50" charset="-128"/>
                <a:ea typeface="メイリオ" panose="020B0604030504040204" pitchFamily="50" charset="-128"/>
              </a:rPr>
              <a:t>EC2</a:t>
            </a:r>
          </a:p>
        </p:txBody>
      </p:sp>
      <p:sp>
        <p:nvSpPr>
          <p:cNvPr id="30" name="テキスト ボックス 99">
            <a:extLst>
              <a:ext uri="{FF2B5EF4-FFF2-40B4-BE49-F238E27FC236}">
                <a16:creationId xmlns:a16="http://schemas.microsoft.com/office/drawing/2014/main" id="{2706EF5A-2940-4CB6-BA7A-98667676D415}"/>
              </a:ext>
            </a:extLst>
          </p:cNvPr>
          <p:cNvSpPr txBox="1"/>
          <p:nvPr/>
        </p:nvSpPr>
        <p:spPr>
          <a:xfrm>
            <a:off x="2792760" y="5798852"/>
            <a:ext cx="1664950" cy="246221"/>
          </a:xfrm>
          <a:prstGeom prst="rect">
            <a:avLst/>
          </a:prstGeom>
          <a:noFill/>
        </p:spPr>
        <p:txBody>
          <a:bodyPr wrap="square" rtlCol="0">
            <a:spAutoFit/>
          </a:bodyPr>
          <a:lstStyle/>
          <a:p>
            <a:pPr algn="ctr"/>
            <a:r>
              <a:rPr lang="en-US" altLang="ja-JP" sz="1000" b="1" dirty="0">
                <a:latin typeface="メイリオ" panose="020B0604030504040204" pitchFamily="50" charset="-128"/>
                <a:ea typeface="メイリオ" panose="020B0604030504040204" pitchFamily="50" charset="-128"/>
              </a:rPr>
              <a:t>EC2</a:t>
            </a:r>
            <a:r>
              <a:rPr lang="ja-JP" altLang="en-US" sz="1000" b="1" dirty="0">
                <a:latin typeface="メイリオ" panose="020B0604030504040204" pitchFamily="50" charset="-128"/>
                <a:ea typeface="メイリオ" panose="020B0604030504040204" pitchFamily="50" charset="-128"/>
              </a:rPr>
              <a:t>の</a:t>
            </a:r>
            <a:r>
              <a:rPr lang="en-US" altLang="ja-JP" sz="1000" b="1" dirty="0">
                <a:latin typeface="メイリオ" panose="020B0604030504040204" pitchFamily="50" charset="-128"/>
                <a:ea typeface="メイリオ" panose="020B0604030504040204" pitchFamily="50" charset="-128"/>
              </a:rPr>
              <a:t>MySQL</a:t>
            </a:r>
            <a:r>
              <a:rPr lang="ja-JP" altLang="en-US" sz="1000" b="1" dirty="0">
                <a:latin typeface="メイリオ" panose="020B0604030504040204" pitchFamily="50" charset="-128"/>
                <a:ea typeface="メイリオ" panose="020B0604030504040204" pitchFamily="50" charset="-128"/>
              </a:rPr>
              <a:t>サーバー</a:t>
            </a:r>
            <a:endParaRPr lang="en-US" altLang="ja-JP" sz="1000" b="1" dirty="0">
              <a:latin typeface="メイリオ" panose="020B0604030504040204" pitchFamily="50" charset="-128"/>
              <a:ea typeface="メイリオ" panose="020B0604030504040204" pitchFamily="50" charset="-128"/>
            </a:endParaRPr>
          </a:p>
        </p:txBody>
      </p:sp>
      <p:sp>
        <p:nvSpPr>
          <p:cNvPr id="35" name="テキスト ボックス 99">
            <a:extLst>
              <a:ext uri="{FF2B5EF4-FFF2-40B4-BE49-F238E27FC236}">
                <a16:creationId xmlns:a16="http://schemas.microsoft.com/office/drawing/2014/main" id="{BB01238C-1F71-4E28-AFF0-A184A0FFE379}"/>
              </a:ext>
            </a:extLst>
          </p:cNvPr>
          <p:cNvSpPr txBox="1"/>
          <p:nvPr/>
        </p:nvSpPr>
        <p:spPr>
          <a:xfrm>
            <a:off x="5395870" y="5847075"/>
            <a:ext cx="1664950" cy="246221"/>
          </a:xfrm>
          <a:prstGeom prst="rect">
            <a:avLst/>
          </a:prstGeom>
          <a:noFill/>
        </p:spPr>
        <p:txBody>
          <a:bodyPr wrap="square" rtlCol="0">
            <a:spAutoFit/>
          </a:bodyPr>
          <a:lstStyle/>
          <a:p>
            <a:pPr algn="ctr"/>
            <a:r>
              <a:rPr lang="en-US" altLang="ja-JP" sz="1000" b="1" dirty="0">
                <a:latin typeface="メイリオ" panose="020B0604030504040204" pitchFamily="50" charset="-128"/>
                <a:ea typeface="メイリオ" panose="020B0604030504040204" pitchFamily="50" charset="-128"/>
              </a:rPr>
              <a:t>RDS</a:t>
            </a:r>
            <a:r>
              <a:rPr lang="ja-JP" altLang="en-US" sz="1000" b="1" dirty="0">
                <a:latin typeface="メイリオ" panose="020B0604030504040204" pitchFamily="50" charset="-128"/>
                <a:ea typeface="メイリオ" panose="020B0604030504040204" pitchFamily="50" charset="-128"/>
              </a:rPr>
              <a:t>の</a:t>
            </a:r>
            <a:r>
              <a:rPr lang="en-US" altLang="ja-JP" sz="1000" b="1" dirty="0">
                <a:latin typeface="メイリオ" panose="020B0604030504040204" pitchFamily="50" charset="-128"/>
                <a:ea typeface="メイリオ" panose="020B0604030504040204" pitchFamily="50" charset="-128"/>
              </a:rPr>
              <a:t>MySQL</a:t>
            </a:r>
          </a:p>
        </p:txBody>
      </p:sp>
      <p:pic>
        <p:nvPicPr>
          <p:cNvPr id="36" name="Picture 2" descr="Amazon RDS（マネージドリレーショナルデータベース）| AWS">
            <a:extLst>
              <a:ext uri="{FF2B5EF4-FFF2-40B4-BE49-F238E27FC236}">
                <a16:creationId xmlns:a16="http://schemas.microsoft.com/office/drawing/2014/main" id="{2EFE3840-9187-45E0-9CED-76475C38FF1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17096" y="5128795"/>
            <a:ext cx="808321" cy="808321"/>
          </a:xfrm>
          <a:prstGeom prst="rect">
            <a:avLst/>
          </a:prstGeom>
          <a:noFill/>
          <a:extLst>
            <a:ext uri="{909E8E84-426E-40DD-AFC4-6F175D3DCCD1}">
              <a14:hiddenFill xmlns:a14="http://schemas.microsoft.com/office/drawing/2010/main">
                <a:solidFill>
                  <a:srgbClr val="FFFFFF"/>
                </a:solidFill>
              </a14:hiddenFill>
            </a:ext>
          </a:extLst>
        </p:spPr>
      </p:pic>
      <p:sp>
        <p:nvSpPr>
          <p:cNvPr id="41" name="テキスト ボックス 42">
            <a:extLst>
              <a:ext uri="{FF2B5EF4-FFF2-40B4-BE49-F238E27FC236}">
                <a16:creationId xmlns:a16="http://schemas.microsoft.com/office/drawing/2014/main" id="{B7D225B9-82AF-4380-8F91-82CBF684B5C0}"/>
              </a:ext>
            </a:extLst>
          </p:cNvPr>
          <p:cNvSpPr txBox="1"/>
          <p:nvPr/>
        </p:nvSpPr>
        <p:spPr>
          <a:xfrm>
            <a:off x="5931841" y="5419462"/>
            <a:ext cx="612503" cy="276999"/>
          </a:xfrm>
          <a:prstGeom prst="rect">
            <a:avLst/>
          </a:prstGeom>
          <a:noFill/>
        </p:spPr>
        <p:txBody>
          <a:bodyPr wrap="square" rtlCol="0">
            <a:spAutoFit/>
          </a:bodyPr>
          <a:lstStyle/>
          <a:p>
            <a:pPr algn="ctr"/>
            <a:r>
              <a:rPr kumimoji="1" lang="en-US" altLang="ja-JP" sz="1200" b="1" dirty="0">
                <a:solidFill>
                  <a:schemeClr val="bg1"/>
                </a:solidFill>
                <a:latin typeface="メイリオ" panose="020B0604030504040204" pitchFamily="50" charset="-128"/>
                <a:ea typeface="メイリオ" panose="020B0604030504040204" pitchFamily="50" charset="-128"/>
              </a:rPr>
              <a:t>RDS</a:t>
            </a:r>
          </a:p>
        </p:txBody>
      </p:sp>
      <p:sp>
        <p:nvSpPr>
          <p:cNvPr id="2" name="Rectangle: Rounded Corners 36">
            <a:extLst>
              <a:ext uri="{FF2B5EF4-FFF2-40B4-BE49-F238E27FC236}">
                <a16:creationId xmlns:a16="http://schemas.microsoft.com/office/drawing/2014/main" id="{AE950C14-2A73-343F-A5E5-072D5026336E}"/>
              </a:ext>
            </a:extLst>
          </p:cNvPr>
          <p:cNvSpPr/>
          <p:nvPr/>
        </p:nvSpPr>
        <p:spPr bwMode="auto">
          <a:xfrm>
            <a:off x="8060192" y="5418744"/>
            <a:ext cx="1440160" cy="432048"/>
          </a:xfrm>
          <a:prstGeom prst="roundRect">
            <a:avLst/>
          </a:prstGeom>
          <a:solidFill>
            <a:srgbClr val="F0861E"/>
          </a:solidFill>
          <a:ln w="12700" cap="flat" cmpd="sng" algn="ctr">
            <a:solidFill>
              <a:schemeClr val="bg1"/>
            </a:solidFill>
            <a:prstDash val="solid"/>
            <a:round/>
            <a:headEnd type="none" w="med" len="med"/>
            <a:tailEnd type="none" w="med" len="med"/>
          </a:ln>
          <a:effectLst/>
        </p:spPr>
        <p:txBody>
          <a:bodyPr vert="horz" wrap="square" lIns="36000" tIns="36000" rIns="36000" bIns="360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altLang="ja-JP" sz="1500" b="1" dirty="0">
                <a:solidFill>
                  <a:schemeClr val="bg1"/>
                </a:solidFill>
                <a:latin typeface="メイリオ" panose="020B0604030504040204" pitchFamily="50" charset="-128"/>
                <a:ea typeface="メイリオ" panose="020B0604030504040204" pitchFamily="50" charset="-128"/>
              </a:rPr>
              <a:t>AWS</a:t>
            </a:r>
            <a:r>
              <a:rPr lang="ja-JP" altLang="en-US" sz="1500" b="1" dirty="0">
                <a:solidFill>
                  <a:schemeClr val="bg1"/>
                </a:solidFill>
                <a:latin typeface="メイリオ" panose="020B0604030504040204" pitchFamily="50" charset="-128"/>
                <a:ea typeface="メイリオ" panose="020B0604030504040204" pitchFamily="50" charset="-128"/>
              </a:rPr>
              <a:t>管理</a:t>
            </a:r>
            <a:endParaRPr kumimoji="1" lang="ja-JP" altLang="en-US" sz="1500" b="1" i="0" u="none" strike="noStrike" cap="none" normalizeH="0" baseline="0" dirty="0">
              <a:ln>
                <a:noFill/>
              </a:ln>
              <a:solidFill>
                <a:schemeClr val="bg1"/>
              </a:solidFill>
              <a:effectLst/>
              <a:latin typeface="メイリオ" panose="020B0604030504040204" pitchFamily="50" charset="-128"/>
              <a:ea typeface="メイリオ" panose="020B0604030504040204" pitchFamily="50" charset="-128"/>
            </a:endParaRPr>
          </a:p>
        </p:txBody>
      </p:sp>
      <p:sp>
        <p:nvSpPr>
          <p:cNvPr id="3" name="Rectangle: Rounded Corners 25">
            <a:extLst>
              <a:ext uri="{FF2B5EF4-FFF2-40B4-BE49-F238E27FC236}">
                <a16:creationId xmlns:a16="http://schemas.microsoft.com/office/drawing/2014/main" id="{FB11858A-2A3A-3DD7-E756-3D5E59661D87}"/>
              </a:ext>
            </a:extLst>
          </p:cNvPr>
          <p:cNvSpPr/>
          <p:nvPr/>
        </p:nvSpPr>
        <p:spPr bwMode="auto">
          <a:xfrm>
            <a:off x="8060192" y="4873959"/>
            <a:ext cx="1440160" cy="432048"/>
          </a:xfrm>
          <a:prstGeom prst="roundRect">
            <a:avLst/>
          </a:prstGeom>
          <a:solidFill>
            <a:srgbClr val="00B0F0"/>
          </a:solidFill>
          <a:ln w="12700" cap="flat" cmpd="sng" algn="ctr">
            <a:solidFill>
              <a:schemeClr val="bg1"/>
            </a:solidFill>
            <a:prstDash val="solid"/>
            <a:round/>
            <a:headEnd type="none" w="med" len="med"/>
            <a:tailEnd type="none" w="med" len="med"/>
          </a:ln>
          <a:effectLst/>
        </p:spPr>
        <p:txBody>
          <a:bodyPr vert="horz" wrap="square" lIns="36000" tIns="36000" rIns="36000" bIns="360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ja-JP" altLang="en-US" sz="1500" b="1" dirty="0">
                <a:solidFill>
                  <a:schemeClr val="bg1"/>
                </a:solidFill>
                <a:latin typeface="メイリオ" panose="020B0604030504040204" pitchFamily="50" charset="-128"/>
                <a:ea typeface="メイリオ" panose="020B0604030504040204" pitchFamily="50" charset="-128"/>
              </a:rPr>
              <a:t>ユーザー管理</a:t>
            </a:r>
            <a:endParaRPr kumimoji="1" lang="ja-JP" altLang="en-US" sz="1500" b="1" i="0" u="none" strike="noStrike" cap="none" normalizeH="0" baseline="0" dirty="0">
              <a:ln>
                <a:noFill/>
              </a:ln>
              <a:solidFill>
                <a:schemeClr val="bg1"/>
              </a:solidFill>
              <a:effectLst/>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359306023"/>
      </p:ext>
    </p:extLst>
  </p:cSld>
  <p:clrMapOvr>
    <a:masterClrMapping/>
  </p:clrMapOvr>
  <mc:AlternateContent xmlns:mc="http://schemas.openxmlformats.org/markup-compatibility/2006" xmlns:p14="http://schemas.microsoft.com/office/powerpoint/2010/main">
    <mc:Choice Requires="p14">
      <p:transition spd="slow" p14:dur="2000" advTm="89482"/>
    </mc:Choice>
    <mc:Fallback xmlns="">
      <p:transition spd="slow" advTm="89482"/>
    </mc:Fallback>
  </mc:AlternateContent>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 name="タイトル 1">
            <a:extLst>
              <a:ext uri="{FF2B5EF4-FFF2-40B4-BE49-F238E27FC236}">
                <a16:creationId xmlns:a16="http://schemas.microsoft.com/office/drawing/2014/main" id="{3B2F40DD-E21D-4126-B485-6DEF490624A0}"/>
              </a:ext>
            </a:extLst>
          </p:cNvPr>
          <p:cNvSpPr txBox="1">
            <a:spLocks/>
          </p:cNvSpPr>
          <p:nvPr/>
        </p:nvSpPr>
        <p:spPr bwMode="auto">
          <a:xfrm>
            <a:off x="631222" y="228600"/>
            <a:ext cx="8642258" cy="50208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rtl="0" fontAlgn="base">
              <a:lnSpc>
                <a:spcPct val="90000"/>
              </a:lnSpc>
              <a:spcBef>
                <a:spcPct val="0"/>
              </a:spcBef>
              <a:spcAft>
                <a:spcPct val="0"/>
              </a:spcAft>
              <a:defRPr kumimoji="1" sz="2000">
                <a:solidFill>
                  <a:schemeClr val="tx2"/>
                </a:solidFill>
                <a:latin typeface="游明朝" panose="02020400000000000000" pitchFamily="18" charset="-128"/>
                <a:ea typeface="游明朝" panose="02020400000000000000" pitchFamily="18" charset="-128"/>
                <a:cs typeface="+mj-cs"/>
              </a:defRPr>
            </a:lvl1pPr>
            <a:lvl2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2pPr>
            <a:lvl3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3pPr>
            <a:lvl4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4pPr>
            <a:lvl5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5pPr>
            <a:lvl6pPr marL="4572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6pPr>
            <a:lvl7pPr marL="9144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7pPr>
            <a:lvl8pPr marL="13716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8pPr>
            <a:lvl9pPr marL="18288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9pPr>
          </a:lstStyle>
          <a:p>
            <a:pPr algn="l"/>
            <a:r>
              <a:rPr lang="ja-JP" altLang="en-US" sz="3000" dirty="0">
                <a:solidFill>
                  <a:schemeClr val="tx1"/>
                </a:solidFill>
                <a:latin typeface="メイリオ" panose="020B0604030504040204" pitchFamily="50" charset="-128"/>
                <a:ea typeface="メイリオ" panose="020B0604030504040204" pitchFamily="50" charset="-128"/>
              </a:rPr>
              <a:t>マネージド型</a:t>
            </a:r>
            <a:r>
              <a:rPr lang="en-US" altLang="ja-JP" sz="3000" dirty="0">
                <a:solidFill>
                  <a:schemeClr val="tx1"/>
                </a:solidFill>
                <a:latin typeface="メイリオ" panose="020B0604030504040204" pitchFamily="50" charset="-128"/>
                <a:ea typeface="メイリオ" panose="020B0604030504040204" pitchFamily="50" charset="-128"/>
              </a:rPr>
              <a:t>DB</a:t>
            </a:r>
            <a:r>
              <a:rPr lang="ja-JP" altLang="en-US" sz="3000" dirty="0">
                <a:solidFill>
                  <a:schemeClr val="tx1"/>
                </a:solidFill>
                <a:latin typeface="メイリオ" panose="020B0604030504040204" pitchFamily="50" charset="-128"/>
                <a:ea typeface="メイリオ" panose="020B0604030504040204" pitchFamily="50" charset="-128"/>
              </a:rPr>
              <a:t>の特徴</a:t>
            </a:r>
          </a:p>
        </p:txBody>
      </p:sp>
      <p:sp>
        <p:nvSpPr>
          <p:cNvPr id="124" name="コンテンツ プレースホルダー 2">
            <a:extLst>
              <a:ext uri="{FF2B5EF4-FFF2-40B4-BE49-F238E27FC236}">
                <a16:creationId xmlns:a16="http://schemas.microsoft.com/office/drawing/2014/main" id="{83709AB2-F603-441F-9429-A765FC262FD0}"/>
              </a:ext>
            </a:extLst>
          </p:cNvPr>
          <p:cNvSpPr txBox="1">
            <a:spLocks/>
          </p:cNvSpPr>
          <p:nvPr/>
        </p:nvSpPr>
        <p:spPr>
          <a:xfrm>
            <a:off x="631222" y="692696"/>
            <a:ext cx="9002298" cy="325343"/>
          </a:xfrm>
          <a:prstGeom prst="rect">
            <a:avLst/>
          </a:prstGeom>
        </p:spPr>
        <p:txBody>
          <a:bodyPr vert="horz" lIns="74295" tIns="37148" rIns="74295" bIns="37148" rtlCol="0">
            <a:noAutofit/>
          </a:bodyPr>
          <a:lstStyle>
            <a:lvl1pPr marL="228600" indent="-228600" algn="l" defTabSz="914400" rtl="0" eaLnBrk="1" latinLnBrk="0" hangingPunct="1">
              <a:lnSpc>
                <a:spcPct val="90000"/>
              </a:lnSpc>
              <a:spcBef>
                <a:spcPts val="1000"/>
              </a:spcBef>
              <a:buFont typeface="Wingdings 2" pitchFamily="18" charset="2"/>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2" pitchFamily="18" charset="2"/>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2" pitchFamily="18" charset="2"/>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5pPr>
            <a:lvl6pPr marL="25146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6pPr>
            <a:lvl7pPr marL="29718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7pPr>
            <a:lvl8pPr marL="34290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8pPr>
            <a:lvl9pPr marL="38862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9pPr>
          </a:lstStyle>
          <a:p>
            <a:pPr marL="0" indent="0">
              <a:buNone/>
            </a:pPr>
            <a:r>
              <a:rPr lang="en-US" altLang="ja-JP" sz="2400" dirty="0">
                <a:solidFill>
                  <a:srgbClr val="002060"/>
                </a:solidFill>
                <a:latin typeface="メイリオ" panose="020B0604030504040204" pitchFamily="50" charset="-128"/>
                <a:ea typeface="メイリオ" panose="020B0604030504040204" pitchFamily="50" charset="-128"/>
              </a:rPr>
              <a:t>RDS</a:t>
            </a:r>
            <a:r>
              <a:rPr lang="ja-JP" altLang="en-US" sz="2400" dirty="0">
                <a:solidFill>
                  <a:srgbClr val="002060"/>
                </a:solidFill>
                <a:latin typeface="メイリオ" panose="020B0604030504040204" pitchFamily="50" charset="-128"/>
                <a:ea typeface="メイリオ" panose="020B0604030504040204" pitchFamily="50" charset="-128"/>
              </a:rPr>
              <a:t>はマネージド型であり管理が楽であるものの、</a:t>
            </a:r>
            <a:r>
              <a:rPr lang="en-US" altLang="ja-JP" sz="2400" dirty="0">
                <a:solidFill>
                  <a:srgbClr val="002060"/>
                </a:solidFill>
                <a:latin typeface="メイリオ" panose="020B0604030504040204" pitchFamily="50" charset="-128"/>
                <a:ea typeface="メイリオ" panose="020B0604030504040204" pitchFamily="50" charset="-128"/>
              </a:rPr>
              <a:t>AWS</a:t>
            </a:r>
            <a:r>
              <a:rPr lang="ja-JP" altLang="en-US" sz="2400" dirty="0">
                <a:solidFill>
                  <a:srgbClr val="002060"/>
                </a:solidFill>
                <a:latin typeface="メイリオ" panose="020B0604030504040204" pitchFamily="50" charset="-128"/>
                <a:ea typeface="メイリオ" panose="020B0604030504040204" pitchFamily="50" charset="-128"/>
              </a:rPr>
              <a:t>から提供される機能範囲しかユーザーは利用できない。</a:t>
            </a:r>
            <a:endParaRPr lang="en-US" altLang="ja-JP" sz="2400" dirty="0">
              <a:solidFill>
                <a:srgbClr val="002060"/>
              </a:solidFill>
              <a:latin typeface="メイリオ" panose="020B0604030504040204" pitchFamily="50" charset="-128"/>
              <a:ea typeface="メイリオ" panose="020B0604030504040204" pitchFamily="50" charset="-128"/>
            </a:endParaRPr>
          </a:p>
        </p:txBody>
      </p:sp>
      <p:sp>
        <p:nvSpPr>
          <p:cNvPr id="5" name="正方形/長方形 4">
            <a:extLst>
              <a:ext uri="{FF2B5EF4-FFF2-40B4-BE49-F238E27FC236}">
                <a16:creationId xmlns:a16="http://schemas.microsoft.com/office/drawing/2014/main" id="{4688A04D-673C-424A-B0B7-057469955E07}"/>
              </a:ext>
            </a:extLst>
          </p:cNvPr>
          <p:cNvSpPr/>
          <p:nvPr/>
        </p:nvSpPr>
        <p:spPr>
          <a:xfrm>
            <a:off x="1712640" y="2132856"/>
            <a:ext cx="6120680" cy="2677656"/>
          </a:xfrm>
          <a:prstGeom prst="rect">
            <a:avLst/>
          </a:prstGeom>
          <a:ln>
            <a:solidFill>
              <a:srgbClr val="F0861E"/>
            </a:solidFill>
          </a:ln>
        </p:spPr>
        <p:txBody>
          <a:bodyPr wrap="square">
            <a:spAutoFit/>
          </a:bodyPr>
          <a:lstStyle/>
          <a:p>
            <a:pPr algn="ctr"/>
            <a:r>
              <a:rPr lang="en-US" altLang="ja-JP" sz="2000" dirty="0">
                <a:latin typeface="メイリオ" panose="020B0604030504040204" pitchFamily="50" charset="-128"/>
                <a:ea typeface="メイリオ" panose="020B0604030504040204" pitchFamily="50" charset="-128"/>
              </a:rPr>
              <a:t>RDS</a:t>
            </a:r>
            <a:r>
              <a:rPr lang="ja-JP" altLang="en-US" sz="2000" dirty="0">
                <a:latin typeface="メイリオ" panose="020B0604030504040204" pitchFamily="50" charset="-128"/>
                <a:ea typeface="メイリオ" panose="020B0604030504040204" pitchFamily="50" charset="-128"/>
              </a:rPr>
              <a:t>の主な制限事項</a:t>
            </a:r>
            <a:endParaRPr lang="en-US" altLang="ja-JP" sz="2000" dirty="0">
              <a:latin typeface="メイリオ" panose="020B0604030504040204" pitchFamily="50" charset="-128"/>
              <a:ea typeface="メイリオ" panose="020B0604030504040204" pitchFamily="50" charset="-128"/>
            </a:endParaRPr>
          </a:p>
          <a:p>
            <a:pPr algn="ctr"/>
            <a:endParaRPr lang="en-US" altLang="ja-JP" sz="2000" dirty="0">
              <a:latin typeface="メイリオ" panose="020B0604030504040204" pitchFamily="50" charset="-128"/>
              <a:ea typeface="メイリオ" panose="020B0604030504040204" pitchFamily="50" charset="-128"/>
            </a:endParaRPr>
          </a:p>
          <a:p>
            <a:pPr marL="342900" indent="-342900">
              <a:buFont typeface="Arial" panose="020B0604020202020204" pitchFamily="34" charset="0"/>
              <a:buChar char="•"/>
            </a:pPr>
            <a:r>
              <a:rPr lang="ja-JP" altLang="en-US" sz="1800" dirty="0">
                <a:latin typeface="メイリオ" panose="020B0604030504040204" pitchFamily="50" charset="-128"/>
                <a:ea typeface="メイリオ" panose="020B0604030504040204" pitchFamily="50" charset="-128"/>
              </a:rPr>
              <a:t>バージョンが限定される</a:t>
            </a:r>
            <a:endParaRPr lang="en-US" altLang="ja-JP" sz="1800" dirty="0">
              <a:latin typeface="メイリオ" panose="020B0604030504040204" pitchFamily="50" charset="-128"/>
              <a:ea typeface="メイリオ" panose="020B0604030504040204" pitchFamily="50" charset="-128"/>
            </a:endParaRPr>
          </a:p>
          <a:p>
            <a:pPr marL="342900" indent="-342900">
              <a:buFont typeface="Arial" panose="020B0604020202020204" pitchFamily="34" charset="0"/>
              <a:buChar char="•"/>
            </a:pPr>
            <a:r>
              <a:rPr lang="ja-JP" altLang="en-US" sz="1800" dirty="0">
                <a:latin typeface="メイリオ" panose="020B0604030504040204" pitchFamily="50" charset="-128"/>
                <a:ea typeface="メイリオ" panose="020B0604030504040204" pitchFamily="50" charset="-128"/>
              </a:rPr>
              <a:t>キャパシティに上限がある</a:t>
            </a:r>
            <a:endParaRPr lang="en-US" altLang="ja-JP" sz="1800" dirty="0">
              <a:latin typeface="メイリオ" panose="020B0604030504040204" pitchFamily="50" charset="-128"/>
              <a:ea typeface="メイリオ" panose="020B0604030504040204" pitchFamily="50" charset="-128"/>
            </a:endParaRPr>
          </a:p>
          <a:p>
            <a:pPr marL="342900" indent="-342900">
              <a:buFont typeface="Arial" panose="020B0604020202020204" pitchFamily="34" charset="0"/>
              <a:buChar char="•"/>
            </a:pPr>
            <a:r>
              <a:rPr lang="en-US" altLang="ja-JP" sz="1800" dirty="0">
                <a:latin typeface="メイリオ" panose="020B0604030504040204" pitchFamily="50" charset="-128"/>
                <a:ea typeface="メイリオ" panose="020B0604030504040204" pitchFamily="50" charset="-128"/>
              </a:rPr>
              <a:t>OS</a:t>
            </a:r>
            <a:r>
              <a:rPr lang="ja-JP" altLang="en-US" sz="1800" dirty="0" err="1">
                <a:latin typeface="メイリオ" panose="020B0604030504040204" pitchFamily="50" charset="-128"/>
                <a:ea typeface="メイリオ" panose="020B0604030504040204" pitchFamily="50" charset="-128"/>
              </a:rPr>
              <a:t>への</a:t>
            </a:r>
            <a:r>
              <a:rPr lang="ja-JP" altLang="en-US" sz="1800" dirty="0">
                <a:latin typeface="メイリオ" panose="020B0604030504040204" pitchFamily="50" charset="-128"/>
                <a:ea typeface="メイリオ" panose="020B0604030504040204" pitchFamily="50" charset="-128"/>
              </a:rPr>
              <a:t>ログインができない</a:t>
            </a:r>
            <a:endParaRPr lang="en-US" altLang="ja-JP" sz="1800" dirty="0">
              <a:latin typeface="メイリオ" panose="020B0604030504040204" pitchFamily="50" charset="-128"/>
              <a:ea typeface="メイリオ" panose="020B0604030504040204" pitchFamily="50" charset="-128"/>
            </a:endParaRPr>
          </a:p>
          <a:p>
            <a:pPr marL="342900" indent="-342900">
              <a:buFont typeface="Arial" panose="020B0604020202020204" pitchFamily="34" charset="0"/>
              <a:buChar char="•"/>
            </a:pPr>
            <a:r>
              <a:rPr lang="ja-JP" altLang="en-US" sz="1800" dirty="0">
                <a:latin typeface="メイリオ" panose="020B0604030504040204" pitchFamily="50" charset="-128"/>
                <a:ea typeface="メイリオ" panose="020B0604030504040204" pitchFamily="50" charset="-128"/>
              </a:rPr>
              <a:t>ファイルシステムへのアクセスができない</a:t>
            </a:r>
            <a:endParaRPr lang="en-US" altLang="ja-JP" sz="1800" dirty="0">
              <a:latin typeface="メイリオ" panose="020B0604030504040204" pitchFamily="50" charset="-128"/>
              <a:ea typeface="メイリオ" panose="020B0604030504040204" pitchFamily="50" charset="-128"/>
            </a:endParaRPr>
          </a:p>
          <a:p>
            <a:pPr marL="342900" indent="-342900">
              <a:buFont typeface="Arial" panose="020B0604020202020204" pitchFamily="34" charset="0"/>
              <a:buChar char="•"/>
            </a:pPr>
            <a:r>
              <a:rPr lang="ja-JP" altLang="en-US" sz="1800" dirty="0">
                <a:latin typeface="メイリオ" panose="020B0604030504040204" pitchFamily="50" charset="-128"/>
                <a:ea typeface="メイリオ" panose="020B0604030504040204" pitchFamily="50" charset="-128"/>
              </a:rPr>
              <a:t>一部の機能が使えない</a:t>
            </a:r>
            <a:endParaRPr lang="en-US" altLang="ja-JP" sz="1800" dirty="0">
              <a:latin typeface="メイリオ" panose="020B0604030504040204" pitchFamily="50" charset="-128"/>
              <a:ea typeface="メイリオ" panose="020B0604030504040204" pitchFamily="50" charset="-128"/>
            </a:endParaRPr>
          </a:p>
          <a:p>
            <a:pPr marL="342900" indent="-342900">
              <a:buFont typeface="Arial" panose="020B0604020202020204" pitchFamily="34" charset="0"/>
              <a:buChar char="•"/>
            </a:pPr>
            <a:r>
              <a:rPr lang="ja-JP" altLang="en-US" sz="1800" dirty="0">
                <a:latin typeface="メイリオ" panose="020B0604030504040204" pitchFamily="50" charset="-128"/>
                <a:ea typeface="メイリオ" panose="020B0604030504040204" pitchFamily="50" charset="-128"/>
              </a:rPr>
              <a:t>個別パッチは適用できない</a:t>
            </a:r>
            <a:br>
              <a:rPr lang="en-US" altLang="ja-JP" sz="2000" dirty="0">
                <a:latin typeface="メイリオ" panose="020B0604030504040204" pitchFamily="50" charset="-128"/>
                <a:ea typeface="メイリオ" panose="020B0604030504040204" pitchFamily="50" charset="-128"/>
              </a:rPr>
            </a:br>
            <a:endParaRPr lang="en-US" altLang="ja-JP" sz="20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385029495"/>
      </p:ext>
    </p:extLst>
  </p:cSld>
  <p:clrMapOvr>
    <a:masterClrMapping/>
  </p:clrMapOvr>
  <p:transition advTm="98257"/>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タイトル 1">
            <a:extLst>
              <a:ext uri="{FF2B5EF4-FFF2-40B4-BE49-F238E27FC236}">
                <a16:creationId xmlns:a16="http://schemas.microsoft.com/office/drawing/2014/main" id="{48F80BE1-D063-4240-BFC7-C8D243720250}"/>
              </a:ext>
            </a:extLst>
          </p:cNvPr>
          <p:cNvSpPr txBox="1">
            <a:spLocks/>
          </p:cNvSpPr>
          <p:nvPr/>
        </p:nvSpPr>
        <p:spPr bwMode="auto">
          <a:xfrm>
            <a:off x="631222" y="201863"/>
            <a:ext cx="8642258" cy="50208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rtl="0" fontAlgn="base">
              <a:lnSpc>
                <a:spcPct val="90000"/>
              </a:lnSpc>
              <a:spcBef>
                <a:spcPct val="0"/>
              </a:spcBef>
              <a:spcAft>
                <a:spcPct val="0"/>
              </a:spcAft>
              <a:defRPr kumimoji="1" sz="2000">
                <a:solidFill>
                  <a:schemeClr val="tx2"/>
                </a:solidFill>
                <a:latin typeface="游明朝" panose="02020400000000000000" pitchFamily="18" charset="-128"/>
                <a:ea typeface="游明朝" panose="02020400000000000000" pitchFamily="18" charset="-128"/>
                <a:cs typeface="+mj-cs"/>
              </a:defRPr>
            </a:lvl1pPr>
            <a:lvl2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2pPr>
            <a:lvl3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3pPr>
            <a:lvl4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4pPr>
            <a:lvl5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5pPr>
            <a:lvl6pPr marL="4572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6pPr>
            <a:lvl7pPr marL="9144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7pPr>
            <a:lvl8pPr marL="13716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8pPr>
            <a:lvl9pPr marL="18288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9pPr>
          </a:lstStyle>
          <a:p>
            <a:pPr algn="l"/>
            <a:r>
              <a:rPr lang="ja-JP" altLang="en-US" sz="3000" dirty="0">
                <a:latin typeface="メイリオ" panose="020B0604030504040204" pitchFamily="50" charset="-128"/>
                <a:ea typeface="メイリオ" panose="020B0604030504040204" pitchFamily="50" charset="-128"/>
              </a:rPr>
              <a:t>ストレージタイプの選択</a:t>
            </a:r>
            <a:endParaRPr lang="en-US" altLang="ja-JP" sz="3000" dirty="0">
              <a:latin typeface="メイリオ" panose="020B0604030504040204" pitchFamily="50" charset="-128"/>
              <a:ea typeface="メイリオ" panose="020B0604030504040204" pitchFamily="50" charset="-128"/>
            </a:endParaRPr>
          </a:p>
        </p:txBody>
      </p:sp>
      <p:sp>
        <p:nvSpPr>
          <p:cNvPr id="10" name="コンテンツ プレースホルダー 2">
            <a:extLst>
              <a:ext uri="{FF2B5EF4-FFF2-40B4-BE49-F238E27FC236}">
                <a16:creationId xmlns:a16="http://schemas.microsoft.com/office/drawing/2014/main" id="{4DD24456-4964-48A4-A5D7-ED0878B25212}"/>
              </a:ext>
            </a:extLst>
          </p:cNvPr>
          <p:cNvSpPr txBox="1">
            <a:spLocks/>
          </p:cNvSpPr>
          <p:nvPr/>
        </p:nvSpPr>
        <p:spPr>
          <a:xfrm>
            <a:off x="631222" y="799401"/>
            <a:ext cx="8858282" cy="325343"/>
          </a:xfrm>
          <a:prstGeom prst="rect">
            <a:avLst/>
          </a:prstGeom>
        </p:spPr>
        <p:txBody>
          <a:bodyPr vert="horz" lIns="74295" tIns="37148" rIns="74295" bIns="37148" rtlCol="0">
            <a:noAutofit/>
          </a:bodyPr>
          <a:lstStyle>
            <a:lvl1pPr marL="228600" indent="-228600" algn="l" defTabSz="914400" rtl="0" eaLnBrk="1" latinLnBrk="0" hangingPunct="1">
              <a:lnSpc>
                <a:spcPct val="90000"/>
              </a:lnSpc>
              <a:spcBef>
                <a:spcPts val="1000"/>
              </a:spcBef>
              <a:buFont typeface="Wingdings 2" pitchFamily="18" charset="2"/>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2" pitchFamily="18" charset="2"/>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2" pitchFamily="18" charset="2"/>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5pPr>
            <a:lvl6pPr marL="25146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6pPr>
            <a:lvl7pPr marL="29718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7pPr>
            <a:lvl8pPr marL="34290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8pPr>
            <a:lvl9pPr marL="38862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9pPr>
          </a:lstStyle>
          <a:p>
            <a:pPr marL="0" indent="0">
              <a:buNone/>
            </a:pPr>
            <a:r>
              <a:rPr lang="ja-JP" altLang="en-US" sz="2400" kern="0" dirty="0">
                <a:solidFill>
                  <a:srgbClr val="002060"/>
                </a:solidFill>
                <a:latin typeface="メイリオ" panose="020B0604030504040204" pitchFamily="50" charset="-128"/>
                <a:ea typeface="メイリオ" panose="020B0604030504040204" pitchFamily="50" charset="-128"/>
              </a:rPr>
              <a:t>ストレージタイプは汎用とプロビジョンド</a:t>
            </a:r>
            <a:r>
              <a:rPr lang="en-US" altLang="ja-JP" sz="2400" kern="0" dirty="0">
                <a:solidFill>
                  <a:srgbClr val="002060"/>
                </a:solidFill>
                <a:latin typeface="メイリオ" panose="020B0604030504040204" pitchFamily="50" charset="-128"/>
                <a:ea typeface="メイリオ" panose="020B0604030504040204" pitchFamily="50" charset="-128"/>
              </a:rPr>
              <a:t>IOPS</a:t>
            </a:r>
            <a:r>
              <a:rPr lang="ja-JP" altLang="en-US" sz="2400" kern="0" dirty="0">
                <a:solidFill>
                  <a:srgbClr val="002060"/>
                </a:solidFill>
                <a:latin typeface="メイリオ" panose="020B0604030504040204" pitchFamily="50" charset="-128"/>
                <a:ea typeface="メイリオ" panose="020B0604030504040204" pitchFamily="50" charset="-128"/>
              </a:rPr>
              <a:t>から選択する。マグネティックは古いタイプであり、あまり利用しない</a:t>
            </a:r>
            <a:endParaRPr lang="en-US" altLang="ja-JP" sz="2400" kern="0" dirty="0">
              <a:solidFill>
                <a:srgbClr val="002060"/>
              </a:solidFill>
              <a:latin typeface="メイリオ" panose="020B0604030504040204" pitchFamily="50" charset="-128"/>
              <a:ea typeface="メイリオ" panose="020B0604030504040204" pitchFamily="50" charset="-128"/>
            </a:endParaRPr>
          </a:p>
        </p:txBody>
      </p:sp>
      <p:sp>
        <p:nvSpPr>
          <p:cNvPr id="8" name="コンテンツ プレースホルダー 2">
            <a:extLst>
              <a:ext uri="{FF2B5EF4-FFF2-40B4-BE49-F238E27FC236}">
                <a16:creationId xmlns:a16="http://schemas.microsoft.com/office/drawing/2014/main" id="{835CE6FE-EE2C-4942-BAD6-54EED03A5F1C}"/>
              </a:ext>
            </a:extLst>
          </p:cNvPr>
          <p:cNvSpPr txBox="1">
            <a:spLocks/>
          </p:cNvSpPr>
          <p:nvPr/>
        </p:nvSpPr>
        <p:spPr bwMode="auto">
          <a:xfrm>
            <a:off x="3935675" y="3429000"/>
            <a:ext cx="5040560" cy="1008112"/>
          </a:xfrm>
          <a:prstGeom prst="rect">
            <a:avLst/>
          </a:prstGeom>
          <a:solidFill>
            <a:schemeClr val="bg1"/>
          </a:solidFill>
          <a:ln w="9525">
            <a:solidFill>
              <a:srgbClr val="0070C0"/>
            </a:solid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pPr marL="171450" indent="-171450">
              <a:buFont typeface="Wingdings" panose="05000000000000000000" pitchFamily="2" charset="2"/>
              <a:buChar char="ü"/>
            </a:pPr>
            <a:r>
              <a:rPr lang="en-US" altLang="ja-JP" sz="1200" dirty="0">
                <a:latin typeface="メイリオ" panose="020B0604030504040204" pitchFamily="50" charset="-128"/>
                <a:ea typeface="メイリオ" panose="020B0604030504040204" pitchFamily="50" charset="-128"/>
              </a:rPr>
              <a:t>SSD</a:t>
            </a:r>
            <a:r>
              <a:rPr lang="ja-JP" altLang="en-US" sz="1200" dirty="0">
                <a:latin typeface="メイリオ" panose="020B0604030504040204" pitchFamily="50" charset="-128"/>
                <a:ea typeface="メイリオ" panose="020B0604030504040204" pitchFamily="50" charset="-128"/>
              </a:rPr>
              <a:t>タイプ</a:t>
            </a:r>
            <a:endParaRPr lang="en-US" altLang="ja-JP" sz="1200" dirty="0">
              <a:latin typeface="メイリオ" panose="020B0604030504040204" pitchFamily="50" charset="-128"/>
              <a:ea typeface="メイリオ" panose="020B0604030504040204" pitchFamily="50" charset="-128"/>
            </a:endParaRPr>
          </a:p>
          <a:p>
            <a:pPr marL="171450" indent="-171450">
              <a:buFont typeface="Wingdings" panose="05000000000000000000" pitchFamily="2" charset="2"/>
              <a:buChar char="ü"/>
            </a:pPr>
            <a:r>
              <a:rPr lang="en-US" altLang="ja-JP" sz="1200" dirty="0">
                <a:latin typeface="メイリオ" panose="020B0604030504040204" pitchFamily="50" charset="-128"/>
                <a:ea typeface="メイリオ" panose="020B0604030504040204" pitchFamily="50" charset="-128"/>
              </a:rPr>
              <a:t>GB</a:t>
            </a:r>
            <a:r>
              <a:rPr lang="ja-JP" altLang="en-US" sz="1200" dirty="0">
                <a:latin typeface="メイリオ" panose="020B0604030504040204" pitchFamily="50" charset="-128"/>
                <a:ea typeface="メイリオ" panose="020B0604030504040204" pitchFamily="50" charset="-128"/>
              </a:rPr>
              <a:t>あたりの容量課金を実施＋プロビジョンド済み</a:t>
            </a:r>
            <a:r>
              <a:rPr lang="en-US" altLang="ja-JP" sz="1200" dirty="0">
                <a:latin typeface="メイリオ" panose="020B0604030504040204" pitchFamily="50" charset="-128"/>
                <a:ea typeface="メイリオ" panose="020B0604030504040204" pitchFamily="50" charset="-128"/>
              </a:rPr>
              <a:t>IOPS</a:t>
            </a:r>
            <a:r>
              <a:rPr lang="ja-JP" altLang="en-US" sz="1200" dirty="0">
                <a:latin typeface="メイリオ" panose="020B0604030504040204" pitchFamily="50" charset="-128"/>
                <a:ea typeface="メイリオ" panose="020B0604030504040204" pitchFamily="50" charset="-128"/>
              </a:rPr>
              <a:t>単位の課金</a:t>
            </a:r>
            <a:endParaRPr lang="en-US" altLang="ja-JP" sz="1200" dirty="0">
              <a:latin typeface="メイリオ" panose="020B0604030504040204" pitchFamily="50" charset="-128"/>
              <a:ea typeface="メイリオ" panose="020B0604030504040204" pitchFamily="50" charset="-128"/>
            </a:endParaRPr>
          </a:p>
          <a:p>
            <a:pPr marL="171450" indent="-171450">
              <a:buFont typeface="Wingdings" panose="05000000000000000000" pitchFamily="2" charset="2"/>
              <a:buChar char="ü"/>
            </a:pPr>
            <a:r>
              <a:rPr lang="ja-JP" altLang="en-US" sz="1200" dirty="0">
                <a:latin typeface="メイリオ" panose="020B0604030504040204" pitchFamily="50" charset="-128"/>
                <a:ea typeface="メイリオ" panose="020B0604030504040204" pitchFamily="50" charset="-128"/>
              </a:rPr>
              <a:t>通常のパフォーマンスに加えてバーストを実施し、</a:t>
            </a:r>
            <a:r>
              <a:rPr lang="en-US" altLang="ja-JP" sz="1200" dirty="0">
                <a:latin typeface="メイリオ" panose="020B0604030504040204" pitchFamily="50" charset="-128"/>
                <a:ea typeface="メイリオ" panose="020B0604030504040204" pitchFamily="50" charset="-128"/>
              </a:rPr>
              <a:t>1,000</a:t>
            </a:r>
            <a:r>
              <a:rPr lang="ja-JP" altLang="en-US" sz="1200" dirty="0">
                <a:latin typeface="メイリオ" panose="020B0604030504040204" pitchFamily="50" charset="-128"/>
                <a:ea typeface="メイリオ" panose="020B0604030504040204" pitchFamily="50" charset="-128"/>
              </a:rPr>
              <a:t>～</a:t>
            </a:r>
            <a:r>
              <a:rPr lang="en-US" altLang="ja-JP" sz="1200" dirty="0">
                <a:latin typeface="メイリオ" panose="020B0604030504040204" pitchFamily="50" charset="-128"/>
                <a:ea typeface="メイリオ" panose="020B0604030504040204" pitchFamily="50" charset="-128"/>
              </a:rPr>
              <a:t>30,000IOPS</a:t>
            </a:r>
            <a:r>
              <a:rPr lang="ja-JP" altLang="en-US" sz="1200" dirty="0">
                <a:latin typeface="メイリオ" panose="020B0604030504040204" pitchFamily="50" charset="-128"/>
                <a:ea typeface="メイリオ" panose="020B0604030504040204" pitchFamily="50" charset="-128"/>
              </a:rPr>
              <a:t>を実現可能（サイズによって変わる）</a:t>
            </a:r>
            <a:endParaRPr lang="en-US" altLang="ja-JP" sz="1200" dirty="0">
              <a:latin typeface="メイリオ" panose="020B0604030504040204" pitchFamily="50" charset="-128"/>
              <a:ea typeface="メイリオ" panose="020B0604030504040204" pitchFamily="50" charset="-128"/>
            </a:endParaRPr>
          </a:p>
        </p:txBody>
      </p:sp>
      <p:sp>
        <p:nvSpPr>
          <p:cNvPr id="9" name="コンテンツ プレースホルダー 2">
            <a:extLst>
              <a:ext uri="{FF2B5EF4-FFF2-40B4-BE49-F238E27FC236}">
                <a16:creationId xmlns:a16="http://schemas.microsoft.com/office/drawing/2014/main" id="{FDE14943-D8A0-4FC1-974E-4A82CD2E34BC}"/>
              </a:ext>
            </a:extLst>
          </p:cNvPr>
          <p:cNvSpPr txBox="1">
            <a:spLocks/>
          </p:cNvSpPr>
          <p:nvPr/>
        </p:nvSpPr>
        <p:spPr bwMode="auto">
          <a:xfrm>
            <a:off x="1199371" y="3429000"/>
            <a:ext cx="2664296" cy="1008112"/>
          </a:xfrm>
          <a:prstGeom prst="rect">
            <a:avLst/>
          </a:prstGeom>
          <a:solidFill>
            <a:schemeClr val="bg2">
              <a:lumMod val="50000"/>
              <a:lumOff val="50000"/>
            </a:schemeClr>
          </a:solidFill>
          <a:ln w="9525">
            <a:no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pPr algn="ctr"/>
            <a:r>
              <a:rPr lang="ja-JP" altLang="en-US" b="1" dirty="0">
                <a:solidFill>
                  <a:schemeClr val="bg1"/>
                </a:solidFill>
                <a:latin typeface="メイリオ" panose="020B0604030504040204" pitchFamily="50" charset="-128"/>
                <a:ea typeface="メイリオ" panose="020B0604030504040204" pitchFamily="50" charset="-128"/>
              </a:rPr>
              <a:t>プロビジョンド</a:t>
            </a:r>
            <a:r>
              <a:rPr lang="en-US" altLang="ja-JP" b="1" dirty="0">
                <a:solidFill>
                  <a:schemeClr val="bg1"/>
                </a:solidFill>
                <a:latin typeface="メイリオ" panose="020B0604030504040204" pitchFamily="50" charset="-128"/>
                <a:ea typeface="メイリオ" panose="020B0604030504040204" pitchFamily="50" charset="-128"/>
              </a:rPr>
              <a:t>IOPS</a:t>
            </a:r>
            <a:endParaRPr lang="en-US" altLang="ja-JP" b="1" kern="0" dirty="0">
              <a:solidFill>
                <a:schemeClr val="bg1"/>
              </a:solidFill>
              <a:latin typeface="メイリオ" panose="020B0604030504040204" pitchFamily="50" charset="-128"/>
              <a:ea typeface="メイリオ" panose="020B0604030504040204" pitchFamily="50" charset="-128"/>
            </a:endParaRPr>
          </a:p>
        </p:txBody>
      </p:sp>
      <p:sp>
        <p:nvSpPr>
          <p:cNvPr id="11" name="コンテンツ プレースホルダー 2">
            <a:extLst>
              <a:ext uri="{FF2B5EF4-FFF2-40B4-BE49-F238E27FC236}">
                <a16:creationId xmlns:a16="http://schemas.microsoft.com/office/drawing/2014/main" id="{4E86EBE6-3675-4E02-8A35-9805C3D54514}"/>
              </a:ext>
            </a:extLst>
          </p:cNvPr>
          <p:cNvSpPr txBox="1">
            <a:spLocks/>
          </p:cNvSpPr>
          <p:nvPr/>
        </p:nvSpPr>
        <p:spPr bwMode="auto">
          <a:xfrm>
            <a:off x="3935675" y="2348880"/>
            <a:ext cx="5040560" cy="1008112"/>
          </a:xfrm>
          <a:prstGeom prst="rect">
            <a:avLst/>
          </a:prstGeom>
          <a:solidFill>
            <a:schemeClr val="bg1"/>
          </a:solidFill>
          <a:ln w="9525">
            <a:solidFill>
              <a:srgbClr val="0070C0"/>
            </a:solid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pPr marL="171450" indent="-171450">
              <a:buFont typeface="Wingdings" panose="05000000000000000000" pitchFamily="2" charset="2"/>
              <a:buChar char="ü"/>
            </a:pPr>
            <a:r>
              <a:rPr lang="en-US" altLang="ja-JP" sz="1200" dirty="0">
                <a:latin typeface="メイリオ" panose="020B0604030504040204" pitchFamily="50" charset="-128"/>
                <a:ea typeface="メイリオ" panose="020B0604030504040204" pitchFamily="50" charset="-128"/>
              </a:rPr>
              <a:t>SSD</a:t>
            </a:r>
            <a:r>
              <a:rPr lang="ja-JP" altLang="en-US" sz="1200" dirty="0">
                <a:latin typeface="メイリオ" panose="020B0604030504040204" pitchFamily="50" charset="-128"/>
                <a:ea typeface="メイリオ" panose="020B0604030504040204" pitchFamily="50" charset="-128"/>
              </a:rPr>
              <a:t>タイプ</a:t>
            </a:r>
            <a:endParaRPr lang="en-US" altLang="ja-JP" sz="1200" dirty="0">
              <a:latin typeface="メイリオ" panose="020B0604030504040204" pitchFamily="50" charset="-128"/>
              <a:ea typeface="メイリオ" panose="020B0604030504040204" pitchFamily="50" charset="-128"/>
            </a:endParaRPr>
          </a:p>
          <a:p>
            <a:pPr marL="171450" indent="-171450">
              <a:buFont typeface="Wingdings" panose="05000000000000000000" pitchFamily="2" charset="2"/>
              <a:buChar char="ü"/>
            </a:pPr>
            <a:r>
              <a:rPr lang="en-US" altLang="ja-JP" sz="1200" dirty="0">
                <a:latin typeface="メイリオ" panose="020B0604030504040204" pitchFamily="50" charset="-128"/>
                <a:ea typeface="メイリオ" panose="020B0604030504040204" pitchFamily="50" charset="-128"/>
              </a:rPr>
              <a:t>GB</a:t>
            </a:r>
            <a:r>
              <a:rPr lang="ja-JP" altLang="en-US" sz="1200" dirty="0">
                <a:latin typeface="メイリオ" panose="020B0604030504040204" pitchFamily="50" charset="-128"/>
                <a:ea typeface="メイリオ" panose="020B0604030504040204" pitchFamily="50" charset="-128"/>
              </a:rPr>
              <a:t>あたりの容量課金を実施</a:t>
            </a:r>
            <a:endParaRPr lang="en-US" altLang="ja-JP" sz="1200" dirty="0">
              <a:latin typeface="メイリオ" panose="020B0604030504040204" pitchFamily="50" charset="-128"/>
              <a:ea typeface="メイリオ" panose="020B0604030504040204" pitchFamily="50" charset="-128"/>
            </a:endParaRPr>
          </a:p>
          <a:p>
            <a:pPr marL="171450" indent="-171450">
              <a:buFont typeface="Wingdings" panose="05000000000000000000" pitchFamily="2" charset="2"/>
              <a:buChar char="ü"/>
            </a:pPr>
            <a:r>
              <a:rPr lang="ja-JP" altLang="en-US" sz="1200" dirty="0">
                <a:latin typeface="メイリオ" panose="020B0604030504040204" pitchFamily="50" charset="-128"/>
                <a:ea typeface="メイリオ" panose="020B0604030504040204" pitchFamily="50" charset="-128"/>
              </a:rPr>
              <a:t>通常のパフォーマンスに加えてバーストを実施し、</a:t>
            </a:r>
            <a:r>
              <a:rPr lang="en-US" altLang="ja-JP" sz="1200" dirty="0">
                <a:latin typeface="メイリオ" panose="020B0604030504040204" pitchFamily="50" charset="-128"/>
                <a:ea typeface="メイリオ" panose="020B0604030504040204" pitchFamily="50" charset="-128"/>
              </a:rPr>
              <a:t>100</a:t>
            </a:r>
            <a:r>
              <a:rPr lang="ja-JP" altLang="en-US" sz="1200" dirty="0">
                <a:latin typeface="メイリオ" panose="020B0604030504040204" pitchFamily="50" charset="-128"/>
                <a:ea typeface="メイリオ" panose="020B0604030504040204" pitchFamily="50" charset="-128"/>
              </a:rPr>
              <a:t>～</a:t>
            </a:r>
            <a:r>
              <a:rPr lang="en-US" altLang="ja-JP" sz="1200" dirty="0">
                <a:latin typeface="メイリオ" panose="020B0604030504040204" pitchFamily="50" charset="-128"/>
                <a:ea typeface="メイリオ" panose="020B0604030504040204" pitchFamily="50" charset="-128"/>
              </a:rPr>
              <a:t>10,000IOPS</a:t>
            </a:r>
            <a:r>
              <a:rPr lang="ja-JP" altLang="en-US" sz="1200" dirty="0">
                <a:latin typeface="メイリオ" panose="020B0604030504040204" pitchFamily="50" charset="-128"/>
                <a:ea typeface="メイリオ" panose="020B0604030504040204" pitchFamily="50" charset="-128"/>
              </a:rPr>
              <a:t>を実現可能（サイズによって変わる）</a:t>
            </a:r>
            <a:endParaRPr lang="en-US" altLang="ja-JP" sz="1200" dirty="0">
              <a:latin typeface="メイリオ" panose="020B0604030504040204" pitchFamily="50" charset="-128"/>
              <a:ea typeface="メイリオ" panose="020B0604030504040204" pitchFamily="50" charset="-128"/>
            </a:endParaRPr>
          </a:p>
        </p:txBody>
      </p:sp>
      <p:sp>
        <p:nvSpPr>
          <p:cNvPr id="12" name="コンテンツ プレースホルダー 2">
            <a:extLst>
              <a:ext uri="{FF2B5EF4-FFF2-40B4-BE49-F238E27FC236}">
                <a16:creationId xmlns:a16="http://schemas.microsoft.com/office/drawing/2014/main" id="{F9E6B248-71A2-4271-99ED-81C36A094AEA}"/>
              </a:ext>
            </a:extLst>
          </p:cNvPr>
          <p:cNvSpPr txBox="1">
            <a:spLocks/>
          </p:cNvSpPr>
          <p:nvPr/>
        </p:nvSpPr>
        <p:spPr bwMode="auto">
          <a:xfrm>
            <a:off x="1199371" y="2348880"/>
            <a:ext cx="2664296" cy="1008112"/>
          </a:xfrm>
          <a:prstGeom prst="rect">
            <a:avLst/>
          </a:prstGeom>
          <a:solidFill>
            <a:schemeClr val="bg2">
              <a:lumMod val="50000"/>
              <a:lumOff val="50000"/>
            </a:schemeClr>
          </a:solidFill>
          <a:ln w="9525">
            <a:no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pPr algn="ctr"/>
            <a:r>
              <a:rPr lang="ja-JP" altLang="en-US" b="1" dirty="0">
                <a:solidFill>
                  <a:schemeClr val="bg1"/>
                </a:solidFill>
                <a:latin typeface="メイリオ" panose="020B0604030504040204" pitchFamily="50" charset="-128"/>
                <a:ea typeface="メイリオ" panose="020B0604030504040204" pitchFamily="50" charset="-128"/>
              </a:rPr>
              <a:t>汎用</a:t>
            </a:r>
            <a:endParaRPr lang="en-US" altLang="ja-JP" b="1" kern="0" dirty="0">
              <a:solidFill>
                <a:schemeClr val="bg1"/>
              </a:solidFill>
              <a:latin typeface="メイリオ" panose="020B0604030504040204" pitchFamily="50" charset="-128"/>
              <a:ea typeface="メイリオ" panose="020B0604030504040204" pitchFamily="50" charset="-128"/>
            </a:endParaRPr>
          </a:p>
        </p:txBody>
      </p:sp>
      <p:sp>
        <p:nvSpPr>
          <p:cNvPr id="15" name="コンテンツ プレースホルダー 2">
            <a:extLst>
              <a:ext uri="{FF2B5EF4-FFF2-40B4-BE49-F238E27FC236}">
                <a16:creationId xmlns:a16="http://schemas.microsoft.com/office/drawing/2014/main" id="{B2E1EE72-D511-464D-94BF-763F4350A7C5}"/>
              </a:ext>
            </a:extLst>
          </p:cNvPr>
          <p:cNvSpPr txBox="1">
            <a:spLocks/>
          </p:cNvSpPr>
          <p:nvPr/>
        </p:nvSpPr>
        <p:spPr bwMode="auto">
          <a:xfrm>
            <a:off x="3935675" y="4509120"/>
            <a:ext cx="5040560" cy="1008112"/>
          </a:xfrm>
          <a:prstGeom prst="rect">
            <a:avLst/>
          </a:prstGeom>
          <a:solidFill>
            <a:schemeClr val="bg1"/>
          </a:solidFill>
          <a:ln w="9525">
            <a:solidFill>
              <a:srgbClr val="0070C0"/>
            </a:solid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pPr marL="171450" indent="-171450">
              <a:buFont typeface="Wingdings" panose="05000000000000000000" pitchFamily="2" charset="2"/>
              <a:buChar char="ü"/>
            </a:pPr>
            <a:r>
              <a:rPr lang="ja-JP" altLang="en-US" sz="1200" dirty="0">
                <a:latin typeface="メイリオ" panose="020B0604030504040204" pitchFamily="50" charset="-128"/>
                <a:ea typeface="メイリオ" panose="020B0604030504040204" pitchFamily="50" charset="-128"/>
              </a:rPr>
              <a:t>ハードディスクタイプ</a:t>
            </a:r>
            <a:endParaRPr lang="en-US" altLang="ja-JP" sz="1200" dirty="0">
              <a:latin typeface="メイリオ" panose="020B0604030504040204" pitchFamily="50" charset="-128"/>
              <a:ea typeface="メイリオ" panose="020B0604030504040204" pitchFamily="50" charset="-128"/>
            </a:endParaRPr>
          </a:p>
          <a:p>
            <a:pPr marL="171450" indent="-171450">
              <a:buFont typeface="Wingdings" panose="05000000000000000000" pitchFamily="2" charset="2"/>
              <a:buChar char="ü"/>
            </a:pPr>
            <a:r>
              <a:rPr lang="en-US" altLang="ja-JP" sz="1200" dirty="0">
                <a:latin typeface="メイリオ" panose="020B0604030504040204" pitchFamily="50" charset="-128"/>
                <a:ea typeface="メイリオ" panose="020B0604030504040204" pitchFamily="50" charset="-128"/>
              </a:rPr>
              <a:t>GB</a:t>
            </a:r>
            <a:r>
              <a:rPr lang="ja-JP" altLang="en-US" sz="1200" dirty="0">
                <a:latin typeface="メイリオ" panose="020B0604030504040204" pitchFamily="50" charset="-128"/>
                <a:ea typeface="メイリオ" panose="020B0604030504040204" pitchFamily="50" charset="-128"/>
              </a:rPr>
              <a:t>あたりの容量課金を実施＋</a:t>
            </a:r>
            <a:r>
              <a:rPr lang="en-US" altLang="ja-JP" sz="1200" dirty="0">
                <a:latin typeface="メイリオ" panose="020B0604030504040204" pitchFamily="50" charset="-128"/>
                <a:ea typeface="メイリオ" panose="020B0604030504040204" pitchFamily="50" charset="-128"/>
              </a:rPr>
              <a:t>IO</a:t>
            </a:r>
            <a:r>
              <a:rPr lang="ja-JP" altLang="en-US" sz="1200" dirty="0">
                <a:latin typeface="メイリオ" panose="020B0604030504040204" pitchFamily="50" charset="-128"/>
                <a:ea typeface="メイリオ" panose="020B0604030504040204" pitchFamily="50" charset="-128"/>
              </a:rPr>
              <a:t>リクエスト課金</a:t>
            </a:r>
            <a:endParaRPr lang="en-US" altLang="ja-JP" sz="1200" dirty="0">
              <a:latin typeface="メイリオ" panose="020B0604030504040204" pitchFamily="50" charset="-128"/>
              <a:ea typeface="メイリオ" panose="020B0604030504040204" pitchFamily="50" charset="-128"/>
            </a:endParaRPr>
          </a:p>
          <a:p>
            <a:pPr marL="171450" indent="-171450">
              <a:buFont typeface="Wingdings" panose="05000000000000000000" pitchFamily="2" charset="2"/>
              <a:buChar char="ü"/>
            </a:pPr>
            <a:r>
              <a:rPr lang="ja-JP" altLang="en-US" sz="1200" dirty="0">
                <a:latin typeface="メイリオ" panose="020B0604030504040204" pitchFamily="50" charset="-128"/>
                <a:ea typeface="メイリオ" panose="020B0604030504040204" pitchFamily="50" charset="-128"/>
              </a:rPr>
              <a:t>平均</a:t>
            </a:r>
            <a:r>
              <a:rPr lang="en-US" altLang="ja-JP" sz="1200" dirty="0">
                <a:latin typeface="メイリオ" panose="020B0604030504040204" pitchFamily="50" charset="-128"/>
                <a:ea typeface="メイリオ" panose="020B0604030504040204" pitchFamily="50" charset="-128"/>
              </a:rPr>
              <a:t>100</a:t>
            </a:r>
            <a:r>
              <a:rPr lang="ja-JP" altLang="en-US" sz="1200" dirty="0">
                <a:latin typeface="メイリオ" panose="020B0604030504040204" pitchFamily="50" charset="-128"/>
                <a:ea typeface="メイリオ" panose="020B0604030504040204" pitchFamily="50" charset="-128"/>
              </a:rPr>
              <a:t>～最大数百の</a:t>
            </a:r>
            <a:r>
              <a:rPr lang="en-US" altLang="ja-JP" sz="1200" dirty="0">
                <a:latin typeface="メイリオ" panose="020B0604030504040204" pitchFamily="50" charset="-128"/>
                <a:ea typeface="メイリオ" panose="020B0604030504040204" pitchFamily="50" charset="-128"/>
              </a:rPr>
              <a:t>IOPS</a:t>
            </a:r>
          </a:p>
        </p:txBody>
      </p:sp>
      <p:sp>
        <p:nvSpPr>
          <p:cNvPr id="16" name="コンテンツ プレースホルダー 2">
            <a:extLst>
              <a:ext uri="{FF2B5EF4-FFF2-40B4-BE49-F238E27FC236}">
                <a16:creationId xmlns:a16="http://schemas.microsoft.com/office/drawing/2014/main" id="{D6038209-F6B6-43B0-B562-02D8B6A332B7}"/>
              </a:ext>
            </a:extLst>
          </p:cNvPr>
          <p:cNvSpPr txBox="1">
            <a:spLocks/>
          </p:cNvSpPr>
          <p:nvPr/>
        </p:nvSpPr>
        <p:spPr bwMode="auto">
          <a:xfrm>
            <a:off x="1199371" y="4509120"/>
            <a:ext cx="2664296" cy="1008112"/>
          </a:xfrm>
          <a:prstGeom prst="rect">
            <a:avLst/>
          </a:prstGeom>
          <a:solidFill>
            <a:schemeClr val="bg2">
              <a:lumMod val="50000"/>
              <a:lumOff val="50000"/>
            </a:schemeClr>
          </a:solidFill>
          <a:ln w="9525">
            <a:no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pPr algn="ctr"/>
            <a:r>
              <a:rPr lang="ja-JP" altLang="en-US" b="1" kern="0" dirty="0">
                <a:solidFill>
                  <a:schemeClr val="bg1"/>
                </a:solidFill>
                <a:latin typeface="メイリオ" panose="020B0604030504040204" pitchFamily="50" charset="-128"/>
                <a:ea typeface="メイリオ" panose="020B0604030504040204" pitchFamily="50" charset="-128"/>
              </a:rPr>
              <a:t>マグネティック</a:t>
            </a:r>
            <a:endParaRPr lang="en-US" altLang="ja-JP" b="1" kern="0" dirty="0">
              <a:solidFill>
                <a:schemeClr val="bg1"/>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54411337"/>
      </p:ext>
    </p:extLst>
  </p:cSld>
  <p:clrMapOvr>
    <a:masterClrMapping/>
  </p:clrMapOvr>
  <mc:AlternateContent xmlns:mc="http://schemas.openxmlformats.org/markup-compatibility/2006" xmlns:p14="http://schemas.microsoft.com/office/powerpoint/2010/main">
    <mc:Choice Requires="p14">
      <p:transition spd="slow" p14:dur="2000" advTm="64538"/>
    </mc:Choice>
    <mc:Fallback xmlns="">
      <p:transition spd="slow" advTm="64538"/>
    </mc:Fallback>
  </mc:AlternateContent>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タイトル 1">
            <a:extLst>
              <a:ext uri="{FF2B5EF4-FFF2-40B4-BE49-F238E27FC236}">
                <a16:creationId xmlns:a16="http://schemas.microsoft.com/office/drawing/2014/main" id="{48F80BE1-D063-4240-BFC7-C8D243720250}"/>
              </a:ext>
            </a:extLst>
          </p:cNvPr>
          <p:cNvSpPr txBox="1">
            <a:spLocks/>
          </p:cNvSpPr>
          <p:nvPr/>
        </p:nvSpPr>
        <p:spPr bwMode="auto">
          <a:xfrm>
            <a:off x="631222" y="201863"/>
            <a:ext cx="8642258" cy="50208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rtl="0" fontAlgn="base">
              <a:lnSpc>
                <a:spcPct val="90000"/>
              </a:lnSpc>
              <a:spcBef>
                <a:spcPct val="0"/>
              </a:spcBef>
              <a:spcAft>
                <a:spcPct val="0"/>
              </a:spcAft>
              <a:defRPr kumimoji="1" sz="2000">
                <a:solidFill>
                  <a:schemeClr val="tx2"/>
                </a:solidFill>
                <a:latin typeface="游明朝" panose="02020400000000000000" pitchFamily="18" charset="-128"/>
                <a:ea typeface="游明朝" panose="02020400000000000000" pitchFamily="18" charset="-128"/>
                <a:cs typeface="+mj-cs"/>
              </a:defRPr>
            </a:lvl1pPr>
            <a:lvl2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2pPr>
            <a:lvl3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3pPr>
            <a:lvl4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4pPr>
            <a:lvl5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5pPr>
            <a:lvl6pPr marL="4572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6pPr>
            <a:lvl7pPr marL="9144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7pPr>
            <a:lvl8pPr marL="13716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8pPr>
            <a:lvl9pPr marL="18288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9pPr>
          </a:lstStyle>
          <a:p>
            <a:pPr algn="l"/>
            <a:r>
              <a:rPr kumimoji="0" lang="ja-JP" altLang="en-US" sz="3200" dirty="0">
                <a:solidFill>
                  <a:srgbClr val="000000"/>
                </a:solidFill>
                <a:latin typeface="メイリオ" pitchFamily="50" charset="-128"/>
                <a:ea typeface="メイリオ" pitchFamily="50" charset="-128"/>
                <a:cs typeface="メイリオ" pitchFamily="50" charset="-128"/>
              </a:rPr>
              <a:t>パブリックアクセス構成</a:t>
            </a:r>
            <a:endParaRPr lang="en-US" altLang="ja-JP" sz="3200" dirty="0">
              <a:latin typeface="メイリオ" panose="020B0604030504040204" pitchFamily="50" charset="-128"/>
              <a:ea typeface="メイリオ" panose="020B0604030504040204" pitchFamily="50" charset="-128"/>
            </a:endParaRPr>
          </a:p>
        </p:txBody>
      </p:sp>
      <p:sp>
        <p:nvSpPr>
          <p:cNvPr id="2" name="コンテンツ プレースホルダー 2">
            <a:extLst>
              <a:ext uri="{FF2B5EF4-FFF2-40B4-BE49-F238E27FC236}">
                <a16:creationId xmlns:a16="http://schemas.microsoft.com/office/drawing/2014/main" id="{FDC11051-22C8-4440-9498-E0A1A3C851DA}"/>
              </a:ext>
            </a:extLst>
          </p:cNvPr>
          <p:cNvSpPr txBox="1">
            <a:spLocks/>
          </p:cNvSpPr>
          <p:nvPr/>
        </p:nvSpPr>
        <p:spPr>
          <a:xfrm>
            <a:off x="631222" y="799401"/>
            <a:ext cx="8858282" cy="325343"/>
          </a:xfrm>
          <a:prstGeom prst="rect">
            <a:avLst/>
          </a:prstGeom>
        </p:spPr>
        <p:txBody>
          <a:bodyPr vert="horz" lIns="74295" tIns="37148" rIns="74295" bIns="37148" rtlCol="0">
            <a:noAutofit/>
          </a:bodyPr>
          <a:lstStyle>
            <a:lvl1pPr marL="228600" indent="-228600" algn="l" defTabSz="914400" rtl="0" eaLnBrk="1" latinLnBrk="0" hangingPunct="1">
              <a:lnSpc>
                <a:spcPct val="90000"/>
              </a:lnSpc>
              <a:spcBef>
                <a:spcPts val="1000"/>
              </a:spcBef>
              <a:buFont typeface="Wingdings 2" pitchFamily="18" charset="2"/>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2" pitchFamily="18" charset="2"/>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2" pitchFamily="18" charset="2"/>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5pPr>
            <a:lvl6pPr marL="25146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6pPr>
            <a:lvl7pPr marL="29718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7pPr>
            <a:lvl8pPr marL="34290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8pPr>
            <a:lvl9pPr marL="38862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9pPr>
          </a:lstStyle>
          <a:p>
            <a:pPr marL="0" indent="0">
              <a:buNone/>
            </a:pPr>
            <a:r>
              <a:rPr lang="ja-JP" altLang="en-US" sz="2400" dirty="0">
                <a:solidFill>
                  <a:srgbClr val="002060"/>
                </a:solidFill>
                <a:latin typeface="メイリオ" panose="020B0604030504040204" pitchFamily="50" charset="-128"/>
                <a:ea typeface="メイリオ" panose="020B0604030504040204" pitchFamily="50" charset="-128"/>
              </a:rPr>
              <a:t>パブリックアクセスを有効化して、セキュリティグループでアクセスを許可する必要がある。</a:t>
            </a:r>
            <a:endParaRPr lang="en-US" altLang="ja-JP" sz="2400" dirty="0">
              <a:solidFill>
                <a:srgbClr val="002060"/>
              </a:solidFill>
              <a:latin typeface="メイリオ" panose="020B0604030504040204" pitchFamily="50" charset="-128"/>
              <a:ea typeface="メイリオ" panose="020B0604030504040204" pitchFamily="50" charset="-128"/>
            </a:endParaRPr>
          </a:p>
        </p:txBody>
      </p:sp>
      <p:pic>
        <p:nvPicPr>
          <p:cNvPr id="2050" name="Picture 2">
            <a:extLst>
              <a:ext uri="{FF2B5EF4-FFF2-40B4-BE49-F238E27FC236}">
                <a16:creationId xmlns:a16="http://schemas.microsoft.com/office/drawing/2014/main" id="{92554BF8-72A5-4737-98D7-C24657562C3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80592" y="2060848"/>
            <a:ext cx="7497663" cy="3363029"/>
          </a:xfrm>
          <a:prstGeom prst="rect">
            <a:avLst/>
          </a:prstGeom>
          <a:noFill/>
          <a:ln>
            <a:solidFill>
              <a:schemeClr val="bg2">
                <a:lumMod val="25000"/>
                <a:lumOff val="75000"/>
              </a:schemeClr>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39844918"/>
      </p:ext>
    </p:extLst>
  </p:cSld>
  <p:clrMapOvr>
    <a:masterClrMapping/>
  </p:clrMapOvr>
  <mc:AlternateContent xmlns:mc="http://schemas.openxmlformats.org/markup-compatibility/2006" xmlns:p14="http://schemas.microsoft.com/office/powerpoint/2010/main">
    <mc:Choice Requires="p14">
      <p:transition spd="slow" p14:dur="2000" advTm="36189"/>
    </mc:Choice>
    <mc:Fallback xmlns="">
      <p:transition spd="slow" advTm="36189"/>
    </mc:Fallback>
  </mc:AlternateContent>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 name="タイトル 1">
            <a:extLst>
              <a:ext uri="{FF2B5EF4-FFF2-40B4-BE49-F238E27FC236}">
                <a16:creationId xmlns:a16="http://schemas.microsoft.com/office/drawing/2014/main" id="{3B2F40DD-E21D-4126-B485-6DEF490624A0}"/>
              </a:ext>
            </a:extLst>
          </p:cNvPr>
          <p:cNvSpPr txBox="1">
            <a:spLocks/>
          </p:cNvSpPr>
          <p:nvPr/>
        </p:nvSpPr>
        <p:spPr bwMode="auto">
          <a:xfrm>
            <a:off x="631222" y="228600"/>
            <a:ext cx="8642258" cy="50208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rtl="0" fontAlgn="base">
              <a:lnSpc>
                <a:spcPct val="90000"/>
              </a:lnSpc>
              <a:spcBef>
                <a:spcPct val="0"/>
              </a:spcBef>
              <a:spcAft>
                <a:spcPct val="0"/>
              </a:spcAft>
              <a:defRPr kumimoji="1" sz="2000">
                <a:solidFill>
                  <a:schemeClr val="tx2"/>
                </a:solidFill>
                <a:latin typeface="游明朝" panose="02020400000000000000" pitchFamily="18" charset="-128"/>
                <a:ea typeface="游明朝" panose="02020400000000000000" pitchFamily="18" charset="-128"/>
                <a:cs typeface="+mj-cs"/>
              </a:defRPr>
            </a:lvl1pPr>
            <a:lvl2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2pPr>
            <a:lvl3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3pPr>
            <a:lvl4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4pPr>
            <a:lvl5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5pPr>
            <a:lvl6pPr marL="4572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6pPr>
            <a:lvl7pPr marL="9144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7pPr>
            <a:lvl8pPr marL="13716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8pPr>
            <a:lvl9pPr marL="18288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9pPr>
          </a:lstStyle>
          <a:p>
            <a:pPr algn="l"/>
            <a:r>
              <a:rPr kumimoji="0" lang="ja-JP" altLang="en-US" sz="2800" dirty="0">
                <a:solidFill>
                  <a:srgbClr val="000000"/>
                </a:solidFill>
                <a:latin typeface="メイリオ" pitchFamily="50" charset="-128"/>
                <a:ea typeface="メイリオ" pitchFamily="50" charset="-128"/>
                <a:cs typeface="メイリオ" pitchFamily="50" charset="-128"/>
              </a:rPr>
              <a:t>パブリックアクセス構成</a:t>
            </a:r>
            <a:endParaRPr lang="ja-JP" altLang="en-US" sz="3000" dirty="0">
              <a:solidFill>
                <a:schemeClr val="tx1"/>
              </a:solidFill>
              <a:latin typeface="メイリオ" panose="020B0604030504040204" pitchFamily="50" charset="-128"/>
              <a:ea typeface="メイリオ" panose="020B0604030504040204" pitchFamily="50" charset="-128"/>
            </a:endParaRPr>
          </a:p>
        </p:txBody>
      </p:sp>
      <p:sp>
        <p:nvSpPr>
          <p:cNvPr id="124" name="コンテンツ プレースホルダー 2">
            <a:extLst>
              <a:ext uri="{FF2B5EF4-FFF2-40B4-BE49-F238E27FC236}">
                <a16:creationId xmlns:a16="http://schemas.microsoft.com/office/drawing/2014/main" id="{83709AB2-F603-441F-9429-A765FC262FD0}"/>
              </a:ext>
            </a:extLst>
          </p:cNvPr>
          <p:cNvSpPr txBox="1">
            <a:spLocks/>
          </p:cNvSpPr>
          <p:nvPr/>
        </p:nvSpPr>
        <p:spPr>
          <a:xfrm>
            <a:off x="631222" y="692696"/>
            <a:ext cx="9002298" cy="325343"/>
          </a:xfrm>
          <a:prstGeom prst="rect">
            <a:avLst/>
          </a:prstGeom>
        </p:spPr>
        <p:txBody>
          <a:bodyPr vert="horz" lIns="74295" tIns="37148" rIns="74295" bIns="37148" rtlCol="0">
            <a:noAutofit/>
          </a:bodyPr>
          <a:lstStyle>
            <a:lvl1pPr marL="228600" indent="-228600" algn="l" defTabSz="914400" rtl="0" eaLnBrk="1" latinLnBrk="0" hangingPunct="1">
              <a:lnSpc>
                <a:spcPct val="90000"/>
              </a:lnSpc>
              <a:spcBef>
                <a:spcPts val="1000"/>
              </a:spcBef>
              <a:buFont typeface="Wingdings 2" pitchFamily="18" charset="2"/>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2" pitchFamily="18" charset="2"/>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2" pitchFamily="18" charset="2"/>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5pPr>
            <a:lvl6pPr marL="25146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6pPr>
            <a:lvl7pPr marL="29718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7pPr>
            <a:lvl8pPr marL="34290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8pPr>
            <a:lvl9pPr marL="38862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9pPr>
          </a:lstStyle>
          <a:p>
            <a:pPr marL="0" indent="0">
              <a:buNone/>
            </a:pPr>
            <a:r>
              <a:rPr lang="ja-JP" altLang="en-US" sz="2400" dirty="0">
                <a:solidFill>
                  <a:srgbClr val="002060"/>
                </a:solidFill>
                <a:latin typeface="メイリオ" panose="020B0604030504040204" pitchFamily="50" charset="-128"/>
                <a:ea typeface="メイリオ" panose="020B0604030504040204" pitchFamily="50" charset="-128"/>
              </a:rPr>
              <a:t>パブリックサブネットに</a:t>
            </a:r>
            <a:r>
              <a:rPr lang="en-US" altLang="ja-JP" sz="2400" dirty="0">
                <a:solidFill>
                  <a:srgbClr val="002060"/>
                </a:solidFill>
                <a:latin typeface="メイリオ" panose="020B0604030504040204" pitchFamily="50" charset="-128"/>
                <a:ea typeface="メイリオ" panose="020B0604030504040204" pitchFamily="50" charset="-128"/>
              </a:rPr>
              <a:t>RDS</a:t>
            </a:r>
            <a:r>
              <a:rPr lang="ja-JP" altLang="en-US" sz="2400" dirty="0">
                <a:solidFill>
                  <a:srgbClr val="002060"/>
                </a:solidFill>
                <a:latin typeface="メイリオ" panose="020B0604030504040204" pitchFamily="50" charset="-128"/>
                <a:ea typeface="メイリオ" panose="020B0604030504040204" pitchFamily="50" charset="-128"/>
              </a:rPr>
              <a:t>を設置し、直接に</a:t>
            </a:r>
            <a:r>
              <a:rPr lang="en-US" altLang="ja-JP" sz="2400" dirty="0">
                <a:solidFill>
                  <a:srgbClr val="002060"/>
                </a:solidFill>
                <a:latin typeface="メイリオ" panose="020B0604030504040204" pitchFamily="50" charset="-128"/>
                <a:ea typeface="メイリオ" panose="020B0604030504040204" pitchFamily="50" charset="-128"/>
              </a:rPr>
              <a:t>SQL</a:t>
            </a:r>
            <a:r>
              <a:rPr lang="ja-JP" altLang="en-US" sz="2400" dirty="0">
                <a:solidFill>
                  <a:srgbClr val="002060"/>
                </a:solidFill>
                <a:latin typeface="メイリオ" panose="020B0604030504040204" pitchFamily="50" charset="-128"/>
                <a:ea typeface="メイリオ" panose="020B0604030504040204" pitchFamily="50" charset="-128"/>
              </a:rPr>
              <a:t>ソフトウェアで接続して操作する。</a:t>
            </a:r>
            <a:endParaRPr lang="en-US" altLang="ja-JP" sz="2400" dirty="0">
              <a:solidFill>
                <a:srgbClr val="002060"/>
              </a:solidFill>
              <a:latin typeface="メイリオ" panose="020B0604030504040204" pitchFamily="50" charset="-128"/>
              <a:ea typeface="メイリオ" panose="020B0604030504040204" pitchFamily="50" charset="-128"/>
            </a:endParaRPr>
          </a:p>
        </p:txBody>
      </p:sp>
      <p:sp>
        <p:nvSpPr>
          <p:cNvPr id="24" name="四角形: 角を丸くする 23">
            <a:extLst>
              <a:ext uri="{FF2B5EF4-FFF2-40B4-BE49-F238E27FC236}">
                <a16:creationId xmlns:a16="http://schemas.microsoft.com/office/drawing/2014/main" id="{672D1A83-8817-4CE7-B13E-73A28103B497}"/>
              </a:ext>
            </a:extLst>
          </p:cNvPr>
          <p:cNvSpPr/>
          <p:nvPr/>
        </p:nvSpPr>
        <p:spPr bwMode="auto">
          <a:xfrm>
            <a:off x="992560" y="1700808"/>
            <a:ext cx="4331098" cy="4604240"/>
          </a:xfrm>
          <a:prstGeom prst="roundRect">
            <a:avLst/>
          </a:prstGeom>
          <a:solidFill>
            <a:schemeClr val="bg1"/>
          </a:solidFill>
          <a:ln w="12700" cap="flat" cmpd="sng" algn="ctr">
            <a:solidFill>
              <a:srgbClr val="F0861E"/>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ja-JP" altLang="en-US" sz="1400" b="0" i="0" u="none" strike="noStrike" cap="none" normalizeH="0" baseline="0">
              <a:ln>
                <a:noFill/>
              </a:ln>
              <a:solidFill>
                <a:schemeClr val="tx1"/>
              </a:solidFill>
              <a:effectLst/>
              <a:latin typeface="ＭＳ Ｐゴシック" pitchFamily="50" charset="-128"/>
              <a:ea typeface="ＭＳ Ｐゴシック" pitchFamily="50" charset="-128"/>
            </a:endParaRPr>
          </a:p>
        </p:txBody>
      </p:sp>
      <p:sp>
        <p:nvSpPr>
          <p:cNvPr id="26" name="正方形/長方形 25">
            <a:extLst>
              <a:ext uri="{FF2B5EF4-FFF2-40B4-BE49-F238E27FC236}">
                <a16:creationId xmlns:a16="http://schemas.microsoft.com/office/drawing/2014/main" id="{C483DF65-C8C8-443D-8D4B-487B997EA18A}"/>
              </a:ext>
            </a:extLst>
          </p:cNvPr>
          <p:cNvSpPr/>
          <p:nvPr/>
        </p:nvSpPr>
        <p:spPr bwMode="auto">
          <a:xfrm>
            <a:off x="704528" y="1484784"/>
            <a:ext cx="4680520" cy="4896544"/>
          </a:xfrm>
          <a:prstGeom prst="rect">
            <a:avLst/>
          </a:prstGeom>
          <a:noFill/>
          <a:ln w="12700" cap="flat" cmpd="sng" algn="ctr">
            <a:solidFill>
              <a:schemeClr val="tx1"/>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ja-JP" altLang="en-US" sz="1600" b="0" i="0" u="none" strike="noStrike" cap="none" normalizeH="0" baseline="0">
              <a:ln>
                <a:noFill/>
              </a:ln>
              <a:solidFill>
                <a:schemeClr val="tx1"/>
              </a:solidFill>
              <a:effectLst/>
              <a:latin typeface="ＭＳ Ｐゴシック" pitchFamily="50" charset="-128"/>
              <a:ea typeface="ＭＳ Ｐゴシック" pitchFamily="50" charset="-128"/>
            </a:endParaRPr>
          </a:p>
        </p:txBody>
      </p:sp>
      <p:sp>
        <p:nvSpPr>
          <p:cNvPr id="27" name="正方形/長方形 26">
            <a:extLst>
              <a:ext uri="{FF2B5EF4-FFF2-40B4-BE49-F238E27FC236}">
                <a16:creationId xmlns:a16="http://schemas.microsoft.com/office/drawing/2014/main" id="{22DAFC2E-2806-4A3E-A37B-4D2793D7AA8D}"/>
              </a:ext>
            </a:extLst>
          </p:cNvPr>
          <p:cNvSpPr/>
          <p:nvPr/>
        </p:nvSpPr>
        <p:spPr bwMode="auto">
          <a:xfrm>
            <a:off x="1537757" y="2046883"/>
            <a:ext cx="3256634" cy="4074948"/>
          </a:xfrm>
          <a:prstGeom prst="rect">
            <a:avLst/>
          </a:prstGeom>
          <a:solidFill>
            <a:srgbClr val="FFC000"/>
          </a:solidFill>
          <a:ln w="12700" cap="flat" cmpd="sng" algn="ctr">
            <a:no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altLang="ja-JP" sz="1400" b="1" dirty="0">
                <a:solidFill>
                  <a:schemeClr val="bg1"/>
                </a:solidFill>
                <a:latin typeface="メイリオ" panose="020B0604030504040204" pitchFamily="50" charset="-128"/>
                <a:ea typeface="メイリオ" panose="020B0604030504040204" pitchFamily="50" charset="-128"/>
              </a:rPr>
              <a:t>AZ</a:t>
            </a:r>
            <a:endParaRPr kumimoji="1" lang="ja-JP" altLang="en-US" sz="1400" b="1"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endParaRPr>
          </a:p>
        </p:txBody>
      </p:sp>
      <p:pic>
        <p:nvPicPr>
          <p:cNvPr id="28" name="Picture 2" descr="ãVPC ã¢ã¤ã³ã³ãã®ç»åæ¤ç´¢çµæ">
            <a:extLst>
              <a:ext uri="{FF2B5EF4-FFF2-40B4-BE49-F238E27FC236}">
                <a16:creationId xmlns:a16="http://schemas.microsoft.com/office/drawing/2014/main" id="{52E23DCD-BD15-40CF-811B-FE761123A49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3311" y="1228202"/>
            <a:ext cx="838961" cy="832646"/>
          </a:xfrm>
          <a:prstGeom prst="rect">
            <a:avLst/>
          </a:prstGeom>
          <a:noFill/>
          <a:extLst>
            <a:ext uri="{909E8E84-426E-40DD-AFC4-6F175D3DCCD1}">
              <a14:hiddenFill xmlns:a14="http://schemas.microsoft.com/office/drawing/2010/main">
                <a:solidFill>
                  <a:srgbClr val="FFFFFF"/>
                </a:solidFill>
              </a14:hiddenFill>
            </a:ext>
          </a:extLst>
        </p:spPr>
      </p:pic>
      <p:sp>
        <p:nvSpPr>
          <p:cNvPr id="31" name="コンテンツ プレースホルダー 2">
            <a:extLst>
              <a:ext uri="{FF2B5EF4-FFF2-40B4-BE49-F238E27FC236}">
                <a16:creationId xmlns:a16="http://schemas.microsoft.com/office/drawing/2014/main" id="{601773C5-0EAA-4681-A80B-E8BA7C7F6FF8}"/>
              </a:ext>
            </a:extLst>
          </p:cNvPr>
          <p:cNvSpPr txBox="1">
            <a:spLocks/>
          </p:cNvSpPr>
          <p:nvPr/>
        </p:nvSpPr>
        <p:spPr>
          <a:xfrm>
            <a:off x="1856656" y="1794178"/>
            <a:ext cx="2033449" cy="289386"/>
          </a:xfrm>
          <a:prstGeom prst="rect">
            <a:avLst/>
          </a:prstGeom>
        </p:spPr>
        <p:txBody>
          <a:bodyPr vert="horz" lIns="74295" tIns="37148" rIns="74295" bIns="37148" rtlCol="0">
            <a:noAutofit/>
          </a:bodyPr>
          <a:lstStyle>
            <a:lvl1pPr marL="228600" indent="-228600" algn="l" defTabSz="914400" rtl="0" eaLnBrk="1" latinLnBrk="0" hangingPunct="1">
              <a:lnSpc>
                <a:spcPct val="90000"/>
              </a:lnSpc>
              <a:spcBef>
                <a:spcPts val="1000"/>
              </a:spcBef>
              <a:buFont typeface="Wingdings 2" pitchFamily="18" charset="2"/>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2" pitchFamily="18" charset="2"/>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2" pitchFamily="18" charset="2"/>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5pPr>
            <a:lvl6pPr marL="25146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6pPr>
            <a:lvl7pPr marL="29718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7pPr>
            <a:lvl8pPr marL="34290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8pPr>
            <a:lvl9pPr marL="38862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9pPr>
          </a:lstStyle>
          <a:p>
            <a:pPr marL="0" indent="0">
              <a:buNone/>
            </a:pPr>
            <a:r>
              <a:rPr lang="en-US" altLang="ja-JP" sz="1400" dirty="0">
                <a:solidFill>
                  <a:srgbClr val="FF0000"/>
                </a:solidFill>
                <a:latin typeface="メイリオ" panose="020B0604030504040204" pitchFamily="50" charset="-128"/>
                <a:ea typeface="メイリオ" panose="020B0604030504040204" pitchFamily="50" charset="-128"/>
              </a:rPr>
              <a:t>10.0.0.0/16</a:t>
            </a:r>
          </a:p>
        </p:txBody>
      </p:sp>
      <p:pic>
        <p:nvPicPr>
          <p:cNvPr id="32" name="図 31">
            <a:extLst>
              <a:ext uri="{FF2B5EF4-FFF2-40B4-BE49-F238E27FC236}">
                <a16:creationId xmlns:a16="http://schemas.microsoft.com/office/drawing/2014/main" id="{C159F285-7050-4B1E-9890-CE0F5CDC1F3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45388" y="1368352"/>
            <a:ext cx="529267" cy="550699"/>
          </a:xfrm>
          <a:prstGeom prst="rect">
            <a:avLst/>
          </a:prstGeom>
        </p:spPr>
      </p:pic>
      <p:sp>
        <p:nvSpPr>
          <p:cNvPr id="34" name="四角形: 角を丸くする 33">
            <a:extLst>
              <a:ext uri="{FF2B5EF4-FFF2-40B4-BE49-F238E27FC236}">
                <a16:creationId xmlns:a16="http://schemas.microsoft.com/office/drawing/2014/main" id="{87B4879A-85DA-4A6D-9856-23799FD86567}"/>
              </a:ext>
            </a:extLst>
          </p:cNvPr>
          <p:cNvSpPr/>
          <p:nvPr/>
        </p:nvSpPr>
        <p:spPr bwMode="auto">
          <a:xfrm>
            <a:off x="1989124" y="3202719"/>
            <a:ext cx="2387812" cy="1738449"/>
          </a:xfrm>
          <a:prstGeom prst="roundRect">
            <a:avLst/>
          </a:prstGeom>
          <a:solidFill>
            <a:schemeClr val="bg1"/>
          </a:solidFill>
          <a:ln w="12700" cap="flat" cmpd="sng" algn="ctr">
            <a:solidFill>
              <a:srgbClr val="F0861E"/>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kumimoji="1" lang="ja-JP" altLang="en-US" sz="1400" b="1"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rPr>
              <a:t>パブリックサブネット</a:t>
            </a:r>
            <a:r>
              <a:rPr kumimoji="1" lang="en-US" altLang="ja-JP" sz="1400" b="0"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rPr>
              <a:t>10.0</a:t>
            </a:r>
            <a:r>
              <a:rPr lang="en-US" altLang="ja-JP" sz="1400" dirty="0">
                <a:solidFill>
                  <a:srgbClr val="FF0000"/>
                </a:solidFill>
                <a:latin typeface="メイリオ" panose="020B0604030504040204" pitchFamily="50" charset="-128"/>
                <a:ea typeface="メイリオ" panose="020B0604030504040204" pitchFamily="50" charset="-128"/>
              </a:rPr>
              <a:t>.0</a:t>
            </a:r>
            <a:r>
              <a:rPr kumimoji="1" lang="en-US" altLang="ja-JP" sz="1400" b="0"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rPr>
              <a:t>.0</a:t>
            </a:r>
            <a:r>
              <a:rPr lang="en-US" altLang="ja-JP" sz="1400" dirty="0">
                <a:solidFill>
                  <a:srgbClr val="FF0000"/>
                </a:solidFill>
                <a:latin typeface="メイリオ" panose="020B0604030504040204" pitchFamily="50" charset="-128"/>
                <a:ea typeface="メイリオ" panose="020B0604030504040204" pitchFamily="50" charset="-128"/>
              </a:rPr>
              <a:t>/24	</a:t>
            </a:r>
            <a:endParaRPr kumimoji="1" lang="ja-JP" altLang="en-US" sz="1400" b="0"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endParaRPr>
          </a:p>
        </p:txBody>
      </p:sp>
      <p:pic>
        <p:nvPicPr>
          <p:cNvPr id="46" name="図 45">
            <a:extLst>
              <a:ext uri="{FF2B5EF4-FFF2-40B4-BE49-F238E27FC236}">
                <a16:creationId xmlns:a16="http://schemas.microsoft.com/office/drawing/2014/main" id="{98B9CA84-375C-418A-8A5A-8F8600AB2D2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781880" y="3954651"/>
            <a:ext cx="619125" cy="704850"/>
          </a:xfrm>
          <a:prstGeom prst="rect">
            <a:avLst/>
          </a:prstGeom>
        </p:spPr>
      </p:pic>
      <p:sp>
        <p:nvSpPr>
          <p:cNvPr id="7" name="四角形: 角を丸くする 6">
            <a:extLst>
              <a:ext uri="{FF2B5EF4-FFF2-40B4-BE49-F238E27FC236}">
                <a16:creationId xmlns:a16="http://schemas.microsoft.com/office/drawing/2014/main" id="{17A7687B-D824-47E6-8126-4ADA583748CB}"/>
              </a:ext>
            </a:extLst>
          </p:cNvPr>
          <p:cNvSpPr/>
          <p:nvPr/>
        </p:nvSpPr>
        <p:spPr bwMode="auto">
          <a:xfrm>
            <a:off x="6753200" y="3731012"/>
            <a:ext cx="1800200" cy="1152128"/>
          </a:xfrm>
          <a:prstGeom prst="roundRect">
            <a:avLst/>
          </a:prstGeom>
          <a:solidFill>
            <a:schemeClr val="bg2">
              <a:lumMod val="75000"/>
              <a:lumOff val="25000"/>
            </a:schemeClr>
          </a:solidFill>
          <a:ln w="12700" cap="flat" cmpd="sng" algn="ctr">
            <a:solidFill>
              <a:schemeClr val="tx1"/>
            </a:solidFill>
            <a:prstDash val="solid"/>
            <a:round/>
            <a:headEnd type="none" w="med" len="med"/>
            <a:tailEnd type="none" w="med" len="med"/>
          </a:ln>
          <a:effectLst/>
        </p:spPr>
        <p:txBody>
          <a:bodyPr vert="horz" wrap="square" lIns="36000" tIns="36000" rIns="36000" bIns="360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altLang="ja-JP" sz="2000" dirty="0">
                <a:solidFill>
                  <a:schemeClr val="bg1"/>
                </a:solidFill>
                <a:latin typeface="メイリオ" panose="020B0604030504040204" pitchFamily="50" charset="-128"/>
                <a:ea typeface="メイリオ" panose="020B0604030504040204" pitchFamily="50" charset="-128"/>
              </a:rPr>
              <a:t>Workbench</a:t>
            </a:r>
            <a:endParaRPr kumimoji="1" lang="ja-JP" altLang="en-US" sz="2000" b="0" i="0" u="none" strike="noStrike" cap="none" normalizeH="0" baseline="0" dirty="0">
              <a:ln>
                <a:noFill/>
              </a:ln>
              <a:solidFill>
                <a:schemeClr val="bg1"/>
              </a:solidFill>
              <a:effectLst/>
              <a:latin typeface="メイリオ" panose="020B0604030504040204" pitchFamily="50" charset="-128"/>
              <a:ea typeface="メイリオ" panose="020B0604030504040204" pitchFamily="50" charset="-128"/>
            </a:endParaRPr>
          </a:p>
        </p:txBody>
      </p:sp>
      <p:cxnSp>
        <p:nvCxnSpPr>
          <p:cNvPr id="58" name="コネクタ: カギ線 23">
            <a:extLst>
              <a:ext uri="{FF2B5EF4-FFF2-40B4-BE49-F238E27FC236}">
                <a16:creationId xmlns:a16="http://schemas.microsoft.com/office/drawing/2014/main" id="{8E3ABB87-8065-46D9-9B7A-353CA2F8FF3C}"/>
              </a:ext>
            </a:extLst>
          </p:cNvPr>
          <p:cNvCxnSpPr>
            <a:cxnSpLocks/>
            <a:stCxn id="7" idx="1"/>
            <a:endCxn id="46" idx="3"/>
          </p:cNvCxnSpPr>
          <p:nvPr/>
        </p:nvCxnSpPr>
        <p:spPr bwMode="auto">
          <a:xfrm flipH="1">
            <a:off x="3401005" y="4307076"/>
            <a:ext cx="3352195" cy="0"/>
          </a:xfrm>
          <a:prstGeom prst="straightConnector1">
            <a:avLst/>
          </a:prstGeom>
          <a:noFill/>
          <a:ln w="31750" cap="flat" cmpd="sng" algn="ctr">
            <a:solidFill>
              <a:srgbClr val="FF0000"/>
            </a:solidFill>
            <a:prstDash val="solid"/>
            <a:round/>
            <a:headEnd type="triangle" w="med" len="med"/>
            <a:tailEnd type="triangle"/>
          </a:ln>
          <a:effectLst/>
        </p:spPr>
      </p:cxnSp>
    </p:spTree>
    <p:extLst>
      <p:ext uri="{BB962C8B-B14F-4D97-AF65-F5344CB8AC3E}">
        <p14:creationId xmlns:p14="http://schemas.microsoft.com/office/powerpoint/2010/main" val="3685767105"/>
      </p:ext>
    </p:extLst>
  </p:cSld>
  <p:clrMapOvr>
    <a:masterClrMapping/>
  </p:clrMapOvr>
  <p:transition advTm="31085"/>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 name="タイトル 1">
            <a:extLst>
              <a:ext uri="{FF2B5EF4-FFF2-40B4-BE49-F238E27FC236}">
                <a16:creationId xmlns:a16="http://schemas.microsoft.com/office/drawing/2014/main" id="{3B2F40DD-E21D-4126-B485-6DEF490624A0}"/>
              </a:ext>
            </a:extLst>
          </p:cNvPr>
          <p:cNvSpPr txBox="1">
            <a:spLocks/>
          </p:cNvSpPr>
          <p:nvPr/>
        </p:nvSpPr>
        <p:spPr bwMode="auto">
          <a:xfrm>
            <a:off x="631222" y="228600"/>
            <a:ext cx="8642258" cy="50208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rtl="0" fontAlgn="base">
              <a:lnSpc>
                <a:spcPct val="90000"/>
              </a:lnSpc>
              <a:spcBef>
                <a:spcPct val="0"/>
              </a:spcBef>
              <a:spcAft>
                <a:spcPct val="0"/>
              </a:spcAft>
              <a:defRPr kumimoji="1" sz="2000">
                <a:solidFill>
                  <a:schemeClr val="tx2"/>
                </a:solidFill>
                <a:latin typeface="游明朝" panose="02020400000000000000" pitchFamily="18" charset="-128"/>
                <a:ea typeface="游明朝" panose="02020400000000000000" pitchFamily="18" charset="-128"/>
                <a:cs typeface="+mj-cs"/>
              </a:defRPr>
            </a:lvl1pPr>
            <a:lvl2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2pPr>
            <a:lvl3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3pPr>
            <a:lvl4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4pPr>
            <a:lvl5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5pPr>
            <a:lvl6pPr marL="4572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6pPr>
            <a:lvl7pPr marL="9144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7pPr>
            <a:lvl8pPr marL="13716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8pPr>
            <a:lvl9pPr marL="18288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9pPr>
          </a:lstStyle>
          <a:p>
            <a:pPr algn="l"/>
            <a:r>
              <a:rPr lang="ja-JP" altLang="en-US" sz="3000" dirty="0">
                <a:solidFill>
                  <a:schemeClr val="tx1"/>
                </a:solidFill>
                <a:latin typeface="メイリオ" panose="020B0604030504040204" pitchFamily="50" charset="-128"/>
                <a:ea typeface="メイリオ" panose="020B0604030504040204" pitchFamily="50" charset="-128"/>
              </a:rPr>
              <a:t>一般的な構成</a:t>
            </a:r>
          </a:p>
        </p:txBody>
      </p:sp>
      <p:sp>
        <p:nvSpPr>
          <p:cNvPr id="124" name="コンテンツ プレースホルダー 2">
            <a:extLst>
              <a:ext uri="{FF2B5EF4-FFF2-40B4-BE49-F238E27FC236}">
                <a16:creationId xmlns:a16="http://schemas.microsoft.com/office/drawing/2014/main" id="{83709AB2-F603-441F-9429-A765FC262FD0}"/>
              </a:ext>
            </a:extLst>
          </p:cNvPr>
          <p:cNvSpPr txBox="1">
            <a:spLocks/>
          </p:cNvSpPr>
          <p:nvPr/>
        </p:nvSpPr>
        <p:spPr>
          <a:xfrm>
            <a:off x="631222" y="692696"/>
            <a:ext cx="9002298" cy="325343"/>
          </a:xfrm>
          <a:prstGeom prst="rect">
            <a:avLst/>
          </a:prstGeom>
        </p:spPr>
        <p:txBody>
          <a:bodyPr vert="horz" lIns="74295" tIns="37148" rIns="74295" bIns="37148" rtlCol="0">
            <a:noAutofit/>
          </a:bodyPr>
          <a:lstStyle>
            <a:lvl1pPr marL="228600" indent="-228600" algn="l" defTabSz="914400" rtl="0" eaLnBrk="1" latinLnBrk="0" hangingPunct="1">
              <a:lnSpc>
                <a:spcPct val="90000"/>
              </a:lnSpc>
              <a:spcBef>
                <a:spcPts val="1000"/>
              </a:spcBef>
              <a:buFont typeface="Wingdings 2" pitchFamily="18" charset="2"/>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2" pitchFamily="18" charset="2"/>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2" pitchFamily="18" charset="2"/>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5pPr>
            <a:lvl6pPr marL="25146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6pPr>
            <a:lvl7pPr marL="29718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7pPr>
            <a:lvl8pPr marL="34290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8pPr>
            <a:lvl9pPr marL="38862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9pPr>
          </a:lstStyle>
          <a:p>
            <a:pPr marL="0" indent="0">
              <a:buNone/>
            </a:pPr>
            <a:r>
              <a:rPr lang="en-US" altLang="ja-JP" sz="2400" dirty="0">
                <a:solidFill>
                  <a:srgbClr val="002060"/>
                </a:solidFill>
                <a:latin typeface="メイリオ" panose="020B0604030504040204" pitchFamily="50" charset="-128"/>
                <a:ea typeface="メイリオ" panose="020B0604030504040204" pitchFamily="50" charset="-128"/>
              </a:rPr>
              <a:t>RDS</a:t>
            </a:r>
            <a:r>
              <a:rPr lang="ja-JP" altLang="en-US" sz="2400" dirty="0">
                <a:solidFill>
                  <a:srgbClr val="002060"/>
                </a:solidFill>
                <a:latin typeface="メイリオ" panose="020B0604030504040204" pitchFamily="50" charset="-128"/>
                <a:ea typeface="メイリオ" panose="020B0604030504040204" pitchFamily="50" charset="-128"/>
              </a:rPr>
              <a:t>をプライベートサブネットに設置して、</a:t>
            </a:r>
            <a:r>
              <a:rPr lang="en-US" altLang="ja-JP" sz="2400" dirty="0">
                <a:solidFill>
                  <a:srgbClr val="002060"/>
                </a:solidFill>
                <a:latin typeface="メイリオ" panose="020B0604030504040204" pitchFamily="50" charset="-128"/>
                <a:ea typeface="メイリオ" panose="020B0604030504040204" pitchFamily="50" charset="-128"/>
              </a:rPr>
              <a:t>EC2</a:t>
            </a:r>
            <a:r>
              <a:rPr lang="ja-JP" altLang="en-US" sz="2400" dirty="0">
                <a:solidFill>
                  <a:srgbClr val="002060"/>
                </a:solidFill>
                <a:latin typeface="メイリオ" panose="020B0604030504040204" pitchFamily="50" charset="-128"/>
                <a:ea typeface="メイリオ" panose="020B0604030504040204" pitchFamily="50" charset="-128"/>
              </a:rPr>
              <a:t>インスタンスを踏み台にしてアクセスする。</a:t>
            </a:r>
            <a:endParaRPr lang="en-US" altLang="ja-JP" sz="2400" dirty="0">
              <a:solidFill>
                <a:srgbClr val="002060"/>
              </a:solidFill>
              <a:latin typeface="メイリオ" panose="020B0604030504040204" pitchFamily="50" charset="-128"/>
              <a:ea typeface="メイリオ" panose="020B0604030504040204" pitchFamily="50" charset="-128"/>
            </a:endParaRPr>
          </a:p>
        </p:txBody>
      </p:sp>
      <p:sp>
        <p:nvSpPr>
          <p:cNvPr id="24" name="四角形: 角を丸くする 23">
            <a:extLst>
              <a:ext uri="{FF2B5EF4-FFF2-40B4-BE49-F238E27FC236}">
                <a16:creationId xmlns:a16="http://schemas.microsoft.com/office/drawing/2014/main" id="{672D1A83-8817-4CE7-B13E-73A28103B497}"/>
              </a:ext>
            </a:extLst>
          </p:cNvPr>
          <p:cNvSpPr/>
          <p:nvPr/>
        </p:nvSpPr>
        <p:spPr bwMode="auto">
          <a:xfrm>
            <a:off x="992560" y="1700808"/>
            <a:ext cx="4331098" cy="4604240"/>
          </a:xfrm>
          <a:prstGeom prst="roundRect">
            <a:avLst/>
          </a:prstGeom>
          <a:solidFill>
            <a:schemeClr val="bg1"/>
          </a:solidFill>
          <a:ln w="12700" cap="flat" cmpd="sng" algn="ctr">
            <a:solidFill>
              <a:srgbClr val="F0861E"/>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ja-JP" altLang="en-US" sz="1400" b="0" i="0" u="none" strike="noStrike" cap="none" normalizeH="0" baseline="0">
              <a:ln>
                <a:noFill/>
              </a:ln>
              <a:solidFill>
                <a:schemeClr val="tx1"/>
              </a:solidFill>
              <a:effectLst/>
              <a:latin typeface="ＭＳ Ｐゴシック" pitchFamily="50" charset="-128"/>
              <a:ea typeface="ＭＳ Ｐゴシック" pitchFamily="50" charset="-128"/>
            </a:endParaRPr>
          </a:p>
        </p:txBody>
      </p:sp>
      <p:sp>
        <p:nvSpPr>
          <p:cNvPr id="26" name="正方形/長方形 25">
            <a:extLst>
              <a:ext uri="{FF2B5EF4-FFF2-40B4-BE49-F238E27FC236}">
                <a16:creationId xmlns:a16="http://schemas.microsoft.com/office/drawing/2014/main" id="{C483DF65-C8C8-443D-8D4B-487B997EA18A}"/>
              </a:ext>
            </a:extLst>
          </p:cNvPr>
          <p:cNvSpPr/>
          <p:nvPr/>
        </p:nvSpPr>
        <p:spPr bwMode="auto">
          <a:xfrm>
            <a:off x="704528" y="1484784"/>
            <a:ext cx="4680520" cy="4896544"/>
          </a:xfrm>
          <a:prstGeom prst="rect">
            <a:avLst/>
          </a:prstGeom>
          <a:noFill/>
          <a:ln w="12700" cap="flat" cmpd="sng" algn="ctr">
            <a:solidFill>
              <a:schemeClr val="tx1"/>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ja-JP" altLang="en-US" sz="1600" b="0" i="0" u="none" strike="noStrike" cap="none" normalizeH="0" baseline="0">
              <a:ln>
                <a:noFill/>
              </a:ln>
              <a:solidFill>
                <a:schemeClr val="tx1"/>
              </a:solidFill>
              <a:effectLst/>
              <a:latin typeface="ＭＳ Ｐゴシック" pitchFamily="50" charset="-128"/>
              <a:ea typeface="ＭＳ Ｐゴシック" pitchFamily="50" charset="-128"/>
            </a:endParaRPr>
          </a:p>
        </p:txBody>
      </p:sp>
      <p:sp>
        <p:nvSpPr>
          <p:cNvPr id="27" name="正方形/長方形 26">
            <a:extLst>
              <a:ext uri="{FF2B5EF4-FFF2-40B4-BE49-F238E27FC236}">
                <a16:creationId xmlns:a16="http://schemas.microsoft.com/office/drawing/2014/main" id="{22DAFC2E-2806-4A3E-A37B-4D2793D7AA8D}"/>
              </a:ext>
            </a:extLst>
          </p:cNvPr>
          <p:cNvSpPr/>
          <p:nvPr/>
        </p:nvSpPr>
        <p:spPr bwMode="auto">
          <a:xfrm>
            <a:off x="1537757" y="2046883"/>
            <a:ext cx="3256634" cy="4074948"/>
          </a:xfrm>
          <a:prstGeom prst="rect">
            <a:avLst/>
          </a:prstGeom>
          <a:solidFill>
            <a:srgbClr val="FFC000"/>
          </a:solidFill>
          <a:ln w="12700" cap="flat" cmpd="sng" algn="ctr">
            <a:no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altLang="ja-JP" sz="1400" b="1" dirty="0">
                <a:solidFill>
                  <a:schemeClr val="bg1"/>
                </a:solidFill>
                <a:latin typeface="メイリオ" panose="020B0604030504040204" pitchFamily="50" charset="-128"/>
                <a:ea typeface="メイリオ" panose="020B0604030504040204" pitchFamily="50" charset="-128"/>
              </a:rPr>
              <a:t>AZ</a:t>
            </a:r>
            <a:endParaRPr kumimoji="1" lang="ja-JP" altLang="en-US" sz="1400" b="1"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endParaRPr>
          </a:p>
        </p:txBody>
      </p:sp>
      <p:pic>
        <p:nvPicPr>
          <p:cNvPr id="28" name="Picture 2" descr="ãVPC ã¢ã¤ã³ã³ãã®ç»åæ¤ç´¢çµæ">
            <a:extLst>
              <a:ext uri="{FF2B5EF4-FFF2-40B4-BE49-F238E27FC236}">
                <a16:creationId xmlns:a16="http://schemas.microsoft.com/office/drawing/2014/main" id="{52E23DCD-BD15-40CF-811B-FE761123A49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3311" y="1228202"/>
            <a:ext cx="838961" cy="832646"/>
          </a:xfrm>
          <a:prstGeom prst="rect">
            <a:avLst/>
          </a:prstGeom>
          <a:noFill/>
          <a:extLst>
            <a:ext uri="{909E8E84-426E-40DD-AFC4-6F175D3DCCD1}">
              <a14:hiddenFill xmlns:a14="http://schemas.microsoft.com/office/drawing/2010/main">
                <a:solidFill>
                  <a:srgbClr val="FFFFFF"/>
                </a:solidFill>
              </a14:hiddenFill>
            </a:ext>
          </a:extLst>
        </p:spPr>
      </p:pic>
      <p:sp>
        <p:nvSpPr>
          <p:cNvPr id="31" name="コンテンツ プレースホルダー 2">
            <a:extLst>
              <a:ext uri="{FF2B5EF4-FFF2-40B4-BE49-F238E27FC236}">
                <a16:creationId xmlns:a16="http://schemas.microsoft.com/office/drawing/2014/main" id="{601773C5-0EAA-4681-A80B-E8BA7C7F6FF8}"/>
              </a:ext>
            </a:extLst>
          </p:cNvPr>
          <p:cNvSpPr txBox="1">
            <a:spLocks/>
          </p:cNvSpPr>
          <p:nvPr/>
        </p:nvSpPr>
        <p:spPr>
          <a:xfrm>
            <a:off x="1856656" y="1794178"/>
            <a:ext cx="2033449" cy="289386"/>
          </a:xfrm>
          <a:prstGeom prst="rect">
            <a:avLst/>
          </a:prstGeom>
        </p:spPr>
        <p:txBody>
          <a:bodyPr vert="horz" lIns="74295" tIns="37148" rIns="74295" bIns="37148" rtlCol="0">
            <a:noAutofit/>
          </a:bodyPr>
          <a:lstStyle>
            <a:lvl1pPr marL="228600" indent="-228600" algn="l" defTabSz="914400" rtl="0" eaLnBrk="1" latinLnBrk="0" hangingPunct="1">
              <a:lnSpc>
                <a:spcPct val="90000"/>
              </a:lnSpc>
              <a:spcBef>
                <a:spcPts val="1000"/>
              </a:spcBef>
              <a:buFont typeface="Wingdings 2" pitchFamily="18" charset="2"/>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2" pitchFamily="18" charset="2"/>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2" pitchFamily="18" charset="2"/>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5pPr>
            <a:lvl6pPr marL="25146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6pPr>
            <a:lvl7pPr marL="29718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7pPr>
            <a:lvl8pPr marL="34290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8pPr>
            <a:lvl9pPr marL="38862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9pPr>
          </a:lstStyle>
          <a:p>
            <a:pPr marL="0" indent="0">
              <a:buNone/>
            </a:pPr>
            <a:r>
              <a:rPr lang="en-US" altLang="ja-JP" sz="1400" dirty="0">
                <a:solidFill>
                  <a:srgbClr val="FF0000"/>
                </a:solidFill>
                <a:latin typeface="メイリオ" panose="020B0604030504040204" pitchFamily="50" charset="-128"/>
                <a:ea typeface="メイリオ" panose="020B0604030504040204" pitchFamily="50" charset="-128"/>
              </a:rPr>
              <a:t>10.0.0.0/16</a:t>
            </a:r>
          </a:p>
        </p:txBody>
      </p:sp>
      <p:pic>
        <p:nvPicPr>
          <p:cNvPr id="32" name="図 31">
            <a:extLst>
              <a:ext uri="{FF2B5EF4-FFF2-40B4-BE49-F238E27FC236}">
                <a16:creationId xmlns:a16="http://schemas.microsoft.com/office/drawing/2014/main" id="{C159F285-7050-4B1E-9890-CE0F5CDC1F3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45388" y="1368352"/>
            <a:ext cx="529267" cy="550699"/>
          </a:xfrm>
          <a:prstGeom prst="rect">
            <a:avLst/>
          </a:prstGeom>
        </p:spPr>
      </p:pic>
      <p:sp>
        <p:nvSpPr>
          <p:cNvPr id="34" name="四角形: 角を丸くする 33">
            <a:extLst>
              <a:ext uri="{FF2B5EF4-FFF2-40B4-BE49-F238E27FC236}">
                <a16:creationId xmlns:a16="http://schemas.microsoft.com/office/drawing/2014/main" id="{87B4879A-85DA-4A6D-9856-23799FD86567}"/>
              </a:ext>
            </a:extLst>
          </p:cNvPr>
          <p:cNvSpPr/>
          <p:nvPr/>
        </p:nvSpPr>
        <p:spPr bwMode="auto">
          <a:xfrm>
            <a:off x="1989124" y="4282839"/>
            <a:ext cx="2387812" cy="1738449"/>
          </a:xfrm>
          <a:prstGeom prst="roundRect">
            <a:avLst/>
          </a:prstGeom>
          <a:solidFill>
            <a:schemeClr val="bg1"/>
          </a:solidFill>
          <a:ln w="12700" cap="flat" cmpd="sng" algn="ctr">
            <a:solidFill>
              <a:srgbClr val="F0861E"/>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kumimoji="1" lang="ja-JP" altLang="en-US" sz="1400" b="1"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rPr>
              <a:t>プラべートサブネット</a:t>
            </a:r>
            <a:r>
              <a:rPr kumimoji="1" lang="en-US" altLang="ja-JP" sz="1400" b="0"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rPr>
              <a:t>10.0</a:t>
            </a:r>
            <a:r>
              <a:rPr lang="en-US" altLang="ja-JP" sz="1400" dirty="0">
                <a:solidFill>
                  <a:srgbClr val="FF0000"/>
                </a:solidFill>
                <a:latin typeface="メイリオ" panose="020B0604030504040204" pitchFamily="50" charset="-128"/>
                <a:ea typeface="メイリオ" panose="020B0604030504040204" pitchFamily="50" charset="-128"/>
              </a:rPr>
              <a:t>.1</a:t>
            </a:r>
            <a:r>
              <a:rPr kumimoji="1" lang="en-US" altLang="ja-JP" sz="1400" b="0"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rPr>
              <a:t>.0</a:t>
            </a:r>
            <a:r>
              <a:rPr lang="en-US" altLang="ja-JP" sz="1400" dirty="0">
                <a:solidFill>
                  <a:srgbClr val="FF0000"/>
                </a:solidFill>
                <a:latin typeface="メイリオ" panose="020B0604030504040204" pitchFamily="50" charset="-128"/>
                <a:ea typeface="メイリオ" panose="020B0604030504040204" pitchFamily="50" charset="-128"/>
              </a:rPr>
              <a:t>/24	</a:t>
            </a:r>
            <a:endParaRPr kumimoji="1" lang="ja-JP" altLang="en-US" sz="1400" b="0"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endParaRPr>
          </a:p>
        </p:txBody>
      </p:sp>
      <p:pic>
        <p:nvPicPr>
          <p:cNvPr id="46" name="図 45">
            <a:extLst>
              <a:ext uri="{FF2B5EF4-FFF2-40B4-BE49-F238E27FC236}">
                <a16:creationId xmlns:a16="http://schemas.microsoft.com/office/drawing/2014/main" id="{98B9CA84-375C-418A-8A5A-8F8600AB2D2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749030" y="5034771"/>
            <a:ext cx="619125" cy="704850"/>
          </a:xfrm>
          <a:prstGeom prst="rect">
            <a:avLst/>
          </a:prstGeom>
        </p:spPr>
      </p:pic>
      <p:sp>
        <p:nvSpPr>
          <p:cNvPr id="7" name="四角形: 角を丸くする 6">
            <a:extLst>
              <a:ext uri="{FF2B5EF4-FFF2-40B4-BE49-F238E27FC236}">
                <a16:creationId xmlns:a16="http://schemas.microsoft.com/office/drawing/2014/main" id="{17A7687B-D824-47E6-8126-4ADA583748CB}"/>
              </a:ext>
            </a:extLst>
          </p:cNvPr>
          <p:cNvSpPr/>
          <p:nvPr/>
        </p:nvSpPr>
        <p:spPr bwMode="auto">
          <a:xfrm>
            <a:off x="6782334" y="2935546"/>
            <a:ext cx="1800200" cy="1152128"/>
          </a:xfrm>
          <a:prstGeom prst="roundRect">
            <a:avLst/>
          </a:prstGeom>
          <a:solidFill>
            <a:schemeClr val="bg2">
              <a:lumMod val="75000"/>
              <a:lumOff val="25000"/>
            </a:schemeClr>
          </a:solidFill>
          <a:ln w="12700" cap="flat" cmpd="sng" algn="ctr">
            <a:solidFill>
              <a:schemeClr val="tx1"/>
            </a:solidFill>
            <a:prstDash val="solid"/>
            <a:round/>
            <a:headEnd type="none" w="med" len="med"/>
            <a:tailEnd type="none" w="med" len="med"/>
          </a:ln>
          <a:effectLst/>
        </p:spPr>
        <p:txBody>
          <a:bodyPr vert="horz" wrap="square" lIns="36000" tIns="36000" rIns="36000" bIns="360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altLang="ja-JP" sz="2000" dirty="0">
                <a:solidFill>
                  <a:schemeClr val="bg1"/>
                </a:solidFill>
                <a:latin typeface="メイリオ" panose="020B0604030504040204" pitchFamily="50" charset="-128"/>
                <a:ea typeface="メイリオ" panose="020B0604030504040204" pitchFamily="50" charset="-128"/>
              </a:rPr>
              <a:t>Workbench</a:t>
            </a:r>
            <a:endParaRPr kumimoji="1" lang="ja-JP" altLang="en-US" sz="2000" b="0" i="0" u="none" strike="noStrike" cap="none" normalizeH="0" baseline="0" dirty="0">
              <a:ln>
                <a:noFill/>
              </a:ln>
              <a:solidFill>
                <a:schemeClr val="bg1"/>
              </a:solidFill>
              <a:effectLst/>
              <a:latin typeface="メイリオ" panose="020B0604030504040204" pitchFamily="50" charset="-128"/>
              <a:ea typeface="メイリオ" panose="020B0604030504040204" pitchFamily="50" charset="-128"/>
            </a:endParaRPr>
          </a:p>
        </p:txBody>
      </p:sp>
      <p:sp>
        <p:nvSpPr>
          <p:cNvPr id="16" name="四角形: 角を丸くする 15">
            <a:extLst>
              <a:ext uri="{FF2B5EF4-FFF2-40B4-BE49-F238E27FC236}">
                <a16:creationId xmlns:a16="http://schemas.microsoft.com/office/drawing/2014/main" id="{EA761F7B-7A68-4631-AA51-CCA1E95E6B58}"/>
              </a:ext>
            </a:extLst>
          </p:cNvPr>
          <p:cNvSpPr/>
          <p:nvPr/>
        </p:nvSpPr>
        <p:spPr bwMode="auto">
          <a:xfrm>
            <a:off x="1928664" y="2326373"/>
            <a:ext cx="2387812" cy="1738449"/>
          </a:xfrm>
          <a:prstGeom prst="roundRect">
            <a:avLst/>
          </a:prstGeom>
          <a:solidFill>
            <a:schemeClr val="bg1"/>
          </a:solidFill>
          <a:ln w="12700" cap="flat" cmpd="sng" algn="ctr">
            <a:solidFill>
              <a:srgbClr val="F0861E"/>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kumimoji="1" lang="ja-JP" altLang="en-US" sz="1400" b="1"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rPr>
              <a:t>パブリックサブネット</a:t>
            </a:r>
            <a:r>
              <a:rPr kumimoji="1" lang="en-US" altLang="ja-JP" sz="1400" b="0"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rPr>
              <a:t>10.0</a:t>
            </a:r>
            <a:r>
              <a:rPr lang="en-US" altLang="ja-JP" sz="1400" dirty="0">
                <a:solidFill>
                  <a:srgbClr val="FF0000"/>
                </a:solidFill>
                <a:latin typeface="メイリオ" panose="020B0604030504040204" pitchFamily="50" charset="-128"/>
                <a:ea typeface="メイリオ" panose="020B0604030504040204" pitchFamily="50" charset="-128"/>
              </a:rPr>
              <a:t>.0</a:t>
            </a:r>
            <a:r>
              <a:rPr kumimoji="1" lang="en-US" altLang="ja-JP" sz="1400" b="0"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rPr>
              <a:t>.0</a:t>
            </a:r>
            <a:r>
              <a:rPr lang="en-US" altLang="ja-JP" sz="1400" dirty="0">
                <a:solidFill>
                  <a:srgbClr val="FF0000"/>
                </a:solidFill>
                <a:latin typeface="メイリオ" panose="020B0604030504040204" pitchFamily="50" charset="-128"/>
                <a:ea typeface="メイリオ" panose="020B0604030504040204" pitchFamily="50" charset="-128"/>
              </a:rPr>
              <a:t>/24	</a:t>
            </a:r>
            <a:endParaRPr kumimoji="1" lang="ja-JP" altLang="en-US" sz="1400" b="0"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endParaRPr>
          </a:p>
        </p:txBody>
      </p:sp>
      <p:pic>
        <p:nvPicPr>
          <p:cNvPr id="17" name="図 16" descr="音楽 が含まれている画像&#10;&#10;自動的に生成された説明">
            <a:extLst>
              <a:ext uri="{FF2B5EF4-FFF2-40B4-BE49-F238E27FC236}">
                <a16:creationId xmlns:a16="http://schemas.microsoft.com/office/drawing/2014/main" id="{B176286D-4E47-4D4F-B6BC-841C95BF800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768676" y="3166005"/>
            <a:ext cx="571869" cy="681077"/>
          </a:xfrm>
          <a:prstGeom prst="rect">
            <a:avLst/>
          </a:prstGeom>
        </p:spPr>
      </p:pic>
      <p:sp>
        <p:nvSpPr>
          <p:cNvPr id="18" name="テキスト ボックス 17">
            <a:extLst>
              <a:ext uri="{FF2B5EF4-FFF2-40B4-BE49-F238E27FC236}">
                <a16:creationId xmlns:a16="http://schemas.microsoft.com/office/drawing/2014/main" id="{82E6DADB-12AF-408E-B3E7-ED5D85460A67}"/>
              </a:ext>
            </a:extLst>
          </p:cNvPr>
          <p:cNvSpPr txBox="1"/>
          <p:nvPr/>
        </p:nvSpPr>
        <p:spPr>
          <a:xfrm>
            <a:off x="2791867" y="3466682"/>
            <a:ext cx="495649" cy="276999"/>
          </a:xfrm>
          <a:prstGeom prst="rect">
            <a:avLst/>
          </a:prstGeom>
          <a:noFill/>
        </p:spPr>
        <p:txBody>
          <a:bodyPr wrap="none" rtlCol="0">
            <a:spAutoFit/>
          </a:bodyPr>
          <a:lstStyle/>
          <a:p>
            <a:pPr algn="ctr"/>
            <a:r>
              <a:rPr kumimoji="1" lang="en-US" altLang="ja-JP" sz="1200" b="1" dirty="0">
                <a:solidFill>
                  <a:schemeClr val="bg1"/>
                </a:solidFill>
                <a:latin typeface="メイリオ" panose="020B0604030504040204" pitchFamily="50" charset="-128"/>
                <a:ea typeface="メイリオ" panose="020B0604030504040204" pitchFamily="50" charset="-128"/>
              </a:rPr>
              <a:t>EC2</a:t>
            </a:r>
          </a:p>
        </p:txBody>
      </p:sp>
      <p:cxnSp>
        <p:nvCxnSpPr>
          <p:cNvPr id="58" name="コネクタ: カギ線 23">
            <a:extLst>
              <a:ext uri="{FF2B5EF4-FFF2-40B4-BE49-F238E27FC236}">
                <a16:creationId xmlns:a16="http://schemas.microsoft.com/office/drawing/2014/main" id="{8E3ABB87-8065-46D9-9B7A-353CA2F8FF3C}"/>
              </a:ext>
            </a:extLst>
          </p:cNvPr>
          <p:cNvCxnSpPr>
            <a:cxnSpLocks/>
            <a:stCxn id="7" idx="1"/>
            <a:endCxn id="17" idx="3"/>
          </p:cNvCxnSpPr>
          <p:nvPr/>
        </p:nvCxnSpPr>
        <p:spPr bwMode="auto">
          <a:xfrm flipH="1" flipV="1">
            <a:off x="3340545" y="3506544"/>
            <a:ext cx="3441789" cy="5066"/>
          </a:xfrm>
          <a:prstGeom prst="straightConnector1">
            <a:avLst/>
          </a:prstGeom>
          <a:noFill/>
          <a:ln w="31750" cap="flat" cmpd="sng" algn="ctr">
            <a:solidFill>
              <a:srgbClr val="FF0000"/>
            </a:solidFill>
            <a:prstDash val="solid"/>
            <a:round/>
            <a:headEnd type="triangle" w="med" len="med"/>
            <a:tailEnd type="triangle"/>
          </a:ln>
          <a:effectLst/>
        </p:spPr>
      </p:cxnSp>
      <p:cxnSp>
        <p:nvCxnSpPr>
          <p:cNvPr id="21" name="コネクタ: カギ線 23">
            <a:extLst>
              <a:ext uri="{FF2B5EF4-FFF2-40B4-BE49-F238E27FC236}">
                <a16:creationId xmlns:a16="http://schemas.microsoft.com/office/drawing/2014/main" id="{E50C8A73-6948-4CE7-B4D7-E66EF61C54E7}"/>
              </a:ext>
            </a:extLst>
          </p:cNvPr>
          <p:cNvCxnSpPr>
            <a:cxnSpLocks/>
            <a:stCxn id="46" idx="0"/>
            <a:endCxn id="17" idx="2"/>
          </p:cNvCxnSpPr>
          <p:nvPr/>
        </p:nvCxnSpPr>
        <p:spPr bwMode="auto">
          <a:xfrm flipH="1" flipV="1">
            <a:off x="3054611" y="3847082"/>
            <a:ext cx="3982" cy="1187689"/>
          </a:xfrm>
          <a:prstGeom prst="straightConnector1">
            <a:avLst/>
          </a:prstGeom>
          <a:noFill/>
          <a:ln w="31750" cap="flat" cmpd="sng" algn="ctr">
            <a:solidFill>
              <a:srgbClr val="FF0000"/>
            </a:solidFill>
            <a:prstDash val="solid"/>
            <a:round/>
            <a:headEnd type="triangle" w="med" len="med"/>
            <a:tailEnd type="triangle"/>
          </a:ln>
          <a:effectLst/>
        </p:spPr>
      </p:cxnSp>
    </p:spTree>
    <p:extLst>
      <p:ext uri="{BB962C8B-B14F-4D97-AF65-F5344CB8AC3E}">
        <p14:creationId xmlns:p14="http://schemas.microsoft.com/office/powerpoint/2010/main" val="267165043"/>
      </p:ext>
    </p:extLst>
  </p:cSld>
  <p:clrMapOvr>
    <a:masterClrMapping/>
  </p:clrMapOvr>
  <p:transition advTm="24914"/>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 name="タイトル 1">
            <a:extLst>
              <a:ext uri="{FF2B5EF4-FFF2-40B4-BE49-F238E27FC236}">
                <a16:creationId xmlns:a16="http://schemas.microsoft.com/office/drawing/2014/main" id="{3B2F40DD-E21D-4126-B485-6DEF490624A0}"/>
              </a:ext>
            </a:extLst>
          </p:cNvPr>
          <p:cNvSpPr txBox="1">
            <a:spLocks/>
          </p:cNvSpPr>
          <p:nvPr/>
        </p:nvSpPr>
        <p:spPr bwMode="auto">
          <a:xfrm>
            <a:off x="631222" y="228600"/>
            <a:ext cx="8642258" cy="50208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rtl="0" fontAlgn="base">
              <a:lnSpc>
                <a:spcPct val="90000"/>
              </a:lnSpc>
              <a:spcBef>
                <a:spcPct val="0"/>
              </a:spcBef>
              <a:spcAft>
                <a:spcPct val="0"/>
              </a:spcAft>
              <a:defRPr kumimoji="1" sz="2000">
                <a:solidFill>
                  <a:schemeClr val="tx2"/>
                </a:solidFill>
                <a:latin typeface="游明朝" panose="02020400000000000000" pitchFamily="18" charset="-128"/>
                <a:ea typeface="游明朝" panose="02020400000000000000" pitchFamily="18" charset="-128"/>
                <a:cs typeface="+mj-cs"/>
              </a:defRPr>
            </a:lvl1pPr>
            <a:lvl2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2pPr>
            <a:lvl3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3pPr>
            <a:lvl4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4pPr>
            <a:lvl5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5pPr>
            <a:lvl6pPr marL="4572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6pPr>
            <a:lvl7pPr marL="9144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7pPr>
            <a:lvl8pPr marL="13716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8pPr>
            <a:lvl9pPr marL="18288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9pPr>
          </a:lstStyle>
          <a:p>
            <a:pPr algn="l"/>
            <a:r>
              <a:rPr lang="ja-JP" altLang="en-US" sz="3000" dirty="0">
                <a:solidFill>
                  <a:schemeClr val="tx1"/>
                </a:solidFill>
                <a:latin typeface="メイリオ" panose="020B0604030504040204" pitchFamily="50" charset="-128"/>
                <a:ea typeface="メイリオ" panose="020B0604030504040204" pitchFamily="50" charset="-128"/>
              </a:rPr>
              <a:t>一般的な構成</a:t>
            </a:r>
          </a:p>
        </p:txBody>
      </p:sp>
      <p:sp>
        <p:nvSpPr>
          <p:cNvPr id="124" name="コンテンツ プレースホルダー 2">
            <a:extLst>
              <a:ext uri="{FF2B5EF4-FFF2-40B4-BE49-F238E27FC236}">
                <a16:creationId xmlns:a16="http://schemas.microsoft.com/office/drawing/2014/main" id="{83709AB2-F603-441F-9429-A765FC262FD0}"/>
              </a:ext>
            </a:extLst>
          </p:cNvPr>
          <p:cNvSpPr txBox="1">
            <a:spLocks/>
          </p:cNvSpPr>
          <p:nvPr/>
        </p:nvSpPr>
        <p:spPr>
          <a:xfrm>
            <a:off x="631222" y="692696"/>
            <a:ext cx="9002298" cy="325343"/>
          </a:xfrm>
          <a:prstGeom prst="rect">
            <a:avLst/>
          </a:prstGeom>
        </p:spPr>
        <p:txBody>
          <a:bodyPr vert="horz" lIns="74295" tIns="37148" rIns="74295" bIns="37148" rtlCol="0">
            <a:noAutofit/>
          </a:bodyPr>
          <a:lstStyle>
            <a:lvl1pPr marL="228600" indent="-228600" algn="l" defTabSz="914400" rtl="0" eaLnBrk="1" latinLnBrk="0" hangingPunct="1">
              <a:lnSpc>
                <a:spcPct val="90000"/>
              </a:lnSpc>
              <a:spcBef>
                <a:spcPts val="1000"/>
              </a:spcBef>
              <a:buFont typeface="Wingdings 2" pitchFamily="18" charset="2"/>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2" pitchFamily="18" charset="2"/>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2" pitchFamily="18" charset="2"/>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5pPr>
            <a:lvl6pPr marL="25146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6pPr>
            <a:lvl7pPr marL="29718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7pPr>
            <a:lvl8pPr marL="34290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8pPr>
            <a:lvl9pPr marL="38862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9pPr>
          </a:lstStyle>
          <a:p>
            <a:pPr marL="0" indent="0">
              <a:buNone/>
            </a:pPr>
            <a:r>
              <a:rPr lang="ja-JP" altLang="en-US" sz="2400" dirty="0">
                <a:solidFill>
                  <a:srgbClr val="002060"/>
                </a:solidFill>
                <a:latin typeface="メイリオ" panose="020B0604030504040204" pitchFamily="50" charset="-128"/>
                <a:ea typeface="メイリオ" panose="020B0604030504040204" pitchFamily="50" charset="-128"/>
              </a:rPr>
              <a:t>この構成は１つの</a:t>
            </a:r>
            <a:r>
              <a:rPr lang="en-US" altLang="ja-JP" sz="2400" dirty="0">
                <a:solidFill>
                  <a:srgbClr val="002060"/>
                </a:solidFill>
                <a:latin typeface="メイリオ" panose="020B0604030504040204" pitchFamily="50" charset="-128"/>
                <a:ea typeface="メイリオ" panose="020B0604030504040204" pitchFamily="50" charset="-128"/>
              </a:rPr>
              <a:t>AZ</a:t>
            </a:r>
            <a:r>
              <a:rPr lang="ja-JP" altLang="en-US" sz="2400" dirty="0">
                <a:solidFill>
                  <a:srgbClr val="002060"/>
                </a:solidFill>
                <a:latin typeface="メイリオ" panose="020B0604030504040204" pitchFamily="50" charset="-128"/>
                <a:ea typeface="メイリオ" panose="020B0604030504040204" pitchFamily="50" charset="-128"/>
              </a:rPr>
              <a:t>に依存しているため、</a:t>
            </a:r>
            <a:r>
              <a:rPr lang="en-US" altLang="ja-JP" sz="2400" dirty="0">
                <a:solidFill>
                  <a:srgbClr val="002060"/>
                </a:solidFill>
                <a:latin typeface="メイリオ" panose="020B0604030504040204" pitchFamily="50" charset="-128"/>
                <a:ea typeface="メイリオ" panose="020B0604030504040204" pitchFamily="50" charset="-128"/>
              </a:rPr>
              <a:t>AZ</a:t>
            </a:r>
            <a:r>
              <a:rPr lang="ja-JP" altLang="en-US" sz="2400" dirty="0">
                <a:solidFill>
                  <a:srgbClr val="002060"/>
                </a:solidFill>
                <a:latin typeface="メイリオ" panose="020B0604030504040204" pitchFamily="50" charset="-128"/>
                <a:ea typeface="メイリオ" panose="020B0604030504040204" pitchFamily="50" charset="-128"/>
              </a:rPr>
              <a:t>障害が発生するとダウンタイムが発生するリスクが高い。</a:t>
            </a:r>
            <a:endParaRPr lang="en-US" altLang="ja-JP" sz="2400" dirty="0">
              <a:solidFill>
                <a:srgbClr val="002060"/>
              </a:solidFill>
              <a:latin typeface="メイリオ" panose="020B0604030504040204" pitchFamily="50" charset="-128"/>
              <a:ea typeface="メイリオ" panose="020B0604030504040204" pitchFamily="50" charset="-128"/>
            </a:endParaRPr>
          </a:p>
        </p:txBody>
      </p:sp>
      <p:sp>
        <p:nvSpPr>
          <p:cNvPr id="24" name="四角形: 角を丸くする 23">
            <a:extLst>
              <a:ext uri="{FF2B5EF4-FFF2-40B4-BE49-F238E27FC236}">
                <a16:creationId xmlns:a16="http://schemas.microsoft.com/office/drawing/2014/main" id="{672D1A83-8817-4CE7-B13E-73A28103B497}"/>
              </a:ext>
            </a:extLst>
          </p:cNvPr>
          <p:cNvSpPr/>
          <p:nvPr/>
        </p:nvSpPr>
        <p:spPr bwMode="auto">
          <a:xfrm>
            <a:off x="992560" y="1700808"/>
            <a:ext cx="4331098" cy="4604240"/>
          </a:xfrm>
          <a:prstGeom prst="roundRect">
            <a:avLst/>
          </a:prstGeom>
          <a:solidFill>
            <a:schemeClr val="bg1"/>
          </a:solidFill>
          <a:ln w="12700" cap="flat" cmpd="sng" algn="ctr">
            <a:solidFill>
              <a:srgbClr val="F0861E"/>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ja-JP" altLang="en-US" sz="1400" b="0" i="0" u="none" strike="noStrike" cap="none" normalizeH="0" baseline="0">
              <a:ln>
                <a:noFill/>
              </a:ln>
              <a:solidFill>
                <a:schemeClr val="tx1"/>
              </a:solidFill>
              <a:effectLst/>
              <a:latin typeface="ＭＳ Ｐゴシック" pitchFamily="50" charset="-128"/>
              <a:ea typeface="ＭＳ Ｐゴシック" pitchFamily="50" charset="-128"/>
            </a:endParaRPr>
          </a:p>
        </p:txBody>
      </p:sp>
      <p:sp>
        <p:nvSpPr>
          <p:cNvPr id="26" name="正方形/長方形 25">
            <a:extLst>
              <a:ext uri="{FF2B5EF4-FFF2-40B4-BE49-F238E27FC236}">
                <a16:creationId xmlns:a16="http://schemas.microsoft.com/office/drawing/2014/main" id="{C483DF65-C8C8-443D-8D4B-487B997EA18A}"/>
              </a:ext>
            </a:extLst>
          </p:cNvPr>
          <p:cNvSpPr/>
          <p:nvPr/>
        </p:nvSpPr>
        <p:spPr bwMode="auto">
          <a:xfrm>
            <a:off x="704528" y="1484784"/>
            <a:ext cx="4680520" cy="4896544"/>
          </a:xfrm>
          <a:prstGeom prst="rect">
            <a:avLst/>
          </a:prstGeom>
          <a:noFill/>
          <a:ln w="12700" cap="flat" cmpd="sng" algn="ctr">
            <a:solidFill>
              <a:schemeClr val="tx1"/>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ja-JP" altLang="en-US" sz="1600" b="0" i="0" u="none" strike="noStrike" cap="none" normalizeH="0" baseline="0">
              <a:ln>
                <a:noFill/>
              </a:ln>
              <a:solidFill>
                <a:schemeClr val="tx1"/>
              </a:solidFill>
              <a:effectLst/>
              <a:latin typeface="ＭＳ Ｐゴシック" pitchFamily="50" charset="-128"/>
              <a:ea typeface="ＭＳ Ｐゴシック" pitchFamily="50" charset="-128"/>
            </a:endParaRPr>
          </a:p>
        </p:txBody>
      </p:sp>
      <p:sp>
        <p:nvSpPr>
          <p:cNvPr id="27" name="正方形/長方形 26">
            <a:extLst>
              <a:ext uri="{FF2B5EF4-FFF2-40B4-BE49-F238E27FC236}">
                <a16:creationId xmlns:a16="http://schemas.microsoft.com/office/drawing/2014/main" id="{22DAFC2E-2806-4A3E-A37B-4D2793D7AA8D}"/>
              </a:ext>
            </a:extLst>
          </p:cNvPr>
          <p:cNvSpPr/>
          <p:nvPr/>
        </p:nvSpPr>
        <p:spPr bwMode="auto">
          <a:xfrm>
            <a:off x="1537757" y="2046883"/>
            <a:ext cx="3256634" cy="4074948"/>
          </a:xfrm>
          <a:prstGeom prst="rect">
            <a:avLst/>
          </a:prstGeom>
          <a:solidFill>
            <a:srgbClr val="FF0000"/>
          </a:solidFill>
          <a:ln w="12700" cap="flat" cmpd="sng" algn="ctr">
            <a:no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altLang="ja-JP" sz="1400" b="1" dirty="0">
                <a:solidFill>
                  <a:schemeClr val="bg1"/>
                </a:solidFill>
                <a:latin typeface="メイリオ" panose="020B0604030504040204" pitchFamily="50" charset="-128"/>
                <a:ea typeface="メイリオ" panose="020B0604030504040204" pitchFamily="50" charset="-128"/>
              </a:rPr>
              <a:t>AZ</a:t>
            </a:r>
            <a:endParaRPr kumimoji="1" lang="ja-JP" altLang="en-US" sz="1400" b="1"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endParaRPr>
          </a:p>
        </p:txBody>
      </p:sp>
      <p:pic>
        <p:nvPicPr>
          <p:cNvPr id="28" name="Picture 2" descr="ãVPC ã¢ã¤ã³ã³ãã®ç»åæ¤ç´¢çµæ">
            <a:extLst>
              <a:ext uri="{FF2B5EF4-FFF2-40B4-BE49-F238E27FC236}">
                <a16:creationId xmlns:a16="http://schemas.microsoft.com/office/drawing/2014/main" id="{52E23DCD-BD15-40CF-811B-FE761123A49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3311" y="1228202"/>
            <a:ext cx="838961" cy="832646"/>
          </a:xfrm>
          <a:prstGeom prst="rect">
            <a:avLst/>
          </a:prstGeom>
          <a:noFill/>
          <a:extLst>
            <a:ext uri="{909E8E84-426E-40DD-AFC4-6F175D3DCCD1}">
              <a14:hiddenFill xmlns:a14="http://schemas.microsoft.com/office/drawing/2010/main">
                <a:solidFill>
                  <a:srgbClr val="FFFFFF"/>
                </a:solidFill>
              </a14:hiddenFill>
            </a:ext>
          </a:extLst>
        </p:spPr>
      </p:pic>
      <p:sp>
        <p:nvSpPr>
          <p:cNvPr id="31" name="コンテンツ プレースホルダー 2">
            <a:extLst>
              <a:ext uri="{FF2B5EF4-FFF2-40B4-BE49-F238E27FC236}">
                <a16:creationId xmlns:a16="http://schemas.microsoft.com/office/drawing/2014/main" id="{601773C5-0EAA-4681-A80B-E8BA7C7F6FF8}"/>
              </a:ext>
            </a:extLst>
          </p:cNvPr>
          <p:cNvSpPr txBox="1">
            <a:spLocks/>
          </p:cNvSpPr>
          <p:nvPr/>
        </p:nvSpPr>
        <p:spPr>
          <a:xfrm>
            <a:off x="1856656" y="1794178"/>
            <a:ext cx="2033449" cy="289386"/>
          </a:xfrm>
          <a:prstGeom prst="rect">
            <a:avLst/>
          </a:prstGeom>
        </p:spPr>
        <p:txBody>
          <a:bodyPr vert="horz" lIns="74295" tIns="37148" rIns="74295" bIns="37148" rtlCol="0">
            <a:noAutofit/>
          </a:bodyPr>
          <a:lstStyle>
            <a:lvl1pPr marL="228600" indent="-228600" algn="l" defTabSz="914400" rtl="0" eaLnBrk="1" latinLnBrk="0" hangingPunct="1">
              <a:lnSpc>
                <a:spcPct val="90000"/>
              </a:lnSpc>
              <a:spcBef>
                <a:spcPts val="1000"/>
              </a:spcBef>
              <a:buFont typeface="Wingdings 2" pitchFamily="18" charset="2"/>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2" pitchFamily="18" charset="2"/>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2" pitchFamily="18" charset="2"/>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5pPr>
            <a:lvl6pPr marL="25146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6pPr>
            <a:lvl7pPr marL="29718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7pPr>
            <a:lvl8pPr marL="34290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8pPr>
            <a:lvl9pPr marL="38862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9pPr>
          </a:lstStyle>
          <a:p>
            <a:pPr marL="0" indent="0">
              <a:buNone/>
            </a:pPr>
            <a:r>
              <a:rPr lang="en-US" altLang="ja-JP" sz="1400" dirty="0">
                <a:solidFill>
                  <a:srgbClr val="FF0000"/>
                </a:solidFill>
                <a:latin typeface="メイリオ" panose="020B0604030504040204" pitchFamily="50" charset="-128"/>
                <a:ea typeface="メイリオ" panose="020B0604030504040204" pitchFamily="50" charset="-128"/>
              </a:rPr>
              <a:t>10.0.0.0/16</a:t>
            </a:r>
          </a:p>
        </p:txBody>
      </p:sp>
      <p:pic>
        <p:nvPicPr>
          <p:cNvPr id="32" name="図 31">
            <a:extLst>
              <a:ext uri="{FF2B5EF4-FFF2-40B4-BE49-F238E27FC236}">
                <a16:creationId xmlns:a16="http://schemas.microsoft.com/office/drawing/2014/main" id="{C159F285-7050-4B1E-9890-CE0F5CDC1F3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45388" y="1368352"/>
            <a:ext cx="529267" cy="550699"/>
          </a:xfrm>
          <a:prstGeom prst="rect">
            <a:avLst/>
          </a:prstGeom>
        </p:spPr>
      </p:pic>
      <p:sp>
        <p:nvSpPr>
          <p:cNvPr id="34" name="四角形: 角を丸くする 33">
            <a:extLst>
              <a:ext uri="{FF2B5EF4-FFF2-40B4-BE49-F238E27FC236}">
                <a16:creationId xmlns:a16="http://schemas.microsoft.com/office/drawing/2014/main" id="{87B4879A-85DA-4A6D-9856-23799FD86567}"/>
              </a:ext>
            </a:extLst>
          </p:cNvPr>
          <p:cNvSpPr/>
          <p:nvPr/>
        </p:nvSpPr>
        <p:spPr bwMode="auto">
          <a:xfrm>
            <a:off x="1989124" y="4282839"/>
            <a:ext cx="2387812" cy="1738449"/>
          </a:xfrm>
          <a:prstGeom prst="roundRect">
            <a:avLst/>
          </a:prstGeom>
          <a:solidFill>
            <a:schemeClr val="bg1"/>
          </a:solidFill>
          <a:ln w="12700" cap="flat" cmpd="sng" algn="ctr">
            <a:solidFill>
              <a:srgbClr val="F0861E"/>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kumimoji="1" lang="ja-JP" altLang="en-US" sz="1400" b="1"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rPr>
              <a:t>プラべートサブネット</a:t>
            </a:r>
            <a:r>
              <a:rPr kumimoji="1" lang="en-US" altLang="ja-JP" sz="1400" b="0"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rPr>
              <a:t>10.0</a:t>
            </a:r>
            <a:r>
              <a:rPr lang="en-US" altLang="ja-JP" sz="1400" dirty="0">
                <a:solidFill>
                  <a:srgbClr val="FF0000"/>
                </a:solidFill>
                <a:latin typeface="メイリオ" panose="020B0604030504040204" pitchFamily="50" charset="-128"/>
                <a:ea typeface="メイリオ" panose="020B0604030504040204" pitchFamily="50" charset="-128"/>
              </a:rPr>
              <a:t>.1</a:t>
            </a:r>
            <a:r>
              <a:rPr kumimoji="1" lang="en-US" altLang="ja-JP" sz="1400" b="0"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rPr>
              <a:t>.0</a:t>
            </a:r>
            <a:r>
              <a:rPr lang="en-US" altLang="ja-JP" sz="1400" dirty="0">
                <a:solidFill>
                  <a:srgbClr val="FF0000"/>
                </a:solidFill>
                <a:latin typeface="メイリオ" panose="020B0604030504040204" pitchFamily="50" charset="-128"/>
                <a:ea typeface="メイリオ" panose="020B0604030504040204" pitchFamily="50" charset="-128"/>
              </a:rPr>
              <a:t>/24	</a:t>
            </a:r>
            <a:endParaRPr kumimoji="1" lang="ja-JP" altLang="en-US" sz="1400" b="0"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endParaRPr>
          </a:p>
        </p:txBody>
      </p:sp>
      <p:pic>
        <p:nvPicPr>
          <p:cNvPr id="46" name="図 45">
            <a:extLst>
              <a:ext uri="{FF2B5EF4-FFF2-40B4-BE49-F238E27FC236}">
                <a16:creationId xmlns:a16="http://schemas.microsoft.com/office/drawing/2014/main" id="{98B9CA84-375C-418A-8A5A-8F8600AB2D2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749030" y="5034771"/>
            <a:ext cx="619125" cy="704850"/>
          </a:xfrm>
          <a:prstGeom prst="rect">
            <a:avLst/>
          </a:prstGeom>
        </p:spPr>
      </p:pic>
      <p:sp>
        <p:nvSpPr>
          <p:cNvPr id="7" name="四角形: 角を丸くする 6">
            <a:extLst>
              <a:ext uri="{FF2B5EF4-FFF2-40B4-BE49-F238E27FC236}">
                <a16:creationId xmlns:a16="http://schemas.microsoft.com/office/drawing/2014/main" id="{17A7687B-D824-47E6-8126-4ADA583748CB}"/>
              </a:ext>
            </a:extLst>
          </p:cNvPr>
          <p:cNvSpPr/>
          <p:nvPr/>
        </p:nvSpPr>
        <p:spPr bwMode="auto">
          <a:xfrm>
            <a:off x="6782334" y="2935546"/>
            <a:ext cx="1800200" cy="1152128"/>
          </a:xfrm>
          <a:prstGeom prst="roundRect">
            <a:avLst/>
          </a:prstGeom>
          <a:solidFill>
            <a:schemeClr val="bg2">
              <a:lumMod val="75000"/>
              <a:lumOff val="25000"/>
            </a:schemeClr>
          </a:solidFill>
          <a:ln w="12700" cap="flat" cmpd="sng" algn="ctr">
            <a:solidFill>
              <a:schemeClr val="tx1"/>
            </a:solidFill>
            <a:prstDash val="solid"/>
            <a:round/>
            <a:headEnd type="none" w="med" len="med"/>
            <a:tailEnd type="none" w="med" len="med"/>
          </a:ln>
          <a:effectLst/>
        </p:spPr>
        <p:txBody>
          <a:bodyPr vert="horz" wrap="square" lIns="36000" tIns="36000" rIns="36000" bIns="360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altLang="ja-JP" sz="2000" dirty="0">
                <a:solidFill>
                  <a:schemeClr val="bg1"/>
                </a:solidFill>
                <a:latin typeface="メイリオ" panose="020B0604030504040204" pitchFamily="50" charset="-128"/>
                <a:ea typeface="メイリオ" panose="020B0604030504040204" pitchFamily="50" charset="-128"/>
              </a:rPr>
              <a:t>Workbench</a:t>
            </a:r>
            <a:endParaRPr kumimoji="1" lang="ja-JP" altLang="en-US" sz="2000" b="0" i="0" u="none" strike="noStrike" cap="none" normalizeH="0" baseline="0" dirty="0">
              <a:ln>
                <a:noFill/>
              </a:ln>
              <a:solidFill>
                <a:schemeClr val="bg1"/>
              </a:solidFill>
              <a:effectLst/>
              <a:latin typeface="メイリオ" panose="020B0604030504040204" pitchFamily="50" charset="-128"/>
              <a:ea typeface="メイリオ" panose="020B0604030504040204" pitchFamily="50" charset="-128"/>
            </a:endParaRPr>
          </a:p>
        </p:txBody>
      </p:sp>
      <p:sp>
        <p:nvSpPr>
          <p:cNvPr id="16" name="四角形: 角を丸くする 15">
            <a:extLst>
              <a:ext uri="{FF2B5EF4-FFF2-40B4-BE49-F238E27FC236}">
                <a16:creationId xmlns:a16="http://schemas.microsoft.com/office/drawing/2014/main" id="{EA761F7B-7A68-4631-AA51-CCA1E95E6B58}"/>
              </a:ext>
            </a:extLst>
          </p:cNvPr>
          <p:cNvSpPr/>
          <p:nvPr/>
        </p:nvSpPr>
        <p:spPr bwMode="auto">
          <a:xfrm>
            <a:off x="1928664" y="2326373"/>
            <a:ext cx="2387812" cy="1738449"/>
          </a:xfrm>
          <a:prstGeom prst="roundRect">
            <a:avLst/>
          </a:prstGeom>
          <a:solidFill>
            <a:schemeClr val="bg1"/>
          </a:solidFill>
          <a:ln w="12700" cap="flat" cmpd="sng" algn="ctr">
            <a:solidFill>
              <a:srgbClr val="F0861E"/>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kumimoji="1" lang="ja-JP" altLang="en-US" sz="1400" b="1"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rPr>
              <a:t>パブリックサブネット</a:t>
            </a:r>
            <a:r>
              <a:rPr kumimoji="1" lang="en-US" altLang="ja-JP" sz="1400" b="0"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rPr>
              <a:t>10.0</a:t>
            </a:r>
            <a:r>
              <a:rPr lang="en-US" altLang="ja-JP" sz="1400" dirty="0">
                <a:solidFill>
                  <a:srgbClr val="FF0000"/>
                </a:solidFill>
                <a:latin typeface="メイリオ" panose="020B0604030504040204" pitchFamily="50" charset="-128"/>
                <a:ea typeface="メイリオ" panose="020B0604030504040204" pitchFamily="50" charset="-128"/>
              </a:rPr>
              <a:t>.0</a:t>
            </a:r>
            <a:r>
              <a:rPr kumimoji="1" lang="en-US" altLang="ja-JP" sz="1400" b="0"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rPr>
              <a:t>.0</a:t>
            </a:r>
            <a:r>
              <a:rPr lang="en-US" altLang="ja-JP" sz="1400" dirty="0">
                <a:solidFill>
                  <a:srgbClr val="FF0000"/>
                </a:solidFill>
                <a:latin typeface="メイリオ" panose="020B0604030504040204" pitchFamily="50" charset="-128"/>
                <a:ea typeface="メイリオ" panose="020B0604030504040204" pitchFamily="50" charset="-128"/>
              </a:rPr>
              <a:t>/24	</a:t>
            </a:r>
            <a:endParaRPr kumimoji="1" lang="ja-JP" altLang="en-US" sz="1400" b="0"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endParaRPr>
          </a:p>
        </p:txBody>
      </p:sp>
      <p:pic>
        <p:nvPicPr>
          <p:cNvPr id="17" name="図 16" descr="音楽 が含まれている画像&#10;&#10;自動的に生成された説明">
            <a:extLst>
              <a:ext uri="{FF2B5EF4-FFF2-40B4-BE49-F238E27FC236}">
                <a16:creationId xmlns:a16="http://schemas.microsoft.com/office/drawing/2014/main" id="{B176286D-4E47-4D4F-B6BC-841C95BF800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768676" y="3166005"/>
            <a:ext cx="571869" cy="681077"/>
          </a:xfrm>
          <a:prstGeom prst="rect">
            <a:avLst/>
          </a:prstGeom>
        </p:spPr>
      </p:pic>
      <p:sp>
        <p:nvSpPr>
          <p:cNvPr id="18" name="テキスト ボックス 17">
            <a:extLst>
              <a:ext uri="{FF2B5EF4-FFF2-40B4-BE49-F238E27FC236}">
                <a16:creationId xmlns:a16="http://schemas.microsoft.com/office/drawing/2014/main" id="{82E6DADB-12AF-408E-B3E7-ED5D85460A67}"/>
              </a:ext>
            </a:extLst>
          </p:cNvPr>
          <p:cNvSpPr txBox="1"/>
          <p:nvPr/>
        </p:nvSpPr>
        <p:spPr>
          <a:xfrm>
            <a:off x="2791867" y="3466682"/>
            <a:ext cx="495649" cy="276999"/>
          </a:xfrm>
          <a:prstGeom prst="rect">
            <a:avLst/>
          </a:prstGeom>
          <a:noFill/>
        </p:spPr>
        <p:txBody>
          <a:bodyPr wrap="none" rtlCol="0">
            <a:spAutoFit/>
          </a:bodyPr>
          <a:lstStyle/>
          <a:p>
            <a:pPr algn="ctr"/>
            <a:r>
              <a:rPr kumimoji="1" lang="en-US" altLang="ja-JP" sz="1200" b="1" dirty="0">
                <a:solidFill>
                  <a:schemeClr val="bg1"/>
                </a:solidFill>
                <a:latin typeface="メイリオ" panose="020B0604030504040204" pitchFamily="50" charset="-128"/>
                <a:ea typeface="メイリオ" panose="020B0604030504040204" pitchFamily="50" charset="-128"/>
              </a:rPr>
              <a:t>EC2</a:t>
            </a:r>
          </a:p>
        </p:txBody>
      </p:sp>
      <p:cxnSp>
        <p:nvCxnSpPr>
          <p:cNvPr id="58" name="コネクタ: カギ線 23">
            <a:extLst>
              <a:ext uri="{FF2B5EF4-FFF2-40B4-BE49-F238E27FC236}">
                <a16:creationId xmlns:a16="http://schemas.microsoft.com/office/drawing/2014/main" id="{8E3ABB87-8065-46D9-9B7A-353CA2F8FF3C}"/>
              </a:ext>
            </a:extLst>
          </p:cNvPr>
          <p:cNvCxnSpPr>
            <a:cxnSpLocks/>
            <a:stCxn id="7" idx="1"/>
            <a:endCxn id="17" idx="3"/>
          </p:cNvCxnSpPr>
          <p:nvPr/>
        </p:nvCxnSpPr>
        <p:spPr bwMode="auto">
          <a:xfrm flipH="1" flipV="1">
            <a:off x="3340545" y="3506544"/>
            <a:ext cx="3441789" cy="5066"/>
          </a:xfrm>
          <a:prstGeom prst="straightConnector1">
            <a:avLst/>
          </a:prstGeom>
          <a:noFill/>
          <a:ln w="31750" cap="flat" cmpd="sng" algn="ctr">
            <a:solidFill>
              <a:srgbClr val="FF0000"/>
            </a:solidFill>
            <a:prstDash val="solid"/>
            <a:round/>
            <a:headEnd type="triangle" w="med" len="med"/>
            <a:tailEnd type="triangle"/>
          </a:ln>
          <a:effectLst/>
        </p:spPr>
      </p:cxnSp>
      <p:cxnSp>
        <p:nvCxnSpPr>
          <p:cNvPr id="21" name="コネクタ: カギ線 23">
            <a:extLst>
              <a:ext uri="{FF2B5EF4-FFF2-40B4-BE49-F238E27FC236}">
                <a16:creationId xmlns:a16="http://schemas.microsoft.com/office/drawing/2014/main" id="{E50C8A73-6948-4CE7-B4D7-E66EF61C54E7}"/>
              </a:ext>
            </a:extLst>
          </p:cNvPr>
          <p:cNvCxnSpPr>
            <a:cxnSpLocks/>
            <a:stCxn id="46" idx="0"/>
            <a:endCxn id="17" idx="2"/>
          </p:cNvCxnSpPr>
          <p:nvPr/>
        </p:nvCxnSpPr>
        <p:spPr bwMode="auto">
          <a:xfrm flipH="1" flipV="1">
            <a:off x="3054611" y="3847082"/>
            <a:ext cx="3982" cy="1187689"/>
          </a:xfrm>
          <a:prstGeom prst="straightConnector1">
            <a:avLst/>
          </a:prstGeom>
          <a:noFill/>
          <a:ln w="31750" cap="flat" cmpd="sng" algn="ctr">
            <a:solidFill>
              <a:srgbClr val="FF0000"/>
            </a:solidFill>
            <a:prstDash val="solid"/>
            <a:round/>
            <a:headEnd type="triangle" w="med" len="med"/>
            <a:tailEnd type="triangle"/>
          </a:ln>
          <a:effectLst/>
        </p:spPr>
      </p:cxnSp>
      <p:sp>
        <p:nvSpPr>
          <p:cNvPr id="20" name="テキスト ボックス 19">
            <a:extLst>
              <a:ext uri="{FF2B5EF4-FFF2-40B4-BE49-F238E27FC236}">
                <a16:creationId xmlns:a16="http://schemas.microsoft.com/office/drawing/2014/main" id="{B3184650-BC1A-478C-9629-2F5D3BF220FD}"/>
              </a:ext>
            </a:extLst>
          </p:cNvPr>
          <p:cNvSpPr txBox="1"/>
          <p:nvPr/>
        </p:nvSpPr>
        <p:spPr>
          <a:xfrm>
            <a:off x="5351766" y="4331442"/>
            <a:ext cx="2749471" cy="477054"/>
          </a:xfrm>
          <a:prstGeom prst="rect">
            <a:avLst/>
          </a:prstGeom>
          <a:noFill/>
        </p:spPr>
        <p:txBody>
          <a:bodyPr wrap="none" rtlCol="0">
            <a:spAutoFit/>
          </a:bodyPr>
          <a:lstStyle/>
          <a:p>
            <a:r>
              <a:rPr kumimoji="1" lang="ja-JP" altLang="en-US" sz="2500" dirty="0">
                <a:solidFill>
                  <a:srgbClr val="FF0000"/>
                </a:solidFill>
                <a:latin typeface="メイリオ" panose="020B0604030504040204" pitchFamily="50" charset="-128"/>
                <a:ea typeface="メイリオ" panose="020B0604030504040204" pitchFamily="50" charset="-128"/>
              </a:rPr>
              <a:t>障害発生→即停止</a:t>
            </a:r>
          </a:p>
        </p:txBody>
      </p:sp>
    </p:spTree>
    <p:extLst>
      <p:ext uri="{BB962C8B-B14F-4D97-AF65-F5344CB8AC3E}">
        <p14:creationId xmlns:p14="http://schemas.microsoft.com/office/powerpoint/2010/main" val="3628657467"/>
      </p:ext>
    </p:extLst>
  </p:cSld>
  <p:clrMapOvr>
    <a:masterClrMapping/>
  </p:clrMapOvr>
  <p:transition advTm="17708"/>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四角形: 角を丸くする 3">
            <a:extLst>
              <a:ext uri="{FF2B5EF4-FFF2-40B4-BE49-F238E27FC236}">
                <a16:creationId xmlns:a16="http://schemas.microsoft.com/office/drawing/2014/main" id="{C87F7B2C-1880-4B60-8AC9-CF61C01889AB}"/>
              </a:ext>
            </a:extLst>
          </p:cNvPr>
          <p:cNvSpPr/>
          <p:nvPr/>
        </p:nvSpPr>
        <p:spPr bwMode="auto">
          <a:xfrm>
            <a:off x="992560" y="1700808"/>
            <a:ext cx="8208912" cy="4604240"/>
          </a:xfrm>
          <a:prstGeom prst="roundRect">
            <a:avLst/>
          </a:prstGeom>
          <a:solidFill>
            <a:schemeClr val="bg1"/>
          </a:solidFill>
          <a:ln w="12700" cap="flat" cmpd="sng" algn="ctr">
            <a:solidFill>
              <a:srgbClr val="F0861E"/>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ja-JP" altLang="en-US" sz="1400" b="0" i="0" u="none" strike="noStrike" cap="none" normalizeH="0" baseline="0">
              <a:ln>
                <a:noFill/>
              </a:ln>
              <a:solidFill>
                <a:schemeClr val="tx1"/>
              </a:solidFill>
              <a:effectLst/>
              <a:latin typeface="ＭＳ Ｐゴシック" pitchFamily="50" charset="-128"/>
              <a:ea typeface="ＭＳ Ｐゴシック" pitchFamily="50" charset="-128"/>
            </a:endParaRPr>
          </a:p>
        </p:txBody>
      </p:sp>
      <p:sp>
        <p:nvSpPr>
          <p:cNvPr id="30" name="正方形/長方形 29">
            <a:extLst>
              <a:ext uri="{FF2B5EF4-FFF2-40B4-BE49-F238E27FC236}">
                <a16:creationId xmlns:a16="http://schemas.microsoft.com/office/drawing/2014/main" id="{779A921B-5F5F-41CF-ABB5-F1E78B301100}"/>
              </a:ext>
            </a:extLst>
          </p:cNvPr>
          <p:cNvSpPr/>
          <p:nvPr/>
        </p:nvSpPr>
        <p:spPr bwMode="auto">
          <a:xfrm>
            <a:off x="5280146" y="2046883"/>
            <a:ext cx="3256634" cy="4104456"/>
          </a:xfrm>
          <a:prstGeom prst="rect">
            <a:avLst/>
          </a:prstGeom>
          <a:solidFill>
            <a:srgbClr val="FFC000"/>
          </a:solidFill>
          <a:ln w="12700" cap="flat" cmpd="sng" algn="ctr">
            <a:no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altLang="ja-JP" sz="1400" b="1" dirty="0">
                <a:solidFill>
                  <a:schemeClr val="bg1"/>
                </a:solidFill>
                <a:latin typeface="メイリオ" panose="020B0604030504040204" pitchFamily="50" charset="-128"/>
                <a:ea typeface="メイリオ" panose="020B0604030504040204" pitchFamily="50" charset="-128"/>
              </a:rPr>
              <a:t>AZ</a:t>
            </a:r>
            <a:endParaRPr kumimoji="1" lang="ja-JP" altLang="en-US" sz="1400" b="1"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endParaRPr>
          </a:p>
        </p:txBody>
      </p:sp>
      <p:sp>
        <p:nvSpPr>
          <p:cNvPr id="27" name="タイトル 1">
            <a:extLst>
              <a:ext uri="{FF2B5EF4-FFF2-40B4-BE49-F238E27FC236}">
                <a16:creationId xmlns:a16="http://schemas.microsoft.com/office/drawing/2014/main" id="{48F80BE1-D063-4240-BFC7-C8D243720250}"/>
              </a:ext>
            </a:extLst>
          </p:cNvPr>
          <p:cNvSpPr txBox="1">
            <a:spLocks/>
          </p:cNvSpPr>
          <p:nvPr/>
        </p:nvSpPr>
        <p:spPr bwMode="auto">
          <a:xfrm>
            <a:off x="631222" y="201863"/>
            <a:ext cx="8642258" cy="50208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rtl="0" fontAlgn="base">
              <a:lnSpc>
                <a:spcPct val="90000"/>
              </a:lnSpc>
              <a:spcBef>
                <a:spcPct val="0"/>
              </a:spcBef>
              <a:spcAft>
                <a:spcPct val="0"/>
              </a:spcAft>
              <a:defRPr kumimoji="1" sz="2000">
                <a:solidFill>
                  <a:schemeClr val="tx2"/>
                </a:solidFill>
                <a:latin typeface="游明朝" panose="02020400000000000000" pitchFamily="18" charset="-128"/>
                <a:ea typeface="游明朝" panose="02020400000000000000" pitchFamily="18" charset="-128"/>
                <a:cs typeface="+mj-cs"/>
              </a:defRPr>
            </a:lvl1pPr>
            <a:lvl2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2pPr>
            <a:lvl3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3pPr>
            <a:lvl4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4pPr>
            <a:lvl5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5pPr>
            <a:lvl6pPr marL="4572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6pPr>
            <a:lvl7pPr marL="9144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7pPr>
            <a:lvl8pPr marL="13716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8pPr>
            <a:lvl9pPr marL="18288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9pPr>
          </a:lstStyle>
          <a:p>
            <a:pPr marL="0" indent="0" algn="l">
              <a:buNone/>
            </a:pPr>
            <a:r>
              <a:rPr lang="ja-JP" altLang="en-US" sz="3000" dirty="0">
                <a:solidFill>
                  <a:srgbClr val="002060"/>
                </a:solidFill>
                <a:latin typeface="メイリオ" panose="020B0604030504040204" pitchFamily="50" charset="-128"/>
                <a:ea typeface="メイリオ" panose="020B0604030504040204" pitchFamily="50" charset="-128"/>
              </a:rPr>
              <a:t>マルチ</a:t>
            </a:r>
            <a:r>
              <a:rPr lang="en-US" altLang="ja-JP" sz="3000" dirty="0">
                <a:solidFill>
                  <a:srgbClr val="002060"/>
                </a:solidFill>
                <a:latin typeface="メイリオ" panose="020B0604030504040204" pitchFamily="50" charset="-128"/>
                <a:ea typeface="メイリオ" panose="020B0604030504040204" pitchFamily="50" charset="-128"/>
              </a:rPr>
              <a:t>AZ</a:t>
            </a:r>
            <a:r>
              <a:rPr lang="ja-JP" altLang="en-US" sz="3000" dirty="0">
                <a:solidFill>
                  <a:srgbClr val="002060"/>
                </a:solidFill>
                <a:latin typeface="メイリオ" panose="020B0604030504040204" pitchFamily="50" charset="-128"/>
                <a:ea typeface="メイリオ" panose="020B0604030504040204" pitchFamily="50" charset="-128"/>
              </a:rPr>
              <a:t>構成</a:t>
            </a:r>
            <a:endParaRPr lang="en-US" altLang="ja-JP" sz="3000" dirty="0">
              <a:solidFill>
                <a:srgbClr val="002060"/>
              </a:solidFill>
              <a:latin typeface="メイリオ" panose="020B0604030504040204" pitchFamily="50" charset="-128"/>
              <a:ea typeface="メイリオ" panose="020B0604030504040204" pitchFamily="50" charset="-128"/>
            </a:endParaRPr>
          </a:p>
        </p:txBody>
      </p:sp>
      <p:sp>
        <p:nvSpPr>
          <p:cNvPr id="2" name="正方形/長方形 1">
            <a:extLst>
              <a:ext uri="{FF2B5EF4-FFF2-40B4-BE49-F238E27FC236}">
                <a16:creationId xmlns:a16="http://schemas.microsoft.com/office/drawing/2014/main" id="{2C522B5A-5DBC-4FC0-BCBE-401D0496F254}"/>
              </a:ext>
            </a:extLst>
          </p:cNvPr>
          <p:cNvSpPr/>
          <p:nvPr/>
        </p:nvSpPr>
        <p:spPr bwMode="auto">
          <a:xfrm>
            <a:off x="704528" y="1484784"/>
            <a:ext cx="8640960" cy="4896544"/>
          </a:xfrm>
          <a:prstGeom prst="rect">
            <a:avLst/>
          </a:prstGeom>
          <a:noFill/>
          <a:ln w="12700" cap="flat" cmpd="sng" algn="ctr">
            <a:solidFill>
              <a:schemeClr val="tx1"/>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ja-JP" altLang="en-US" sz="1600" b="0" i="0" u="none" strike="noStrike" cap="none" normalizeH="0" baseline="0">
              <a:ln>
                <a:noFill/>
              </a:ln>
              <a:solidFill>
                <a:schemeClr val="tx1"/>
              </a:solidFill>
              <a:effectLst/>
              <a:latin typeface="ＭＳ Ｐゴシック" pitchFamily="50" charset="-128"/>
              <a:ea typeface="ＭＳ Ｐゴシック" pitchFamily="50" charset="-128"/>
            </a:endParaRPr>
          </a:p>
        </p:txBody>
      </p:sp>
      <p:sp>
        <p:nvSpPr>
          <p:cNvPr id="6" name="正方形/長方形 5">
            <a:extLst>
              <a:ext uri="{FF2B5EF4-FFF2-40B4-BE49-F238E27FC236}">
                <a16:creationId xmlns:a16="http://schemas.microsoft.com/office/drawing/2014/main" id="{1EA0A630-B9F7-4A0F-BCE8-2E94169DBDE1}"/>
              </a:ext>
            </a:extLst>
          </p:cNvPr>
          <p:cNvSpPr/>
          <p:nvPr/>
        </p:nvSpPr>
        <p:spPr bwMode="auto">
          <a:xfrm>
            <a:off x="1537757" y="2046883"/>
            <a:ext cx="3256634" cy="4104456"/>
          </a:xfrm>
          <a:prstGeom prst="rect">
            <a:avLst/>
          </a:prstGeom>
          <a:solidFill>
            <a:srgbClr val="FFC000"/>
          </a:solidFill>
          <a:ln w="12700" cap="flat" cmpd="sng" algn="ctr">
            <a:no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altLang="ja-JP" sz="1400" b="1" dirty="0">
                <a:solidFill>
                  <a:schemeClr val="bg1"/>
                </a:solidFill>
                <a:latin typeface="メイリオ" panose="020B0604030504040204" pitchFamily="50" charset="-128"/>
                <a:ea typeface="メイリオ" panose="020B0604030504040204" pitchFamily="50" charset="-128"/>
              </a:rPr>
              <a:t>AZ</a:t>
            </a:r>
            <a:endParaRPr kumimoji="1" lang="ja-JP" altLang="en-US" sz="1400" b="1"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endParaRPr>
          </a:p>
        </p:txBody>
      </p:sp>
      <p:pic>
        <p:nvPicPr>
          <p:cNvPr id="7" name="Picture 2" descr="ãVPC ã¢ã¤ã³ã³ãã®ç»åæ¤ç´¢çµæ">
            <a:extLst>
              <a:ext uri="{FF2B5EF4-FFF2-40B4-BE49-F238E27FC236}">
                <a16:creationId xmlns:a16="http://schemas.microsoft.com/office/drawing/2014/main" id="{08E65A2E-1443-436D-A065-21B30D257D5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3311" y="1228202"/>
            <a:ext cx="838961" cy="832646"/>
          </a:xfrm>
          <a:prstGeom prst="rect">
            <a:avLst/>
          </a:prstGeom>
          <a:noFill/>
          <a:extLst>
            <a:ext uri="{909E8E84-426E-40DD-AFC4-6F175D3DCCD1}">
              <a14:hiddenFill xmlns:a14="http://schemas.microsoft.com/office/drawing/2010/main">
                <a:solidFill>
                  <a:srgbClr val="FFFFFF"/>
                </a:solidFill>
              </a14:hiddenFill>
            </a:ext>
          </a:extLst>
        </p:spPr>
      </p:pic>
      <p:sp>
        <p:nvSpPr>
          <p:cNvPr id="8" name="四角形: 角を丸くする 7">
            <a:extLst>
              <a:ext uri="{FF2B5EF4-FFF2-40B4-BE49-F238E27FC236}">
                <a16:creationId xmlns:a16="http://schemas.microsoft.com/office/drawing/2014/main" id="{9E5D6B59-FDF8-4CD4-9E0E-16D775507CF1}"/>
              </a:ext>
            </a:extLst>
          </p:cNvPr>
          <p:cNvSpPr/>
          <p:nvPr/>
        </p:nvSpPr>
        <p:spPr bwMode="auto">
          <a:xfrm>
            <a:off x="1928664" y="4279129"/>
            <a:ext cx="2387812" cy="1738449"/>
          </a:xfrm>
          <a:prstGeom prst="roundRect">
            <a:avLst/>
          </a:prstGeom>
          <a:solidFill>
            <a:schemeClr val="bg1"/>
          </a:solidFill>
          <a:ln w="12700" cap="flat" cmpd="sng" algn="ctr">
            <a:solidFill>
              <a:srgbClr val="F0861E"/>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kumimoji="1" lang="ja-JP" altLang="en-US" sz="1400" b="1"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rPr>
              <a:t>プライベートサブネット</a:t>
            </a:r>
            <a:r>
              <a:rPr kumimoji="1" lang="en-US" altLang="ja-JP" sz="1400" b="0"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rPr>
              <a:t>10.0</a:t>
            </a:r>
            <a:r>
              <a:rPr lang="en-US" altLang="ja-JP" sz="1400" dirty="0">
                <a:solidFill>
                  <a:srgbClr val="FF0000"/>
                </a:solidFill>
                <a:latin typeface="メイリオ" panose="020B0604030504040204" pitchFamily="50" charset="-128"/>
                <a:ea typeface="メイリオ" panose="020B0604030504040204" pitchFamily="50" charset="-128"/>
              </a:rPr>
              <a:t>.1</a:t>
            </a:r>
            <a:r>
              <a:rPr kumimoji="1" lang="en-US" altLang="ja-JP" sz="1400" b="0"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rPr>
              <a:t>.0</a:t>
            </a:r>
            <a:r>
              <a:rPr lang="en-US" altLang="ja-JP" sz="1400" dirty="0">
                <a:solidFill>
                  <a:srgbClr val="FF0000"/>
                </a:solidFill>
                <a:latin typeface="メイリオ" panose="020B0604030504040204" pitchFamily="50" charset="-128"/>
                <a:ea typeface="メイリオ" panose="020B0604030504040204" pitchFamily="50" charset="-128"/>
              </a:rPr>
              <a:t>/24	</a:t>
            </a:r>
            <a:endParaRPr kumimoji="1" lang="ja-JP" altLang="en-US" sz="1400" b="0"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endParaRPr>
          </a:p>
        </p:txBody>
      </p:sp>
      <p:sp>
        <p:nvSpPr>
          <p:cNvPr id="10" name="四角形: 角を丸くする 9">
            <a:extLst>
              <a:ext uri="{FF2B5EF4-FFF2-40B4-BE49-F238E27FC236}">
                <a16:creationId xmlns:a16="http://schemas.microsoft.com/office/drawing/2014/main" id="{3CD98C52-3635-465F-B70D-A5C84D505081}"/>
              </a:ext>
            </a:extLst>
          </p:cNvPr>
          <p:cNvSpPr/>
          <p:nvPr/>
        </p:nvSpPr>
        <p:spPr bwMode="auto">
          <a:xfrm>
            <a:off x="5733540" y="4279129"/>
            <a:ext cx="2387812" cy="1738449"/>
          </a:xfrm>
          <a:prstGeom prst="roundRect">
            <a:avLst/>
          </a:prstGeom>
          <a:solidFill>
            <a:schemeClr val="bg1"/>
          </a:solidFill>
          <a:ln w="12700" cap="flat" cmpd="sng" algn="ctr">
            <a:solidFill>
              <a:srgbClr val="F0861E"/>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kumimoji="1" lang="ja-JP" altLang="en-US" sz="1400" b="1"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rPr>
              <a:t>プライベートサブネット　　　</a:t>
            </a:r>
            <a:endParaRPr kumimoji="1" lang="en-US" altLang="ja-JP" sz="1400" b="1"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endParaRPr>
          </a:p>
          <a:p>
            <a:pPr marL="0" marR="0" indent="0" defTabSz="914400" rtl="0" eaLnBrk="1" fontAlgn="base" latinLnBrk="0" hangingPunct="1">
              <a:lnSpc>
                <a:spcPct val="100000"/>
              </a:lnSpc>
              <a:spcBef>
                <a:spcPct val="0"/>
              </a:spcBef>
              <a:spcAft>
                <a:spcPct val="0"/>
              </a:spcAft>
              <a:buClrTx/>
              <a:buSzTx/>
              <a:buFontTx/>
              <a:buNone/>
              <a:tabLst/>
            </a:pPr>
            <a:r>
              <a:rPr lang="ja-JP" altLang="en-US" sz="1400" b="1" dirty="0">
                <a:latin typeface="メイリオ" panose="020B0604030504040204" pitchFamily="50" charset="-128"/>
                <a:ea typeface="メイリオ" panose="020B0604030504040204" pitchFamily="50" charset="-128"/>
              </a:rPr>
              <a:t>　</a:t>
            </a:r>
            <a:r>
              <a:rPr kumimoji="1" lang="en-US" altLang="ja-JP" sz="1400" b="0"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rPr>
              <a:t>10.0</a:t>
            </a:r>
            <a:r>
              <a:rPr lang="en-US" altLang="ja-JP" sz="1400" dirty="0">
                <a:solidFill>
                  <a:srgbClr val="FF0000"/>
                </a:solidFill>
                <a:latin typeface="メイリオ" panose="020B0604030504040204" pitchFamily="50" charset="-128"/>
                <a:ea typeface="メイリオ" panose="020B0604030504040204" pitchFamily="50" charset="-128"/>
              </a:rPr>
              <a:t>.3</a:t>
            </a:r>
            <a:r>
              <a:rPr kumimoji="1" lang="en-US" altLang="ja-JP" sz="1400" b="0"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rPr>
              <a:t>.0</a:t>
            </a:r>
            <a:r>
              <a:rPr lang="en-US" altLang="ja-JP" sz="1400" dirty="0">
                <a:solidFill>
                  <a:srgbClr val="FF0000"/>
                </a:solidFill>
                <a:latin typeface="メイリオ" panose="020B0604030504040204" pitchFamily="50" charset="-128"/>
                <a:ea typeface="メイリオ" panose="020B0604030504040204" pitchFamily="50" charset="-128"/>
              </a:rPr>
              <a:t>/24</a:t>
            </a:r>
          </a:p>
          <a:p>
            <a:pPr marL="0" marR="0" indent="0" defTabSz="914400" rtl="0" eaLnBrk="1" fontAlgn="base" latinLnBrk="0" hangingPunct="1">
              <a:lnSpc>
                <a:spcPct val="100000"/>
              </a:lnSpc>
              <a:spcBef>
                <a:spcPct val="0"/>
              </a:spcBef>
              <a:spcAft>
                <a:spcPct val="0"/>
              </a:spcAft>
              <a:buClrTx/>
              <a:buSzTx/>
              <a:buFontTx/>
              <a:buNone/>
              <a:tabLst/>
            </a:pPr>
            <a:endParaRPr lang="en-US" altLang="ja-JP" sz="1400" dirty="0">
              <a:solidFill>
                <a:srgbClr val="FF0000"/>
              </a:solidFill>
              <a:latin typeface="メイリオ" panose="020B0604030504040204" pitchFamily="50" charset="-128"/>
              <a:ea typeface="メイリオ" panose="020B0604030504040204" pitchFamily="50" charset="-128"/>
            </a:endParaRPr>
          </a:p>
          <a:p>
            <a:pPr marL="0" marR="0" indent="0" defTabSz="914400" rtl="0" eaLnBrk="1" fontAlgn="base" latinLnBrk="0" hangingPunct="1">
              <a:lnSpc>
                <a:spcPct val="100000"/>
              </a:lnSpc>
              <a:spcBef>
                <a:spcPct val="0"/>
              </a:spcBef>
              <a:spcAft>
                <a:spcPct val="0"/>
              </a:spcAft>
              <a:buClrTx/>
              <a:buSzTx/>
              <a:buFontTx/>
              <a:buNone/>
              <a:tabLst/>
            </a:pPr>
            <a:endParaRPr lang="en-US" altLang="ja-JP" sz="1400" dirty="0">
              <a:solidFill>
                <a:srgbClr val="FF0000"/>
              </a:solidFill>
              <a:latin typeface="メイリオ" panose="020B0604030504040204" pitchFamily="50" charset="-128"/>
              <a:ea typeface="メイリオ" panose="020B0604030504040204" pitchFamily="50" charset="-128"/>
            </a:endParaRPr>
          </a:p>
          <a:p>
            <a:pPr marL="0" marR="0" indent="0" defTabSz="914400" rtl="0" eaLnBrk="1" fontAlgn="base" latinLnBrk="0" hangingPunct="1">
              <a:lnSpc>
                <a:spcPct val="100000"/>
              </a:lnSpc>
              <a:spcBef>
                <a:spcPct val="0"/>
              </a:spcBef>
              <a:spcAft>
                <a:spcPct val="0"/>
              </a:spcAft>
              <a:buClrTx/>
              <a:buSzTx/>
              <a:buFontTx/>
              <a:buNone/>
              <a:tabLst/>
            </a:pPr>
            <a:endParaRPr lang="en-US" altLang="ja-JP" sz="1400" dirty="0">
              <a:solidFill>
                <a:srgbClr val="FF0000"/>
              </a:solidFill>
              <a:latin typeface="メイリオ" panose="020B0604030504040204" pitchFamily="50" charset="-128"/>
              <a:ea typeface="メイリオ" panose="020B0604030504040204" pitchFamily="50" charset="-128"/>
            </a:endParaRPr>
          </a:p>
          <a:p>
            <a:pPr marL="0" marR="0" indent="0" defTabSz="914400" rtl="0" eaLnBrk="1" fontAlgn="base" latinLnBrk="0" hangingPunct="1">
              <a:lnSpc>
                <a:spcPct val="100000"/>
              </a:lnSpc>
              <a:spcBef>
                <a:spcPct val="0"/>
              </a:spcBef>
              <a:spcAft>
                <a:spcPct val="0"/>
              </a:spcAft>
              <a:buClrTx/>
              <a:buSzTx/>
              <a:buFontTx/>
              <a:buNone/>
              <a:tabLst/>
            </a:pPr>
            <a:endParaRPr lang="en-US" altLang="ja-JP" sz="1400" dirty="0">
              <a:solidFill>
                <a:srgbClr val="FF0000"/>
              </a:solidFill>
              <a:latin typeface="メイリオ" panose="020B0604030504040204" pitchFamily="50" charset="-128"/>
              <a:ea typeface="メイリオ" panose="020B0604030504040204" pitchFamily="50" charset="-128"/>
            </a:endParaRPr>
          </a:p>
          <a:p>
            <a:pPr marL="0" marR="0" indent="0" defTabSz="914400" rtl="0" eaLnBrk="1" fontAlgn="base" latinLnBrk="0" hangingPunct="1">
              <a:lnSpc>
                <a:spcPct val="100000"/>
              </a:lnSpc>
              <a:spcBef>
                <a:spcPct val="0"/>
              </a:spcBef>
              <a:spcAft>
                <a:spcPct val="0"/>
              </a:spcAft>
              <a:buClrTx/>
              <a:buSzTx/>
              <a:buFontTx/>
              <a:buNone/>
              <a:tabLst/>
            </a:pPr>
            <a:endParaRPr lang="en-US" altLang="ja-JP" sz="1400" dirty="0">
              <a:solidFill>
                <a:srgbClr val="FF0000"/>
              </a:solidFill>
              <a:latin typeface="メイリオ" panose="020B0604030504040204" pitchFamily="50" charset="-128"/>
              <a:ea typeface="メイリオ" panose="020B0604030504040204" pitchFamily="50" charset="-128"/>
            </a:endParaRPr>
          </a:p>
          <a:p>
            <a:pPr marL="0" marR="0" indent="0" defTabSz="914400" rtl="0" eaLnBrk="1" fontAlgn="base" latinLnBrk="0" hangingPunct="1">
              <a:lnSpc>
                <a:spcPct val="100000"/>
              </a:lnSpc>
              <a:spcBef>
                <a:spcPct val="0"/>
              </a:spcBef>
              <a:spcAft>
                <a:spcPct val="0"/>
              </a:spcAft>
              <a:buClrTx/>
              <a:buSzTx/>
              <a:buFontTx/>
              <a:buNone/>
              <a:tabLst/>
            </a:pPr>
            <a:endParaRPr lang="en-US" altLang="ja-JP" sz="1400" dirty="0">
              <a:solidFill>
                <a:srgbClr val="FF0000"/>
              </a:solidFill>
              <a:latin typeface="メイリオ" panose="020B0604030504040204" pitchFamily="50" charset="-128"/>
              <a:ea typeface="メイリオ" panose="020B0604030504040204" pitchFamily="50" charset="-128"/>
            </a:endParaRPr>
          </a:p>
        </p:txBody>
      </p:sp>
      <p:sp>
        <p:nvSpPr>
          <p:cNvPr id="12" name="コンテンツ プレースホルダー 2">
            <a:extLst>
              <a:ext uri="{FF2B5EF4-FFF2-40B4-BE49-F238E27FC236}">
                <a16:creationId xmlns:a16="http://schemas.microsoft.com/office/drawing/2014/main" id="{40DB0CDD-695E-45E4-A903-9C957545E18B}"/>
              </a:ext>
            </a:extLst>
          </p:cNvPr>
          <p:cNvSpPr txBox="1">
            <a:spLocks/>
          </p:cNvSpPr>
          <p:nvPr/>
        </p:nvSpPr>
        <p:spPr>
          <a:xfrm>
            <a:off x="1928664" y="1699454"/>
            <a:ext cx="2033449" cy="289386"/>
          </a:xfrm>
          <a:prstGeom prst="rect">
            <a:avLst/>
          </a:prstGeom>
        </p:spPr>
        <p:txBody>
          <a:bodyPr vert="horz" lIns="74295" tIns="37148" rIns="74295" bIns="37148" rtlCol="0">
            <a:noAutofit/>
          </a:bodyPr>
          <a:lstStyle>
            <a:lvl1pPr marL="228600" indent="-228600" algn="l" defTabSz="914400" rtl="0" eaLnBrk="1" latinLnBrk="0" hangingPunct="1">
              <a:lnSpc>
                <a:spcPct val="90000"/>
              </a:lnSpc>
              <a:spcBef>
                <a:spcPts val="1000"/>
              </a:spcBef>
              <a:buFont typeface="Wingdings 2" pitchFamily="18" charset="2"/>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2" pitchFamily="18" charset="2"/>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2" pitchFamily="18" charset="2"/>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5pPr>
            <a:lvl6pPr marL="25146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6pPr>
            <a:lvl7pPr marL="29718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7pPr>
            <a:lvl8pPr marL="34290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8pPr>
            <a:lvl9pPr marL="38862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9pPr>
          </a:lstStyle>
          <a:p>
            <a:pPr marL="0" indent="0">
              <a:buNone/>
            </a:pPr>
            <a:r>
              <a:rPr lang="en-US" altLang="ja-JP" sz="1400" dirty="0">
                <a:solidFill>
                  <a:srgbClr val="FF0000"/>
                </a:solidFill>
                <a:latin typeface="メイリオ" panose="020B0604030504040204" pitchFamily="50" charset="-128"/>
                <a:ea typeface="メイリオ" panose="020B0604030504040204" pitchFamily="50" charset="-128"/>
              </a:rPr>
              <a:t>10.0.0.0/16</a:t>
            </a:r>
          </a:p>
        </p:txBody>
      </p:sp>
      <p:pic>
        <p:nvPicPr>
          <p:cNvPr id="13" name="図 12">
            <a:extLst>
              <a:ext uri="{FF2B5EF4-FFF2-40B4-BE49-F238E27FC236}">
                <a16:creationId xmlns:a16="http://schemas.microsoft.com/office/drawing/2014/main" id="{FAD99AC1-B9C9-4142-8746-8CAFBF470F8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794391" y="1438141"/>
            <a:ext cx="529267" cy="550699"/>
          </a:xfrm>
          <a:prstGeom prst="rect">
            <a:avLst/>
          </a:prstGeom>
        </p:spPr>
      </p:pic>
      <p:cxnSp>
        <p:nvCxnSpPr>
          <p:cNvPr id="17" name="コネクタ: カギ線 23">
            <a:extLst>
              <a:ext uri="{FF2B5EF4-FFF2-40B4-BE49-F238E27FC236}">
                <a16:creationId xmlns:a16="http://schemas.microsoft.com/office/drawing/2014/main" id="{60D83496-92A4-492E-8EF7-2465DDF9E75A}"/>
              </a:ext>
            </a:extLst>
          </p:cNvPr>
          <p:cNvCxnSpPr>
            <a:cxnSpLocks/>
            <a:stCxn id="13" idx="2"/>
            <a:endCxn id="50" idx="0"/>
          </p:cNvCxnSpPr>
          <p:nvPr/>
        </p:nvCxnSpPr>
        <p:spPr bwMode="auto">
          <a:xfrm flipH="1">
            <a:off x="5059024" y="1988840"/>
            <a:ext cx="1" cy="302989"/>
          </a:xfrm>
          <a:prstGeom prst="straightConnector1">
            <a:avLst/>
          </a:prstGeom>
          <a:noFill/>
          <a:ln w="31750" cap="flat" cmpd="sng" algn="ctr">
            <a:solidFill>
              <a:srgbClr val="FF0000"/>
            </a:solidFill>
            <a:prstDash val="solid"/>
            <a:round/>
            <a:headEnd type="none" w="med" len="med"/>
            <a:tailEnd type="triangle"/>
          </a:ln>
          <a:effectLst/>
        </p:spPr>
      </p:cxnSp>
      <p:sp>
        <p:nvSpPr>
          <p:cNvPr id="34" name="四角形: 角を丸くする 33">
            <a:extLst>
              <a:ext uri="{FF2B5EF4-FFF2-40B4-BE49-F238E27FC236}">
                <a16:creationId xmlns:a16="http://schemas.microsoft.com/office/drawing/2014/main" id="{BEF47C67-D55F-4ECD-9869-013386558229}"/>
              </a:ext>
            </a:extLst>
          </p:cNvPr>
          <p:cNvSpPr/>
          <p:nvPr/>
        </p:nvSpPr>
        <p:spPr bwMode="auto">
          <a:xfrm>
            <a:off x="1928664" y="2326373"/>
            <a:ext cx="2387812" cy="1738449"/>
          </a:xfrm>
          <a:prstGeom prst="roundRect">
            <a:avLst/>
          </a:prstGeom>
          <a:solidFill>
            <a:schemeClr val="bg1"/>
          </a:solidFill>
          <a:ln w="12700" cap="flat" cmpd="sng" algn="ctr">
            <a:solidFill>
              <a:srgbClr val="F0861E"/>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kumimoji="1" lang="ja-JP" altLang="en-US" sz="1400" b="1"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rPr>
              <a:t>パブリックサブネット</a:t>
            </a:r>
            <a:r>
              <a:rPr kumimoji="1" lang="en-US" altLang="ja-JP" sz="1400" b="0"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rPr>
              <a:t>10.0</a:t>
            </a:r>
            <a:r>
              <a:rPr lang="en-US" altLang="ja-JP" sz="1400" dirty="0">
                <a:solidFill>
                  <a:srgbClr val="FF0000"/>
                </a:solidFill>
                <a:latin typeface="メイリオ" panose="020B0604030504040204" pitchFamily="50" charset="-128"/>
                <a:ea typeface="メイリオ" panose="020B0604030504040204" pitchFamily="50" charset="-128"/>
              </a:rPr>
              <a:t>.0</a:t>
            </a:r>
            <a:r>
              <a:rPr kumimoji="1" lang="en-US" altLang="ja-JP" sz="1400" b="0"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rPr>
              <a:t>.0</a:t>
            </a:r>
            <a:r>
              <a:rPr lang="en-US" altLang="ja-JP" sz="1400" dirty="0">
                <a:solidFill>
                  <a:srgbClr val="FF0000"/>
                </a:solidFill>
                <a:latin typeface="メイリオ" panose="020B0604030504040204" pitchFamily="50" charset="-128"/>
                <a:ea typeface="メイリオ" panose="020B0604030504040204" pitchFamily="50" charset="-128"/>
              </a:rPr>
              <a:t>/24	</a:t>
            </a:r>
            <a:endParaRPr kumimoji="1" lang="ja-JP" altLang="en-US" sz="1400" b="0"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endParaRPr>
          </a:p>
        </p:txBody>
      </p:sp>
      <p:sp>
        <p:nvSpPr>
          <p:cNvPr id="35" name="四角形: 角を丸くする 34">
            <a:extLst>
              <a:ext uri="{FF2B5EF4-FFF2-40B4-BE49-F238E27FC236}">
                <a16:creationId xmlns:a16="http://schemas.microsoft.com/office/drawing/2014/main" id="{9D88FD03-7603-4A95-AE1E-B0B2B690FD17}"/>
              </a:ext>
            </a:extLst>
          </p:cNvPr>
          <p:cNvSpPr/>
          <p:nvPr/>
        </p:nvSpPr>
        <p:spPr bwMode="auto">
          <a:xfrm>
            <a:off x="5733540" y="2326373"/>
            <a:ext cx="2387812" cy="1738449"/>
          </a:xfrm>
          <a:prstGeom prst="roundRect">
            <a:avLst/>
          </a:prstGeom>
          <a:solidFill>
            <a:schemeClr val="bg1"/>
          </a:solidFill>
          <a:ln w="12700" cap="flat" cmpd="sng" algn="ctr">
            <a:solidFill>
              <a:srgbClr val="F0861E"/>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lang="ja-JP" altLang="en-US" sz="1400" b="1" dirty="0">
                <a:latin typeface="メイリオ" panose="020B0604030504040204" pitchFamily="50" charset="-128"/>
                <a:ea typeface="メイリオ" panose="020B0604030504040204" pitchFamily="50" charset="-128"/>
              </a:rPr>
              <a:t>パブリック</a:t>
            </a:r>
            <a:r>
              <a:rPr kumimoji="1" lang="ja-JP" altLang="en-US" sz="1400" b="1"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rPr>
              <a:t>サブネット　　　</a:t>
            </a:r>
            <a:endParaRPr kumimoji="1" lang="en-US" altLang="ja-JP" sz="1400" b="1"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endParaRPr>
          </a:p>
          <a:p>
            <a:pPr marL="0" marR="0" indent="0" defTabSz="914400" rtl="0" eaLnBrk="1" fontAlgn="base" latinLnBrk="0" hangingPunct="1">
              <a:lnSpc>
                <a:spcPct val="100000"/>
              </a:lnSpc>
              <a:spcBef>
                <a:spcPct val="0"/>
              </a:spcBef>
              <a:spcAft>
                <a:spcPct val="0"/>
              </a:spcAft>
              <a:buClrTx/>
              <a:buSzTx/>
              <a:buFontTx/>
              <a:buNone/>
              <a:tabLst/>
            </a:pPr>
            <a:r>
              <a:rPr lang="ja-JP" altLang="en-US" sz="1400" b="1" dirty="0">
                <a:latin typeface="メイリオ" panose="020B0604030504040204" pitchFamily="50" charset="-128"/>
                <a:ea typeface="メイリオ" panose="020B0604030504040204" pitchFamily="50" charset="-128"/>
              </a:rPr>
              <a:t>　</a:t>
            </a:r>
            <a:r>
              <a:rPr kumimoji="1" lang="en-US" altLang="ja-JP" sz="1400" b="0"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rPr>
              <a:t>10.0</a:t>
            </a:r>
            <a:r>
              <a:rPr lang="en-US" altLang="ja-JP" sz="1400" dirty="0">
                <a:solidFill>
                  <a:srgbClr val="FF0000"/>
                </a:solidFill>
                <a:latin typeface="メイリオ" panose="020B0604030504040204" pitchFamily="50" charset="-128"/>
                <a:ea typeface="メイリオ" panose="020B0604030504040204" pitchFamily="50" charset="-128"/>
              </a:rPr>
              <a:t>.2</a:t>
            </a:r>
            <a:r>
              <a:rPr kumimoji="1" lang="en-US" altLang="ja-JP" sz="1400" b="0"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rPr>
              <a:t>.0</a:t>
            </a:r>
            <a:r>
              <a:rPr lang="en-US" altLang="ja-JP" sz="1400" dirty="0">
                <a:solidFill>
                  <a:srgbClr val="FF0000"/>
                </a:solidFill>
                <a:latin typeface="メイリオ" panose="020B0604030504040204" pitchFamily="50" charset="-128"/>
                <a:ea typeface="メイリオ" panose="020B0604030504040204" pitchFamily="50" charset="-128"/>
              </a:rPr>
              <a:t>/24</a:t>
            </a:r>
          </a:p>
          <a:p>
            <a:pPr marL="0" marR="0" indent="0" defTabSz="914400" rtl="0" eaLnBrk="1" fontAlgn="base" latinLnBrk="0" hangingPunct="1">
              <a:lnSpc>
                <a:spcPct val="100000"/>
              </a:lnSpc>
              <a:spcBef>
                <a:spcPct val="0"/>
              </a:spcBef>
              <a:spcAft>
                <a:spcPct val="0"/>
              </a:spcAft>
              <a:buClrTx/>
              <a:buSzTx/>
              <a:buFontTx/>
              <a:buNone/>
              <a:tabLst/>
            </a:pPr>
            <a:endParaRPr lang="en-US" altLang="ja-JP" sz="1400" dirty="0">
              <a:solidFill>
                <a:srgbClr val="FF0000"/>
              </a:solidFill>
              <a:latin typeface="メイリオ" panose="020B0604030504040204" pitchFamily="50" charset="-128"/>
              <a:ea typeface="メイリオ" panose="020B0604030504040204" pitchFamily="50" charset="-128"/>
            </a:endParaRPr>
          </a:p>
          <a:p>
            <a:pPr marL="0" marR="0" indent="0" defTabSz="914400" rtl="0" eaLnBrk="1" fontAlgn="base" latinLnBrk="0" hangingPunct="1">
              <a:lnSpc>
                <a:spcPct val="100000"/>
              </a:lnSpc>
              <a:spcBef>
                <a:spcPct val="0"/>
              </a:spcBef>
              <a:spcAft>
                <a:spcPct val="0"/>
              </a:spcAft>
              <a:buClrTx/>
              <a:buSzTx/>
              <a:buFontTx/>
              <a:buNone/>
              <a:tabLst/>
            </a:pPr>
            <a:endParaRPr lang="en-US" altLang="ja-JP" sz="1400" dirty="0">
              <a:solidFill>
                <a:srgbClr val="FF0000"/>
              </a:solidFill>
              <a:latin typeface="メイリオ" panose="020B0604030504040204" pitchFamily="50" charset="-128"/>
              <a:ea typeface="メイリオ" panose="020B0604030504040204" pitchFamily="50" charset="-128"/>
            </a:endParaRPr>
          </a:p>
          <a:p>
            <a:pPr marL="0" marR="0" indent="0" defTabSz="914400" rtl="0" eaLnBrk="1" fontAlgn="base" latinLnBrk="0" hangingPunct="1">
              <a:lnSpc>
                <a:spcPct val="100000"/>
              </a:lnSpc>
              <a:spcBef>
                <a:spcPct val="0"/>
              </a:spcBef>
              <a:spcAft>
                <a:spcPct val="0"/>
              </a:spcAft>
              <a:buClrTx/>
              <a:buSzTx/>
              <a:buFontTx/>
              <a:buNone/>
              <a:tabLst/>
            </a:pPr>
            <a:endParaRPr lang="en-US" altLang="ja-JP" sz="1400" dirty="0">
              <a:solidFill>
                <a:srgbClr val="FF0000"/>
              </a:solidFill>
              <a:latin typeface="メイリオ" panose="020B0604030504040204" pitchFamily="50" charset="-128"/>
              <a:ea typeface="メイリオ" panose="020B0604030504040204" pitchFamily="50" charset="-128"/>
            </a:endParaRPr>
          </a:p>
          <a:p>
            <a:pPr marL="0" marR="0" indent="0" defTabSz="914400" rtl="0" eaLnBrk="1" fontAlgn="base" latinLnBrk="0" hangingPunct="1">
              <a:lnSpc>
                <a:spcPct val="100000"/>
              </a:lnSpc>
              <a:spcBef>
                <a:spcPct val="0"/>
              </a:spcBef>
              <a:spcAft>
                <a:spcPct val="0"/>
              </a:spcAft>
              <a:buClrTx/>
              <a:buSzTx/>
              <a:buFontTx/>
              <a:buNone/>
              <a:tabLst/>
            </a:pPr>
            <a:endParaRPr lang="en-US" altLang="ja-JP" sz="1400" dirty="0">
              <a:solidFill>
                <a:srgbClr val="FF0000"/>
              </a:solidFill>
              <a:latin typeface="メイリオ" panose="020B0604030504040204" pitchFamily="50" charset="-128"/>
              <a:ea typeface="メイリオ" panose="020B0604030504040204" pitchFamily="50" charset="-128"/>
            </a:endParaRPr>
          </a:p>
          <a:p>
            <a:pPr marL="0" marR="0" indent="0" defTabSz="914400" rtl="0" eaLnBrk="1" fontAlgn="base" latinLnBrk="0" hangingPunct="1">
              <a:lnSpc>
                <a:spcPct val="100000"/>
              </a:lnSpc>
              <a:spcBef>
                <a:spcPct val="0"/>
              </a:spcBef>
              <a:spcAft>
                <a:spcPct val="0"/>
              </a:spcAft>
              <a:buClrTx/>
              <a:buSzTx/>
              <a:buFontTx/>
              <a:buNone/>
              <a:tabLst/>
            </a:pPr>
            <a:endParaRPr lang="en-US" altLang="ja-JP" sz="1400" dirty="0">
              <a:solidFill>
                <a:srgbClr val="FF0000"/>
              </a:solidFill>
              <a:latin typeface="メイリオ" panose="020B0604030504040204" pitchFamily="50" charset="-128"/>
              <a:ea typeface="メイリオ" panose="020B0604030504040204" pitchFamily="50" charset="-128"/>
            </a:endParaRPr>
          </a:p>
          <a:p>
            <a:pPr marL="0" marR="0" indent="0" defTabSz="914400" rtl="0" eaLnBrk="1" fontAlgn="base" latinLnBrk="0" hangingPunct="1">
              <a:lnSpc>
                <a:spcPct val="100000"/>
              </a:lnSpc>
              <a:spcBef>
                <a:spcPct val="0"/>
              </a:spcBef>
              <a:spcAft>
                <a:spcPct val="0"/>
              </a:spcAft>
              <a:buClrTx/>
              <a:buSzTx/>
              <a:buFontTx/>
              <a:buNone/>
              <a:tabLst/>
            </a:pPr>
            <a:endParaRPr lang="en-US" altLang="ja-JP" sz="1400" dirty="0">
              <a:solidFill>
                <a:srgbClr val="FF0000"/>
              </a:solidFill>
              <a:latin typeface="メイリオ" panose="020B0604030504040204" pitchFamily="50" charset="-128"/>
              <a:ea typeface="メイリオ" panose="020B0604030504040204" pitchFamily="50" charset="-128"/>
            </a:endParaRPr>
          </a:p>
        </p:txBody>
      </p:sp>
      <p:pic>
        <p:nvPicPr>
          <p:cNvPr id="42" name="図 41" descr="音楽 が含まれている画像&#10;&#10;自動的に生成された説明">
            <a:extLst>
              <a:ext uri="{FF2B5EF4-FFF2-40B4-BE49-F238E27FC236}">
                <a16:creationId xmlns:a16="http://schemas.microsoft.com/office/drawing/2014/main" id="{8F8A08E4-3459-4AC2-B707-7FCB5CE9FD7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768676" y="3166005"/>
            <a:ext cx="571869" cy="681077"/>
          </a:xfrm>
          <a:prstGeom prst="rect">
            <a:avLst/>
          </a:prstGeom>
        </p:spPr>
      </p:pic>
      <p:sp>
        <p:nvSpPr>
          <p:cNvPr id="43" name="テキスト ボックス 42">
            <a:extLst>
              <a:ext uri="{FF2B5EF4-FFF2-40B4-BE49-F238E27FC236}">
                <a16:creationId xmlns:a16="http://schemas.microsoft.com/office/drawing/2014/main" id="{49796086-0647-4B4C-AB8E-57EE20BAAE24}"/>
              </a:ext>
            </a:extLst>
          </p:cNvPr>
          <p:cNvSpPr txBox="1"/>
          <p:nvPr/>
        </p:nvSpPr>
        <p:spPr>
          <a:xfrm>
            <a:off x="2791867" y="3466682"/>
            <a:ext cx="495649" cy="276999"/>
          </a:xfrm>
          <a:prstGeom prst="rect">
            <a:avLst/>
          </a:prstGeom>
          <a:noFill/>
        </p:spPr>
        <p:txBody>
          <a:bodyPr wrap="none" rtlCol="0">
            <a:spAutoFit/>
          </a:bodyPr>
          <a:lstStyle/>
          <a:p>
            <a:pPr algn="ctr"/>
            <a:r>
              <a:rPr kumimoji="1" lang="en-US" altLang="ja-JP" sz="1200" b="1" dirty="0">
                <a:solidFill>
                  <a:schemeClr val="bg1"/>
                </a:solidFill>
                <a:latin typeface="メイリオ" panose="020B0604030504040204" pitchFamily="50" charset="-128"/>
                <a:ea typeface="メイリオ" panose="020B0604030504040204" pitchFamily="50" charset="-128"/>
              </a:rPr>
              <a:t>EC2</a:t>
            </a:r>
          </a:p>
        </p:txBody>
      </p:sp>
      <p:cxnSp>
        <p:nvCxnSpPr>
          <p:cNvPr id="49" name="コネクタ: カギ線 48">
            <a:extLst>
              <a:ext uri="{FF2B5EF4-FFF2-40B4-BE49-F238E27FC236}">
                <a16:creationId xmlns:a16="http://schemas.microsoft.com/office/drawing/2014/main" id="{17934989-AD9B-4DB2-A114-0FBAE7D98973}"/>
              </a:ext>
            </a:extLst>
          </p:cNvPr>
          <p:cNvCxnSpPr>
            <a:cxnSpLocks/>
            <a:stCxn id="50" idx="2"/>
            <a:endCxn id="42" idx="0"/>
          </p:cNvCxnSpPr>
          <p:nvPr/>
        </p:nvCxnSpPr>
        <p:spPr bwMode="auto">
          <a:xfrm rot="5400000">
            <a:off x="3888423" y="1995403"/>
            <a:ext cx="336791" cy="2004413"/>
          </a:xfrm>
          <a:prstGeom prst="bentConnector3">
            <a:avLst>
              <a:gd name="adj1" fmla="val 50000"/>
            </a:avLst>
          </a:prstGeom>
          <a:noFill/>
          <a:ln w="31750" cap="flat" cmpd="sng" algn="ctr">
            <a:solidFill>
              <a:srgbClr val="FF0000"/>
            </a:solidFill>
            <a:prstDash val="solid"/>
            <a:round/>
            <a:headEnd type="none" w="med" len="med"/>
            <a:tailEnd type="triangle"/>
          </a:ln>
          <a:effectLst/>
        </p:spPr>
      </p:cxnSp>
      <p:pic>
        <p:nvPicPr>
          <p:cNvPr id="50" name="図 49">
            <a:extLst>
              <a:ext uri="{FF2B5EF4-FFF2-40B4-BE49-F238E27FC236}">
                <a16:creationId xmlns:a16="http://schemas.microsoft.com/office/drawing/2014/main" id="{91E526BE-5C42-4DBB-8E6B-A2408502405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802733" y="2291829"/>
            <a:ext cx="512582" cy="537385"/>
          </a:xfrm>
          <a:prstGeom prst="rect">
            <a:avLst/>
          </a:prstGeom>
        </p:spPr>
      </p:pic>
      <p:cxnSp>
        <p:nvCxnSpPr>
          <p:cNvPr id="57" name="コネクタ: カギ線 56">
            <a:extLst>
              <a:ext uri="{FF2B5EF4-FFF2-40B4-BE49-F238E27FC236}">
                <a16:creationId xmlns:a16="http://schemas.microsoft.com/office/drawing/2014/main" id="{7121B37B-9BDF-4068-B432-5969109C4B59}"/>
              </a:ext>
            </a:extLst>
          </p:cNvPr>
          <p:cNvCxnSpPr>
            <a:cxnSpLocks/>
            <a:stCxn id="50" idx="2"/>
            <a:endCxn id="59" idx="0"/>
          </p:cNvCxnSpPr>
          <p:nvPr/>
        </p:nvCxnSpPr>
        <p:spPr bwMode="auto">
          <a:xfrm rot="16200000" flipH="1">
            <a:off x="5839551" y="2048686"/>
            <a:ext cx="336791" cy="1897845"/>
          </a:xfrm>
          <a:prstGeom prst="bentConnector3">
            <a:avLst>
              <a:gd name="adj1" fmla="val 50000"/>
            </a:avLst>
          </a:prstGeom>
          <a:noFill/>
          <a:ln w="31750" cap="flat" cmpd="sng" algn="ctr">
            <a:solidFill>
              <a:srgbClr val="FF0000"/>
            </a:solidFill>
            <a:prstDash val="solid"/>
            <a:round/>
            <a:headEnd type="none" w="med" len="med"/>
            <a:tailEnd type="triangle"/>
          </a:ln>
          <a:effectLst/>
        </p:spPr>
      </p:cxnSp>
      <p:pic>
        <p:nvPicPr>
          <p:cNvPr id="59" name="図 58" descr="音楽 が含まれている画像&#10;&#10;自動的に生成された説明">
            <a:extLst>
              <a:ext uri="{FF2B5EF4-FFF2-40B4-BE49-F238E27FC236}">
                <a16:creationId xmlns:a16="http://schemas.microsoft.com/office/drawing/2014/main" id="{1F3FE59D-F52B-4CBE-9CCA-DA326D100F2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670934" y="3166005"/>
            <a:ext cx="571869" cy="681077"/>
          </a:xfrm>
          <a:prstGeom prst="rect">
            <a:avLst/>
          </a:prstGeom>
        </p:spPr>
      </p:pic>
      <p:sp>
        <p:nvSpPr>
          <p:cNvPr id="60" name="テキスト ボックス 59">
            <a:extLst>
              <a:ext uri="{FF2B5EF4-FFF2-40B4-BE49-F238E27FC236}">
                <a16:creationId xmlns:a16="http://schemas.microsoft.com/office/drawing/2014/main" id="{9166DD9E-B101-4D1D-BF60-3F46479193D1}"/>
              </a:ext>
            </a:extLst>
          </p:cNvPr>
          <p:cNvSpPr txBox="1"/>
          <p:nvPr/>
        </p:nvSpPr>
        <p:spPr>
          <a:xfrm>
            <a:off x="6694125" y="3466682"/>
            <a:ext cx="495649" cy="276999"/>
          </a:xfrm>
          <a:prstGeom prst="rect">
            <a:avLst/>
          </a:prstGeom>
          <a:noFill/>
        </p:spPr>
        <p:txBody>
          <a:bodyPr wrap="none" rtlCol="0">
            <a:spAutoFit/>
          </a:bodyPr>
          <a:lstStyle/>
          <a:p>
            <a:pPr algn="ctr"/>
            <a:r>
              <a:rPr kumimoji="1" lang="en-US" altLang="ja-JP" sz="1200" b="1" dirty="0">
                <a:solidFill>
                  <a:schemeClr val="bg1"/>
                </a:solidFill>
                <a:latin typeface="メイリオ" panose="020B0604030504040204" pitchFamily="50" charset="-128"/>
                <a:ea typeface="メイリオ" panose="020B0604030504040204" pitchFamily="50" charset="-128"/>
              </a:rPr>
              <a:t>EC2</a:t>
            </a:r>
          </a:p>
        </p:txBody>
      </p:sp>
      <p:cxnSp>
        <p:nvCxnSpPr>
          <p:cNvPr id="74" name="コネクタ: カギ線 23">
            <a:extLst>
              <a:ext uri="{FF2B5EF4-FFF2-40B4-BE49-F238E27FC236}">
                <a16:creationId xmlns:a16="http://schemas.microsoft.com/office/drawing/2014/main" id="{4BFF34D5-84EA-4DD5-9484-2D7DAFCC29D3}"/>
              </a:ext>
            </a:extLst>
          </p:cNvPr>
          <p:cNvCxnSpPr>
            <a:cxnSpLocks/>
            <a:stCxn id="42" idx="2"/>
          </p:cNvCxnSpPr>
          <p:nvPr/>
        </p:nvCxnSpPr>
        <p:spPr bwMode="auto">
          <a:xfrm>
            <a:off x="3054611" y="3847082"/>
            <a:ext cx="0" cy="1175685"/>
          </a:xfrm>
          <a:prstGeom prst="straightConnector1">
            <a:avLst/>
          </a:prstGeom>
          <a:noFill/>
          <a:ln w="31750" cap="flat" cmpd="sng" algn="ctr">
            <a:solidFill>
              <a:srgbClr val="FF0000"/>
            </a:solidFill>
            <a:prstDash val="solid"/>
            <a:round/>
            <a:headEnd type="none" w="med" len="med"/>
            <a:tailEnd type="triangle"/>
          </a:ln>
          <a:effectLst/>
        </p:spPr>
      </p:cxnSp>
      <p:sp>
        <p:nvSpPr>
          <p:cNvPr id="93" name="テキスト ボックス 92">
            <a:extLst>
              <a:ext uri="{FF2B5EF4-FFF2-40B4-BE49-F238E27FC236}">
                <a16:creationId xmlns:a16="http://schemas.microsoft.com/office/drawing/2014/main" id="{6E27F6B4-061C-4883-9A91-6583071CE89B}"/>
              </a:ext>
            </a:extLst>
          </p:cNvPr>
          <p:cNvSpPr txBox="1"/>
          <p:nvPr/>
        </p:nvSpPr>
        <p:spPr>
          <a:xfrm>
            <a:off x="4997446" y="2754922"/>
            <a:ext cx="439544" cy="246221"/>
          </a:xfrm>
          <a:prstGeom prst="rect">
            <a:avLst/>
          </a:prstGeom>
          <a:noFill/>
        </p:spPr>
        <p:txBody>
          <a:bodyPr wrap="none" rtlCol="0">
            <a:spAutoFit/>
          </a:bodyPr>
          <a:lstStyle/>
          <a:p>
            <a:pPr algn="ctr"/>
            <a:r>
              <a:rPr kumimoji="1" lang="en-US" altLang="ja-JP" sz="1000" b="1" dirty="0">
                <a:latin typeface="メイリオ" panose="020B0604030504040204" pitchFamily="50" charset="-128"/>
                <a:ea typeface="メイリオ" panose="020B0604030504040204" pitchFamily="50" charset="-128"/>
              </a:rPr>
              <a:t>ELB</a:t>
            </a:r>
            <a:endParaRPr lang="en-US" altLang="ja-JP" sz="1000" b="1" dirty="0">
              <a:latin typeface="メイリオ" panose="020B0604030504040204" pitchFamily="50" charset="-128"/>
              <a:ea typeface="メイリオ" panose="020B0604030504040204" pitchFamily="50" charset="-128"/>
            </a:endParaRPr>
          </a:p>
        </p:txBody>
      </p:sp>
      <p:sp>
        <p:nvSpPr>
          <p:cNvPr id="94" name="テキスト ボックス 93">
            <a:extLst>
              <a:ext uri="{FF2B5EF4-FFF2-40B4-BE49-F238E27FC236}">
                <a16:creationId xmlns:a16="http://schemas.microsoft.com/office/drawing/2014/main" id="{A8011C9A-A2D5-4F16-B832-B997B6BA0F95}"/>
              </a:ext>
            </a:extLst>
          </p:cNvPr>
          <p:cNvSpPr txBox="1"/>
          <p:nvPr/>
        </p:nvSpPr>
        <p:spPr>
          <a:xfrm>
            <a:off x="2792653" y="5617665"/>
            <a:ext cx="526105" cy="461665"/>
          </a:xfrm>
          <a:prstGeom prst="rect">
            <a:avLst/>
          </a:prstGeom>
          <a:noFill/>
        </p:spPr>
        <p:txBody>
          <a:bodyPr wrap="none" rtlCol="0">
            <a:spAutoFit/>
          </a:bodyPr>
          <a:lstStyle/>
          <a:p>
            <a:pPr algn="ctr"/>
            <a:r>
              <a:rPr lang="en-US" altLang="ja-JP" sz="1200" b="1" dirty="0">
                <a:latin typeface="メイリオ" panose="020B0604030504040204" pitchFamily="50" charset="-128"/>
                <a:ea typeface="メイリオ" panose="020B0604030504040204" pitchFamily="50" charset="-128"/>
              </a:rPr>
              <a:t>RDS</a:t>
            </a:r>
            <a:br>
              <a:rPr kumimoji="1" lang="en-US" altLang="ja-JP" sz="1200" b="1" dirty="0">
                <a:latin typeface="メイリオ" panose="020B0604030504040204" pitchFamily="50" charset="-128"/>
                <a:ea typeface="メイリオ" panose="020B0604030504040204" pitchFamily="50" charset="-128"/>
              </a:rPr>
            </a:br>
            <a:endParaRPr kumimoji="1" lang="en-US" altLang="ja-JP" sz="1200" b="1" dirty="0">
              <a:latin typeface="メイリオ" panose="020B0604030504040204" pitchFamily="50" charset="-128"/>
              <a:ea typeface="メイリオ" panose="020B0604030504040204" pitchFamily="50" charset="-128"/>
            </a:endParaRPr>
          </a:p>
        </p:txBody>
      </p:sp>
      <p:pic>
        <p:nvPicPr>
          <p:cNvPr id="95" name="図 94">
            <a:extLst>
              <a:ext uri="{FF2B5EF4-FFF2-40B4-BE49-F238E27FC236}">
                <a16:creationId xmlns:a16="http://schemas.microsoft.com/office/drawing/2014/main" id="{21FFEA76-8EE7-497A-AF12-378B0633C637}"/>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761061" y="4970108"/>
            <a:ext cx="619125" cy="704850"/>
          </a:xfrm>
          <a:prstGeom prst="rect">
            <a:avLst/>
          </a:prstGeom>
        </p:spPr>
      </p:pic>
      <p:sp>
        <p:nvSpPr>
          <p:cNvPr id="96" name="テキスト ボックス 95">
            <a:extLst>
              <a:ext uri="{FF2B5EF4-FFF2-40B4-BE49-F238E27FC236}">
                <a16:creationId xmlns:a16="http://schemas.microsoft.com/office/drawing/2014/main" id="{8757FF4B-6116-4CE3-A606-485AD9C071F0}"/>
              </a:ext>
            </a:extLst>
          </p:cNvPr>
          <p:cNvSpPr txBox="1"/>
          <p:nvPr/>
        </p:nvSpPr>
        <p:spPr>
          <a:xfrm>
            <a:off x="6741731" y="5617665"/>
            <a:ext cx="526105" cy="461665"/>
          </a:xfrm>
          <a:prstGeom prst="rect">
            <a:avLst/>
          </a:prstGeom>
          <a:noFill/>
        </p:spPr>
        <p:txBody>
          <a:bodyPr wrap="none" rtlCol="0">
            <a:spAutoFit/>
          </a:bodyPr>
          <a:lstStyle/>
          <a:p>
            <a:pPr algn="ctr"/>
            <a:r>
              <a:rPr lang="en-US" altLang="ja-JP" sz="1200" b="1" dirty="0">
                <a:latin typeface="メイリオ" panose="020B0604030504040204" pitchFamily="50" charset="-128"/>
                <a:ea typeface="メイリオ" panose="020B0604030504040204" pitchFamily="50" charset="-128"/>
              </a:rPr>
              <a:t>RDS</a:t>
            </a:r>
            <a:br>
              <a:rPr kumimoji="1" lang="en-US" altLang="ja-JP" sz="1200" b="1" dirty="0">
                <a:latin typeface="メイリオ" panose="020B0604030504040204" pitchFamily="50" charset="-128"/>
                <a:ea typeface="メイリオ" panose="020B0604030504040204" pitchFamily="50" charset="-128"/>
              </a:rPr>
            </a:br>
            <a:endParaRPr kumimoji="1" lang="en-US" altLang="ja-JP" sz="1200" b="1" dirty="0">
              <a:latin typeface="メイリオ" panose="020B0604030504040204" pitchFamily="50" charset="-128"/>
              <a:ea typeface="メイリオ" panose="020B0604030504040204" pitchFamily="50" charset="-128"/>
            </a:endParaRPr>
          </a:p>
        </p:txBody>
      </p:sp>
      <p:pic>
        <p:nvPicPr>
          <p:cNvPr id="97" name="図 96">
            <a:extLst>
              <a:ext uri="{FF2B5EF4-FFF2-40B4-BE49-F238E27FC236}">
                <a16:creationId xmlns:a16="http://schemas.microsoft.com/office/drawing/2014/main" id="{D08BC7F4-0792-4423-BB20-3001E72F88FF}"/>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710139" y="4970108"/>
            <a:ext cx="619125" cy="704850"/>
          </a:xfrm>
          <a:prstGeom prst="rect">
            <a:avLst/>
          </a:prstGeom>
        </p:spPr>
      </p:pic>
      <p:cxnSp>
        <p:nvCxnSpPr>
          <p:cNvPr id="99" name="コネクタ: カギ線 23">
            <a:extLst>
              <a:ext uri="{FF2B5EF4-FFF2-40B4-BE49-F238E27FC236}">
                <a16:creationId xmlns:a16="http://schemas.microsoft.com/office/drawing/2014/main" id="{A206B5A1-05D4-4465-8003-7982EA200E49}"/>
              </a:ext>
            </a:extLst>
          </p:cNvPr>
          <p:cNvCxnSpPr>
            <a:cxnSpLocks/>
          </p:cNvCxnSpPr>
          <p:nvPr/>
        </p:nvCxnSpPr>
        <p:spPr bwMode="auto">
          <a:xfrm flipH="1">
            <a:off x="3318758" y="3743681"/>
            <a:ext cx="3623193" cy="1316951"/>
          </a:xfrm>
          <a:prstGeom prst="straightConnector1">
            <a:avLst/>
          </a:prstGeom>
          <a:noFill/>
          <a:ln w="31750" cap="flat" cmpd="sng" algn="ctr">
            <a:solidFill>
              <a:srgbClr val="FF0000"/>
            </a:solidFill>
            <a:prstDash val="solid"/>
            <a:round/>
            <a:headEnd type="none" w="med" len="med"/>
            <a:tailEnd type="triangle"/>
          </a:ln>
          <a:effectLst/>
        </p:spPr>
      </p:cxnSp>
      <p:sp>
        <p:nvSpPr>
          <p:cNvPr id="100" name="テキスト ボックス 99">
            <a:extLst>
              <a:ext uri="{FF2B5EF4-FFF2-40B4-BE49-F238E27FC236}">
                <a16:creationId xmlns:a16="http://schemas.microsoft.com/office/drawing/2014/main" id="{FDC9ADF5-F996-4C57-9196-970F0D9CC92E}"/>
              </a:ext>
            </a:extLst>
          </p:cNvPr>
          <p:cNvSpPr txBox="1"/>
          <p:nvPr/>
        </p:nvSpPr>
        <p:spPr>
          <a:xfrm>
            <a:off x="4218825" y="5410465"/>
            <a:ext cx="1467068" cy="553998"/>
          </a:xfrm>
          <a:prstGeom prst="rect">
            <a:avLst/>
          </a:prstGeom>
          <a:noFill/>
        </p:spPr>
        <p:txBody>
          <a:bodyPr wrap="none" rtlCol="0">
            <a:spAutoFit/>
          </a:bodyPr>
          <a:lstStyle/>
          <a:p>
            <a:pPr algn="ctr"/>
            <a:r>
              <a:rPr lang="ja-JP" altLang="en-US" sz="1000" b="1" dirty="0">
                <a:latin typeface="メイリオ" panose="020B0604030504040204" pitchFamily="50" charset="-128"/>
                <a:ea typeface="メイリオ" panose="020B0604030504040204" pitchFamily="50" charset="-128"/>
              </a:rPr>
              <a:t>自動フェイルオーバー</a:t>
            </a:r>
            <a:endParaRPr lang="en-US" altLang="ja-JP" sz="1000" b="1" dirty="0">
              <a:latin typeface="メイリオ" panose="020B0604030504040204" pitchFamily="50" charset="-128"/>
              <a:ea typeface="メイリオ" panose="020B0604030504040204" pitchFamily="50" charset="-128"/>
            </a:endParaRPr>
          </a:p>
          <a:p>
            <a:pPr algn="ctr"/>
            <a:r>
              <a:rPr lang="ja-JP" altLang="en-US" sz="1000" b="1" dirty="0">
                <a:latin typeface="メイリオ" panose="020B0604030504040204" pitchFamily="50" charset="-128"/>
                <a:ea typeface="メイリオ" panose="020B0604030504040204" pitchFamily="50" charset="-128"/>
              </a:rPr>
              <a:t>同期レプリケーション</a:t>
            </a:r>
            <a:endParaRPr lang="en-US" altLang="ja-JP" sz="1000" b="1" dirty="0">
              <a:latin typeface="メイリオ" panose="020B0604030504040204" pitchFamily="50" charset="-128"/>
              <a:ea typeface="メイリオ" panose="020B0604030504040204" pitchFamily="50" charset="-128"/>
            </a:endParaRPr>
          </a:p>
          <a:p>
            <a:pPr algn="ctr"/>
            <a:endParaRPr lang="en-US" altLang="ja-JP" sz="1000" b="1" dirty="0">
              <a:latin typeface="メイリオ" panose="020B0604030504040204" pitchFamily="50" charset="-128"/>
              <a:ea typeface="メイリオ" panose="020B0604030504040204" pitchFamily="50" charset="-128"/>
            </a:endParaRPr>
          </a:p>
        </p:txBody>
      </p:sp>
      <p:cxnSp>
        <p:nvCxnSpPr>
          <p:cNvPr id="101" name="コネクタ: カギ線 23">
            <a:extLst>
              <a:ext uri="{FF2B5EF4-FFF2-40B4-BE49-F238E27FC236}">
                <a16:creationId xmlns:a16="http://schemas.microsoft.com/office/drawing/2014/main" id="{F0F50028-F4D8-4B55-A6FF-50FE873E77AC}"/>
              </a:ext>
            </a:extLst>
          </p:cNvPr>
          <p:cNvCxnSpPr>
            <a:cxnSpLocks/>
          </p:cNvCxnSpPr>
          <p:nvPr/>
        </p:nvCxnSpPr>
        <p:spPr bwMode="auto">
          <a:xfrm>
            <a:off x="3340545" y="5363306"/>
            <a:ext cx="3353580" cy="0"/>
          </a:xfrm>
          <a:prstGeom prst="straightConnector1">
            <a:avLst/>
          </a:prstGeom>
          <a:noFill/>
          <a:ln w="31750" cap="flat" cmpd="sng" algn="ctr">
            <a:solidFill>
              <a:srgbClr val="002060"/>
            </a:solidFill>
            <a:prstDash val="solid"/>
            <a:round/>
            <a:headEnd type="none" w="med" len="med"/>
            <a:tailEnd type="triangle"/>
          </a:ln>
          <a:effectLst/>
        </p:spPr>
      </p:cxnSp>
      <p:sp>
        <p:nvSpPr>
          <p:cNvPr id="5" name="四角形: 角を丸くする 4">
            <a:extLst>
              <a:ext uri="{FF2B5EF4-FFF2-40B4-BE49-F238E27FC236}">
                <a16:creationId xmlns:a16="http://schemas.microsoft.com/office/drawing/2014/main" id="{EBCA0153-F83F-4A15-8D5F-D167F38B236B}"/>
              </a:ext>
            </a:extLst>
          </p:cNvPr>
          <p:cNvSpPr/>
          <p:nvPr/>
        </p:nvSpPr>
        <p:spPr bwMode="auto">
          <a:xfrm>
            <a:off x="2576736" y="3054994"/>
            <a:ext cx="5027957" cy="852656"/>
          </a:xfrm>
          <a:prstGeom prst="roundRect">
            <a:avLst/>
          </a:prstGeom>
          <a:solidFill>
            <a:schemeClr val="accent2">
              <a:lumMod val="20000"/>
              <a:lumOff val="80000"/>
              <a:alpha val="60000"/>
            </a:schemeClr>
          </a:solidFill>
          <a:ln w="12700" cap="flat" cmpd="sng" algn="ctr">
            <a:noFill/>
            <a:prstDash val="solid"/>
            <a:round/>
            <a:headEnd type="none" w="med" len="med"/>
            <a:tailEnd type="none" w="med" len="med"/>
          </a:ln>
          <a:effectLst/>
        </p:spPr>
        <p:txBody>
          <a:bodyPr vert="horz" wrap="square" lIns="36000" tIns="36000" rIns="36000" bIns="360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altLang="ja-JP" sz="1600" b="0"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endParaRPr>
          </a:p>
        </p:txBody>
      </p:sp>
      <p:pic>
        <p:nvPicPr>
          <p:cNvPr id="14" name="図 13">
            <a:extLst>
              <a:ext uri="{FF2B5EF4-FFF2-40B4-BE49-F238E27FC236}">
                <a16:creationId xmlns:a16="http://schemas.microsoft.com/office/drawing/2014/main" id="{5C09A97E-D183-4E1B-8C87-0147168921D2}"/>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4708835" y="3172412"/>
            <a:ext cx="685800" cy="666750"/>
          </a:xfrm>
          <a:prstGeom prst="rect">
            <a:avLst/>
          </a:prstGeom>
        </p:spPr>
      </p:pic>
      <p:sp>
        <p:nvSpPr>
          <p:cNvPr id="47" name="テキスト ボックス 46">
            <a:extLst>
              <a:ext uri="{FF2B5EF4-FFF2-40B4-BE49-F238E27FC236}">
                <a16:creationId xmlns:a16="http://schemas.microsoft.com/office/drawing/2014/main" id="{8D91D7F5-80CE-4BC7-B177-7633D3EA153C}"/>
              </a:ext>
            </a:extLst>
          </p:cNvPr>
          <p:cNvSpPr txBox="1"/>
          <p:nvPr/>
        </p:nvSpPr>
        <p:spPr>
          <a:xfrm>
            <a:off x="4520952" y="3034107"/>
            <a:ext cx="1032655" cy="246221"/>
          </a:xfrm>
          <a:prstGeom prst="rect">
            <a:avLst/>
          </a:prstGeom>
          <a:noFill/>
        </p:spPr>
        <p:txBody>
          <a:bodyPr wrap="none" rtlCol="0">
            <a:spAutoFit/>
          </a:bodyPr>
          <a:lstStyle/>
          <a:p>
            <a:pPr algn="ctr"/>
            <a:r>
              <a:rPr kumimoji="1" lang="en-US" altLang="ja-JP" sz="1000" b="1" dirty="0">
                <a:latin typeface="メイリオ" panose="020B0604030504040204" pitchFamily="50" charset="-128"/>
                <a:ea typeface="メイリオ" panose="020B0604030504040204" pitchFamily="50" charset="-128"/>
              </a:rPr>
              <a:t>Auto</a:t>
            </a:r>
            <a:r>
              <a:rPr kumimoji="1" lang="ja-JP" altLang="en-US" sz="1000" b="1" dirty="0">
                <a:latin typeface="メイリオ" panose="020B0604030504040204" pitchFamily="50" charset="-128"/>
                <a:ea typeface="メイリオ" panose="020B0604030504040204" pitchFamily="50" charset="-128"/>
              </a:rPr>
              <a:t> </a:t>
            </a:r>
            <a:r>
              <a:rPr kumimoji="1" lang="en-US" altLang="ja-JP" sz="1000" b="1" dirty="0">
                <a:latin typeface="メイリオ" panose="020B0604030504040204" pitchFamily="50" charset="-128"/>
                <a:ea typeface="メイリオ" panose="020B0604030504040204" pitchFamily="50" charset="-128"/>
              </a:rPr>
              <a:t>Scaling</a:t>
            </a:r>
            <a:endParaRPr lang="en-US" altLang="ja-JP" sz="1000" b="1" dirty="0">
              <a:latin typeface="メイリオ" panose="020B0604030504040204" pitchFamily="50" charset="-128"/>
              <a:ea typeface="メイリオ" panose="020B0604030504040204" pitchFamily="50" charset="-128"/>
            </a:endParaRPr>
          </a:p>
        </p:txBody>
      </p:sp>
      <p:sp>
        <p:nvSpPr>
          <p:cNvPr id="37" name="コンテンツ プレースホルダー 2">
            <a:extLst>
              <a:ext uri="{FF2B5EF4-FFF2-40B4-BE49-F238E27FC236}">
                <a16:creationId xmlns:a16="http://schemas.microsoft.com/office/drawing/2014/main" id="{2DC1489D-7AED-4EB8-B650-CDD4C4BDCEE3}"/>
              </a:ext>
            </a:extLst>
          </p:cNvPr>
          <p:cNvSpPr txBox="1">
            <a:spLocks/>
          </p:cNvSpPr>
          <p:nvPr/>
        </p:nvSpPr>
        <p:spPr>
          <a:xfrm>
            <a:off x="631222" y="692696"/>
            <a:ext cx="9002298" cy="325343"/>
          </a:xfrm>
          <a:prstGeom prst="rect">
            <a:avLst/>
          </a:prstGeom>
        </p:spPr>
        <p:txBody>
          <a:bodyPr vert="horz" lIns="74295" tIns="37148" rIns="74295" bIns="37148" rtlCol="0">
            <a:noAutofit/>
          </a:bodyPr>
          <a:lstStyle>
            <a:lvl1pPr marL="228600" indent="-228600" algn="l" defTabSz="914400" rtl="0" eaLnBrk="1" latinLnBrk="0" hangingPunct="1">
              <a:lnSpc>
                <a:spcPct val="90000"/>
              </a:lnSpc>
              <a:spcBef>
                <a:spcPts val="1000"/>
              </a:spcBef>
              <a:buFont typeface="Wingdings 2" pitchFamily="18" charset="2"/>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2" pitchFamily="18" charset="2"/>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2" pitchFamily="18" charset="2"/>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5pPr>
            <a:lvl6pPr marL="25146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6pPr>
            <a:lvl7pPr marL="29718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7pPr>
            <a:lvl8pPr marL="34290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8pPr>
            <a:lvl9pPr marL="38862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9pPr>
          </a:lstStyle>
          <a:p>
            <a:pPr marL="0" indent="0">
              <a:buNone/>
            </a:pPr>
            <a:r>
              <a:rPr lang="ja-JP" altLang="en-US" sz="2400" dirty="0">
                <a:solidFill>
                  <a:srgbClr val="002060"/>
                </a:solidFill>
                <a:latin typeface="メイリオ" panose="020B0604030504040204" pitchFamily="50" charset="-128"/>
                <a:ea typeface="メイリオ" panose="020B0604030504040204" pitchFamily="50" charset="-128"/>
              </a:rPr>
              <a:t>マルチ</a:t>
            </a:r>
            <a:r>
              <a:rPr lang="en-US" altLang="ja-JP" sz="2400" dirty="0">
                <a:solidFill>
                  <a:srgbClr val="002060"/>
                </a:solidFill>
                <a:latin typeface="メイリオ" panose="020B0604030504040204" pitchFamily="50" charset="-128"/>
                <a:ea typeface="メイリオ" panose="020B0604030504040204" pitchFamily="50" charset="-128"/>
              </a:rPr>
              <a:t>AZ</a:t>
            </a:r>
            <a:r>
              <a:rPr lang="ja-JP" altLang="en-US" sz="2400" dirty="0">
                <a:solidFill>
                  <a:srgbClr val="002060"/>
                </a:solidFill>
                <a:latin typeface="メイリオ" panose="020B0604030504040204" pitchFamily="50" charset="-128"/>
                <a:ea typeface="メイリオ" panose="020B0604030504040204" pitchFamily="50" charset="-128"/>
              </a:rPr>
              <a:t>構成にすることで、</a:t>
            </a:r>
            <a:r>
              <a:rPr lang="en-US" altLang="ja-JP" sz="2400" dirty="0">
                <a:solidFill>
                  <a:srgbClr val="002060"/>
                </a:solidFill>
                <a:latin typeface="メイリオ" panose="020B0604030504040204" pitchFamily="50" charset="-128"/>
                <a:ea typeface="メイリオ" panose="020B0604030504040204" pitchFamily="50" charset="-128"/>
              </a:rPr>
              <a:t>AZ</a:t>
            </a:r>
            <a:r>
              <a:rPr lang="ja-JP" altLang="en-US" sz="2400" dirty="0">
                <a:solidFill>
                  <a:srgbClr val="002060"/>
                </a:solidFill>
                <a:latin typeface="メイリオ" panose="020B0604030504040204" pitchFamily="50" charset="-128"/>
                <a:ea typeface="メイリオ" panose="020B0604030504040204" pitchFamily="50" charset="-128"/>
              </a:rPr>
              <a:t>障害が発生しても停止しない構成をとる必要がある。</a:t>
            </a:r>
            <a:endParaRPr lang="en-US" altLang="ja-JP" sz="2400" dirty="0">
              <a:solidFill>
                <a:srgbClr val="002060"/>
              </a:solidFill>
              <a:latin typeface="メイリオ" panose="020B0604030504040204" pitchFamily="50" charset="-128"/>
              <a:ea typeface="メイリオ" panose="020B0604030504040204" pitchFamily="50" charset="-128"/>
            </a:endParaRPr>
          </a:p>
          <a:p>
            <a:pPr marL="0" indent="0">
              <a:buNone/>
            </a:pPr>
            <a:endParaRPr lang="en-US" altLang="ja-JP" sz="2400" dirty="0">
              <a:solidFill>
                <a:srgbClr val="002060"/>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638328499"/>
      </p:ext>
    </p:extLst>
  </p:cSld>
  <p:clrMapOvr>
    <a:masterClrMapping/>
  </p:clrMapOvr>
  <mc:AlternateContent xmlns:mc="http://schemas.openxmlformats.org/markup-compatibility/2006" xmlns:p14="http://schemas.microsoft.com/office/powerpoint/2010/main">
    <mc:Choice Requires="p14">
      <p:transition spd="slow" p14:dur="2000" advTm="41696"/>
    </mc:Choice>
    <mc:Fallback xmlns="">
      <p:transition spd="slow" advTm="41696"/>
    </mc:Fallback>
  </mc:AlternateContent>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タイトル 1">
            <a:extLst>
              <a:ext uri="{FF2B5EF4-FFF2-40B4-BE49-F238E27FC236}">
                <a16:creationId xmlns:a16="http://schemas.microsoft.com/office/drawing/2014/main" id="{48F80BE1-D063-4240-BFC7-C8D243720250}"/>
              </a:ext>
            </a:extLst>
          </p:cNvPr>
          <p:cNvSpPr txBox="1">
            <a:spLocks/>
          </p:cNvSpPr>
          <p:nvPr/>
        </p:nvSpPr>
        <p:spPr bwMode="auto">
          <a:xfrm>
            <a:off x="631222" y="201863"/>
            <a:ext cx="8642258" cy="50208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rtl="0" fontAlgn="base">
              <a:lnSpc>
                <a:spcPct val="90000"/>
              </a:lnSpc>
              <a:spcBef>
                <a:spcPct val="0"/>
              </a:spcBef>
              <a:spcAft>
                <a:spcPct val="0"/>
              </a:spcAft>
              <a:defRPr kumimoji="1" sz="2000">
                <a:solidFill>
                  <a:schemeClr val="tx2"/>
                </a:solidFill>
                <a:latin typeface="游明朝" panose="02020400000000000000" pitchFamily="18" charset="-128"/>
                <a:ea typeface="游明朝" panose="02020400000000000000" pitchFamily="18" charset="-128"/>
                <a:cs typeface="+mj-cs"/>
              </a:defRPr>
            </a:lvl1pPr>
            <a:lvl2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2pPr>
            <a:lvl3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3pPr>
            <a:lvl4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4pPr>
            <a:lvl5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5pPr>
            <a:lvl6pPr marL="4572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6pPr>
            <a:lvl7pPr marL="9144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7pPr>
            <a:lvl8pPr marL="13716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8pPr>
            <a:lvl9pPr marL="18288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9pPr>
          </a:lstStyle>
          <a:p>
            <a:pPr algn="l"/>
            <a:r>
              <a:rPr lang="ja-JP" altLang="en-US" sz="3000" dirty="0">
                <a:solidFill>
                  <a:schemeClr val="tx1"/>
                </a:solidFill>
                <a:latin typeface="メイリオ" panose="020B0604030504040204" pitchFamily="50" charset="-128"/>
                <a:ea typeface="メイリオ" panose="020B0604030504040204" pitchFamily="50" charset="-128"/>
              </a:rPr>
              <a:t>マルチ</a:t>
            </a:r>
            <a:r>
              <a:rPr lang="en-US" altLang="ja-JP" sz="3000" dirty="0">
                <a:solidFill>
                  <a:schemeClr val="tx1"/>
                </a:solidFill>
                <a:latin typeface="メイリオ" panose="020B0604030504040204" pitchFamily="50" charset="-128"/>
                <a:ea typeface="メイリオ" panose="020B0604030504040204" pitchFamily="50" charset="-128"/>
              </a:rPr>
              <a:t>AZ</a:t>
            </a:r>
            <a:r>
              <a:rPr lang="ja-JP" altLang="en-US" sz="3000" dirty="0">
                <a:solidFill>
                  <a:schemeClr val="tx1"/>
                </a:solidFill>
                <a:latin typeface="メイリオ" panose="020B0604030504040204" pitchFamily="50" charset="-128"/>
                <a:ea typeface="メイリオ" panose="020B0604030504040204" pitchFamily="50" charset="-128"/>
              </a:rPr>
              <a:t>構成による効果</a:t>
            </a:r>
            <a:endParaRPr lang="en-US" altLang="ja-JP" sz="3000" dirty="0">
              <a:solidFill>
                <a:schemeClr val="tx1"/>
              </a:solidFill>
              <a:latin typeface="メイリオ" panose="020B0604030504040204" pitchFamily="50" charset="-128"/>
              <a:ea typeface="メイリオ" panose="020B0604030504040204" pitchFamily="50" charset="-128"/>
            </a:endParaRPr>
          </a:p>
          <a:p>
            <a:pPr marL="0" indent="0" algn="l">
              <a:buNone/>
            </a:pPr>
            <a:endParaRPr lang="en-US" altLang="ja-JP" sz="3000" dirty="0">
              <a:solidFill>
                <a:schemeClr val="tx1"/>
              </a:solidFill>
              <a:latin typeface="メイリオ" panose="020B0604030504040204" pitchFamily="50" charset="-128"/>
              <a:ea typeface="メイリオ" panose="020B0604030504040204" pitchFamily="50" charset="-128"/>
            </a:endParaRPr>
          </a:p>
        </p:txBody>
      </p:sp>
      <p:sp>
        <p:nvSpPr>
          <p:cNvPr id="37" name="コンテンツ プレースホルダー 2">
            <a:extLst>
              <a:ext uri="{FF2B5EF4-FFF2-40B4-BE49-F238E27FC236}">
                <a16:creationId xmlns:a16="http://schemas.microsoft.com/office/drawing/2014/main" id="{2DC1489D-7AED-4EB8-B650-CDD4C4BDCEE3}"/>
              </a:ext>
            </a:extLst>
          </p:cNvPr>
          <p:cNvSpPr txBox="1">
            <a:spLocks/>
          </p:cNvSpPr>
          <p:nvPr/>
        </p:nvSpPr>
        <p:spPr>
          <a:xfrm>
            <a:off x="631222" y="692696"/>
            <a:ext cx="9002298" cy="325343"/>
          </a:xfrm>
          <a:prstGeom prst="rect">
            <a:avLst/>
          </a:prstGeom>
        </p:spPr>
        <p:txBody>
          <a:bodyPr vert="horz" lIns="74295" tIns="37148" rIns="74295" bIns="37148" rtlCol="0">
            <a:noAutofit/>
          </a:bodyPr>
          <a:lstStyle>
            <a:lvl1pPr marL="228600" indent="-228600" algn="l" defTabSz="914400" rtl="0" eaLnBrk="1" latinLnBrk="0" hangingPunct="1">
              <a:lnSpc>
                <a:spcPct val="90000"/>
              </a:lnSpc>
              <a:spcBef>
                <a:spcPts val="1000"/>
              </a:spcBef>
              <a:buFont typeface="Wingdings 2" pitchFamily="18" charset="2"/>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2" pitchFamily="18" charset="2"/>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2" pitchFamily="18" charset="2"/>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5pPr>
            <a:lvl6pPr marL="25146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6pPr>
            <a:lvl7pPr marL="29718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7pPr>
            <a:lvl8pPr marL="34290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8pPr>
            <a:lvl9pPr marL="38862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9pPr>
          </a:lstStyle>
          <a:p>
            <a:pPr marL="0" indent="0">
              <a:buNone/>
            </a:pPr>
            <a:r>
              <a:rPr lang="ja-JP" altLang="en-US" sz="2400" dirty="0">
                <a:solidFill>
                  <a:srgbClr val="002060"/>
                </a:solidFill>
                <a:latin typeface="メイリオ" panose="020B0604030504040204" pitchFamily="50" charset="-128"/>
                <a:ea typeface="メイリオ" panose="020B0604030504040204" pitchFamily="50" charset="-128"/>
              </a:rPr>
              <a:t>フェールオーバー設定を有効化するだけで、非常に簡単にフェールオーバーが利用可能となる。</a:t>
            </a:r>
            <a:endParaRPr lang="en-US" altLang="ja-JP" sz="2400" dirty="0">
              <a:solidFill>
                <a:srgbClr val="002060"/>
              </a:solidFill>
              <a:latin typeface="メイリオ" panose="020B0604030504040204" pitchFamily="50" charset="-128"/>
              <a:ea typeface="メイリオ" panose="020B0604030504040204" pitchFamily="50" charset="-128"/>
            </a:endParaRPr>
          </a:p>
        </p:txBody>
      </p:sp>
      <p:sp>
        <p:nvSpPr>
          <p:cNvPr id="6" name="テキスト ボックス 5">
            <a:extLst>
              <a:ext uri="{FF2B5EF4-FFF2-40B4-BE49-F238E27FC236}">
                <a16:creationId xmlns:a16="http://schemas.microsoft.com/office/drawing/2014/main" id="{581E6BFD-CDD5-4F55-9BC7-A15F10689C0D}"/>
              </a:ext>
            </a:extLst>
          </p:cNvPr>
          <p:cNvSpPr txBox="1"/>
          <p:nvPr/>
        </p:nvSpPr>
        <p:spPr>
          <a:xfrm>
            <a:off x="1072225" y="2060848"/>
            <a:ext cx="8270213" cy="338554"/>
          </a:xfrm>
          <a:prstGeom prst="rect">
            <a:avLst/>
          </a:prstGeom>
          <a:noFill/>
        </p:spPr>
        <p:txBody>
          <a:bodyPr wrap="square" rtlCol="0">
            <a:noAutofit/>
          </a:bodyPr>
          <a:lstStyle/>
          <a:p>
            <a:pPr marL="285750" indent="-285750">
              <a:lnSpc>
                <a:spcPct val="150000"/>
              </a:lnSpc>
              <a:buFont typeface="Wingdings" panose="05000000000000000000" pitchFamily="2" charset="2"/>
              <a:buChar char="ü"/>
            </a:pPr>
            <a:r>
              <a:rPr kumimoji="1" lang="ja-JP" altLang="en-US" sz="1800" dirty="0">
                <a:latin typeface="メイリオ" panose="020B0604030504040204" pitchFamily="50" charset="-128"/>
                <a:ea typeface="メイリオ" panose="020B0604030504040204" pitchFamily="50" charset="-128"/>
              </a:rPr>
              <a:t>プライマリーデータベースとセカンダリーデータベースの構成</a:t>
            </a:r>
            <a:endParaRPr lang="en-US" altLang="ja-JP" sz="1800" dirty="0">
              <a:latin typeface="メイリオ" panose="020B0604030504040204" pitchFamily="50" charset="-128"/>
              <a:ea typeface="メイリオ" panose="020B0604030504040204" pitchFamily="50" charset="-128"/>
            </a:endParaRPr>
          </a:p>
          <a:p>
            <a:pPr marL="285750" indent="-285750">
              <a:lnSpc>
                <a:spcPct val="150000"/>
              </a:lnSpc>
              <a:buFont typeface="Wingdings" panose="05000000000000000000" pitchFamily="2" charset="2"/>
              <a:buChar char="ü"/>
            </a:pPr>
            <a:r>
              <a:rPr kumimoji="1" lang="ja-JP" altLang="en-US" sz="1800" dirty="0">
                <a:latin typeface="メイリオ" panose="020B0604030504040204" pitchFamily="50" charset="-128"/>
                <a:ea typeface="メイリオ" panose="020B0604030504040204" pitchFamily="50" charset="-128"/>
              </a:rPr>
              <a:t>２つのデータベースは同期レプリケーションを実施し、常に同じデータ内容を維持</a:t>
            </a:r>
            <a:endParaRPr kumimoji="1" lang="en-US" altLang="ja-JP" sz="1800" dirty="0">
              <a:latin typeface="メイリオ" panose="020B0604030504040204" pitchFamily="50" charset="-128"/>
              <a:ea typeface="メイリオ" panose="020B0604030504040204" pitchFamily="50" charset="-128"/>
            </a:endParaRPr>
          </a:p>
          <a:p>
            <a:pPr marL="285750" indent="-285750">
              <a:lnSpc>
                <a:spcPct val="150000"/>
              </a:lnSpc>
              <a:buFont typeface="Wingdings" panose="05000000000000000000" pitchFamily="2" charset="2"/>
              <a:buChar char="ü"/>
            </a:pPr>
            <a:r>
              <a:rPr lang="ja-JP" altLang="en-US" sz="1800" dirty="0">
                <a:latin typeface="メイリオ" panose="020B0604030504040204" pitchFamily="50" charset="-128"/>
                <a:ea typeface="メイリオ" panose="020B0604030504040204" pitchFamily="50" charset="-128"/>
              </a:rPr>
              <a:t>プライマリー側に障害が発生した場合、自動でフェールオーバーが実行されセカンダリーデータベースがプライマリーに昇格する。</a:t>
            </a:r>
            <a:endParaRPr lang="en-US" altLang="ja-JP" sz="1800" dirty="0">
              <a:latin typeface="メイリオ" panose="020B0604030504040204" pitchFamily="50" charset="-128"/>
              <a:ea typeface="メイリオ" panose="020B0604030504040204" pitchFamily="50" charset="-128"/>
            </a:endParaRPr>
          </a:p>
          <a:p>
            <a:pPr marL="285750" indent="-285750">
              <a:lnSpc>
                <a:spcPct val="150000"/>
              </a:lnSpc>
              <a:buFont typeface="Wingdings" panose="05000000000000000000" pitchFamily="2" charset="2"/>
              <a:buChar char="ü"/>
            </a:pPr>
            <a:r>
              <a:rPr lang="ja-JP" altLang="en-US" sz="1800" dirty="0">
                <a:latin typeface="メイリオ" panose="020B0604030504040204" pitchFamily="50" charset="-128"/>
                <a:ea typeface="メイリオ" panose="020B0604030504040204" pitchFamily="50" charset="-128"/>
              </a:rPr>
              <a:t>フェールオーバー時に</a:t>
            </a:r>
            <a:r>
              <a:rPr lang="en-US" altLang="ja-JP" sz="1800" dirty="0">
                <a:latin typeface="メイリオ" panose="020B0604030504040204" pitchFamily="50" charset="-128"/>
                <a:ea typeface="メイリオ" panose="020B0604030504040204" pitchFamily="50" charset="-128"/>
              </a:rPr>
              <a:t>CNAME</a:t>
            </a:r>
            <a:r>
              <a:rPr lang="ja-JP" altLang="en-US" sz="1800" dirty="0">
                <a:latin typeface="メイリオ" panose="020B0604030504040204" pitchFamily="50" charset="-128"/>
                <a:ea typeface="メイリオ" panose="020B0604030504040204" pitchFamily="50" charset="-128"/>
              </a:rPr>
              <a:t>レコードがプライマリーからセカンダリーに移行する。</a:t>
            </a:r>
            <a:endParaRPr lang="en-US" altLang="ja-JP" sz="1800" dirty="0">
              <a:latin typeface="メイリオ" panose="020B0604030504040204" pitchFamily="50" charset="-128"/>
              <a:ea typeface="メイリオ" panose="020B0604030504040204" pitchFamily="50" charset="-128"/>
            </a:endParaRPr>
          </a:p>
          <a:p>
            <a:pPr marL="285750" indent="-285750">
              <a:lnSpc>
                <a:spcPct val="150000"/>
              </a:lnSpc>
              <a:buFont typeface="Wingdings" panose="05000000000000000000" pitchFamily="2" charset="2"/>
              <a:buChar char="ü"/>
            </a:pPr>
            <a:r>
              <a:rPr kumimoji="1" lang="ja-JP" altLang="en-US" sz="1800" dirty="0">
                <a:latin typeface="メイリオ" panose="020B0604030504040204" pitchFamily="50" charset="-128"/>
                <a:ea typeface="メイリオ" panose="020B0604030504040204" pitchFamily="50" charset="-128"/>
              </a:rPr>
              <a:t>スタンバイ状態の</a:t>
            </a:r>
            <a:r>
              <a:rPr kumimoji="1" lang="en-US" altLang="ja-JP" sz="1800" dirty="0">
                <a:latin typeface="メイリオ" panose="020B0604030504040204" pitchFamily="50" charset="-128"/>
                <a:ea typeface="メイリオ" panose="020B0604030504040204" pitchFamily="50" charset="-128"/>
              </a:rPr>
              <a:t>DB</a:t>
            </a:r>
            <a:r>
              <a:rPr kumimoji="1" lang="ja-JP" altLang="en-US" sz="1800" dirty="0">
                <a:latin typeface="メイリオ" panose="020B0604030504040204" pitchFamily="50" charset="-128"/>
                <a:ea typeface="メイリオ" panose="020B0604030504040204" pitchFamily="50" charset="-128"/>
              </a:rPr>
              <a:t>はアクセス不可</a:t>
            </a:r>
            <a:endParaRPr kumimoji="1" lang="en-US" altLang="ja-JP" sz="18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185712855"/>
      </p:ext>
    </p:extLst>
  </p:cSld>
  <p:clrMapOvr>
    <a:masterClrMapping/>
  </p:clrMapOvr>
  <mc:AlternateContent xmlns:mc="http://schemas.openxmlformats.org/markup-compatibility/2006" xmlns:p14="http://schemas.microsoft.com/office/powerpoint/2010/main">
    <mc:Choice Requires="p14">
      <p:transition spd="slow" p14:dur="2000" advTm="109034"/>
    </mc:Choice>
    <mc:Fallback xmlns="">
      <p:transition spd="slow" advTm="109034"/>
    </mc:Fallback>
  </mc:AlternateContent>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タイトル 1">
            <a:extLst>
              <a:ext uri="{FF2B5EF4-FFF2-40B4-BE49-F238E27FC236}">
                <a16:creationId xmlns:a16="http://schemas.microsoft.com/office/drawing/2014/main" id="{48F80BE1-D063-4240-BFC7-C8D243720250}"/>
              </a:ext>
            </a:extLst>
          </p:cNvPr>
          <p:cNvSpPr txBox="1">
            <a:spLocks/>
          </p:cNvSpPr>
          <p:nvPr/>
        </p:nvSpPr>
        <p:spPr bwMode="auto">
          <a:xfrm>
            <a:off x="631222" y="201863"/>
            <a:ext cx="8642258" cy="50208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rtl="0" fontAlgn="base">
              <a:lnSpc>
                <a:spcPct val="90000"/>
              </a:lnSpc>
              <a:spcBef>
                <a:spcPct val="0"/>
              </a:spcBef>
              <a:spcAft>
                <a:spcPct val="0"/>
              </a:spcAft>
              <a:defRPr kumimoji="1" sz="2000">
                <a:solidFill>
                  <a:schemeClr val="tx2"/>
                </a:solidFill>
                <a:latin typeface="游明朝" panose="02020400000000000000" pitchFamily="18" charset="-128"/>
                <a:ea typeface="游明朝" panose="02020400000000000000" pitchFamily="18" charset="-128"/>
                <a:cs typeface="+mj-cs"/>
              </a:defRPr>
            </a:lvl1pPr>
            <a:lvl2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2pPr>
            <a:lvl3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3pPr>
            <a:lvl4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4pPr>
            <a:lvl5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5pPr>
            <a:lvl6pPr marL="4572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6pPr>
            <a:lvl7pPr marL="9144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7pPr>
            <a:lvl8pPr marL="13716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8pPr>
            <a:lvl9pPr marL="18288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9pPr>
          </a:lstStyle>
          <a:p>
            <a:pPr algn="l"/>
            <a:r>
              <a:rPr lang="ja-JP" altLang="en-US" sz="3000" dirty="0">
                <a:solidFill>
                  <a:schemeClr val="tx1"/>
                </a:solidFill>
                <a:latin typeface="メイリオ" panose="020B0604030504040204" pitchFamily="50" charset="-128"/>
                <a:ea typeface="メイリオ" panose="020B0604030504040204" pitchFamily="50" charset="-128"/>
              </a:rPr>
              <a:t>マルチ</a:t>
            </a:r>
            <a:r>
              <a:rPr lang="en-US" altLang="ja-JP" sz="3000" dirty="0">
                <a:solidFill>
                  <a:schemeClr val="tx1"/>
                </a:solidFill>
                <a:latin typeface="メイリオ" panose="020B0604030504040204" pitchFamily="50" charset="-128"/>
                <a:ea typeface="メイリオ" panose="020B0604030504040204" pitchFamily="50" charset="-128"/>
              </a:rPr>
              <a:t>AZ</a:t>
            </a:r>
            <a:r>
              <a:rPr lang="ja-JP" altLang="en-US" sz="3000" dirty="0">
                <a:solidFill>
                  <a:schemeClr val="tx1"/>
                </a:solidFill>
                <a:latin typeface="メイリオ" panose="020B0604030504040204" pitchFamily="50" charset="-128"/>
                <a:ea typeface="メイリオ" panose="020B0604030504040204" pitchFamily="50" charset="-128"/>
              </a:rPr>
              <a:t>クラスター配置</a:t>
            </a:r>
            <a:endParaRPr lang="en-US" altLang="ja-JP" sz="3000" dirty="0">
              <a:solidFill>
                <a:schemeClr val="tx1"/>
              </a:solidFill>
              <a:latin typeface="メイリオ" panose="020B0604030504040204" pitchFamily="50" charset="-128"/>
              <a:ea typeface="メイリオ" panose="020B0604030504040204" pitchFamily="50" charset="-128"/>
            </a:endParaRPr>
          </a:p>
          <a:p>
            <a:pPr marL="0" indent="0" algn="l">
              <a:buNone/>
            </a:pPr>
            <a:endParaRPr lang="en-US" altLang="ja-JP" sz="3000" dirty="0">
              <a:solidFill>
                <a:schemeClr val="tx1"/>
              </a:solidFill>
              <a:latin typeface="メイリオ" panose="020B0604030504040204" pitchFamily="50" charset="-128"/>
              <a:ea typeface="メイリオ" panose="020B0604030504040204" pitchFamily="50" charset="-128"/>
            </a:endParaRPr>
          </a:p>
        </p:txBody>
      </p:sp>
      <p:sp>
        <p:nvSpPr>
          <p:cNvPr id="37" name="コンテンツ プレースホルダー 2">
            <a:extLst>
              <a:ext uri="{FF2B5EF4-FFF2-40B4-BE49-F238E27FC236}">
                <a16:creationId xmlns:a16="http://schemas.microsoft.com/office/drawing/2014/main" id="{2DC1489D-7AED-4EB8-B650-CDD4C4BDCEE3}"/>
              </a:ext>
            </a:extLst>
          </p:cNvPr>
          <p:cNvSpPr txBox="1">
            <a:spLocks/>
          </p:cNvSpPr>
          <p:nvPr/>
        </p:nvSpPr>
        <p:spPr>
          <a:xfrm>
            <a:off x="631222" y="692696"/>
            <a:ext cx="9002298" cy="325343"/>
          </a:xfrm>
          <a:prstGeom prst="rect">
            <a:avLst/>
          </a:prstGeom>
        </p:spPr>
        <p:txBody>
          <a:bodyPr vert="horz" lIns="74295" tIns="37148" rIns="74295" bIns="37148" rtlCol="0">
            <a:noAutofit/>
          </a:bodyPr>
          <a:lstStyle>
            <a:lvl1pPr marL="228600" indent="-228600" algn="l" defTabSz="914400" rtl="0" eaLnBrk="1" latinLnBrk="0" hangingPunct="1">
              <a:lnSpc>
                <a:spcPct val="90000"/>
              </a:lnSpc>
              <a:spcBef>
                <a:spcPts val="1000"/>
              </a:spcBef>
              <a:buFont typeface="Wingdings 2" pitchFamily="18" charset="2"/>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2" pitchFamily="18" charset="2"/>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2" pitchFamily="18" charset="2"/>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5pPr>
            <a:lvl6pPr marL="25146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6pPr>
            <a:lvl7pPr marL="29718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7pPr>
            <a:lvl8pPr marL="34290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8pPr>
            <a:lvl9pPr marL="38862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9pPr>
          </a:lstStyle>
          <a:p>
            <a:pPr marL="0" indent="0">
              <a:buNone/>
            </a:pPr>
            <a:r>
              <a:rPr lang="en-US" altLang="ja-JP" sz="2400" dirty="0">
                <a:solidFill>
                  <a:srgbClr val="002060"/>
                </a:solidFill>
                <a:latin typeface="メイリオ" panose="020B0604030504040204" pitchFamily="50" charset="-128"/>
                <a:ea typeface="メイリオ" panose="020B0604030504040204" pitchFamily="50" charset="-128"/>
              </a:rPr>
              <a:t>2</a:t>
            </a:r>
            <a:r>
              <a:rPr lang="ja-JP" altLang="en-US" sz="2400" dirty="0">
                <a:solidFill>
                  <a:srgbClr val="002060"/>
                </a:solidFill>
                <a:latin typeface="メイリオ" panose="020B0604030504040204" pitchFamily="50" charset="-128"/>
                <a:ea typeface="メイリオ" panose="020B0604030504040204" pitchFamily="50" charset="-128"/>
              </a:rPr>
              <a:t>つの読み取り可能なスタンバイ</a:t>
            </a:r>
            <a:r>
              <a:rPr lang="en-US" altLang="ja-JP" sz="2400" dirty="0">
                <a:solidFill>
                  <a:srgbClr val="002060"/>
                </a:solidFill>
                <a:latin typeface="メイリオ" panose="020B0604030504040204" pitchFamily="50" charset="-128"/>
                <a:ea typeface="メイリオ" panose="020B0604030504040204" pitchFamily="50" charset="-128"/>
              </a:rPr>
              <a:t>DB </a:t>
            </a:r>
            <a:r>
              <a:rPr lang="ja-JP" altLang="en-US" sz="2400" dirty="0">
                <a:solidFill>
                  <a:srgbClr val="002060"/>
                </a:solidFill>
                <a:latin typeface="メイリオ" panose="020B0604030504040204" pitchFamily="50" charset="-128"/>
                <a:ea typeface="メイリオ" panose="020B0604030504040204" pitchFamily="50" charset="-128"/>
              </a:rPr>
              <a:t>インスタンスを持つ、３つの</a:t>
            </a:r>
            <a:r>
              <a:rPr lang="en-US" altLang="ja-JP" sz="2400" dirty="0">
                <a:solidFill>
                  <a:srgbClr val="002060"/>
                </a:solidFill>
                <a:latin typeface="メイリオ" panose="020B0604030504040204" pitchFamily="50" charset="-128"/>
                <a:ea typeface="メイリオ" panose="020B0604030504040204" pitchFamily="50" charset="-128"/>
              </a:rPr>
              <a:t>AZ</a:t>
            </a:r>
            <a:r>
              <a:rPr lang="ja-JP" altLang="en-US" sz="2400" dirty="0">
                <a:solidFill>
                  <a:srgbClr val="002060"/>
                </a:solidFill>
                <a:latin typeface="メイリオ" panose="020B0604030504040204" pitchFamily="50" charset="-128"/>
                <a:ea typeface="メイリオ" panose="020B0604030504040204" pitchFamily="50" charset="-128"/>
              </a:rPr>
              <a:t>を利用した高可用性の配置モード</a:t>
            </a:r>
            <a:endParaRPr lang="en-US" altLang="ja-JP" sz="2400" dirty="0">
              <a:solidFill>
                <a:srgbClr val="002060"/>
              </a:solidFill>
              <a:latin typeface="メイリオ" panose="020B0604030504040204" pitchFamily="50" charset="-128"/>
              <a:ea typeface="メイリオ" panose="020B0604030504040204" pitchFamily="50" charset="-128"/>
            </a:endParaRPr>
          </a:p>
        </p:txBody>
      </p:sp>
      <p:sp>
        <p:nvSpPr>
          <p:cNvPr id="2" name="正方形/長方形 5">
            <a:extLst>
              <a:ext uri="{FF2B5EF4-FFF2-40B4-BE49-F238E27FC236}">
                <a16:creationId xmlns:a16="http://schemas.microsoft.com/office/drawing/2014/main" id="{475FB1C9-B532-9D6F-F961-7197A163E73A}"/>
              </a:ext>
            </a:extLst>
          </p:cNvPr>
          <p:cNvSpPr/>
          <p:nvPr/>
        </p:nvSpPr>
        <p:spPr bwMode="auto">
          <a:xfrm>
            <a:off x="3596908" y="1988840"/>
            <a:ext cx="2442701" cy="3889072"/>
          </a:xfrm>
          <a:prstGeom prst="rect">
            <a:avLst/>
          </a:prstGeom>
          <a:solidFill>
            <a:srgbClr val="FFC000"/>
          </a:solidFill>
          <a:ln w="12700" cap="flat" cmpd="sng" algn="ctr">
            <a:no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altLang="ja-JP" sz="1400" b="1" dirty="0">
                <a:solidFill>
                  <a:schemeClr val="bg1"/>
                </a:solidFill>
                <a:latin typeface="メイリオ" panose="020B0604030504040204" pitchFamily="50" charset="-128"/>
                <a:ea typeface="メイリオ" panose="020B0604030504040204" pitchFamily="50" charset="-128"/>
              </a:rPr>
              <a:t>AZ</a:t>
            </a:r>
            <a:r>
              <a:rPr lang="ja-JP" altLang="en-US" sz="1400" b="1" dirty="0">
                <a:solidFill>
                  <a:schemeClr val="bg1"/>
                </a:solidFill>
                <a:latin typeface="メイリオ" panose="020B0604030504040204" pitchFamily="50" charset="-128"/>
                <a:ea typeface="メイリオ" panose="020B0604030504040204" pitchFamily="50" charset="-128"/>
              </a:rPr>
              <a:t>２</a:t>
            </a:r>
            <a:endParaRPr kumimoji="1" lang="ja-JP" altLang="en-US" sz="1400" b="1"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endParaRPr>
          </a:p>
        </p:txBody>
      </p:sp>
      <p:sp>
        <p:nvSpPr>
          <p:cNvPr id="9" name="四角形: 角を丸くする 7">
            <a:extLst>
              <a:ext uri="{FF2B5EF4-FFF2-40B4-BE49-F238E27FC236}">
                <a16:creationId xmlns:a16="http://schemas.microsoft.com/office/drawing/2014/main" id="{BB831A3E-4C03-8089-EC2A-336556E748F6}"/>
              </a:ext>
            </a:extLst>
          </p:cNvPr>
          <p:cNvSpPr/>
          <p:nvPr/>
        </p:nvSpPr>
        <p:spPr bwMode="auto">
          <a:xfrm>
            <a:off x="3790050" y="4229628"/>
            <a:ext cx="2069437" cy="1490099"/>
          </a:xfrm>
          <a:prstGeom prst="roundRect">
            <a:avLst/>
          </a:prstGeom>
          <a:solidFill>
            <a:schemeClr val="bg1"/>
          </a:solidFill>
          <a:ln w="12700" cap="flat" cmpd="sng" algn="ctr">
            <a:solidFill>
              <a:srgbClr val="F0861E"/>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kumimoji="1" lang="ja-JP" altLang="en-US" sz="1200" b="1"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rPr>
              <a:t>プライベートサブネット</a:t>
            </a:r>
            <a:r>
              <a:rPr kumimoji="1" lang="en-US" altLang="ja-JP" sz="1200" b="0"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rPr>
              <a:t>10.0.2.0/24</a:t>
            </a:r>
            <a:endParaRPr kumimoji="1" lang="ja-JP" altLang="en-US" sz="1200" b="0"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endParaRPr>
          </a:p>
        </p:txBody>
      </p:sp>
      <p:sp>
        <p:nvSpPr>
          <p:cNvPr id="10" name="四角形: 角を丸くする 33">
            <a:extLst>
              <a:ext uri="{FF2B5EF4-FFF2-40B4-BE49-F238E27FC236}">
                <a16:creationId xmlns:a16="http://schemas.microsoft.com/office/drawing/2014/main" id="{BAA1AD20-5594-BA6D-64BD-177FE4FD83F8}"/>
              </a:ext>
            </a:extLst>
          </p:cNvPr>
          <p:cNvSpPr/>
          <p:nvPr/>
        </p:nvSpPr>
        <p:spPr bwMode="auto">
          <a:xfrm>
            <a:off x="3790050" y="2276872"/>
            <a:ext cx="2069437" cy="1490099"/>
          </a:xfrm>
          <a:prstGeom prst="roundRect">
            <a:avLst/>
          </a:prstGeom>
          <a:solidFill>
            <a:schemeClr val="bg1"/>
          </a:solidFill>
          <a:ln w="12700" cap="flat" cmpd="sng" algn="ctr">
            <a:solidFill>
              <a:srgbClr val="F0861E"/>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kumimoji="1" lang="ja-JP" altLang="en-US" sz="1200" b="1"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rPr>
              <a:t>パブリックサブネット</a:t>
            </a:r>
            <a:r>
              <a:rPr kumimoji="1" lang="en-US" altLang="ja-JP" sz="1200" b="0"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rPr>
              <a:t>10.0.0.0/24</a:t>
            </a:r>
            <a:r>
              <a:rPr lang="en-US" altLang="ja-JP" sz="1200" dirty="0">
                <a:solidFill>
                  <a:srgbClr val="FF0000"/>
                </a:solidFill>
                <a:latin typeface="メイリオ" panose="020B0604030504040204" pitchFamily="50" charset="-128"/>
                <a:ea typeface="メイリオ" panose="020B0604030504040204" pitchFamily="50" charset="-128"/>
              </a:rPr>
              <a:t>	</a:t>
            </a:r>
            <a:endParaRPr kumimoji="1" lang="ja-JP" altLang="en-US" sz="1200" b="0"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endParaRPr>
          </a:p>
        </p:txBody>
      </p:sp>
      <p:pic>
        <p:nvPicPr>
          <p:cNvPr id="11" name="図 41" descr="音楽 が含まれている画像&#10;&#10;自動的に生成された説明">
            <a:extLst>
              <a:ext uri="{FF2B5EF4-FFF2-40B4-BE49-F238E27FC236}">
                <a16:creationId xmlns:a16="http://schemas.microsoft.com/office/drawing/2014/main" id="{386FBF33-403B-96AE-133A-BB25E5EBA7C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889428" y="2958964"/>
            <a:ext cx="495620" cy="590267"/>
          </a:xfrm>
          <a:prstGeom prst="rect">
            <a:avLst/>
          </a:prstGeom>
        </p:spPr>
      </p:pic>
      <p:sp>
        <p:nvSpPr>
          <p:cNvPr id="12" name="テキスト ボックス 42">
            <a:extLst>
              <a:ext uri="{FF2B5EF4-FFF2-40B4-BE49-F238E27FC236}">
                <a16:creationId xmlns:a16="http://schemas.microsoft.com/office/drawing/2014/main" id="{F5B3E1A0-BA5C-00A4-B984-2E0B5CE1B82A}"/>
              </a:ext>
            </a:extLst>
          </p:cNvPr>
          <p:cNvSpPr txBox="1"/>
          <p:nvPr/>
        </p:nvSpPr>
        <p:spPr>
          <a:xfrm>
            <a:off x="4844553" y="3128216"/>
            <a:ext cx="612503" cy="276999"/>
          </a:xfrm>
          <a:prstGeom prst="rect">
            <a:avLst/>
          </a:prstGeom>
          <a:noFill/>
        </p:spPr>
        <p:txBody>
          <a:bodyPr wrap="square" rtlCol="0">
            <a:spAutoFit/>
          </a:bodyPr>
          <a:lstStyle/>
          <a:p>
            <a:pPr algn="ctr"/>
            <a:r>
              <a:rPr kumimoji="1" lang="en-US" altLang="ja-JP" sz="1200" b="1" dirty="0">
                <a:solidFill>
                  <a:schemeClr val="bg1"/>
                </a:solidFill>
                <a:latin typeface="メイリオ" panose="020B0604030504040204" pitchFamily="50" charset="-128"/>
                <a:ea typeface="メイリオ" panose="020B0604030504040204" pitchFamily="50" charset="-128"/>
              </a:rPr>
              <a:t>EC2</a:t>
            </a:r>
          </a:p>
        </p:txBody>
      </p:sp>
      <p:sp>
        <p:nvSpPr>
          <p:cNvPr id="18" name="テキスト ボックス 99">
            <a:extLst>
              <a:ext uri="{FF2B5EF4-FFF2-40B4-BE49-F238E27FC236}">
                <a16:creationId xmlns:a16="http://schemas.microsoft.com/office/drawing/2014/main" id="{1B2EDF45-0863-4A71-7AB1-D138D3423B99}"/>
              </a:ext>
            </a:extLst>
          </p:cNvPr>
          <p:cNvSpPr txBox="1"/>
          <p:nvPr/>
        </p:nvSpPr>
        <p:spPr>
          <a:xfrm>
            <a:off x="3961139" y="2787365"/>
            <a:ext cx="1664950" cy="246221"/>
          </a:xfrm>
          <a:prstGeom prst="rect">
            <a:avLst/>
          </a:prstGeom>
          <a:noFill/>
        </p:spPr>
        <p:txBody>
          <a:bodyPr wrap="square" rtlCol="0">
            <a:spAutoFit/>
          </a:bodyPr>
          <a:lstStyle/>
          <a:p>
            <a:pPr algn="ctr"/>
            <a:r>
              <a:rPr lang="en-US" altLang="ja-JP" sz="1000" b="1" dirty="0">
                <a:latin typeface="メイリオ" panose="020B0604030504040204" pitchFamily="50" charset="-128"/>
                <a:ea typeface="メイリオ" panose="020B0604030504040204" pitchFamily="50" charset="-128"/>
              </a:rPr>
              <a:t>Apache</a:t>
            </a:r>
            <a:r>
              <a:rPr lang="ja-JP" altLang="en-US" sz="1000" b="1" dirty="0">
                <a:latin typeface="メイリオ" panose="020B0604030504040204" pitchFamily="50" charset="-128"/>
                <a:ea typeface="メイリオ" panose="020B0604030504040204" pitchFamily="50" charset="-128"/>
              </a:rPr>
              <a:t> </a:t>
            </a:r>
            <a:r>
              <a:rPr lang="en-US" altLang="ja-JP" sz="1000" b="1" dirty="0">
                <a:latin typeface="メイリオ" panose="020B0604030504040204" pitchFamily="50" charset="-128"/>
                <a:ea typeface="メイリオ" panose="020B0604030504040204" pitchFamily="50" charset="-128"/>
              </a:rPr>
              <a:t>WEB</a:t>
            </a:r>
            <a:r>
              <a:rPr lang="ja-JP" altLang="en-US" sz="1000" b="1" dirty="0">
                <a:latin typeface="メイリオ" panose="020B0604030504040204" pitchFamily="50" charset="-128"/>
                <a:ea typeface="メイリオ" panose="020B0604030504040204" pitchFamily="50" charset="-128"/>
              </a:rPr>
              <a:t>サーバー</a:t>
            </a:r>
            <a:endParaRPr lang="en-US" altLang="ja-JP" sz="1000" b="1" dirty="0">
              <a:latin typeface="メイリオ" panose="020B0604030504040204" pitchFamily="50" charset="-128"/>
              <a:ea typeface="メイリオ" panose="020B0604030504040204" pitchFamily="50" charset="-128"/>
            </a:endParaRPr>
          </a:p>
        </p:txBody>
      </p:sp>
      <p:sp>
        <p:nvSpPr>
          <p:cNvPr id="20" name="正方形/長方形 5">
            <a:extLst>
              <a:ext uri="{FF2B5EF4-FFF2-40B4-BE49-F238E27FC236}">
                <a16:creationId xmlns:a16="http://schemas.microsoft.com/office/drawing/2014/main" id="{17CCDCAD-6535-F41E-C82B-4BC5C4648443}"/>
              </a:ext>
            </a:extLst>
          </p:cNvPr>
          <p:cNvSpPr/>
          <p:nvPr/>
        </p:nvSpPr>
        <p:spPr bwMode="auto">
          <a:xfrm>
            <a:off x="6263481" y="1988840"/>
            <a:ext cx="2442701" cy="3889072"/>
          </a:xfrm>
          <a:prstGeom prst="rect">
            <a:avLst/>
          </a:prstGeom>
          <a:solidFill>
            <a:srgbClr val="FFC000"/>
          </a:solidFill>
          <a:ln w="12700" cap="flat" cmpd="sng" algn="ctr">
            <a:no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altLang="ja-JP" sz="1400" b="1" dirty="0">
                <a:solidFill>
                  <a:schemeClr val="bg1"/>
                </a:solidFill>
                <a:latin typeface="メイリオ" panose="020B0604030504040204" pitchFamily="50" charset="-128"/>
                <a:ea typeface="メイリオ" panose="020B0604030504040204" pitchFamily="50" charset="-128"/>
              </a:rPr>
              <a:t>AZ</a:t>
            </a:r>
            <a:r>
              <a:rPr lang="ja-JP" altLang="en-US" sz="1400" b="1" dirty="0">
                <a:solidFill>
                  <a:schemeClr val="bg1"/>
                </a:solidFill>
                <a:latin typeface="メイリオ" panose="020B0604030504040204" pitchFamily="50" charset="-128"/>
                <a:ea typeface="メイリオ" panose="020B0604030504040204" pitchFamily="50" charset="-128"/>
              </a:rPr>
              <a:t>３</a:t>
            </a:r>
            <a:endParaRPr kumimoji="1" lang="ja-JP" altLang="en-US" sz="1400" b="1"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endParaRPr>
          </a:p>
        </p:txBody>
      </p:sp>
      <p:sp>
        <p:nvSpPr>
          <p:cNvPr id="21" name="四角形: 角を丸くする 7">
            <a:extLst>
              <a:ext uri="{FF2B5EF4-FFF2-40B4-BE49-F238E27FC236}">
                <a16:creationId xmlns:a16="http://schemas.microsoft.com/office/drawing/2014/main" id="{DBD5F07D-F6E3-C6C6-C707-7DDDDA4E56AF}"/>
              </a:ext>
            </a:extLst>
          </p:cNvPr>
          <p:cNvSpPr/>
          <p:nvPr/>
        </p:nvSpPr>
        <p:spPr bwMode="auto">
          <a:xfrm>
            <a:off x="6456623" y="4229628"/>
            <a:ext cx="2069437" cy="1490099"/>
          </a:xfrm>
          <a:prstGeom prst="roundRect">
            <a:avLst/>
          </a:prstGeom>
          <a:solidFill>
            <a:schemeClr val="bg1"/>
          </a:solidFill>
          <a:ln w="12700" cap="flat" cmpd="sng" algn="ctr">
            <a:solidFill>
              <a:srgbClr val="F0861E"/>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kumimoji="1" lang="ja-JP" altLang="en-US" sz="1200" b="1"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rPr>
              <a:t>プライベートサブネット</a:t>
            </a:r>
            <a:r>
              <a:rPr kumimoji="1" lang="en-US" altLang="ja-JP" sz="1200" b="0"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rPr>
              <a:t>10.0.3.0/24</a:t>
            </a:r>
            <a:endParaRPr kumimoji="1" lang="ja-JP" altLang="en-US" sz="1200" b="0"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endParaRPr>
          </a:p>
        </p:txBody>
      </p:sp>
      <p:cxnSp>
        <p:nvCxnSpPr>
          <p:cNvPr id="25" name="コネクタ: カギ線 23">
            <a:extLst>
              <a:ext uri="{FF2B5EF4-FFF2-40B4-BE49-F238E27FC236}">
                <a16:creationId xmlns:a16="http://schemas.microsoft.com/office/drawing/2014/main" id="{21D3A538-BE44-9472-556E-6B30AE42FEE0}"/>
              </a:ext>
            </a:extLst>
          </p:cNvPr>
          <p:cNvCxnSpPr>
            <a:cxnSpLocks/>
            <a:stCxn id="12" idx="3"/>
          </p:cNvCxnSpPr>
          <p:nvPr/>
        </p:nvCxnSpPr>
        <p:spPr bwMode="auto">
          <a:xfrm>
            <a:off x="5457056" y="3266716"/>
            <a:ext cx="1872208" cy="1623598"/>
          </a:xfrm>
          <a:prstGeom prst="straightConnector1">
            <a:avLst/>
          </a:prstGeom>
          <a:noFill/>
          <a:ln w="31750" cap="flat" cmpd="sng" algn="ctr">
            <a:solidFill>
              <a:srgbClr val="FF0000"/>
            </a:solidFill>
            <a:prstDash val="solid"/>
            <a:round/>
            <a:headEnd type="triangle" w="med" len="med"/>
            <a:tailEnd type="triangle"/>
          </a:ln>
          <a:effectLst/>
        </p:spPr>
      </p:cxnSp>
      <p:pic>
        <p:nvPicPr>
          <p:cNvPr id="29" name="Picture 2" descr="Amazon RDS（マネージドリレーショナルデータベース）| AWS">
            <a:extLst>
              <a:ext uri="{FF2B5EF4-FFF2-40B4-BE49-F238E27FC236}">
                <a16:creationId xmlns:a16="http://schemas.microsoft.com/office/drawing/2014/main" id="{667B21EC-578D-6914-258D-57B8B51F33C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052592" y="4780112"/>
            <a:ext cx="808321" cy="808321"/>
          </a:xfrm>
          <a:prstGeom prst="rect">
            <a:avLst/>
          </a:prstGeom>
          <a:noFill/>
          <a:extLst>
            <a:ext uri="{909E8E84-426E-40DD-AFC4-6F175D3DCCD1}">
              <a14:hiddenFill xmlns:a14="http://schemas.microsoft.com/office/drawing/2010/main">
                <a:solidFill>
                  <a:srgbClr val="FFFFFF"/>
                </a:solidFill>
              </a14:hiddenFill>
            </a:ext>
          </a:extLst>
        </p:spPr>
      </p:pic>
      <p:sp>
        <p:nvSpPr>
          <p:cNvPr id="30" name="テキスト ボックス 42">
            <a:extLst>
              <a:ext uri="{FF2B5EF4-FFF2-40B4-BE49-F238E27FC236}">
                <a16:creationId xmlns:a16="http://schemas.microsoft.com/office/drawing/2014/main" id="{196CA5B8-9C46-16BD-942F-AA83246AE785}"/>
              </a:ext>
            </a:extLst>
          </p:cNvPr>
          <p:cNvSpPr txBox="1"/>
          <p:nvPr/>
        </p:nvSpPr>
        <p:spPr>
          <a:xfrm>
            <a:off x="7167337" y="5070779"/>
            <a:ext cx="612503" cy="276999"/>
          </a:xfrm>
          <a:prstGeom prst="rect">
            <a:avLst/>
          </a:prstGeom>
          <a:noFill/>
        </p:spPr>
        <p:txBody>
          <a:bodyPr wrap="square" rtlCol="0">
            <a:spAutoFit/>
          </a:bodyPr>
          <a:lstStyle/>
          <a:p>
            <a:pPr algn="ctr"/>
            <a:r>
              <a:rPr kumimoji="1" lang="en-US" altLang="ja-JP" sz="1200" b="1" dirty="0">
                <a:solidFill>
                  <a:schemeClr val="bg1"/>
                </a:solidFill>
                <a:latin typeface="メイリオ" panose="020B0604030504040204" pitchFamily="50" charset="-128"/>
                <a:ea typeface="メイリオ" panose="020B0604030504040204" pitchFamily="50" charset="-128"/>
              </a:rPr>
              <a:t>RDS</a:t>
            </a:r>
          </a:p>
        </p:txBody>
      </p:sp>
      <p:sp>
        <p:nvSpPr>
          <p:cNvPr id="31" name="テキスト ボックス 99">
            <a:extLst>
              <a:ext uri="{FF2B5EF4-FFF2-40B4-BE49-F238E27FC236}">
                <a16:creationId xmlns:a16="http://schemas.microsoft.com/office/drawing/2014/main" id="{6797ADB2-D8F3-EF98-EA16-891DA208F9E1}"/>
              </a:ext>
            </a:extLst>
          </p:cNvPr>
          <p:cNvSpPr txBox="1"/>
          <p:nvPr/>
        </p:nvSpPr>
        <p:spPr>
          <a:xfrm>
            <a:off x="6672426" y="5493447"/>
            <a:ext cx="1664950" cy="246221"/>
          </a:xfrm>
          <a:prstGeom prst="rect">
            <a:avLst/>
          </a:prstGeom>
          <a:noFill/>
        </p:spPr>
        <p:txBody>
          <a:bodyPr wrap="square" rtlCol="0">
            <a:spAutoFit/>
          </a:bodyPr>
          <a:lstStyle/>
          <a:p>
            <a:pPr algn="ctr"/>
            <a:r>
              <a:rPr lang="ja-JP" altLang="en-US" sz="1000" b="1" dirty="0">
                <a:latin typeface="メイリオ" panose="020B0604030504040204" pitchFamily="50" charset="-128"/>
                <a:ea typeface="メイリオ" panose="020B0604030504040204" pitchFamily="50" charset="-128"/>
              </a:rPr>
              <a:t>プライマリー</a:t>
            </a:r>
            <a:r>
              <a:rPr lang="en-US" altLang="ja-JP" sz="1000" b="1" dirty="0">
                <a:latin typeface="メイリオ" panose="020B0604030504040204" pitchFamily="50" charset="-128"/>
                <a:ea typeface="メイリオ" panose="020B0604030504040204" pitchFamily="50" charset="-128"/>
              </a:rPr>
              <a:t>DB</a:t>
            </a:r>
          </a:p>
        </p:txBody>
      </p:sp>
      <p:pic>
        <p:nvPicPr>
          <p:cNvPr id="36" name="Picture 2" descr="Amazon RDS（マネージドリレーショナルデータベース）| AWS">
            <a:extLst>
              <a:ext uri="{FF2B5EF4-FFF2-40B4-BE49-F238E27FC236}">
                <a16:creationId xmlns:a16="http://schemas.microsoft.com/office/drawing/2014/main" id="{45E67A7B-936A-4FF5-728C-16C30CBFC46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404984" y="4780112"/>
            <a:ext cx="808321" cy="808321"/>
          </a:xfrm>
          <a:prstGeom prst="rect">
            <a:avLst/>
          </a:prstGeom>
          <a:noFill/>
          <a:extLst>
            <a:ext uri="{909E8E84-426E-40DD-AFC4-6F175D3DCCD1}">
              <a14:hiddenFill xmlns:a14="http://schemas.microsoft.com/office/drawing/2010/main">
                <a:solidFill>
                  <a:srgbClr val="FFFFFF"/>
                </a:solidFill>
              </a14:hiddenFill>
            </a:ext>
          </a:extLst>
        </p:spPr>
      </p:pic>
      <p:sp>
        <p:nvSpPr>
          <p:cNvPr id="38" name="テキスト ボックス 42">
            <a:extLst>
              <a:ext uri="{FF2B5EF4-FFF2-40B4-BE49-F238E27FC236}">
                <a16:creationId xmlns:a16="http://schemas.microsoft.com/office/drawing/2014/main" id="{2AA58ECD-F9FF-243A-7BE1-C8B74526E165}"/>
              </a:ext>
            </a:extLst>
          </p:cNvPr>
          <p:cNvSpPr txBox="1"/>
          <p:nvPr/>
        </p:nvSpPr>
        <p:spPr>
          <a:xfrm>
            <a:off x="4519729" y="5070779"/>
            <a:ext cx="612503" cy="276999"/>
          </a:xfrm>
          <a:prstGeom prst="rect">
            <a:avLst/>
          </a:prstGeom>
          <a:noFill/>
        </p:spPr>
        <p:txBody>
          <a:bodyPr wrap="square" rtlCol="0">
            <a:spAutoFit/>
          </a:bodyPr>
          <a:lstStyle/>
          <a:p>
            <a:pPr algn="ctr"/>
            <a:r>
              <a:rPr kumimoji="1" lang="en-US" altLang="ja-JP" sz="1200" b="1" dirty="0">
                <a:solidFill>
                  <a:schemeClr val="bg1"/>
                </a:solidFill>
                <a:latin typeface="メイリオ" panose="020B0604030504040204" pitchFamily="50" charset="-128"/>
                <a:ea typeface="メイリオ" panose="020B0604030504040204" pitchFamily="50" charset="-128"/>
              </a:rPr>
              <a:t>RDS</a:t>
            </a:r>
          </a:p>
        </p:txBody>
      </p:sp>
      <p:sp>
        <p:nvSpPr>
          <p:cNvPr id="44" name="正方形/長方形 5">
            <a:extLst>
              <a:ext uri="{FF2B5EF4-FFF2-40B4-BE49-F238E27FC236}">
                <a16:creationId xmlns:a16="http://schemas.microsoft.com/office/drawing/2014/main" id="{4B07D6B8-EC7C-93CC-6477-96014B5D6122}"/>
              </a:ext>
            </a:extLst>
          </p:cNvPr>
          <p:cNvSpPr/>
          <p:nvPr/>
        </p:nvSpPr>
        <p:spPr bwMode="auto">
          <a:xfrm>
            <a:off x="917435" y="1988840"/>
            <a:ext cx="2442701" cy="3889072"/>
          </a:xfrm>
          <a:prstGeom prst="rect">
            <a:avLst/>
          </a:prstGeom>
          <a:solidFill>
            <a:srgbClr val="FFC000"/>
          </a:solidFill>
          <a:ln w="12700" cap="flat" cmpd="sng" algn="ctr">
            <a:no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altLang="ja-JP" sz="1400" b="1" dirty="0">
                <a:solidFill>
                  <a:schemeClr val="bg1"/>
                </a:solidFill>
                <a:latin typeface="メイリオ" panose="020B0604030504040204" pitchFamily="50" charset="-128"/>
                <a:ea typeface="メイリオ" panose="020B0604030504040204" pitchFamily="50" charset="-128"/>
              </a:rPr>
              <a:t>AZ</a:t>
            </a:r>
            <a:r>
              <a:rPr lang="ja-JP" altLang="en-US" sz="1400" b="1" dirty="0">
                <a:solidFill>
                  <a:schemeClr val="bg1"/>
                </a:solidFill>
                <a:latin typeface="メイリオ" panose="020B0604030504040204" pitchFamily="50" charset="-128"/>
                <a:ea typeface="メイリオ" panose="020B0604030504040204" pitchFamily="50" charset="-128"/>
              </a:rPr>
              <a:t>３</a:t>
            </a:r>
            <a:endParaRPr kumimoji="1" lang="ja-JP" altLang="en-US" sz="1400" b="1"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endParaRPr>
          </a:p>
        </p:txBody>
      </p:sp>
      <p:sp>
        <p:nvSpPr>
          <p:cNvPr id="45" name="四角形: 角を丸くする 7">
            <a:extLst>
              <a:ext uri="{FF2B5EF4-FFF2-40B4-BE49-F238E27FC236}">
                <a16:creationId xmlns:a16="http://schemas.microsoft.com/office/drawing/2014/main" id="{3E8856DA-584A-12F0-CE4A-B2A2B4ECB187}"/>
              </a:ext>
            </a:extLst>
          </p:cNvPr>
          <p:cNvSpPr/>
          <p:nvPr/>
        </p:nvSpPr>
        <p:spPr bwMode="auto">
          <a:xfrm>
            <a:off x="1110577" y="4229628"/>
            <a:ext cx="2069437" cy="1490099"/>
          </a:xfrm>
          <a:prstGeom prst="roundRect">
            <a:avLst/>
          </a:prstGeom>
          <a:solidFill>
            <a:schemeClr val="bg1"/>
          </a:solidFill>
          <a:ln w="12700" cap="flat" cmpd="sng" algn="ctr">
            <a:solidFill>
              <a:srgbClr val="F0861E"/>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kumimoji="1" lang="ja-JP" altLang="en-US" sz="1200" b="1"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rPr>
              <a:t>プライベートサブネット</a:t>
            </a:r>
            <a:r>
              <a:rPr kumimoji="1" lang="en-US" altLang="ja-JP" sz="1200" b="0"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rPr>
              <a:t>10.0.1.0/24</a:t>
            </a:r>
            <a:endParaRPr kumimoji="1" lang="ja-JP" altLang="en-US" sz="1200" b="0"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endParaRPr>
          </a:p>
        </p:txBody>
      </p:sp>
      <p:cxnSp>
        <p:nvCxnSpPr>
          <p:cNvPr id="49" name="コネクタ: カギ線 23">
            <a:extLst>
              <a:ext uri="{FF2B5EF4-FFF2-40B4-BE49-F238E27FC236}">
                <a16:creationId xmlns:a16="http://schemas.microsoft.com/office/drawing/2014/main" id="{E20E6617-A4CE-4309-0899-FC11481130DD}"/>
              </a:ext>
            </a:extLst>
          </p:cNvPr>
          <p:cNvCxnSpPr>
            <a:cxnSpLocks/>
          </p:cNvCxnSpPr>
          <p:nvPr/>
        </p:nvCxnSpPr>
        <p:spPr bwMode="auto">
          <a:xfrm flipH="1">
            <a:off x="2113976" y="3429000"/>
            <a:ext cx="1878317" cy="1472527"/>
          </a:xfrm>
          <a:prstGeom prst="straightConnector1">
            <a:avLst/>
          </a:prstGeom>
          <a:noFill/>
          <a:ln w="31750" cap="flat" cmpd="sng" algn="ctr">
            <a:solidFill>
              <a:srgbClr val="FF0000"/>
            </a:solidFill>
            <a:prstDash val="solid"/>
            <a:round/>
            <a:headEnd type="triangle" w="med" len="med"/>
            <a:tailEnd type="triangle"/>
          </a:ln>
          <a:effectLst/>
        </p:spPr>
      </p:cxnSp>
      <p:pic>
        <p:nvPicPr>
          <p:cNvPr id="51" name="Picture 2" descr="Amazon RDS（マネージドリレーショナルデータベース）| AWS">
            <a:extLst>
              <a:ext uri="{FF2B5EF4-FFF2-40B4-BE49-F238E27FC236}">
                <a16:creationId xmlns:a16="http://schemas.microsoft.com/office/drawing/2014/main" id="{ED4BAE8B-04D2-BA6A-AEAE-C54A806E114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06546" y="4780112"/>
            <a:ext cx="808321" cy="808321"/>
          </a:xfrm>
          <a:prstGeom prst="rect">
            <a:avLst/>
          </a:prstGeom>
          <a:noFill/>
          <a:extLst>
            <a:ext uri="{909E8E84-426E-40DD-AFC4-6F175D3DCCD1}">
              <a14:hiddenFill xmlns:a14="http://schemas.microsoft.com/office/drawing/2010/main">
                <a:solidFill>
                  <a:srgbClr val="FFFFFF"/>
                </a:solidFill>
              </a14:hiddenFill>
            </a:ext>
          </a:extLst>
        </p:spPr>
      </p:pic>
      <p:sp>
        <p:nvSpPr>
          <p:cNvPr id="52" name="テキスト ボックス 42">
            <a:extLst>
              <a:ext uri="{FF2B5EF4-FFF2-40B4-BE49-F238E27FC236}">
                <a16:creationId xmlns:a16="http://schemas.microsoft.com/office/drawing/2014/main" id="{75CC2F07-7BF8-8706-8EDB-09EFC4B87D32}"/>
              </a:ext>
            </a:extLst>
          </p:cNvPr>
          <p:cNvSpPr txBox="1"/>
          <p:nvPr/>
        </p:nvSpPr>
        <p:spPr>
          <a:xfrm>
            <a:off x="1821291" y="5070779"/>
            <a:ext cx="612503" cy="276999"/>
          </a:xfrm>
          <a:prstGeom prst="rect">
            <a:avLst/>
          </a:prstGeom>
          <a:noFill/>
        </p:spPr>
        <p:txBody>
          <a:bodyPr wrap="square" rtlCol="0">
            <a:spAutoFit/>
          </a:bodyPr>
          <a:lstStyle/>
          <a:p>
            <a:pPr algn="ctr"/>
            <a:r>
              <a:rPr kumimoji="1" lang="en-US" altLang="ja-JP" sz="1200" b="1" dirty="0">
                <a:solidFill>
                  <a:schemeClr val="bg1"/>
                </a:solidFill>
                <a:latin typeface="メイリオ" panose="020B0604030504040204" pitchFamily="50" charset="-128"/>
                <a:ea typeface="メイリオ" panose="020B0604030504040204" pitchFamily="50" charset="-128"/>
              </a:rPr>
              <a:t>RDS</a:t>
            </a:r>
          </a:p>
        </p:txBody>
      </p:sp>
      <p:sp>
        <p:nvSpPr>
          <p:cNvPr id="53" name="テキスト ボックス 99">
            <a:extLst>
              <a:ext uri="{FF2B5EF4-FFF2-40B4-BE49-F238E27FC236}">
                <a16:creationId xmlns:a16="http://schemas.microsoft.com/office/drawing/2014/main" id="{4CDEAB3F-76F8-EBCD-3909-6FAEC2A7618B}"/>
              </a:ext>
            </a:extLst>
          </p:cNvPr>
          <p:cNvSpPr txBox="1"/>
          <p:nvPr/>
        </p:nvSpPr>
        <p:spPr>
          <a:xfrm>
            <a:off x="1326380" y="5493447"/>
            <a:ext cx="1664950" cy="246221"/>
          </a:xfrm>
          <a:prstGeom prst="rect">
            <a:avLst/>
          </a:prstGeom>
          <a:noFill/>
        </p:spPr>
        <p:txBody>
          <a:bodyPr wrap="square" rtlCol="0">
            <a:spAutoFit/>
          </a:bodyPr>
          <a:lstStyle/>
          <a:p>
            <a:pPr algn="ctr"/>
            <a:r>
              <a:rPr lang="ja-JP" altLang="en-US" sz="1000" b="1" dirty="0">
                <a:latin typeface="メイリオ" panose="020B0604030504040204" pitchFamily="50" charset="-128"/>
                <a:ea typeface="メイリオ" panose="020B0604030504040204" pitchFamily="50" charset="-128"/>
              </a:rPr>
              <a:t>リードレプリカ</a:t>
            </a:r>
            <a:endParaRPr lang="en-US" altLang="ja-JP" sz="1000" b="1" dirty="0">
              <a:latin typeface="メイリオ" panose="020B0604030504040204" pitchFamily="50" charset="-128"/>
              <a:ea typeface="メイリオ" panose="020B0604030504040204" pitchFamily="50" charset="-128"/>
            </a:endParaRPr>
          </a:p>
        </p:txBody>
      </p:sp>
      <p:cxnSp>
        <p:nvCxnSpPr>
          <p:cNvPr id="54" name="コネクタ: カギ線 23">
            <a:extLst>
              <a:ext uri="{FF2B5EF4-FFF2-40B4-BE49-F238E27FC236}">
                <a16:creationId xmlns:a16="http://schemas.microsoft.com/office/drawing/2014/main" id="{7C5C27DD-6CA4-2DC8-AFF4-6D20DF7F725D}"/>
              </a:ext>
            </a:extLst>
          </p:cNvPr>
          <p:cNvCxnSpPr>
            <a:cxnSpLocks/>
            <a:stCxn id="55" idx="2"/>
          </p:cNvCxnSpPr>
          <p:nvPr/>
        </p:nvCxnSpPr>
        <p:spPr bwMode="auto">
          <a:xfrm>
            <a:off x="4192446" y="3549231"/>
            <a:ext cx="616538" cy="1352296"/>
          </a:xfrm>
          <a:prstGeom prst="straightConnector1">
            <a:avLst/>
          </a:prstGeom>
          <a:noFill/>
          <a:ln w="31750" cap="flat" cmpd="sng" algn="ctr">
            <a:solidFill>
              <a:srgbClr val="FF0000"/>
            </a:solidFill>
            <a:prstDash val="solid"/>
            <a:round/>
            <a:headEnd type="triangle" w="med" len="med"/>
            <a:tailEnd type="triangle"/>
          </a:ln>
          <a:effectLst/>
        </p:spPr>
      </p:cxnSp>
      <p:pic>
        <p:nvPicPr>
          <p:cNvPr id="55" name="図 41" descr="音楽 が含まれている画像&#10;&#10;自動的に生成された説明">
            <a:extLst>
              <a:ext uri="{FF2B5EF4-FFF2-40B4-BE49-F238E27FC236}">
                <a16:creationId xmlns:a16="http://schemas.microsoft.com/office/drawing/2014/main" id="{E2AA93EF-B952-EEDC-CE0E-C0F1C6A3630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944636" y="2958964"/>
            <a:ext cx="495620" cy="590267"/>
          </a:xfrm>
          <a:prstGeom prst="rect">
            <a:avLst/>
          </a:prstGeom>
        </p:spPr>
      </p:pic>
      <p:sp>
        <p:nvSpPr>
          <p:cNvPr id="56" name="テキスト ボックス 42">
            <a:extLst>
              <a:ext uri="{FF2B5EF4-FFF2-40B4-BE49-F238E27FC236}">
                <a16:creationId xmlns:a16="http://schemas.microsoft.com/office/drawing/2014/main" id="{1B2B8727-F799-3CAA-A058-546F1BAC8835}"/>
              </a:ext>
            </a:extLst>
          </p:cNvPr>
          <p:cNvSpPr txBox="1"/>
          <p:nvPr/>
        </p:nvSpPr>
        <p:spPr>
          <a:xfrm>
            <a:off x="3899761" y="3128216"/>
            <a:ext cx="612503" cy="276999"/>
          </a:xfrm>
          <a:prstGeom prst="rect">
            <a:avLst/>
          </a:prstGeom>
          <a:noFill/>
        </p:spPr>
        <p:txBody>
          <a:bodyPr wrap="square" rtlCol="0">
            <a:spAutoFit/>
          </a:bodyPr>
          <a:lstStyle/>
          <a:p>
            <a:pPr algn="ctr"/>
            <a:r>
              <a:rPr kumimoji="1" lang="en-US" altLang="ja-JP" sz="1200" b="1" dirty="0">
                <a:solidFill>
                  <a:schemeClr val="bg1"/>
                </a:solidFill>
                <a:latin typeface="メイリオ" panose="020B0604030504040204" pitchFamily="50" charset="-128"/>
                <a:ea typeface="メイリオ" panose="020B0604030504040204" pitchFamily="50" charset="-128"/>
              </a:rPr>
              <a:t>EC2</a:t>
            </a:r>
          </a:p>
        </p:txBody>
      </p:sp>
      <p:sp>
        <p:nvSpPr>
          <p:cNvPr id="60" name="テキスト ボックス 99">
            <a:extLst>
              <a:ext uri="{FF2B5EF4-FFF2-40B4-BE49-F238E27FC236}">
                <a16:creationId xmlns:a16="http://schemas.microsoft.com/office/drawing/2014/main" id="{815E8E47-75D6-C75E-418A-06043AAE1CBA}"/>
              </a:ext>
            </a:extLst>
          </p:cNvPr>
          <p:cNvSpPr txBox="1"/>
          <p:nvPr/>
        </p:nvSpPr>
        <p:spPr>
          <a:xfrm>
            <a:off x="3970529" y="5493447"/>
            <a:ext cx="1664950" cy="246221"/>
          </a:xfrm>
          <a:prstGeom prst="rect">
            <a:avLst/>
          </a:prstGeom>
          <a:noFill/>
        </p:spPr>
        <p:txBody>
          <a:bodyPr wrap="square" rtlCol="0">
            <a:spAutoFit/>
          </a:bodyPr>
          <a:lstStyle/>
          <a:p>
            <a:pPr algn="ctr"/>
            <a:r>
              <a:rPr lang="ja-JP" altLang="en-US" sz="1000" b="1" dirty="0">
                <a:latin typeface="メイリオ" panose="020B0604030504040204" pitchFamily="50" charset="-128"/>
                <a:ea typeface="メイリオ" panose="020B0604030504040204" pitchFamily="50" charset="-128"/>
              </a:rPr>
              <a:t>リードレプリカ</a:t>
            </a:r>
            <a:endParaRPr lang="en-US" altLang="ja-JP" sz="1000" b="1" dirty="0">
              <a:latin typeface="メイリオ" panose="020B0604030504040204" pitchFamily="50" charset="-128"/>
              <a:ea typeface="メイリオ" panose="020B0604030504040204" pitchFamily="50" charset="-128"/>
            </a:endParaRPr>
          </a:p>
        </p:txBody>
      </p:sp>
      <p:sp>
        <p:nvSpPr>
          <p:cNvPr id="63" name="テキスト ボックス 62">
            <a:extLst>
              <a:ext uri="{FF2B5EF4-FFF2-40B4-BE49-F238E27FC236}">
                <a16:creationId xmlns:a16="http://schemas.microsoft.com/office/drawing/2014/main" id="{18764CDE-4FE7-1BFD-6A6A-E051BAA0D113}"/>
              </a:ext>
            </a:extLst>
          </p:cNvPr>
          <p:cNvSpPr txBox="1"/>
          <p:nvPr/>
        </p:nvSpPr>
        <p:spPr>
          <a:xfrm>
            <a:off x="2719947" y="5234041"/>
            <a:ext cx="1595309" cy="400110"/>
          </a:xfrm>
          <a:prstGeom prst="rect">
            <a:avLst/>
          </a:prstGeom>
          <a:noFill/>
        </p:spPr>
        <p:txBody>
          <a:bodyPr wrap="none" rtlCol="0">
            <a:spAutoFit/>
          </a:bodyPr>
          <a:lstStyle/>
          <a:p>
            <a:pPr algn="ctr"/>
            <a:r>
              <a:rPr lang="ja-JP" altLang="en-US" sz="1000" b="1" dirty="0">
                <a:latin typeface="メイリオ" panose="020B0604030504040204" pitchFamily="50" charset="-128"/>
                <a:ea typeface="メイリオ" panose="020B0604030504040204" pitchFamily="50" charset="-128"/>
              </a:rPr>
              <a:t>非同期レプリケーション</a:t>
            </a:r>
            <a:endParaRPr lang="en-US" altLang="ja-JP" sz="1000" b="1" dirty="0">
              <a:latin typeface="メイリオ" panose="020B0604030504040204" pitchFamily="50" charset="-128"/>
              <a:ea typeface="メイリオ" panose="020B0604030504040204" pitchFamily="50" charset="-128"/>
            </a:endParaRPr>
          </a:p>
          <a:p>
            <a:pPr algn="ctr"/>
            <a:endParaRPr lang="en-US" altLang="ja-JP" sz="1000" b="1" dirty="0">
              <a:latin typeface="メイリオ" panose="020B0604030504040204" pitchFamily="50" charset="-128"/>
              <a:ea typeface="メイリオ" panose="020B0604030504040204" pitchFamily="50" charset="-128"/>
            </a:endParaRPr>
          </a:p>
        </p:txBody>
      </p:sp>
      <p:cxnSp>
        <p:nvCxnSpPr>
          <p:cNvPr id="64" name="コネクタ: カギ線 23">
            <a:extLst>
              <a:ext uri="{FF2B5EF4-FFF2-40B4-BE49-F238E27FC236}">
                <a16:creationId xmlns:a16="http://schemas.microsoft.com/office/drawing/2014/main" id="{A4783AA6-FA08-3176-4ABB-B0D90DE26DC0}"/>
              </a:ext>
            </a:extLst>
          </p:cNvPr>
          <p:cNvCxnSpPr>
            <a:cxnSpLocks/>
            <a:endCxn id="38" idx="1"/>
          </p:cNvCxnSpPr>
          <p:nvPr/>
        </p:nvCxnSpPr>
        <p:spPr bwMode="auto">
          <a:xfrm>
            <a:off x="2366476" y="5207131"/>
            <a:ext cx="2153253" cy="2148"/>
          </a:xfrm>
          <a:prstGeom prst="straightConnector1">
            <a:avLst/>
          </a:prstGeom>
          <a:noFill/>
          <a:ln w="31750" cap="flat" cmpd="sng" algn="ctr">
            <a:solidFill>
              <a:srgbClr val="002060"/>
            </a:solidFill>
            <a:prstDash val="solid"/>
            <a:round/>
            <a:headEnd type="triangle" w="med" len="med"/>
            <a:tailEnd type="none"/>
          </a:ln>
          <a:effectLst/>
        </p:spPr>
      </p:cxnSp>
      <p:cxnSp>
        <p:nvCxnSpPr>
          <p:cNvPr id="66" name="コネクタ: カギ線 23">
            <a:extLst>
              <a:ext uri="{FF2B5EF4-FFF2-40B4-BE49-F238E27FC236}">
                <a16:creationId xmlns:a16="http://schemas.microsoft.com/office/drawing/2014/main" id="{8F4A6626-8A74-6F40-C7DD-4B57EED8EFC6}"/>
              </a:ext>
            </a:extLst>
          </p:cNvPr>
          <p:cNvCxnSpPr>
            <a:cxnSpLocks/>
            <a:stCxn id="30" idx="1"/>
            <a:endCxn id="38" idx="3"/>
          </p:cNvCxnSpPr>
          <p:nvPr/>
        </p:nvCxnSpPr>
        <p:spPr bwMode="auto">
          <a:xfrm flipH="1">
            <a:off x="5132232" y="5209279"/>
            <a:ext cx="2035105" cy="0"/>
          </a:xfrm>
          <a:prstGeom prst="straightConnector1">
            <a:avLst/>
          </a:prstGeom>
          <a:noFill/>
          <a:ln w="31750" cap="flat" cmpd="sng" algn="ctr">
            <a:solidFill>
              <a:srgbClr val="002060"/>
            </a:solidFill>
            <a:prstDash val="solid"/>
            <a:round/>
            <a:headEnd type="triangle" w="med" len="med"/>
            <a:tailEnd type="none"/>
          </a:ln>
          <a:effectLst/>
        </p:spPr>
      </p:cxnSp>
      <p:sp>
        <p:nvSpPr>
          <p:cNvPr id="69" name="テキスト ボックス 68">
            <a:extLst>
              <a:ext uri="{FF2B5EF4-FFF2-40B4-BE49-F238E27FC236}">
                <a16:creationId xmlns:a16="http://schemas.microsoft.com/office/drawing/2014/main" id="{DC9606AD-3716-7065-9EF9-B1C0F696C517}"/>
              </a:ext>
            </a:extLst>
          </p:cNvPr>
          <p:cNvSpPr txBox="1"/>
          <p:nvPr/>
        </p:nvSpPr>
        <p:spPr>
          <a:xfrm>
            <a:off x="5355137" y="5234041"/>
            <a:ext cx="1595309" cy="400110"/>
          </a:xfrm>
          <a:prstGeom prst="rect">
            <a:avLst/>
          </a:prstGeom>
          <a:noFill/>
        </p:spPr>
        <p:txBody>
          <a:bodyPr wrap="none" rtlCol="0">
            <a:spAutoFit/>
          </a:bodyPr>
          <a:lstStyle/>
          <a:p>
            <a:pPr algn="ctr"/>
            <a:r>
              <a:rPr lang="ja-JP" altLang="en-US" sz="1000" b="1" dirty="0">
                <a:latin typeface="メイリオ" panose="020B0604030504040204" pitchFamily="50" charset="-128"/>
                <a:ea typeface="メイリオ" panose="020B0604030504040204" pitchFamily="50" charset="-128"/>
              </a:rPr>
              <a:t>非同期レプリケーション</a:t>
            </a:r>
            <a:endParaRPr lang="en-US" altLang="ja-JP" sz="1000" b="1" dirty="0">
              <a:latin typeface="メイリオ" panose="020B0604030504040204" pitchFamily="50" charset="-128"/>
              <a:ea typeface="メイリオ" panose="020B0604030504040204" pitchFamily="50" charset="-128"/>
            </a:endParaRPr>
          </a:p>
          <a:p>
            <a:pPr algn="ctr"/>
            <a:endParaRPr lang="en-US" altLang="ja-JP" sz="1000" b="1" dirty="0">
              <a:latin typeface="メイリオ" panose="020B0604030504040204" pitchFamily="50" charset="-128"/>
              <a:ea typeface="メイリオ" panose="020B0604030504040204" pitchFamily="50" charset="-128"/>
            </a:endParaRPr>
          </a:p>
        </p:txBody>
      </p:sp>
      <p:sp>
        <p:nvSpPr>
          <p:cNvPr id="70" name="テキスト ボックス 69">
            <a:extLst>
              <a:ext uri="{FF2B5EF4-FFF2-40B4-BE49-F238E27FC236}">
                <a16:creationId xmlns:a16="http://schemas.microsoft.com/office/drawing/2014/main" id="{D8B726D9-53F7-49DB-C43F-F4B868847B2E}"/>
              </a:ext>
            </a:extLst>
          </p:cNvPr>
          <p:cNvSpPr txBox="1"/>
          <p:nvPr/>
        </p:nvSpPr>
        <p:spPr>
          <a:xfrm>
            <a:off x="2387979" y="3810265"/>
            <a:ext cx="697627" cy="400110"/>
          </a:xfrm>
          <a:prstGeom prst="rect">
            <a:avLst/>
          </a:prstGeom>
          <a:noFill/>
        </p:spPr>
        <p:txBody>
          <a:bodyPr wrap="none" rtlCol="0">
            <a:spAutoFit/>
          </a:bodyPr>
          <a:lstStyle/>
          <a:p>
            <a:pPr algn="ctr"/>
            <a:r>
              <a:rPr lang="ja-JP" altLang="en-US" sz="1000" b="1" dirty="0">
                <a:latin typeface="メイリオ" panose="020B0604030504040204" pitchFamily="50" charset="-128"/>
                <a:ea typeface="メイリオ" panose="020B0604030504040204" pitchFamily="50" charset="-128"/>
              </a:rPr>
              <a:t>レポート</a:t>
            </a:r>
            <a:endParaRPr lang="en-US" altLang="ja-JP" sz="1000" b="1" dirty="0">
              <a:latin typeface="メイリオ" panose="020B0604030504040204" pitchFamily="50" charset="-128"/>
              <a:ea typeface="メイリオ" panose="020B0604030504040204" pitchFamily="50" charset="-128"/>
            </a:endParaRPr>
          </a:p>
          <a:p>
            <a:pPr algn="ctr"/>
            <a:r>
              <a:rPr lang="ja-JP" altLang="en-US" sz="1000" b="1" dirty="0">
                <a:latin typeface="メイリオ" panose="020B0604030504040204" pitchFamily="50" charset="-128"/>
                <a:ea typeface="メイリオ" panose="020B0604030504040204" pitchFamily="50" charset="-128"/>
              </a:rPr>
              <a:t>生成処理</a:t>
            </a:r>
            <a:endParaRPr lang="en-US" altLang="ja-JP" sz="1000" b="1" dirty="0">
              <a:latin typeface="メイリオ" panose="020B0604030504040204" pitchFamily="50" charset="-128"/>
              <a:ea typeface="メイリオ" panose="020B0604030504040204" pitchFamily="50" charset="-128"/>
            </a:endParaRPr>
          </a:p>
        </p:txBody>
      </p:sp>
      <p:sp>
        <p:nvSpPr>
          <p:cNvPr id="73" name="テキスト ボックス 72">
            <a:extLst>
              <a:ext uri="{FF2B5EF4-FFF2-40B4-BE49-F238E27FC236}">
                <a16:creationId xmlns:a16="http://schemas.microsoft.com/office/drawing/2014/main" id="{6841957F-0140-27EA-63C9-3FDE14F1C771}"/>
              </a:ext>
            </a:extLst>
          </p:cNvPr>
          <p:cNvSpPr txBox="1"/>
          <p:nvPr/>
        </p:nvSpPr>
        <p:spPr>
          <a:xfrm>
            <a:off x="3816870" y="3889368"/>
            <a:ext cx="697627" cy="553998"/>
          </a:xfrm>
          <a:prstGeom prst="rect">
            <a:avLst/>
          </a:prstGeom>
          <a:noFill/>
        </p:spPr>
        <p:txBody>
          <a:bodyPr wrap="none" rtlCol="0">
            <a:spAutoFit/>
          </a:bodyPr>
          <a:lstStyle/>
          <a:p>
            <a:pPr algn="ctr"/>
            <a:r>
              <a:rPr lang="ja-JP" altLang="en-US" sz="1000" b="1" dirty="0">
                <a:latin typeface="メイリオ" panose="020B0604030504040204" pitchFamily="50" charset="-128"/>
                <a:ea typeface="メイリオ" panose="020B0604030504040204" pitchFamily="50" charset="-128"/>
              </a:rPr>
              <a:t>データ</a:t>
            </a:r>
            <a:br>
              <a:rPr lang="en-US" altLang="ja-JP" sz="1000" b="1" dirty="0">
                <a:latin typeface="メイリオ" panose="020B0604030504040204" pitchFamily="50" charset="-128"/>
                <a:ea typeface="メイリオ" panose="020B0604030504040204" pitchFamily="50" charset="-128"/>
              </a:rPr>
            </a:br>
            <a:r>
              <a:rPr lang="ja-JP" altLang="en-US" sz="1000" b="1" dirty="0">
                <a:latin typeface="メイリオ" panose="020B0604030504040204" pitchFamily="50" charset="-128"/>
                <a:ea typeface="メイリオ" panose="020B0604030504040204" pitchFamily="50" charset="-128"/>
              </a:rPr>
              <a:t>抽出処理</a:t>
            </a:r>
            <a:endParaRPr lang="en-US" altLang="ja-JP" sz="1000" b="1" dirty="0">
              <a:latin typeface="メイリオ" panose="020B0604030504040204" pitchFamily="50" charset="-128"/>
              <a:ea typeface="メイリオ" panose="020B0604030504040204" pitchFamily="50" charset="-128"/>
            </a:endParaRPr>
          </a:p>
          <a:p>
            <a:pPr algn="ctr"/>
            <a:endParaRPr lang="en-US" altLang="ja-JP" sz="1000" b="1" dirty="0">
              <a:latin typeface="メイリオ" panose="020B0604030504040204" pitchFamily="50" charset="-128"/>
              <a:ea typeface="メイリオ" panose="020B0604030504040204" pitchFamily="50" charset="-128"/>
            </a:endParaRPr>
          </a:p>
        </p:txBody>
      </p:sp>
      <p:sp>
        <p:nvSpPr>
          <p:cNvPr id="74" name="テキスト ボックス 73">
            <a:extLst>
              <a:ext uri="{FF2B5EF4-FFF2-40B4-BE49-F238E27FC236}">
                <a16:creationId xmlns:a16="http://schemas.microsoft.com/office/drawing/2014/main" id="{259E885F-7428-8035-4983-586DE108178C}"/>
              </a:ext>
            </a:extLst>
          </p:cNvPr>
          <p:cNvSpPr txBox="1"/>
          <p:nvPr/>
        </p:nvSpPr>
        <p:spPr>
          <a:xfrm>
            <a:off x="5635480" y="3889368"/>
            <a:ext cx="697627" cy="400110"/>
          </a:xfrm>
          <a:prstGeom prst="rect">
            <a:avLst/>
          </a:prstGeom>
          <a:noFill/>
        </p:spPr>
        <p:txBody>
          <a:bodyPr wrap="none" rtlCol="0">
            <a:spAutoFit/>
          </a:bodyPr>
          <a:lstStyle/>
          <a:p>
            <a:pPr algn="ctr"/>
            <a:r>
              <a:rPr lang="ja-JP" altLang="en-US" sz="1000" b="1" dirty="0">
                <a:latin typeface="メイリオ" panose="020B0604030504040204" pitchFamily="50" charset="-128"/>
                <a:ea typeface="メイリオ" panose="020B0604030504040204" pitchFamily="50" charset="-128"/>
              </a:rPr>
              <a:t>書き込み</a:t>
            </a:r>
            <a:endParaRPr lang="en-US" altLang="ja-JP" sz="1000" b="1" dirty="0">
              <a:latin typeface="メイリオ" panose="020B0604030504040204" pitchFamily="50" charset="-128"/>
              <a:ea typeface="メイリオ" panose="020B0604030504040204" pitchFamily="50" charset="-128"/>
            </a:endParaRPr>
          </a:p>
          <a:p>
            <a:pPr algn="ctr"/>
            <a:r>
              <a:rPr lang="ja-JP" altLang="en-US" sz="1000" b="1" dirty="0">
                <a:latin typeface="メイリオ" panose="020B0604030504040204" pitchFamily="50" charset="-128"/>
                <a:ea typeface="メイリオ" panose="020B0604030504040204" pitchFamily="50" charset="-128"/>
              </a:rPr>
              <a:t>処理</a:t>
            </a:r>
            <a:endParaRPr lang="en-US" altLang="ja-JP" sz="1000" b="1" dirty="0">
              <a:latin typeface="メイリオ" panose="020B0604030504040204" pitchFamily="50" charset="-128"/>
              <a:ea typeface="メイリオ" panose="020B0604030504040204" pitchFamily="50" charset="-128"/>
            </a:endParaRPr>
          </a:p>
        </p:txBody>
      </p:sp>
      <p:pic>
        <p:nvPicPr>
          <p:cNvPr id="5" name="オーディオ 4">
            <a:hlinkClick r:id="" action="ppaction://media"/>
            <a:extLst>
              <a:ext uri="{FF2B5EF4-FFF2-40B4-BE49-F238E27FC236}">
                <a16:creationId xmlns:a16="http://schemas.microsoft.com/office/drawing/2014/main" id="{D294CF9E-3525-ADD6-5A29-384E8DE4087F}"/>
              </a:ext>
            </a:extLst>
          </p:cNvPr>
          <p:cNvPicPr>
            <a:picLocks noChangeAspect="1"/>
          </p:cNvPicPr>
          <p:nvPr>
            <a:audioFile r:link="rId2"/>
            <p:extLst>
              <p:ext uri="{DAA4B4D4-6D71-4841-9C94-3DE7FCFB9230}">
                <p14:media xmlns:p14="http://schemas.microsoft.com/office/powerpoint/2010/main" r:embed="rId1"/>
              </p:ext>
            </p:extLst>
          </p:nvPr>
        </p:nvPicPr>
        <p:blipFill>
          <a:blip r:embed="rId7"/>
          <a:srcRect l="-245890" t="-245890" r="-245890" b="-245890"/>
          <a:stretch>
            <a:fillRect/>
          </a:stretch>
        </p:blipFill>
        <p:spPr>
          <a:xfrm>
            <a:off x="7766304" y="4718304"/>
            <a:ext cx="2057400" cy="2057400"/>
          </a:xfrm>
          <a:prstGeom prst="ellipse">
            <a:avLst/>
          </a:prstGeom>
        </p:spPr>
      </p:pic>
    </p:spTree>
    <p:extLst>
      <p:ext uri="{BB962C8B-B14F-4D97-AF65-F5344CB8AC3E}">
        <p14:creationId xmlns:p14="http://schemas.microsoft.com/office/powerpoint/2010/main" val="2281885083"/>
      </p:ext>
    </p:extLst>
  </p:cSld>
  <p:clrMapOvr>
    <a:masterClrMapping/>
  </p:clrMapOvr>
  <mc:AlternateContent xmlns:mc="http://schemas.openxmlformats.org/markup-compatibility/2006" xmlns:p14="http://schemas.microsoft.com/office/powerpoint/2010/main">
    <mc:Choice Requires="p14">
      <p:transition spd="slow" p14:dur="2000" advTm="54326"/>
    </mc:Choice>
    <mc:Fallback xmlns="">
      <p:transition spd="slow" advTm="5432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5"/>
                </p:tgtEl>
              </p:cMediaNode>
            </p:audio>
          </p:childTnLst>
        </p:cTn>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タイトル 1">
            <a:extLst>
              <a:ext uri="{FF2B5EF4-FFF2-40B4-BE49-F238E27FC236}">
                <a16:creationId xmlns:a16="http://schemas.microsoft.com/office/drawing/2014/main" id="{48F80BE1-D063-4240-BFC7-C8D243720250}"/>
              </a:ext>
            </a:extLst>
          </p:cNvPr>
          <p:cNvSpPr txBox="1">
            <a:spLocks/>
          </p:cNvSpPr>
          <p:nvPr/>
        </p:nvSpPr>
        <p:spPr bwMode="auto">
          <a:xfrm>
            <a:off x="631222" y="201863"/>
            <a:ext cx="8642258" cy="50208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rtl="0" fontAlgn="base">
              <a:lnSpc>
                <a:spcPct val="90000"/>
              </a:lnSpc>
              <a:spcBef>
                <a:spcPct val="0"/>
              </a:spcBef>
              <a:spcAft>
                <a:spcPct val="0"/>
              </a:spcAft>
              <a:defRPr kumimoji="1" sz="2000">
                <a:solidFill>
                  <a:schemeClr val="tx2"/>
                </a:solidFill>
                <a:latin typeface="游明朝" panose="02020400000000000000" pitchFamily="18" charset="-128"/>
                <a:ea typeface="游明朝" panose="02020400000000000000" pitchFamily="18" charset="-128"/>
                <a:cs typeface="+mj-cs"/>
              </a:defRPr>
            </a:lvl1pPr>
            <a:lvl2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2pPr>
            <a:lvl3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3pPr>
            <a:lvl4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4pPr>
            <a:lvl5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5pPr>
            <a:lvl6pPr marL="4572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6pPr>
            <a:lvl7pPr marL="9144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7pPr>
            <a:lvl8pPr marL="13716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8pPr>
            <a:lvl9pPr marL="18288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9pPr>
          </a:lstStyle>
          <a:p>
            <a:pPr algn="l"/>
            <a:r>
              <a:rPr lang="en-US" altLang="ja-JP" sz="3000" dirty="0">
                <a:solidFill>
                  <a:schemeClr val="tx1"/>
                </a:solidFill>
                <a:latin typeface="メイリオ" panose="020B0604030504040204" pitchFamily="50" charset="-128"/>
                <a:ea typeface="メイリオ" panose="020B0604030504040204" pitchFamily="50" charset="-128"/>
              </a:rPr>
              <a:t>RDS</a:t>
            </a:r>
            <a:r>
              <a:rPr lang="ja-JP" altLang="en-US" sz="3000" dirty="0">
                <a:solidFill>
                  <a:schemeClr val="tx1"/>
                </a:solidFill>
                <a:latin typeface="メイリオ" panose="020B0604030504040204" pitchFamily="50" charset="-128"/>
                <a:ea typeface="メイリオ" panose="020B0604030504040204" pitchFamily="50" charset="-128"/>
              </a:rPr>
              <a:t>最適化書き込み（</a:t>
            </a:r>
            <a:r>
              <a:rPr lang="en-US" altLang="ja-JP" sz="2800" b="0" i="0" dirty="0">
                <a:solidFill>
                  <a:srgbClr val="14171A"/>
                </a:solidFill>
                <a:effectLst/>
                <a:latin typeface="Source Sans Pro" panose="020B0503030403020204" pitchFamily="34" charset="0"/>
              </a:rPr>
              <a:t>Optimized Writes</a:t>
            </a:r>
            <a:r>
              <a:rPr lang="ja-JP" altLang="en-US" sz="3000" dirty="0">
                <a:solidFill>
                  <a:schemeClr val="tx1"/>
                </a:solidFill>
                <a:latin typeface="メイリオ" panose="020B0604030504040204" pitchFamily="50" charset="-128"/>
                <a:ea typeface="メイリオ" panose="020B0604030504040204" pitchFamily="50" charset="-128"/>
              </a:rPr>
              <a:t>）</a:t>
            </a:r>
            <a:endParaRPr lang="en-US" altLang="ja-JP" sz="3000" dirty="0">
              <a:solidFill>
                <a:schemeClr val="tx1"/>
              </a:solidFill>
              <a:latin typeface="メイリオ" panose="020B0604030504040204" pitchFamily="50" charset="-128"/>
              <a:ea typeface="メイリオ" panose="020B0604030504040204" pitchFamily="50" charset="-128"/>
            </a:endParaRPr>
          </a:p>
        </p:txBody>
      </p:sp>
      <p:sp>
        <p:nvSpPr>
          <p:cNvPr id="37" name="コンテンツ プレースホルダー 2">
            <a:extLst>
              <a:ext uri="{FF2B5EF4-FFF2-40B4-BE49-F238E27FC236}">
                <a16:creationId xmlns:a16="http://schemas.microsoft.com/office/drawing/2014/main" id="{2DC1489D-7AED-4EB8-B650-CDD4C4BDCEE3}"/>
              </a:ext>
            </a:extLst>
          </p:cNvPr>
          <p:cNvSpPr txBox="1">
            <a:spLocks/>
          </p:cNvSpPr>
          <p:nvPr/>
        </p:nvSpPr>
        <p:spPr>
          <a:xfrm>
            <a:off x="631222" y="692696"/>
            <a:ext cx="9002298" cy="325343"/>
          </a:xfrm>
          <a:prstGeom prst="rect">
            <a:avLst/>
          </a:prstGeom>
        </p:spPr>
        <p:txBody>
          <a:bodyPr vert="horz" lIns="74295" tIns="37148" rIns="74295" bIns="37148" rtlCol="0">
            <a:noAutofit/>
          </a:bodyPr>
          <a:lstStyle>
            <a:lvl1pPr marL="228600" indent="-228600" algn="l" defTabSz="914400" rtl="0" eaLnBrk="1" latinLnBrk="0" hangingPunct="1">
              <a:lnSpc>
                <a:spcPct val="90000"/>
              </a:lnSpc>
              <a:spcBef>
                <a:spcPts val="1000"/>
              </a:spcBef>
              <a:buFont typeface="Wingdings 2" pitchFamily="18" charset="2"/>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2" pitchFamily="18" charset="2"/>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2" pitchFamily="18" charset="2"/>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5pPr>
            <a:lvl6pPr marL="25146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6pPr>
            <a:lvl7pPr marL="29718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7pPr>
            <a:lvl8pPr marL="34290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8pPr>
            <a:lvl9pPr marL="38862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9pPr>
          </a:lstStyle>
          <a:p>
            <a:pPr marL="0" indent="0">
              <a:buNone/>
            </a:pPr>
            <a:r>
              <a:rPr lang="ja-JP" altLang="en-US" sz="2400" dirty="0">
                <a:solidFill>
                  <a:srgbClr val="002060"/>
                </a:solidFill>
                <a:latin typeface="メイリオ" panose="020B0604030504040204" pitchFamily="50" charset="-128"/>
                <a:ea typeface="メイリオ" panose="020B0604030504040204" pitchFamily="50" charset="-128"/>
              </a:rPr>
              <a:t>書き込みスループットが最大で</a:t>
            </a:r>
            <a:r>
              <a:rPr lang="en-US" altLang="ja-JP" sz="2400" dirty="0">
                <a:solidFill>
                  <a:srgbClr val="002060"/>
                </a:solidFill>
                <a:latin typeface="メイリオ" panose="020B0604030504040204" pitchFamily="50" charset="-128"/>
                <a:ea typeface="メイリオ" panose="020B0604030504040204" pitchFamily="50" charset="-128"/>
              </a:rPr>
              <a:t>2</a:t>
            </a:r>
            <a:r>
              <a:rPr lang="ja-JP" altLang="en-US" sz="2400" dirty="0">
                <a:solidFill>
                  <a:srgbClr val="002060"/>
                </a:solidFill>
                <a:latin typeface="メイリオ" panose="020B0604030504040204" pitchFamily="50" charset="-128"/>
                <a:ea typeface="メイリオ" panose="020B0604030504040204" pitchFamily="50" charset="-128"/>
              </a:rPr>
              <a:t>倍にする書き込み処理技術を適用した</a:t>
            </a:r>
            <a:r>
              <a:rPr lang="en-US" altLang="ja-JP" sz="2400" dirty="0">
                <a:solidFill>
                  <a:srgbClr val="002060"/>
                </a:solidFill>
                <a:latin typeface="メイリオ" panose="020B0604030504040204" pitchFamily="50" charset="-128"/>
                <a:ea typeface="メイリオ" panose="020B0604030504040204" pitchFamily="50" charset="-128"/>
              </a:rPr>
              <a:t>DB</a:t>
            </a:r>
            <a:r>
              <a:rPr lang="ja-JP" altLang="en-US" sz="2400" dirty="0">
                <a:solidFill>
                  <a:srgbClr val="002060"/>
                </a:solidFill>
                <a:latin typeface="メイリオ" panose="020B0604030504040204" pitchFamily="50" charset="-128"/>
                <a:ea typeface="メイリオ" panose="020B0604030504040204" pitchFamily="50" charset="-128"/>
              </a:rPr>
              <a:t>エンジンとインスタンスタイプの構成</a:t>
            </a:r>
            <a:endParaRPr lang="en-US" altLang="ja-JP" sz="2400" dirty="0">
              <a:solidFill>
                <a:srgbClr val="002060"/>
              </a:solidFill>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474F5D8F-131F-6C27-05C2-B3C9F98FB6C0}"/>
              </a:ext>
            </a:extLst>
          </p:cNvPr>
          <p:cNvSpPr/>
          <p:nvPr/>
        </p:nvSpPr>
        <p:spPr bwMode="auto">
          <a:xfrm>
            <a:off x="560512" y="1916832"/>
            <a:ext cx="4392488" cy="4320480"/>
          </a:xfrm>
          <a:prstGeom prst="rect">
            <a:avLst/>
          </a:prstGeom>
          <a:noFill/>
          <a:ln w="12700" cap="flat" cmpd="sng" algn="ctr">
            <a:solidFill>
              <a:srgbClr val="0070C0"/>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ja-JP" altLang="en-US" sz="1600" b="0" i="0" u="none" strike="noStrike" cap="none" normalizeH="0" baseline="0">
              <a:ln>
                <a:noFill/>
              </a:ln>
              <a:solidFill>
                <a:schemeClr val="tx1"/>
              </a:solidFill>
              <a:effectLst/>
              <a:latin typeface="ＭＳ Ｐゴシック" pitchFamily="50" charset="-128"/>
              <a:ea typeface="ＭＳ Ｐゴシック" pitchFamily="50" charset="-128"/>
            </a:endParaRPr>
          </a:p>
        </p:txBody>
      </p:sp>
      <p:pic>
        <p:nvPicPr>
          <p:cNvPr id="4" name="図 41" descr="音楽 が含まれている画像&#10;&#10;自動的に生成された説明">
            <a:extLst>
              <a:ext uri="{FF2B5EF4-FFF2-40B4-BE49-F238E27FC236}">
                <a16:creationId xmlns:a16="http://schemas.microsoft.com/office/drawing/2014/main" id="{51E69F7F-0BC7-1BE2-05C5-8FEE1FFCFC0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36576" y="2401584"/>
            <a:ext cx="495620" cy="590267"/>
          </a:xfrm>
          <a:prstGeom prst="rect">
            <a:avLst/>
          </a:prstGeom>
        </p:spPr>
      </p:pic>
      <p:sp>
        <p:nvSpPr>
          <p:cNvPr id="5" name="テキスト ボックス 42">
            <a:extLst>
              <a:ext uri="{FF2B5EF4-FFF2-40B4-BE49-F238E27FC236}">
                <a16:creationId xmlns:a16="http://schemas.microsoft.com/office/drawing/2014/main" id="{EE4BAF2E-2DBB-94E4-B94B-FE63DA13A5B7}"/>
              </a:ext>
            </a:extLst>
          </p:cNvPr>
          <p:cNvSpPr txBox="1"/>
          <p:nvPr/>
        </p:nvSpPr>
        <p:spPr>
          <a:xfrm>
            <a:off x="1091701" y="2570836"/>
            <a:ext cx="612503" cy="276999"/>
          </a:xfrm>
          <a:prstGeom prst="rect">
            <a:avLst/>
          </a:prstGeom>
          <a:noFill/>
        </p:spPr>
        <p:txBody>
          <a:bodyPr wrap="square" rtlCol="0">
            <a:spAutoFit/>
          </a:bodyPr>
          <a:lstStyle/>
          <a:p>
            <a:pPr algn="ctr"/>
            <a:r>
              <a:rPr kumimoji="1" lang="en-US" altLang="ja-JP" sz="1200" b="1" dirty="0">
                <a:solidFill>
                  <a:schemeClr val="bg1"/>
                </a:solidFill>
                <a:latin typeface="メイリオ" panose="020B0604030504040204" pitchFamily="50" charset="-128"/>
                <a:ea typeface="メイリオ" panose="020B0604030504040204" pitchFamily="50" charset="-128"/>
              </a:rPr>
              <a:t>EC2</a:t>
            </a:r>
          </a:p>
        </p:txBody>
      </p:sp>
      <p:sp>
        <p:nvSpPr>
          <p:cNvPr id="13" name="テキスト ボックス 99">
            <a:extLst>
              <a:ext uri="{FF2B5EF4-FFF2-40B4-BE49-F238E27FC236}">
                <a16:creationId xmlns:a16="http://schemas.microsoft.com/office/drawing/2014/main" id="{A80B6BE3-A6C2-8F39-5787-D5974880F4E7}"/>
              </a:ext>
            </a:extLst>
          </p:cNvPr>
          <p:cNvSpPr txBox="1"/>
          <p:nvPr/>
        </p:nvSpPr>
        <p:spPr>
          <a:xfrm>
            <a:off x="1834050" y="4061386"/>
            <a:ext cx="1664950" cy="246221"/>
          </a:xfrm>
          <a:prstGeom prst="rect">
            <a:avLst/>
          </a:prstGeom>
          <a:noFill/>
        </p:spPr>
        <p:txBody>
          <a:bodyPr wrap="square" rtlCol="0">
            <a:spAutoFit/>
          </a:bodyPr>
          <a:lstStyle/>
          <a:p>
            <a:pPr algn="ctr"/>
            <a:r>
              <a:rPr lang="ja-JP" altLang="en-US" sz="1000" b="1" dirty="0">
                <a:latin typeface="メイリオ" panose="020B0604030504040204" pitchFamily="50" charset="-128"/>
                <a:ea typeface="メイリオ" panose="020B0604030504040204" pitchFamily="50" charset="-128"/>
              </a:rPr>
              <a:t>書き込み処理</a:t>
            </a:r>
            <a:endParaRPr lang="en-US" altLang="ja-JP" sz="1000" b="1" dirty="0">
              <a:latin typeface="メイリオ" panose="020B0604030504040204" pitchFamily="50" charset="-128"/>
              <a:ea typeface="メイリオ" panose="020B0604030504040204" pitchFamily="50" charset="-128"/>
            </a:endParaRPr>
          </a:p>
        </p:txBody>
      </p:sp>
      <p:sp>
        <p:nvSpPr>
          <p:cNvPr id="14" name="テキスト ボックス 13">
            <a:extLst>
              <a:ext uri="{FF2B5EF4-FFF2-40B4-BE49-F238E27FC236}">
                <a16:creationId xmlns:a16="http://schemas.microsoft.com/office/drawing/2014/main" id="{E6BDBFD0-7533-E47E-9CBB-A7B6F5E79F80}"/>
              </a:ext>
            </a:extLst>
          </p:cNvPr>
          <p:cNvSpPr txBox="1"/>
          <p:nvPr/>
        </p:nvSpPr>
        <p:spPr>
          <a:xfrm>
            <a:off x="585907" y="3211561"/>
            <a:ext cx="697627" cy="400110"/>
          </a:xfrm>
          <a:prstGeom prst="rect">
            <a:avLst/>
          </a:prstGeom>
          <a:noFill/>
        </p:spPr>
        <p:txBody>
          <a:bodyPr wrap="none" rtlCol="0">
            <a:spAutoFit/>
          </a:bodyPr>
          <a:lstStyle/>
          <a:p>
            <a:pPr algn="ctr"/>
            <a:r>
              <a:rPr lang="ja-JP" altLang="en-US" sz="1000" b="1" dirty="0">
                <a:latin typeface="メイリオ" panose="020B0604030504040204" pitchFamily="50" charset="-128"/>
                <a:ea typeface="メイリオ" panose="020B0604030504040204" pitchFamily="50" charset="-128"/>
              </a:rPr>
              <a:t>書き込み</a:t>
            </a:r>
            <a:endParaRPr lang="en-US" altLang="ja-JP" sz="1000" b="1" dirty="0">
              <a:latin typeface="メイリオ" panose="020B0604030504040204" pitchFamily="50" charset="-128"/>
              <a:ea typeface="メイリオ" panose="020B0604030504040204" pitchFamily="50" charset="-128"/>
            </a:endParaRPr>
          </a:p>
          <a:p>
            <a:pPr algn="ctr"/>
            <a:r>
              <a:rPr lang="ja-JP" altLang="en-US" sz="1000" b="1" dirty="0">
                <a:latin typeface="メイリオ" panose="020B0604030504040204" pitchFamily="50" charset="-128"/>
                <a:ea typeface="メイリオ" panose="020B0604030504040204" pitchFamily="50" charset="-128"/>
              </a:rPr>
              <a:t>処理</a:t>
            </a:r>
            <a:endParaRPr lang="en-US" altLang="ja-JP" sz="1000" b="1" dirty="0">
              <a:latin typeface="メイリオ" panose="020B0604030504040204" pitchFamily="50" charset="-128"/>
              <a:ea typeface="メイリオ" panose="020B0604030504040204" pitchFamily="50" charset="-128"/>
            </a:endParaRPr>
          </a:p>
        </p:txBody>
      </p:sp>
      <p:sp>
        <p:nvSpPr>
          <p:cNvPr id="17" name="四角形: 角を丸くする 16">
            <a:extLst>
              <a:ext uri="{FF2B5EF4-FFF2-40B4-BE49-F238E27FC236}">
                <a16:creationId xmlns:a16="http://schemas.microsoft.com/office/drawing/2014/main" id="{8BE0956D-C1C0-D573-9486-B4CE765A554A}"/>
              </a:ext>
            </a:extLst>
          </p:cNvPr>
          <p:cNvSpPr/>
          <p:nvPr/>
        </p:nvSpPr>
        <p:spPr bwMode="auto">
          <a:xfrm>
            <a:off x="704528" y="4059203"/>
            <a:ext cx="4032448" cy="2044295"/>
          </a:xfrm>
          <a:prstGeom prst="roundRect">
            <a:avLst/>
          </a:prstGeom>
          <a:noFill/>
          <a:ln w="12700" cap="flat" cmpd="sng" algn="ctr">
            <a:solidFill>
              <a:srgbClr val="002060"/>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ja-JP" altLang="en-US" sz="1600" b="0" i="0" u="none" strike="noStrike" cap="none" normalizeH="0" baseline="0">
              <a:ln>
                <a:noFill/>
              </a:ln>
              <a:solidFill>
                <a:schemeClr val="tx1"/>
              </a:solidFill>
              <a:effectLst/>
              <a:latin typeface="ＭＳ Ｐゴシック" pitchFamily="50" charset="-128"/>
              <a:ea typeface="ＭＳ Ｐゴシック" pitchFamily="50" charset="-128"/>
            </a:endParaRPr>
          </a:p>
        </p:txBody>
      </p:sp>
      <p:cxnSp>
        <p:nvCxnSpPr>
          <p:cNvPr id="6" name="コネクタ: カギ線 23">
            <a:extLst>
              <a:ext uri="{FF2B5EF4-FFF2-40B4-BE49-F238E27FC236}">
                <a16:creationId xmlns:a16="http://schemas.microsoft.com/office/drawing/2014/main" id="{31B7A11E-11D2-0AB5-1961-2174353D02AB}"/>
              </a:ext>
            </a:extLst>
          </p:cNvPr>
          <p:cNvCxnSpPr>
            <a:cxnSpLocks/>
            <a:stCxn id="4" idx="2"/>
          </p:cNvCxnSpPr>
          <p:nvPr/>
        </p:nvCxnSpPr>
        <p:spPr bwMode="auto">
          <a:xfrm>
            <a:off x="1384386" y="2991851"/>
            <a:ext cx="0" cy="778220"/>
          </a:xfrm>
          <a:prstGeom prst="straightConnector1">
            <a:avLst/>
          </a:prstGeom>
          <a:noFill/>
          <a:ln w="31750" cap="flat" cmpd="sng" algn="ctr">
            <a:solidFill>
              <a:srgbClr val="FF0000"/>
            </a:solidFill>
            <a:prstDash val="solid"/>
            <a:round/>
            <a:headEnd type="none" w="med" len="med"/>
            <a:tailEnd type="triangle"/>
          </a:ln>
          <a:effectLst/>
        </p:spPr>
      </p:cxnSp>
      <p:pic>
        <p:nvPicPr>
          <p:cNvPr id="7" name="Picture 2" descr="Amazon RDS（マネージドリレーショナルデータベース）| AWS">
            <a:extLst>
              <a:ext uri="{FF2B5EF4-FFF2-40B4-BE49-F238E27FC236}">
                <a16:creationId xmlns:a16="http://schemas.microsoft.com/office/drawing/2014/main" id="{9E0D29B4-1316-777C-87C1-F89BF3DFFE7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80225" y="3606005"/>
            <a:ext cx="808321" cy="808321"/>
          </a:xfrm>
          <a:prstGeom prst="rect">
            <a:avLst/>
          </a:prstGeom>
          <a:noFill/>
          <a:extLst>
            <a:ext uri="{909E8E84-426E-40DD-AFC4-6F175D3DCCD1}">
              <a14:hiddenFill xmlns:a14="http://schemas.microsoft.com/office/drawing/2010/main">
                <a:solidFill>
                  <a:srgbClr val="FFFFFF"/>
                </a:solidFill>
              </a14:hiddenFill>
            </a:ext>
          </a:extLst>
        </p:spPr>
      </p:pic>
      <p:sp>
        <p:nvSpPr>
          <p:cNvPr id="8" name="テキスト ボックス 42">
            <a:extLst>
              <a:ext uri="{FF2B5EF4-FFF2-40B4-BE49-F238E27FC236}">
                <a16:creationId xmlns:a16="http://schemas.microsoft.com/office/drawing/2014/main" id="{94075385-32BA-18B6-0F3D-6D63BA0EA368}"/>
              </a:ext>
            </a:extLst>
          </p:cNvPr>
          <p:cNvSpPr txBox="1"/>
          <p:nvPr/>
        </p:nvSpPr>
        <p:spPr>
          <a:xfrm>
            <a:off x="1094970" y="3896672"/>
            <a:ext cx="612503" cy="276999"/>
          </a:xfrm>
          <a:prstGeom prst="rect">
            <a:avLst/>
          </a:prstGeom>
          <a:noFill/>
        </p:spPr>
        <p:txBody>
          <a:bodyPr wrap="square" rtlCol="0">
            <a:spAutoFit/>
          </a:bodyPr>
          <a:lstStyle/>
          <a:p>
            <a:pPr algn="ctr"/>
            <a:r>
              <a:rPr kumimoji="1" lang="en-US" altLang="ja-JP" sz="1200" b="1" dirty="0">
                <a:solidFill>
                  <a:schemeClr val="bg1"/>
                </a:solidFill>
                <a:latin typeface="メイリオ" panose="020B0604030504040204" pitchFamily="50" charset="-128"/>
                <a:ea typeface="メイリオ" panose="020B0604030504040204" pitchFamily="50" charset="-128"/>
              </a:rPr>
              <a:t>RDS</a:t>
            </a:r>
          </a:p>
        </p:txBody>
      </p:sp>
      <p:sp>
        <p:nvSpPr>
          <p:cNvPr id="19" name="四角形: 角を丸くする 18">
            <a:extLst>
              <a:ext uri="{FF2B5EF4-FFF2-40B4-BE49-F238E27FC236}">
                <a16:creationId xmlns:a16="http://schemas.microsoft.com/office/drawing/2014/main" id="{80E6F016-29A1-9ADA-1255-5BB1359705AA}"/>
              </a:ext>
            </a:extLst>
          </p:cNvPr>
          <p:cNvSpPr/>
          <p:nvPr/>
        </p:nvSpPr>
        <p:spPr bwMode="auto">
          <a:xfrm>
            <a:off x="946169" y="4749735"/>
            <a:ext cx="842377" cy="1017591"/>
          </a:xfrm>
          <a:prstGeom prst="roundRect">
            <a:avLst/>
          </a:prstGeom>
          <a:solidFill>
            <a:schemeClr val="accent2">
              <a:lumMod val="20000"/>
              <a:lumOff val="80000"/>
            </a:schemeClr>
          </a:solidFill>
          <a:ln w="12700" cap="flat" cmpd="sng" algn="ctr">
            <a:solidFill>
              <a:schemeClr val="accent2">
                <a:lumMod val="40000"/>
                <a:lumOff val="60000"/>
              </a:schemeClr>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ja-JP" altLang="en-US" sz="1000" b="1" dirty="0">
                <a:latin typeface="メイリオ" panose="020B0604030504040204" pitchFamily="50" charset="-128"/>
                <a:ea typeface="メイリオ" panose="020B0604030504040204" pitchFamily="50" charset="-128"/>
              </a:rPr>
              <a:t>メモリ</a:t>
            </a:r>
            <a:endParaRPr lang="en-US" altLang="ja-JP" sz="1000" b="1" dirty="0">
              <a:latin typeface="メイリオ" panose="020B0604030504040204" pitchFamily="50" charset="-128"/>
              <a:ea typeface="メイリオ" panose="020B0604030504040204" pitchFamily="50" charset="-128"/>
            </a:endParaRPr>
          </a:p>
          <a:p>
            <a:pPr marL="0" marR="0" indent="0" algn="ctr" defTabSz="914400" rtl="0" eaLnBrk="1" fontAlgn="base" latinLnBrk="0" hangingPunct="1">
              <a:lnSpc>
                <a:spcPct val="100000"/>
              </a:lnSpc>
              <a:spcBef>
                <a:spcPct val="0"/>
              </a:spcBef>
              <a:spcAft>
                <a:spcPct val="0"/>
              </a:spcAft>
              <a:buClrTx/>
              <a:buSzTx/>
              <a:buFontTx/>
              <a:buNone/>
              <a:tabLst/>
            </a:pPr>
            <a:endParaRPr lang="en-US" altLang="ja-JP" sz="1000" dirty="0">
              <a:latin typeface="メイリオ" panose="020B0604030504040204" pitchFamily="50" charset="-128"/>
              <a:ea typeface="メイリオ" panose="020B0604030504040204" pitchFamily="50" charset="-128"/>
            </a:endParaRPr>
          </a:p>
          <a:p>
            <a:pPr marL="0" marR="0" indent="0" algn="ctr" defTabSz="914400" rtl="0" eaLnBrk="1" fontAlgn="base" latinLnBrk="0" hangingPunct="1">
              <a:lnSpc>
                <a:spcPct val="100000"/>
              </a:lnSpc>
              <a:spcBef>
                <a:spcPct val="0"/>
              </a:spcBef>
              <a:spcAft>
                <a:spcPct val="0"/>
              </a:spcAft>
              <a:buClrTx/>
              <a:buSzTx/>
              <a:buFontTx/>
              <a:buNone/>
              <a:tabLst/>
            </a:pPr>
            <a:r>
              <a:rPr kumimoji="1" lang="ja-JP" altLang="en-US" sz="1000" b="0"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rPr>
              <a:t>バッファプール</a:t>
            </a:r>
          </a:p>
        </p:txBody>
      </p:sp>
      <p:sp>
        <p:nvSpPr>
          <p:cNvPr id="22" name="四角形: 角を丸くする 21">
            <a:extLst>
              <a:ext uri="{FF2B5EF4-FFF2-40B4-BE49-F238E27FC236}">
                <a16:creationId xmlns:a16="http://schemas.microsoft.com/office/drawing/2014/main" id="{F208DB26-7CC8-9948-B3AE-779BD0C902B4}"/>
              </a:ext>
            </a:extLst>
          </p:cNvPr>
          <p:cNvSpPr/>
          <p:nvPr/>
        </p:nvSpPr>
        <p:spPr bwMode="auto">
          <a:xfrm>
            <a:off x="2305744" y="4749735"/>
            <a:ext cx="842377" cy="1017591"/>
          </a:xfrm>
          <a:prstGeom prst="roundRect">
            <a:avLst/>
          </a:prstGeom>
          <a:solidFill>
            <a:schemeClr val="accent2">
              <a:lumMod val="20000"/>
              <a:lumOff val="80000"/>
            </a:schemeClr>
          </a:solidFill>
          <a:ln w="12700" cap="flat" cmpd="sng" algn="ctr">
            <a:solidFill>
              <a:schemeClr val="accent2">
                <a:lumMod val="40000"/>
                <a:lumOff val="60000"/>
              </a:schemeClr>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ja-JP" altLang="en-US" sz="1000" b="1" dirty="0">
                <a:latin typeface="メイリオ" panose="020B0604030504040204" pitchFamily="50" charset="-128"/>
                <a:ea typeface="メイリオ" panose="020B0604030504040204" pitchFamily="50" charset="-128"/>
              </a:rPr>
              <a:t>ストレージ</a:t>
            </a:r>
            <a:endParaRPr lang="en-US" altLang="ja-JP" sz="1000" b="1" dirty="0">
              <a:latin typeface="メイリオ" panose="020B0604030504040204" pitchFamily="50" charset="-128"/>
              <a:ea typeface="メイリオ" panose="020B0604030504040204" pitchFamily="50" charset="-128"/>
            </a:endParaRPr>
          </a:p>
          <a:p>
            <a:pPr marL="0" marR="0" indent="0" algn="ctr" defTabSz="914400" rtl="0" eaLnBrk="1" fontAlgn="base" latinLnBrk="0" hangingPunct="1">
              <a:lnSpc>
                <a:spcPct val="100000"/>
              </a:lnSpc>
              <a:spcBef>
                <a:spcPct val="0"/>
              </a:spcBef>
              <a:spcAft>
                <a:spcPct val="0"/>
              </a:spcAft>
              <a:buClrTx/>
              <a:buSzTx/>
              <a:buFontTx/>
              <a:buNone/>
              <a:tabLst/>
            </a:pPr>
            <a:endParaRPr lang="en-US" altLang="ja-JP" sz="1000" dirty="0">
              <a:latin typeface="メイリオ" panose="020B0604030504040204" pitchFamily="50" charset="-128"/>
              <a:ea typeface="メイリオ" panose="020B0604030504040204" pitchFamily="50" charset="-128"/>
            </a:endParaRPr>
          </a:p>
          <a:p>
            <a:pPr marL="0" marR="0" indent="0" algn="ctr" defTabSz="914400" rtl="0" eaLnBrk="1" fontAlgn="base" latinLnBrk="0" hangingPunct="1">
              <a:lnSpc>
                <a:spcPct val="100000"/>
              </a:lnSpc>
              <a:spcBef>
                <a:spcPct val="0"/>
              </a:spcBef>
              <a:spcAft>
                <a:spcPct val="0"/>
              </a:spcAft>
              <a:buClrTx/>
              <a:buSzTx/>
              <a:buFontTx/>
              <a:buNone/>
              <a:tabLst/>
            </a:pPr>
            <a:r>
              <a:rPr lang="ja-JP" altLang="en-US" sz="1000" dirty="0">
                <a:latin typeface="メイリオ" panose="020B0604030504040204" pitchFamily="50" charset="-128"/>
                <a:ea typeface="メイリオ" panose="020B0604030504040204" pitchFamily="50" charset="-128"/>
              </a:rPr>
              <a:t>バッファーへの</a:t>
            </a:r>
            <a:r>
              <a:rPr kumimoji="1" lang="ja-JP" altLang="en-US" sz="1000" b="0"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rPr>
              <a:t>書込み</a:t>
            </a:r>
          </a:p>
        </p:txBody>
      </p:sp>
      <p:sp>
        <p:nvSpPr>
          <p:cNvPr id="23" name="四角形: 角を丸くする 22">
            <a:extLst>
              <a:ext uri="{FF2B5EF4-FFF2-40B4-BE49-F238E27FC236}">
                <a16:creationId xmlns:a16="http://schemas.microsoft.com/office/drawing/2014/main" id="{05BD63C5-D1B8-AB0D-64AC-2AFEB937E308}"/>
              </a:ext>
            </a:extLst>
          </p:cNvPr>
          <p:cNvSpPr/>
          <p:nvPr/>
        </p:nvSpPr>
        <p:spPr bwMode="auto">
          <a:xfrm>
            <a:off x="3709815" y="4749735"/>
            <a:ext cx="842377" cy="1017591"/>
          </a:xfrm>
          <a:prstGeom prst="roundRect">
            <a:avLst/>
          </a:prstGeom>
          <a:solidFill>
            <a:schemeClr val="accent2">
              <a:lumMod val="20000"/>
              <a:lumOff val="80000"/>
            </a:schemeClr>
          </a:solidFill>
          <a:ln w="12700" cap="flat" cmpd="sng" algn="ctr">
            <a:solidFill>
              <a:schemeClr val="accent2">
                <a:lumMod val="40000"/>
                <a:lumOff val="60000"/>
              </a:schemeClr>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ja-JP" altLang="en-US" sz="1000" b="1" dirty="0">
                <a:latin typeface="メイリオ" panose="020B0604030504040204" pitchFamily="50" charset="-128"/>
                <a:ea typeface="メイリオ" panose="020B0604030504040204" pitchFamily="50" charset="-128"/>
              </a:rPr>
              <a:t>ストレージ</a:t>
            </a:r>
            <a:endParaRPr lang="en-US" altLang="ja-JP" sz="1000" b="1" dirty="0">
              <a:latin typeface="メイリオ" panose="020B0604030504040204" pitchFamily="50" charset="-128"/>
              <a:ea typeface="メイリオ" panose="020B0604030504040204" pitchFamily="50" charset="-128"/>
            </a:endParaRPr>
          </a:p>
          <a:p>
            <a:pPr marL="0" marR="0" indent="0" algn="ctr" defTabSz="914400" rtl="0" eaLnBrk="1" fontAlgn="base" latinLnBrk="0" hangingPunct="1">
              <a:lnSpc>
                <a:spcPct val="100000"/>
              </a:lnSpc>
              <a:spcBef>
                <a:spcPct val="0"/>
              </a:spcBef>
              <a:spcAft>
                <a:spcPct val="0"/>
              </a:spcAft>
              <a:buClrTx/>
              <a:buSzTx/>
              <a:buFontTx/>
              <a:buNone/>
              <a:tabLst/>
            </a:pPr>
            <a:endParaRPr lang="en-US" altLang="ja-JP" sz="1000" b="1" dirty="0">
              <a:latin typeface="メイリオ" panose="020B0604030504040204" pitchFamily="50" charset="-128"/>
              <a:ea typeface="メイリオ" panose="020B0604030504040204" pitchFamily="50" charset="-128"/>
            </a:endParaRPr>
          </a:p>
          <a:p>
            <a:pPr marL="0" marR="0" indent="0" algn="ctr" defTabSz="914400" rtl="0" eaLnBrk="1" fontAlgn="base" latinLnBrk="0" hangingPunct="1">
              <a:lnSpc>
                <a:spcPct val="100000"/>
              </a:lnSpc>
              <a:spcBef>
                <a:spcPct val="0"/>
              </a:spcBef>
              <a:spcAft>
                <a:spcPct val="0"/>
              </a:spcAft>
              <a:buClrTx/>
              <a:buSzTx/>
              <a:buFontTx/>
              <a:buNone/>
              <a:tabLst/>
            </a:pPr>
            <a:r>
              <a:rPr kumimoji="1" lang="ja-JP" altLang="en-US" sz="1000" b="0"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rPr>
              <a:t>ストレージへの書込み</a:t>
            </a:r>
          </a:p>
        </p:txBody>
      </p:sp>
      <p:sp>
        <p:nvSpPr>
          <p:cNvPr id="28" name="テキスト ボックス 99">
            <a:extLst>
              <a:ext uri="{FF2B5EF4-FFF2-40B4-BE49-F238E27FC236}">
                <a16:creationId xmlns:a16="http://schemas.microsoft.com/office/drawing/2014/main" id="{B8C6F717-7F7C-E303-76B8-F15454A5B9B4}"/>
              </a:ext>
            </a:extLst>
          </p:cNvPr>
          <p:cNvSpPr txBox="1"/>
          <p:nvPr/>
        </p:nvSpPr>
        <p:spPr>
          <a:xfrm>
            <a:off x="1593325" y="1949219"/>
            <a:ext cx="2398871" cy="307777"/>
          </a:xfrm>
          <a:prstGeom prst="rect">
            <a:avLst/>
          </a:prstGeom>
          <a:noFill/>
        </p:spPr>
        <p:txBody>
          <a:bodyPr wrap="square" rtlCol="0">
            <a:spAutoFit/>
          </a:bodyPr>
          <a:lstStyle/>
          <a:p>
            <a:pPr algn="ctr"/>
            <a:r>
              <a:rPr lang="en-US" altLang="ja-JP" sz="1400" b="1" i="0" dirty="0">
                <a:solidFill>
                  <a:srgbClr val="14171A"/>
                </a:solidFill>
                <a:effectLst/>
                <a:latin typeface="メイリオ" panose="020B0604030504040204" pitchFamily="50" charset="-128"/>
                <a:ea typeface="メイリオ" panose="020B0604030504040204" pitchFamily="50" charset="-128"/>
              </a:rPr>
              <a:t>Optimized Writes</a:t>
            </a:r>
            <a:r>
              <a:rPr lang="ja-JP" altLang="en-US" sz="1400" b="1" i="0" dirty="0">
                <a:solidFill>
                  <a:srgbClr val="14171A"/>
                </a:solidFill>
                <a:effectLst/>
                <a:latin typeface="メイリオ" panose="020B0604030504040204" pitchFamily="50" charset="-128"/>
                <a:ea typeface="メイリオ" panose="020B0604030504040204" pitchFamily="50" charset="-128"/>
              </a:rPr>
              <a:t>なし</a:t>
            </a:r>
            <a:endParaRPr lang="en-US" altLang="ja-JP" sz="1400" b="1" dirty="0">
              <a:latin typeface="メイリオ" panose="020B0604030504040204" pitchFamily="50" charset="-128"/>
              <a:ea typeface="メイリオ" panose="020B0604030504040204" pitchFamily="50" charset="-128"/>
            </a:endParaRPr>
          </a:p>
        </p:txBody>
      </p:sp>
      <p:sp>
        <p:nvSpPr>
          <p:cNvPr id="34" name="四角形: メモ 33">
            <a:extLst>
              <a:ext uri="{FF2B5EF4-FFF2-40B4-BE49-F238E27FC236}">
                <a16:creationId xmlns:a16="http://schemas.microsoft.com/office/drawing/2014/main" id="{FA1AF463-7E1E-2FEA-B643-73CAA34F4D57}"/>
              </a:ext>
            </a:extLst>
          </p:cNvPr>
          <p:cNvSpPr/>
          <p:nvPr/>
        </p:nvSpPr>
        <p:spPr bwMode="auto">
          <a:xfrm>
            <a:off x="1864963" y="5349702"/>
            <a:ext cx="382646" cy="411570"/>
          </a:xfrm>
          <a:prstGeom prst="foldedCorner">
            <a:avLst>
              <a:gd name="adj" fmla="val 7761"/>
            </a:avLst>
          </a:prstGeom>
          <a:noFill/>
          <a:ln w="12700" cap="flat" cmpd="sng" algn="ctr">
            <a:solidFill>
              <a:schemeClr val="tx1"/>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1" lang="en-US" altLang="ja-JP" sz="800" b="0" i="0" u="none" strike="noStrike" cap="none" normalizeH="0" baseline="0" dirty="0">
                <a:ln>
                  <a:noFill/>
                </a:ln>
                <a:solidFill>
                  <a:schemeClr val="tx1"/>
                </a:solidFill>
                <a:effectLst/>
                <a:latin typeface="ＭＳ Ｐゴシック" pitchFamily="50" charset="-128"/>
                <a:ea typeface="ＭＳ Ｐゴシック" pitchFamily="50" charset="-128"/>
              </a:rPr>
              <a:t>16KB</a:t>
            </a:r>
          </a:p>
          <a:p>
            <a:pPr marL="0" marR="0" indent="0" algn="l" defTabSz="914400" rtl="0" eaLnBrk="1" fontAlgn="base" latinLnBrk="0" hangingPunct="1">
              <a:lnSpc>
                <a:spcPct val="100000"/>
              </a:lnSpc>
              <a:spcBef>
                <a:spcPct val="0"/>
              </a:spcBef>
              <a:spcAft>
                <a:spcPct val="0"/>
              </a:spcAft>
              <a:buClrTx/>
              <a:buSzTx/>
              <a:buFontTx/>
              <a:buNone/>
              <a:tabLst/>
            </a:pPr>
            <a:r>
              <a:rPr kumimoji="1" lang="ja-JP" altLang="en-US" sz="800" b="0" i="0" u="none" strike="noStrike" cap="none" normalizeH="0" baseline="0" dirty="0">
                <a:ln>
                  <a:noFill/>
                </a:ln>
                <a:solidFill>
                  <a:schemeClr val="tx1"/>
                </a:solidFill>
                <a:effectLst/>
                <a:latin typeface="ＭＳ Ｐゴシック" pitchFamily="50" charset="-128"/>
                <a:ea typeface="ＭＳ Ｐゴシック" pitchFamily="50" charset="-128"/>
              </a:rPr>
              <a:t>ページ</a:t>
            </a:r>
          </a:p>
        </p:txBody>
      </p:sp>
      <p:cxnSp>
        <p:nvCxnSpPr>
          <p:cNvPr id="35" name="コネクタ: カギ線 23">
            <a:extLst>
              <a:ext uri="{FF2B5EF4-FFF2-40B4-BE49-F238E27FC236}">
                <a16:creationId xmlns:a16="http://schemas.microsoft.com/office/drawing/2014/main" id="{00687DC3-3CF5-7A1D-6FA1-72A5627B04DA}"/>
              </a:ext>
            </a:extLst>
          </p:cNvPr>
          <p:cNvCxnSpPr>
            <a:cxnSpLocks/>
            <a:stCxn id="22" idx="1"/>
            <a:endCxn id="19" idx="3"/>
          </p:cNvCxnSpPr>
          <p:nvPr/>
        </p:nvCxnSpPr>
        <p:spPr bwMode="auto">
          <a:xfrm flipH="1">
            <a:off x="1788546" y="5258531"/>
            <a:ext cx="517198" cy="0"/>
          </a:xfrm>
          <a:prstGeom prst="straightConnector1">
            <a:avLst/>
          </a:prstGeom>
          <a:noFill/>
          <a:ln w="31750" cap="flat" cmpd="sng" algn="ctr">
            <a:solidFill>
              <a:srgbClr val="002060"/>
            </a:solidFill>
            <a:prstDash val="solid"/>
            <a:round/>
            <a:headEnd type="triangle" w="med" len="med"/>
            <a:tailEnd type="none"/>
          </a:ln>
          <a:effectLst/>
        </p:spPr>
      </p:cxnSp>
      <p:cxnSp>
        <p:nvCxnSpPr>
          <p:cNvPr id="46" name="コネクタ: カギ線 23">
            <a:extLst>
              <a:ext uri="{FF2B5EF4-FFF2-40B4-BE49-F238E27FC236}">
                <a16:creationId xmlns:a16="http://schemas.microsoft.com/office/drawing/2014/main" id="{402CAA01-22DB-0371-791B-389CDC081F38}"/>
              </a:ext>
            </a:extLst>
          </p:cNvPr>
          <p:cNvCxnSpPr>
            <a:cxnSpLocks/>
          </p:cNvCxnSpPr>
          <p:nvPr/>
        </p:nvCxnSpPr>
        <p:spPr bwMode="auto">
          <a:xfrm flipH="1">
            <a:off x="3148121" y="4941168"/>
            <a:ext cx="517198" cy="0"/>
          </a:xfrm>
          <a:prstGeom prst="straightConnector1">
            <a:avLst/>
          </a:prstGeom>
          <a:noFill/>
          <a:ln w="31750" cap="flat" cmpd="sng" algn="ctr">
            <a:solidFill>
              <a:srgbClr val="002060"/>
            </a:solidFill>
            <a:prstDash val="solid"/>
            <a:round/>
            <a:headEnd type="triangle" w="med" len="med"/>
            <a:tailEnd type="none"/>
          </a:ln>
          <a:effectLst/>
        </p:spPr>
      </p:cxnSp>
      <p:cxnSp>
        <p:nvCxnSpPr>
          <p:cNvPr id="47" name="コネクタ: カギ線 23">
            <a:extLst>
              <a:ext uri="{FF2B5EF4-FFF2-40B4-BE49-F238E27FC236}">
                <a16:creationId xmlns:a16="http://schemas.microsoft.com/office/drawing/2014/main" id="{7A98DE40-36E9-882B-4BA6-44965D785306}"/>
              </a:ext>
            </a:extLst>
          </p:cNvPr>
          <p:cNvCxnSpPr>
            <a:cxnSpLocks/>
          </p:cNvCxnSpPr>
          <p:nvPr/>
        </p:nvCxnSpPr>
        <p:spPr bwMode="auto">
          <a:xfrm flipH="1">
            <a:off x="3148121" y="5157192"/>
            <a:ext cx="517198" cy="0"/>
          </a:xfrm>
          <a:prstGeom prst="straightConnector1">
            <a:avLst/>
          </a:prstGeom>
          <a:noFill/>
          <a:ln w="31750" cap="flat" cmpd="sng" algn="ctr">
            <a:solidFill>
              <a:srgbClr val="002060"/>
            </a:solidFill>
            <a:prstDash val="solid"/>
            <a:round/>
            <a:headEnd type="triangle" w="med" len="med"/>
            <a:tailEnd type="none"/>
          </a:ln>
          <a:effectLst/>
        </p:spPr>
      </p:cxnSp>
      <p:cxnSp>
        <p:nvCxnSpPr>
          <p:cNvPr id="48" name="コネクタ: カギ線 23">
            <a:extLst>
              <a:ext uri="{FF2B5EF4-FFF2-40B4-BE49-F238E27FC236}">
                <a16:creationId xmlns:a16="http://schemas.microsoft.com/office/drawing/2014/main" id="{9E68CAEE-0A77-29C1-64E0-9AC2270C2FB8}"/>
              </a:ext>
            </a:extLst>
          </p:cNvPr>
          <p:cNvCxnSpPr>
            <a:cxnSpLocks/>
          </p:cNvCxnSpPr>
          <p:nvPr/>
        </p:nvCxnSpPr>
        <p:spPr bwMode="auto">
          <a:xfrm flipH="1">
            <a:off x="3148121" y="5373216"/>
            <a:ext cx="517198" cy="0"/>
          </a:xfrm>
          <a:prstGeom prst="straightConnector1">
            <a:avLst/>
          </a:prstGeom>
          <a:noFill/>
          <a:ln w="31750" cap="flat" cmpd="sng" algn="ctr">
            <a:solidFill>
              <a:srgbClr val="002060"/>
            </a:solidFill>
            <a:prstDash val="solid"/>
            <a:round/>
            <a:headEnd type="triangle" w="med" len="med"/>
            <a:tailEnd type="none"/>
          </a:ln>
          <a:effectLst/>
        </p:spPr>
      </p:cxnSp>
      <p:cxnSp>
        <p:nvCxnSpPr>
          <p:cNvPr id="50" name="コネクタ: カギ線 23">
            <a:extLst>
              <a:ext uri="{FF2B5EF4-FFF2-40B4-BE49-F238E27FC236}">
                <a16:creationId xmlns:a16="http://schemas.microsoft.com/office/drawing/2014/main" id="{3F2FB47D-FD28-6E7C-4136-0C8EAB216591}"/>
              </a:ext>
            </a:extLst>
          </p:cNvPr>
          <p:cNvCxnSpPr>
            <a:cxnSpLocks/>
          </p:cNvCxnSpPr>
          <p:nvPr/>
        </p:nvCxnSpPr>
        <p:spPr bwMode="auto">
          <a:xfrm flipH="1">
            <a:off x="3148121" y="5589240"/>
            <a:ext cx="517198" cy="0"/>
          </a:xfrm>
          <a:prstGeom prst="straightConnector1">
            <a:avLst/>
          </a:prstGeom>
          <a:noFill/>
          <a:ln w="31750" cap="flat" cmpd="sng" algn="ctr">
            <a:solidFill>
              <a:srgbClr val="002060"/>
            </a:solidFill>
            <a:prstDash val="solid"/>
            <a:round/>
            <a:headEnd type="triangle" w="med" len="med"/>
            <a:tailEnd type="none"/>
          </a:ln>
          <a:effectLst/>
        </p:spPr>
      </p:cxnSp>
      <p:sp>
        <p:nvSpPr>
          <p:cNvPr id="57" name="テキスト ボックス 99">
            <a:extLst>
              <a:ext uri="{FF2B5EF4-FFF2-40B4-BE49-F238E27FC236}">
                <a16:creationId xmlns:a16="http://schemas.microsoft.com/office/drawing/2014/main" id="{8494DEB6-25EB-12C0-A35B-EA77F4964AD5}"/>
              </a:ext>
            </a:extLst>
          </p:cNvPr>
          <p:cNvSpPr txBox="1"/>
          <p:nvPr/>
        </p:nvSpPr>
        <p:spPr>
          <a:xfrm>
            <a:off x="1924281" y="4509570"/>
            <a:ext cx="1664950" cy="246221"/>
          </a:xfrm>
          <a:prstGeom prst="rect">
            <a:avLst/>
          </a:prstGeom>
          <a:noFill/>
        </p:spPr>
        <p:txBody>
          <a:bodyPr wrap="square" rtlCol="0">
            <a:spAutoFit/>
          </a:bodyPr>
          <a:lstStyle/>
          <a:p>
            <a:pPr algn="ctr"/>
            <a:r>
              <a:rPr lang="ja-JP" altLang="en-US" sz="1000" b="1" dirty="0">
                <a:latin typeface="メイリオ" panose="020B0604030504040204" pitchFamily="50" charset="-128"/>
                <a:ea typeface="メイリオ" panose="020B0604030504040204" pitchFamily="50" charset="-128"/>
              </a:rPr>
              <a:t>書込み処理１</a:t>
            </a:r>
            <a:endParaRPr lang="en-US" altLang="ja-JP" sz="1000" b="1" dirty="0">
              <a:latin typeface="メイリオ" panose="020B0604030504040204" pitchFamily="50" charset="-128"/>
              <a:ea typeface="メイリオ" panose="020B0604030504040204" pitchFamily="50" charset="-128"/>
            </a:endParaRPr>
          </a:p>
        </p:txBody>
      </p:sp>
      <p:sp>
        <p:nvSpPr>
          <p:cNvPr id="58" name="テキスト ボックス 99">
            <a:extLst>
              <a:ext uri="{FF2B5EF4-FFF2-40B4-BE49-F238E27FC236}">
                <a16:creationId xmlns:a16="http://schemas.microsoft.com/office/drawing/2014/main" id="{6D757500-F5F9-920B-ADF4-989BFE09B8E0}"/>
              </a:ext>
            </a:extLst>
          </p:cNvPr>
          <p:cNvSpPr txBox="1"/>
          <p:nvPr/>
        </p:nvSpPr>
        <p:spPr>
          <a:xfrm>
            <a:off x="3301464" y="4509570"/>
            <a:ext cx="1664950" cy="246221"/>
          </a:xfrm>
          <a:prstGeom prst="rect">
            <a:avLst/>
          </a:prstGeom>
          <a:noFill/>
        </p:spPr>
        <p:txBody>
          <a:bodyPr wrap="square" rtlCol="0">
            <a:spAutoFit/>
          </a:bodyPr>
          <a:lstStyle/>
          <a:p>
            <a:pPr algn="ctr"/>
            <a:r>
              <a:rPr lang="ja-JP" altLang="en-US" sz="1000" b="1" dirty="0">
                <a:latin typeface="メイリオ" panose="020B0604030504040204" pitchFamily="50" charset="-128"/>
                <a:ea typeface="メイリオ" panose="020B0604030504040204" pitchFamily="50" charset="-128"/>
              </a:rPr>
              <a:t>書込み処理２</a:t>
            </a:r>
            <a:endParaRPr lang="en-US" altLang="ja-JP" sz="1000" b="1" dirty="0">
              <a:latin typeface="メイリオ" panose="020B0604030504040204" pitchFamily="50" charset="-128"/>
              <a:ea typeface="メイリオ" panose="020B0604030504040204" pitchFamily="50" charset="-128"/>
            </a:endParaRPr>
          </a:p>
        </p:txBody>
      </p:sp>
      <p:sp>
        <p:nvSpPr>
          <p:cNvPr id="59" name="テキスト ボックス 58">
            <a:extLst>
              <a:ext uri="{FF2B5EF4-FFF2-40B4-BE49-F238E27FC236}">
                <a16:creationId xmlns:a16="http://schemas.microsoft.com/office/drawing/2014/main" id="{7E3F0713-276C-97C9-F8D2-AECADBC4B495}"/>
              </a:ext>
            </a:extLst>
          </p:cNvPr>
          <p:cNvSpPr txBox="1"/>
          <p:nvPr/>
        </p:nvSpPr>
        <p:spPr>
          <a:xfrm>
            <a:off x="1718931" y="2638882"/>
            <a:ext cx="3090050" cy="830997"/>
          </a:xfrm>
          <a:prstGeom prst="rect">
            <a:avLst/>
          </a:prstGeom>
          <a:noFill/>
        </p:spPr>
        <p:txBody>
          <a:bodyPr wrap="square">
            <a:spAutoFit/>
          </a:bodyPr>
          <a:lstStyle/>
          <a:p>
            <a:r>
              <a:rPr kumimoji="1" lang="ja-JP" altLang="en-US" sz="1200" dirty="0">
                <a:latin typeface="メイリオ" panose="020B0604030504040204" pitchFamily="50" charset="-128"/>
                <a:ea typeface="メイリオ" panose="020B0604030504040204" pitchFamily="50" charset="-128"/>
              </a:rPr>
              <a:t>バッファーへの書き込みを間に実施することで、不整合が発生しない書き込み処理を行っている。その分、</a:t>
            </a:r>
            <a:r>
              <a:rPr kumimoji="1" lang="en-US" altLang="ja-JP" sz="1200" dirty="0">
                <a:latin typeface="メイリオ" panose="020B0604030504040204" pitchFamily="50" charset="-128"/>
                <a:ea typeface="メイリオ" panose="020B0604030504040204" pitchFamily="50" charset="-128"/>
              </a:rPr>
              <a:t>IO</a:t>
            </a:r>
            <a:r>
              <a:rPr kumimoji="1" lang="ja-JP" altLang="en-US" sz="1200" dirty="0">
                <a:latin typeface="メイリオ" panose="020B0604030504040204" pitchFamily="50" charset="-128"/>
                <a:ea typeface="メイリオ" panose="020B0604030504040204" pitchFamily="50" charset="-128"/>
              </a:rPr>
              <a:t>が増加しており、書き込みが遅い</a:t>
            </a:r>
          </a:p>
        </p:txBody>
      </p:sp>
      <p:sp>
        <p:nvSpPr>
          <p:cNvPr id="91" name="四角形: メモ 90">
            <a:extLst>
              <a:ext uri="{FF2B5EF4-FFF2-40B4-BE49-F238E27FC236}">
                <a16:creationId xmlns:a16="http://schemas.microsoft.com/office/drawing/2014/main" id="{39C51810-2CA0-FACD-70F2-D1179B295D53}"/>
              </a:ext>
            </a:extLst>
          </p:cNvPr>
          <p:cNvSpPr/>
          <p:nvPr/>
        </p:nvSpPr>
        <p:spPr bwMode="auto">
          <a:xfrm>
            <a:off x="3810540" y="5445224"/>
            <a:ext cx="638404" cy="151298"/>
          </a:xfrm>
          <a:prstGeom prst="foldedCorner">
            <a:avLst>
              <a:gd name="adj" fmla="val 7761"/>
            </a:avLst>
          </a:prstGeom>
          <a:solidFill>
            <a:schemeClr val="bg1"/>
          </a:solidFill>
          <a:ln w="12700" cap="flat" cmpd="sng" algn="ctr">
            <a:solidFill>
              <a:schemeClr val="tx1"/>
            </a:solidFill>
            <a:prstDash val="solid"/>
            <a:round/>
            <a:headEnd type="none" w="med" len="med"/>
            <a:tailEnd type="none" w="med" len="med"/>
          </a:ln>
          <a:effectLst/>
        </p:spPr>
        <p:txBody>
          <a:bodyPr vert="horz" wrap="none" lIns="36000" tIns="36000" rIns="36000" bIns="360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altLang="ja-JP" sz="800" dirty="0"/>
              <a:t>4</a:t>
            </a:r>
            <a:r>
              <a:rPr kumimoji="1" lang="en-US" altLang="ja-JP" sz="800" b="0" i="0" u="none" strike="noStrike" cap="none" normalizeH="0" baseline="0" dirty="0">
                <a:ln>
                  <a:noFill/>
                </a:ln>
                <a:solidFill>
                  <a:schemeClr val="tx1"/>
                </a:solidFill>
                <a:effectLst/>
                <a:latin typeface="ＭＳ Ｐゴシック" pitchFamily="50" charset="-128"/>
                <a:ea typeface="ＭＳ Ｐゴシック" pitchFamily="50" charset="-128"/>
              </a:rPr>
              <a:t>KB</a:t>
            </a:r>
            <a:r>
              <a:rPr kumimoji="1" lang="ja-JP" altLang="en-US" sz="800" b="0" i="0" u="none" strike="noStrike" cap="none" normalizeH="0" baseline="0" dirty="0">
                <a:ln>
                  <a:noFill/>
                </a:ln>
                <a:solidFill>
                  <a:schemeClr val="tx1"/>
                </a:solidFill>
                <a:effectLst/>
                <a:latin typeface="ＭＳ Ｐゴシック" pitchFamily="50" charset="-128"/>
                <a:ea typeface="ＭＳ Ｐゴシック" pitchFamily="50" charset="-128"/>
              </a:rPr>
              <a:t>　ブロック</a:t>
            </a:r>
            <a:endParaRPr kumimoji="1" lang="en-US" altLang="ja-JP" sz="800" b="0" i="0" u="none" strike="noStrike" cap="none" normalizeH="0" baseline="0" dirty="0">
              <a:ln>
                <a:noFill/>
              </a:ln>
              <a:solidFill>
                <a:schemeClr val="tx1"/>
              </a:solidFill>
              <a:effectLst/>
              <a:latin typeface="ＭＳ Ｐゴシック" pitchFamily="50" charset="-128"/>
              <a:ea typeface="ＭＳ Ｐゴシック" pitchFamily="50" charset="-128"/>
            </a:endParaRPr>
          </a:p>
        </p:txBody>
      </p:sp>
      <p:sp>
        <p:nvSpPr>
          <p:cNvPr id="92" name="四角形: メモ 91">
            <a:extLst>
              <a:ext uri="{FF2B5EF4-FFF2-40B4-BE49-F238E27FC236}">
                <a16:creationId xmlns:a16="http://schemas.microsoft.com/office/drawing/2014/main" id="{4399D7E5-79B6-CBA0-3465-D41C731308C2}"/>
              </a:ext>
            </a:extLst>
          </p:cNvPr>
          <p:cNvSpPr/>
          <p:nvPr/>
        </p:nvSpPr>
        <p:spPr bwMode="auto">
          <a:xfrm>
            <a:off x="3810540" y="5625781"/>
            <a:ext cx="638404" cy="151298"/>
          </a:xfrm>
          <a:prstGeom prst="foldedCorner">
            <a:avLst>
              <a:gd name="adj" fmla="val 7761"/>
            </a:avLst>
          </a:prstGeom>
          <a:solidFill>
            <a:schemeClr val="bg1"/>
          </a:solidFill>
          <a:ln w="12700" cap="flat" cmpd="sng" algn="ctr">
            <a:solidFill>
              <a:schemeClr val="tx1"/>
            </a:solidFill>
            <a:prstDash val="solid"/>
            <a:round/>
            <a:headEnd type="none" w="med" len="med"/>
            <a:tailEnd type="none" w="med" len="med"/>
          </a:ln>
          <a:effectLst/>
        </p:spPr>
        <p:txBody>
          <a:bodyPr vert="horz" wrap="none" lIns="36000" tIns="36000" rIns="36000" bIns="360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altLang="ja-JP" sz="800" dirty="0"/>
              <a:t>4</a:t>
            </a:r>
            <a:r>
              <a:rPr kumimoji="1" lang="en-US" altLang="ja-JP" sz="800" b="0" i="0" u="none" strike="noStrike" cap="none" normalizeH="0" baseline="0" dirty="0">
                <a:ln>
                  <a:noFill/>
                </a:ln>
                <a:solidFill>
                  <a:schemeClr val="tx1"/>
                </a:solidFill>
                <a:effectLst/>
                <a:latin typeface="ＭＳ Ｐゴシック" pitchFamily="50" charset="-128"/>
                <a:ea typeface="ＭＳ Ｐゴシック" pitchFamily="50" charset="-128"/>
              </a:rPr>
              <a:t>KB</a:t>
            </a:r>
            <a:r>
              <a:rPr kumimoji="1" lang="ja-JP" altLang="en-US" sz="800" b="0" i="0" u="none" strike="noStrike" cap="none" normalizeH="0" baseline="0" dirty="0">
                <a:ln>
                  <a:noFill/>
                </a:ln>
                <a:solidFill>
                  <a:schemeClr val="tx1"/>
                </a:solidFill>
                <a:effectLst/>
                <a:latin typeface="ＭＳ Ｐゴシック" pitchFamily="50" charset="-128"/>
                <a:ea typeface="ＭＳ Ｐゴシック" pitchFamily="50" charset="-128"/>
              </a:rPr>
              <a:t>　ブロック</a:t>
            </a:r>
            <a:endParaRPr kumimoji="1" lang="en-US" altLang="ja-JP" sz="800" b="0" i="0" u="none" strike="noStrike" cap="none" normalizeH="0" baseline="0" dirty="0">
              <a:ln>
                <a:noFill/>
              </a:ln>
              <a:solidFill>
                <a:schemeClr val="tx1"/>
              </a:solidFill>
              <a:effectLst/>
              <a:latin typeface="ＭＳ Ｐゴシック" pitchFamily="50" charset="-128"/>
              <a:ea typeface="ＭＳ Ｐゴシック" pitchFamily="50" charset="-128"/>
            </a:endParaRPr>
          </a:p>
        </p:txBody>
      </p:sp>
      <p:pic>
        <p:nvPicPr>
          <p:cNvPr id="11" name="オーディオ 10">
            <a:hlinkClick r:id="" action="ppaction://media"/>
            <a:extLst>
              <a:ext uri="{FF2B5EF4-FFF2-40B4-BE49-F238E27FC236}">
                <a16:creationId xmlns:a16="http://schemas.microsoft.com/office/drawing/2014/main" id="{28E4B581-11CC-9A16-EC79-BBF1DD4F22F1}"/>
              </a:ext>
            </a:extLst>
          </p:cNvPr>
          <p:cNvPicPr>
            <a:picLocks noChangeAspect="1"/>
          </p:cNvPicPr>
          <p:nvPr>
            <a:audioFile r:link="rId2"/>
            <p:extLst>
              <p:ext uri="{DAA4B4D4-6D71-4841-9C94-3DE7FCFB9230}">
                <p14:media xmlns:p14="http://schemas.microsoft.com/office/powerpoint/2010/main" r:embed="rId1"/>
              </p:ext>
            </p:extLst>
          </p:nvPr>
        </p:nvPicPr>
        <p:blipFill>
          <a:blip r:embed="rId7"/>
          <a:srcRect l="-245890" t="-245890" r="-245890" b="-245890"/>
          <a:stretch>
            <a:fillRect/>
          </a:stretch>
        </p:blipFill>
        <p:spPr>
          <a:xfrm>
            <a:off x="7766304" y="4718304"/>
            <a:ext cx="2057400" cy="2057400"/>
          </a:xfrm>
          <a:prstGeom prst="ellipse">
            <a:avLst/>
          </a:prstGeom>
        </p:spPr>
      </p:pic>
    </p:spTree>
    <p:extLst>
      <p:ext uri="{BB962C8B-B14F-4D97-AF65-F5344CB8AC3E}">
        <p14:creationId xmlns:p14="http://schemas.microsoft.com/office/powerpoint/2010/main" val="1571433015"/>
      </p:ext>
    </p:extLst>
  </p:cSld>
  <p:clrMapOvr>
    <a:masterClrMapping/>
  </p:clrMapOvr>
  <mc:AlternateContent xmlns:mc="http://schemas.openxmlformats.org/markup-compatibility/2006" xmlns:p14="http://schemas.microsoft.com/office/powerpoint/2010/main">
    <mc:Choice Requires="p14">
      <p:transition spd="slow" p14:dur="2000" advTm="70679"/>
    </mc:Choice>
    <mc:Fallback xmlns="">
      <p:transition spd="slow" advTm="70679"/>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1"/>
                </p:tgtEl>
              </p:cMediaNode>
            </p:audio>
          </p:childTnLst>
        </p:cTn>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タイトル 1">
            <a:extLst>
              <a:ext uri="{FF2B5EF4-FFF2-40B4-BE49-F238E27FC236}">
                <a16:creationId xmlns:a16="http://schemas.microsoft.com/office/drawing/2014/main" id="{48F80BE1-D063-4240-BFC7-C8D243720250}"/>
              </a:ext>
            </a:extLst>
          </p:cNvPr>
          <p:cNvSpPr txBox="1">
            <a:spLocks/>
          </p:cNvSpPr>
          <p:nvPr/>
        </p:nvSpPr>
        <p:spPr bwMode="auto">
          <a:xfrm>
            <a:off x="631222" y="201863"/>
            <a:ext cx="8642258" cy="50208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rtl="0" fontAlgn="base">
              <a:lnSpc>
                <a:spcPct val="90000"/>
              </a:lnSpc>
              <a:spcBef>
                <a:spcPct val="0"/>
              </a:spcBef>
              <a:spcAft>
                <a:spcPct val="0"/>
              </a:spcAft>
              <a:defRPr kumimoji="1" sz="2000">
                <a:solidFill>
                  <a:schemeClr val="tx2"/>
                </a:solidFill>
                <a:latin typeface="游明朝" panose="02020400000000000000" pitchFamily="18" charset="-128"/>
                <a:ea typeface="游明朝" panose="02020400000000000000" pitchFamily="18" charset="-128"/>
                <a:cs typeface="+mj-cs"/>
              </a:defRPr>
            </a:lvl1pPr>
            <a:lvl2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2pPr>
            <a:lvl3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3pPr>
            <a:lvl4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4pPr>
            <a:lvl5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5pPr>
            <a:lvl6pPr marL="4572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6pPr>
            <a:lvl7pPr marL="9144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7pPr>
            <a:lvl8pPr marL="13716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8pPr>
            <a:lvl9pPr marL="18288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9pPr>
          </a:lstStyle>
          <a:p>
            <a:pPr algn="l"/>
            <a:r>
              <a:rPr lang="en-US" altLang="ja-JP" sz="3000" dirty="0">
                <a:solidFill>
                  <a:schemeClr val="tx1"/>
                </a:solidFill>
                <a:latin typeface="メイリオ" panose="020B0604030504040204" pitchFamily="50" charset="-128"/>
                <a:ea typeface="メイリオ" panose="020B0604030504040204" pitchFamily="50" charset="-128"/>
              </a:rPr>
              <a:t>RDS</a:t>
            </a:r>
            <a:r>
              <a:rPr lang="ja-JP" altLang="en-US" sz="3000" dirty="0">
                <a:solidFill>
                  <a:schemeClr val="tx1"/>
                </a:solidFill>
                <a:latin typeface="メイリオ" panose="020B0604030504040204" pitchFamily="50" charset="-128"/>
                <a:ea typeface="メイリオ" panose="020B0604030504040204" pitchFamily="50" charset="-128"/>
              </a:rPr>
              <a:t>最適化書き込み（</a:t>
            </a:r>
            <a:r>
              <a:rPr lang="en-US" altLang="ja-JP" sz="2800" b="0" i="0" dirty="0">
                <a:solidFill>
                  <a:srgbClr val="14171A"/>
                </a:solidFill>
                <a:effectLst/>
                <a:latin typeface="Source Sans Pro" panose="020B0503030403020204" pitchFamily="34" charset="0"/>
              </a:rPr>
              <a:t>Optimized Writes</a:t>
            </a:r>
            <a:r>
              <a:rPr lang="ja-JP" altLang="en-US" sz="3000" dirty="0">
                <a:solidFill>
                  <a:schemeClr val="tx1"/>
                </a:solidFill>
                <a:latin typeface="メイリオ" panose="020B0604030504040204" pitchFamily="50" charset="-128"/>
                <a:ea typeface="メイリオ" panose="020B0604030504040204" pitchFamily="50" charset="-128"/>
              </a:rPr>
              <a:t>）</a:t>
            </a:r>
            <a:endParaRPr lang="en-US" altLang="ja-JP" sz="3000" dirty="0">
              <a:solidFill>
                <a:schemeClr val="tx1"/>
              </a:solidFill>
              <a:latin typeface="メイリオ" panose="020B0604030504040204" pitchFamily="50" charset="-128"/>
              <a:ea typeface="メイリオ" panose="020B0604030504040204" pitchFamily="50" charset="-128"/>
            </a:endParaRPr>
          </a:p>
        </p:txBody>
      </p:sp>
      <p:sp>
        <p:nvSpPr>
          <p:cNvPr id="37" name="コンテンツ プレースホルダー 2">
            <a:extLst>
              <a:ext uri="{FF2B5EF4-FFF2-40B4-BE49-F238E27FC236}">
                <a16:creationId xmlns:a16="http://schemas.microsoft.com/office/drawing/2014/main" id="{2DC1489D-7AED-4EB8-B650-CDD4C4BDCEE3}"/>
              </a:ext>
            </a:extLst>
          </p:cNvPr>
          <p:cNvSpPr txBox="1">
            <a:spLocks/>
          </p:cNvSpPr>
          <p:nvPr/>
        </p:nvSpPr>
        <p:spPr>
          <a:xfrm>
            <a:off x="631222" y="692696"/>
            <a:ext cx="9002298" cy="325343"/>
          </a:xfrm>
          <a:prstGeom prst="rect">
            <a:avLst/>
          </a:prstGeom>
        </p:spPr>
        <p:txBody>
          <a:bodyPr vert="horz" lIns="74295" tIns="37148" rIns="74295" bIns="37148" rtlCol="0">
            <a:noAutofit/>
          </a:bodyPr>
          <a:lstStyle>
            <a:lvl1pPr marL="228600" indent="-228600" algn="l" defTabSz="914400" rtl="0" eaLnBrk="1" latinLnBrk="0" hangingPunct="1">
              <a:lnSpc>
                <a:spcPct val="90000"/>
              </a:lnSpc>
              <a:spcBef>
                <a:spcPts val="1000"/>
              </a:spcBef>
              <a:buFont typeface="Wingdings 2" pitchFamily="18" charset="2"/>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2" pitchFamily="18" charset="2"/>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2" pitchFamily="18" charset="2"/>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5pPr>
            <a:lvl6pPr marL="25146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6pPr>
            <a:lvl7pPr marL="29718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7pPr>
            <a:lvl8pPr marL="34290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8pPr>
            <a:lvl9pPr marL="38862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9pPr>
          </a:lstStyle>
          <a:p>
            <a:pPr marL="0" indent="0">
              <a:buNone/>
            </a:pPr>
            <a:r>
              <a:rPr lang="ja-JP" altLang="en-US" sz="2400" dirty="0">
                <a:solidFill>
                  <a:srgbClr val="002060"/>
                </a:solidFill>
                <a:latin typeface="メイリオ" panose="020B0604030504040204" pitchFamily="50" charset="-128"/>
                <a:ea typeface="メイリオ" panose="020B0604030504040204" pitchFamily="50" charset="-128"/>
              </a:rPr>
              <a:t>書き込みスループットが最大で</a:t>
            </a:r>
            <a:r>
              <a:rPr lang="en-US" altLang="ja-JP" sz="2400" dirty="0">
                <a:solidFill>
                  <a:srgbClr val="002060"/>
                </a:solidFill>
                <a:latin typeface="メイリオ" panose="020B0604030504040204" pitchFamily="50" charset="-128"/>
                <a:ea typeface="メイリオ" panose="020B0604030504040204" pitchFamily="50" charset="-128"/>
              </a:rPr>
              <a:t>2</a:t>
            </a:r>
            <a:r>
              <a:rPr lang="ja-JP" altLang="en-US" sz="2400" dirty="0">
                <a:solidFill>
                  <a:srgbClr val="002060"/>
                </a:solidFill>
                <a:latin typeface="メイリオ" panose="020B0604030504040204" pitchFamily="50" charset="-128"/>
                <a:ea typeface="メイリオ" panose="020B0604030504040204" pitchFamily="50" charset="-128"/>
              </a:rPr>
              <a:t>倍にする書き込み処理技術を適用した</a:t>
            </a:r>
            <a:r>
              <a:rPr lang="en-US" altLang="ja-JP" sz="2400" dirty="0">
                <a:solidFill>
                  <a:srgbClr val="002060"/>
                </a:solidFill>
                <a:latin typeface="メイリオ" panose="020B0604030504040204" pitchFamily="50" charset="-128"/>
                <a:ea typeface="メイリオ" panose="020B0604030504040204" pitchFamily="50" charset="-128"/>
              </a:rPr>
              <a:t>DB</a:t>
            </a:r>
            <a:r>
              <a:rPr lang="ja-JP" altLang="en-US" sz="2400" dirty="0">
                <a:solidFill>
                  <a:srgbClr val="002060"/>
                </a:solidFill>
                <a:latin typeface="メイリオ" panose="020B0604030504040204" pitchFamily="50" charset="-128"/>
                <a:ea typeface="メイリオ" panose="020B0604030504040204" pitchFamily="50" charset="-128"/>
              </a:rPr>
              <a:t>エンジンとインスタンスタイプの構成</a:t>
            </a:r>
            <a:endParaRPr lang="en-US" altLang="ja-JP" sz="2400" dirty="0">
              <a:solidFill>
                <a:srgbClr val="002060"/>
              </a:solidFill>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474F5D8F-131F-6C27-05C2-B3C9F98FB6C0}"/>
              </a:ext>
            </a:extLst>
          </p:cNvPr>
          <p:cNvSpPr/>
          <p:nvPr/>
        </p:nvSpPr>
        <p:spPr bwMode="auto">
          <a:xfrm>
            <a:off x="560512" y="1916832"/>
            <a:ext cx="4392488" cy="4320480"/>
          </a:xfrm>
          <a:prstGeom prst="rect">
            <a:avLst/>
          </a:prstGeom>
          <a:noFill/>
          <a:ln w="12700" cap="flat" cmpd="sng" algn="ctr">
            <a:solidFill>
              <a:srgbClr val="0070C0"/>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ja-JP" altLang="en-US" sz="1600" b="0" i="0" u="none" strike="noStrike" cap="none" normalizeH="0" baseline="0">
              <a:ln>
                <a:noFill/>
              </a:ln>
              <a:solidFill>
                <a:schemeClr val="tx1"/>
              </a:solidFill>
              <a:effectLst/>
              <a:latin typeface="ＭＳ Ｐゴシック" pitchFamily="50" charset="-128"/>
              <a:ea typeface="ＭＳ Ｐゴシック" pitchFamily="50" charset="-128"/>
            </a:endParaRPr>
          </a:p>
        </p:txBody>
      </p:sp>
      <p:pic>
        <p:nvPicPr>
          <p:cNvPr id="4" name="図 41" descr="音楽 が含まれている画像&#10;&#10;自動的に生成された説明">
            <a:extLst>
              <a:ext uri="{FF2B5EF4-FFF2-40B4-BE49-F238E27FC236}">
                <a16:creationId xmlns:a16="http://schemas.microsoft.com/office/drawing/2014/main" id="{51E69F7F-0BC7-1BE2-05C5-8FEE1FFCFC0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36576" y="2401584"/>
            <a:ext cx="495620" cy="590267"/>
          </a:xfrm>
          <a:prstGeom prst="rect">
            <a:avLst/>
          </a:prstGeom>
        </p:spPr>
      </p:pic>
      <p:sp>
        <p:nvSpPr>
          <p:cNvPr id="5" name="テキスト ボックス 42">
            <a:extLst>
              <a:ext uri="{FF2B5EF4-FFF2-40B4-BE49-F238E27FC236}">
                <a16:creationId xmlns:a16="http://schemas.microsoft.com/office/drawing/2014/main" id="{EE4BAF2E-2DBB-94E4-B94B-FE63DA13A5B7}"/>
              </a:ext>
            </a:extLst>
          </p:cNvPr>
          <p:cNvSpPr txBox="1"/>
          <p:nvPr/>
        </p:nvSpPr>
        <p:spPr>
          <a:xfrm>
            <a:off x="1091701" y="2570836"/>
            <a:ext cx="612503" cy="276999"/>
          </a:xfrm>
          <a:prstGeom prst="rect">
            <a:avLst/>
          </a:prstGeom>
          <a:noFill/>
        </p:spPr>
        <p:txBody>
          <a:bodyPr wrap="square" rtlCol="0">
            <a:spAutoFit/>
          </a:bodyPr>
          <a:lstStyle/>
          <a:p>
            <a:pPr algn="ctr"/>
            <a:r>
              <a:rPr kumimoji="1" lang="en-US" altLang="ja-JP" sz="1200" b="1" dirty="0">
                <a:solidFill>
                  <a:schemeClr val="bg1"/>
                </a:solidFill>
                <a:latin typeface="メイリオ" panose="020B0604030504040204" pitchFamily="50" charset="-128"/>
                <a:ea typeface="メイリオ" panose="020B0604030504040204" pitchFamily="50" charset="-128"/>
              </a:rPr>
              <a:t>EC2</a:t>
            </a:r>
          </a:p>
        </p:txBody>
      </p:sp>
      <p:sp>
        <p:nvSpPr>
          <p:cNvPr id="13" name="テキスト ボックス 99">
            <a:extLst>
              <a:ext uri="{FF2B5EF4-FFF2-40B4-BE49-F238E27FC236}">
                <a16:creationId xmlns:a16="http://schemas.microsoft.com/office/drawing/2014/main" id="{A80B6BE3-A6C2-8F39-5787-D5974880F4E7}"/>
              </a:ext>
            </a:extLst>
          </p:cNvPr>
          <p:cNvSpPr txBox="1"/>
          <p:nvPr/>
        </p:nvSpPr>
        <p:spPr>
          <a:xfrm>
            <a:off x="1834050" y="4061386"/>
            <a:ext cx="1664950" cy="246221"/>
          </a:xfrm>
          <a:prstGeom prst="rect">
            <a:avLst/>
          </a:prstGeom>
          <a:noFill/>
        </p:spPr>
        <p:txBody>
          <a:bodyPr wrap="square" rtlCol="0">
            <a:spAutoFit/>
          </a:bodyPr>
          <a:lstStyle/>
          <a:p>
            <a:pPr algn="ctr"/>
            <a:r>
              <a:rPr lang="ja-JP" altLang="en-US" sz="1000" b="1" dirty="0">
                <a:latin typeface="メイリオ" panose="020B0604030504040204" pitchFamily="50" charset="-128"/>
                <a:ea typeface="メイリオ" panose="020B0604030504040204" pitchFamily="50" charset="-128"/>
              </a:rPr>
              <a:t>書き込み処理</a:t>
            </a:r>
            <a:endParaRPr lang="en-US" altLang="ja-JP" sz="1000" b="1" dirty="0">
              <a:latin typeface="メイリオ" panose="020B0604030504040204" pitchFamily="50" charset="-128"/>
              <a:ea typeface="メイリオ" panose="020B0604030504040204" pitchFamily="50" charset="-128"/>
            </a:endParaRPr>
          </a:p>
        </p:txBody>
      </p:sp>
      <p:sp>
        <p:nvSpPr>
          <p:cNvPr id="14" name="テキスト ボックス 13">
            <a:extLst>
              <a:ext uri="{FF2B5EF4-FFF2-40B4-BE49-F238E27FC236}">
                <a16:creationId xmlns:a16="http://schemas.microsoft.com/office/drawing/2014/main" id="{E6BDBFD0-7533-E47E-9CBB-A7B6F5E79F80}"/>
              </a:ext>
            </a:extLst>
          </p:cNvPr>
          <p:cNvSpPr txBox="1"/>
          <p:nvPr/>
        </p:nvSpPr>
        <p:spPr>
          <a:xfrm>
            <a:off x="585907" y="3211561"/>
            <a:ext cx="697627" cy="400110"/>
          </a:xfrm>
          <a:prstGeom prst="rect">
            <a:avLst/>
          </a:prstGeom>
          <a:noFill/>
        </p:spPr>
        <p:txBody>
          <a:bodyPr wrap="none" rtlCol="0">
            <a:spAutoFit/>
          </a:bodyPr>
          <a:lstStyle/>
          <a:p>
            <a:pPr algn="ctr"/>
            <a:r>
              <a:rPr lang="ja-JP" altLang="en-US" sz="1000" b="1" dirty="0">
                <a:latin typeface="メイリオ" panose="020B0604030504040204" pitchFamily="50" charset="-128"/>
                <a:ea typeface="メイリオ" panose="020B0604030504040204" pitchFamily="50" charset="-128"/>
              </a:rPr>
              <a:t>書き込み</a:t>
            </a:r>
            <a:endParaRPr lang="en-US" altLang="ja-JP" sz="1000" b="1" dirty="0">
              <a:latin typeface="メイリオ" panose="020B0604030504040204" pitchFamily="50" charset="-128"/>
              <a:ea typeface="メイリオ" panose="020B0604030504040204" pitchFamily="50" charset="-128"/>
            </a:endParaRPr>
          </a:p>
          <a:p>
            <a:pPr algn="ctr"/>
            <a:r>
              <a:rPr lang="ja-JP" altLang="en-US" sz="1000" b="1" dirty="0">
                <a:latin typeface="メイリオ" panose="020B0604030504040204" pitchFamily="50" charset="-128"/>
                <a:ea typeface="メイリオ" panose="020B0604030504040204" pitchFamily="50" charset="-128"/>
              </a:rPr>
              <a:t>処理</a:t>
            </a:r>
            <a:endParaRPr lang="en-US" altLang="ja-JP" sz="1000" b="1" dirty="0">
              <a:latin typeface="メイリオ" panose="020B0604030504040204" pitchFamily="50" charset="-128"/>
              <a:ea typeface="メイリオ" panose="020B0604030504040204" pitchFamily="50" charset="-128"/>
            </a:endParaRPr>
          </a:p>
        </p:txBody>
      </p:sp>
      <p:sp>
        <p:nvSpPr>
          <p:cNvPr id="17" name="四角形: 角を丸くする 16">
            <a:extLst>
              <a:ext uri="{FF2B5EF4-FFF2-40B4-BE49-F238E27FC236}">
                <a16:creationId xmlns:a16="http://schemas.microsoft.com/office/drawing/2014/main" id="{8BE0956D-C1C0-D573-9486-B4CE765A554A}"/>
              </a:ext>
            </a:extLst>
          </p:cNvPr>
          <p:cNvSpPr/>
          <p:nvPr/>
        </p:nvSpPr>
        <p:spPr bwMode="auto">
          <a:xfrm>
            <a:off x="704528" y="4059203"/>
            <a:ext cx="4032448" cy="2044295"/>
          </a:xfrm>
          <a:prstGeom prst="roundRect">
            <a:avLst/>
          </a:prstGeom>
          <a:noFill/>
          <a:ln w="12700" cap="flat" cmpd="sng" algn="ctr">
            <a:solidFill>
              <a:srgbClr val="002060"/>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ja-JP" altLang="en-US" sz="1600" b="0" i="0" u="none" strike="noStrike" cap="none" normalizeH="0" baseline="0">
              <a:ln>
                <a:noFill/>
              </a:ln>
              <a:solidFill>
                <a:schemeClr val="tx1"/>
              </a:solidFill>
              <a:effectLst/>
              <a:latin typeface="ＭＳ Ｐゴシック" pitchFamily="50" charset="-128"/>
              <a:ea typeface="ＭＳ Ｐゴシック" pitchFamily="50" charset="-128"/>
            </a:endParaRPr>
          </a:p>
        </p:txBody>
      </p:sp>
      <p:cxnSp>
        <p:nvCxnSpPr>
          <p:cNvPr id="6" name="コネクタ: カギ線 23">
            <a:extLst>
              <a:ext uri="{FF2B5EF4-FFF2-40B4-BE49-F238E27FC236}">
                <a16:creationId xmlns:a16="http://schemas.microsoft.com/office/drawing/2014/main" id="{31B7A11E-11D2-0AB5-1961-2174353D02AB}"/>
              </a:ext>
            </a:extLst>
          </p:cNvPr>
          <p:cNvCxnSpPr>
            <a:cxnSpLocks/>
            <a:stCxn id="4" idx="2"/>
          </p:cNvCxnSpPr>
          <p:nvPr/>
        </p:nvCxnSpPr>
        <p:spPr bwMode="auto">
          <a:xfrm>
            <a:off x="1384386" y="2991851"/>
            <a:ext cx="0" cy="778220"/>
          </a:xfrm>
          <a:prstGeom prst="straightConnector1">
            <a:avLst/>
          </a:prstGeom>
          <a:noFill/>
          <a:ln w="31750" cap="flat" cmpd="sng" algn="ctr">
            <a:solidFill>
              <a:srgbClr val="FF0000"/>
            </a:solidFill>
            <a:prstDash val="solid"/>
            <a:round/>
            <a:headEnd type="none" w="med" len="med"/>
            <a:tailEnd type="triangle"/>
          </a:ln>
          <a:effectLst/>
        </p:spPr>
      </p:cxnSp>
      <p:pic>
        <p:nvPicPr>
          <p:cNvPr id="7" name="Picture 2" descr="Amazon RDS（マネージドリレーショナルデータベース）| AWS">
            <a:extLst>
              <a:ext uri="{FF2B5EF4-FFF2-40B4-BE49-F238E27FC236}">
                <a16:creationId xmlns:a16="http://schemas.microsoft.com/office/drawing/2014/main" id="{9E0D29B4-1316-777C-87C1-F89BF3DFFE7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80225" y="3606005"/>
            <a:ext cx="808321" cy="808321"/>
          </a:xfrm>
          <a:prstGeom prst="rect">
            <a:avLst/>
          </a:prstGeom>
          <a:noFill/>
          <a:extLst>
            <a:ext uri="{909E8E84-426E-40DD-AFC4-6F175D3DCCD1}">
              <a14:hiddenFill xmlns:a14="http://schemas.microsoft.com/office/drawing/2010/main">
                <a:solidFill>
                  <a:srgbClr val="FFFFFF"/>
                </a:solidFill>
              </a14:hiddenFill>
            </a:ext>
          </a:extLst>
        </p:spPr>
      </p:pic>
      <p:sp>
        <p:nvSpPr>
          <p:cNvPr id="8" name="テキスト ボックス 42">
            <a:extLst>
              <a:ext uri="{FF2B5EF4-FFF2-40B4-BE49-F238E27FC236}">
                <a16:creationId xmlns:a16="http://schemas.microsoft.com/office/drawing/2014/main" id="{94075385-32BA-18B6-0F3D-6D63BA0EA368}"/>
              </a:ext>
            </a:extLst>
          </p:cNvPr>
          <p:cNvSpPr txBox="1"/>
          <p:nvPr/>
        </p:nvSpPr>
        <p:spPr>
          <a:xfrm>
            <a:off x="1094970" y="3896672"/>
            <a:ext cx="612503" cy="276999"/>
          </a:xfrm>
          <a:prstGeom prst="rect">
            <a:avLst/>
          </a:prstGeom>
          <a:noFill/>
        </p:spPr>
        <p:txBody>
          <a:bodyPr wrap="square" rtlCol="0">
            <a:spAutoFit/>
          </a:bodyPr>
          <a:lstStyle/>
          <a:p>
            <a:pPr algn="ctr"/>
            <a:r>
              <a:rPr kumimoji="1" lang="en-US" altLang="ja-JP" sz="1200" b="1" dirty="0">
                <a:solidFill>
                  <a:schemeClr val="bg1"/>
                </a:solidFill>
                <a:latin typeface="メイリオ" panose="020B0604030504040204" pitchFamily="50" charset="-128"/>
                <a:ea typeface="メイリオ" panose="020B0604030504040204" pitchFamily="50" charset="-128"/>
              </a:rPr>
              <a:t>RDS</a:t>
            </a:r>
          </a:p>
        </p:txBody>
      </p:sp>
      <p:sp>
        <p:nvSpPr>
          <p:cNvPr id="19" name="四角形: 角を丸くする 18">
            <a:extLst>
              <a:ext uri="{FF2B5EF4-FFF2-40B4-BE49-F238E27FC236}">
                <a16:creationId xmlns:a16="http://schemas.microsoft.com/office/drawing/2014/main" id="{80E6F016-29A1-9ADA-1255-5BB1359705AA}"/>
              </a:ext>
            </a:extLst>
          </p:cNvPr>
          <p:cNvSpPr/>
          <p:nvPr/>
        </p:nvSpPr>
        <p:spPr bwMode="auto">
          <a:xfrm>
            <a:off x="946169" y="4749735"/>
            <a:ext cx="842377" cy="1017591"/>
          </a:xfrm>
          <a:prstGeom prst="roundRect">
            <a:avLst/>
          </a:prstGeom>
          <a:solidFill>
            <a:schemeClr val="accent2">
              <a:lumMod val="20000"/>
              <a:lumOff val="80000"/>
            </a:schemeClr>
          </a:solidFill>
          <a:ln w="12700" cap="flat" cmpd="sng" algn="ctr">
            <a:solidFill>
              <a:schemeClr val="accent2">
                <a:lumMod val="40000"/>
                <a:lumOff val="60000"/>
              </a:schemeClr>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ja-JP" altLang="en-US" sz="1000" b="1" dirty="0">
                <a:latin typeface="メイリオ" panose="020B0604030504040204" pitchFamily="50" charset="-128"/>
                <a:ea typeface="メイリオ" panose="020B0604030504040204" pitchFamily="50" charset="-128"/>
              </a:rPr>
              <a:t>メモリ</a:t>
            </a:r>
            <a:endParaRPr lang="en-US" altLang="ja-JP" sz="1000" b="1" dirty="0">
              <a:latin typeface="メイリオ" panose="020B0604030504040204" pitchFamily="50" charset="-128"/>
              <a:ea typeface="メイリオ" panose="020B0604030504040204" pitchFamily="50" charset="-128"/>
            </a:endParaRPr>
          </a:p>
          <a:p>
            <a:pPr marL="0" marR="0" indent="0" algn="ctr" defTabSz="914400" rtl="0" eaLnBrk="1" fontAlgn="base" latinLnBrk="0" hangingPunct="1">
              <a:lnSpc>
                <a:spcPct val="100000"/>
              </a:lnSpc>
              <a:spcBef>
                <a:spcPct val="0"/>
              </a:spcBef>
              <a:spcAft>
                <a:spcPct val="0"/>
              </a:spcAft>
              <a:buClrTx/>
              <a:buSzTx/>
              <a:buFontTx/>
              <a:buNone/>
              <a:tabLst/>
            </a:pPr>
            <a:endParaRPr lang="en-US" altLang="ja-JP" sz="1000" dirty="0">
              <a:latin typeface="メイリオ" panose="020B0604030504040204" pitchFamily="50" charset="-128"/>
              <a:ea typeface="メイリオ" panose="020B0604030504040204" pitchFamily="50" charset="-128"/>
            </a:endParaRPr>
          </a:p>
          <a:p>
            <a:pPr marL="0" marR="0" indent="0" algn="ctr" defTabSz="914400" rtl="0" eaLnBrk="1" fontAlgn="base" latinLnBrk="0" hangingPunct="1">
              <a:lnSpc>
                <a:spcPct val="100000"/>
              </a:lnSpc>
              <a:spcBef>
                <a:spcPct val="0"/>
              </a:spcBef>
              <a:spcAft>
                <a:spcPct val="0"/>
              </a:spcAft>
              <a:buClrTx/>
              <a:buSzTx/>
              <a:buFontTx/>
              <a:buNone/>
              <a:tabLst/>
            </a:pPr>
            <a:r>
              <a:rPr kumimoji="1" lang="ja-JP" altLang="en-US" sz="1000" b="0"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rPr>
              <a:t>バッファプール</a:t>
            </a:r>
          </a:p>
        </p:txBody>
      </p:sp>
      <p:sp>
        <p:nvSpPr>
          <p:cNvPr id="22" name="四角形: 角を丸くする 21">
            <a:extLst>
              <a:ext uri="{FF2B5EF4-FFF2-40B4-BE49-F238E27FC236}">
                <a16:creationId xmlns:a16="http://schemas.microsoft.com/office/drawing/2014/main" id="{F208DB26-7CC8-9948-B3AE-779BD0C902B4}"/>
              </a:ext>
            </a:extLst>
          </p:cNvPr>
          <p:cNvSpPr/>
          <p:nvPr/>
        </p:nvSpPr>
        <p:spPr bwMode="auto">
          <a:xfrm>
            <a:off x="2305744" y="4749735"/>
            <a:ext cx="842377" cy="1017591"/>
          </a:xfrm>
          <a:prstGeom prst="roundRect">
            <a:avLst/>
          </a:prstGeom>
          <a:solidFill>
            <a:schemeClr val="accent2">
              <a:lumMod val="20000"/>
              <a:lumOff val="80000"/>
            </a:schemeClr>
          </a:solidFill>
          <a:ln w="12700" cap="flat" cmpd="sng" algn="ctr">
            <a:solidFill>
              <a:schemeClr val="accent2">
                <a:lumMod val="40000"/>
                <a:lumOff val="60000"/>
              </a:schemeClr>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ja-JP" altLang="en-US" sz="1000" b="1" dirty="0">
                <a:latin typeface="メイリオ" panose="020B0604030504040204" pitchFamily="50" charset="-128"/>
                <a:ea typeface="メイリオ" panose="020B0604030504040204" pitchFamily="50" charset="-128"/>
              </a:rPr>
              <a:t>ストレージ</a:t>
            </a:r>
            <a:endParaRPr lang="en-US" altLang="ja-JP" sz="1000" b="1" dirty="0">
              <a:latin typeface="メイリオ" panose="020B0604030504040204" pitchFamily="50" charset="-128"/>
              <a:ea typeface="メイリオ" panose="020B0604030504040204" pitchFamily="50" charset="-128"/>
            </a:endParaRPr>
          </a:p>
          <a:p>
            <a:pPr marL="0" marR="0" indent="0" algn="ctr" defTabSz="914400" rtl="0" eaLnBrk="1" fontAlgn="base" latinLnBrk="0" hangingPunct="1">
              <a:lnSpc>
                <a:spcPct val="100000"/>
              </a:lnSpc>
              <a:spcBef>
                <a:spcPct val="0"/>
              </a:spcBef>
              <a:spcAft>
                <a:spcPct val="0"/>
              </a:spcAft>
              <a:buClrTx/>
              <a:buSzTx/>
              <a:buFontTx/>
              <a:buNone/>
              <a:tabLst/>
            </a:pPr>
            <a:endParaRPr lang="en-US" altLang="ja-JP" sz="1000" dirty="0">
              <a:latin typeface="メイリオ" panose="020B0604030504040204" pitchFamily="50" charset="-128"/>
              <a:ea typeface="メイリオ" panose="020B0604030504040204" pitchFamily="50" charset="-128"/>
            </a:endParaRPr>
          </a:p>
          <a:p>
            <a:pPr marL="0" marR="0" indent="0" algn="ctr" defTabSz="914400" rtl="0" eaLnBrk="1" fontAlgn="base" latinLnBrk="0" hangingPunct="1">
              <a:lnSpc>
                <a:spcPct val="100000"/>
              </a:lnSpc>
              <a:spcBef>
                <a:spcPct val="0"/>
              </a:spcBef>
              <a:spcAft>
                <a:spcPct val="0"/>
              </a:spcAft>
              <a:buClrTx/>
              <a:buSzTx/>
              <a:buFontTx/>
              <a:buNone/>
              <a:tabLst/>
            </a:pPr>
            <a:r>
              <a:rPr lang="ja-JP" altLang="en-US" sz="1000" dirty="0">
                <a:latin typeface="メイリオ" panose="020B0604030504040204" pitchFamily="50" charset="-128"/>
                <a:ea typeface="メイリオ" panose="020B0604030504040204" pitchFamily="50" charset="-128"/>
              </a:rPr>
              <a:t>バッファーへの</a:t>
            </a:r>
            <a:r>
              <a:rPr kumimoji="1" lang="ja-JP" altLang="en-US" sz="1000" b="0"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rPr>
              <a:t>書込み</a:t>
            </a:r>
          </a:p>
        </p:txBody>
      </p:sp>
      <p:sp>
        <p:nvSpPr>
          <p:cNvPr id="23" name="四角形: 角を丸くする 22">
            <a:extLst>
              <a:ext uri="{FF2B5EF4-FFF2-40B4-BE49-F238E27FC236}">
                <a16:creationId xmlns:a16="http://schemas.microsoft.com/office/drawing/2014/main" id="{05BD63C5-D1B8-AB0D-64AC-2AFEB937E308}"/>
              </a:ext>
            </a:extLst>
          </p:cNvPr>
          <p:cNvSpPr/>
          <p:nvPr/>
        </p:nvSpPr>
        <p:spPr bwMode="auto">
          <a:xfrm>
            <a:off x="3709815" y="4749735"/>
            <a:ext cx="842377" cy="1017591"/>
          </a:xfrm>
          <a:prstGeom prst="roundRect">
            <a:avLst/>
          </a:prstGeom>
          <a:solidFill>
            <a:schemeClr val="accent2">
              <a:lumMod val="20000"/>
              <a:lumOff val="80000"/>
            </a:schemeClr>
          </a:solidFill>
          <a:ln w="12700" cap="flat" cmpd="sng" algn="ctr">
            <a:solidFill>
              <a:schemeClr val="accent2">
                <a:lumMod val="40000"/>
                <a:lumOff val="60000"/>
              </a:schemeClr>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ja-JP" altLang="en-US" sz="1000" b="1" dirty="0">
                <a:latin typeface="メイリオ" panose="020B0604030504040204" pitchFamily="50" charset="-128"/>
                <a:ea typeface="メイリオ" panose="020B0604030504040204" pitchFamily="50" charset="-128"/>
              </a:rPr>
              <a:t>ストレージ</a:t>
            </a:r>
            <a:endParaRPr lang="en-US" altLang="ja-JP" sz="1000" b="1" dirty="0">
              <a:latin typeface="メイリオ" panose="020B0604030504040204" pitchFamily="50" charset="-128"/>
              <a:ea typeface="メイリオ" panose="020B0604030504040204" pitchFamily="50" charset="-128"/>
            </a:endParaRPr>
          </a:p>
          <a:p>
            <a:pPr marL="0" marR="0" indent="0" algn="ctr" defTabSz="914400" rtl="0" eaLnBrk="1" fontAlgn="base" latinLnBrk="0" hangingPunct="1">
              <a:lnSpc>
                <a:spcPct val="100000"/>
              </a:lnSpc>
              <a:spcBef>
                <a:spcPct val="0"/>
              </a:spcBef>
              <a:spcAft>
                <a:spcPct val="0"/>
              </a:spcAft>
              <a:buClrTx/>
              <a:buSzTx/>
              <a:buFontTx/>
              <a:buNone/>
              <a:tabLst/>
            </a:pPr>
            <a:endParaRPr lang="en-US" altLang="ja-JP" sz="1000" b="1" dirty="0">
              <a:latin typeface="メイリオ" panose="020B0604030504040204" pitchFamily="50" charset="-128"/>
              <a:ea typeface="メイリオ" panose="020B0604030504040204" pitchFamily="50" charset="-128"/>
            </a:endParaRPr>
          </a:p>
          <a:p>
            <a:pPr marL="0" marR="0" indent="0" algn="ctr" defTabSz="914400" rtl="0" eaLnBrk="1" fontAlgn="base" latinLnBrk="0" hangingPunct="1">
              <a:lnSpc>
                <a:spcPct val="100000"/>
              </a:lnSpc>
              <a:spcBef>
                <a:spcPct val="0"/>
              </a:spcBef>
              <a:spcAft>
                <a:spcPct val="0"/>
              </a:spcAft>
              <a:buClrTx/>
              <a:buSzTx/>
              <a:buFontTx/>
              <a:buNone/>
              <a:tabLst/>
            </a:pPr>
            <a:r>
              <a:rPr kumimoji="1" lang="ja-JP" altLang="en-US" sz="1000" b="0"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rPr>
              <a:t>ストレージへの書込み</a:t>
            </a:r>
          </a:p>
        </p:txBody>
      </p:sp>
      <p:sp>
        <p:nvSpPr>
          <p:cNvPr id="28" name="テキスト ボックス 99">
            <a:extLst>
              <a:ext uri="{FF2B5EF4-FFF2-40B4-BE49-F238E27FC236}">
                <a16:creationId xmlns:a16="http://schemas.microsoft.com/office/drawing/2014/main" id="{B8C6F717-7F7C-E303-76B8-F15454A5B9B4}"/>
              </a:ext>
            </a:extLst>
          </p:cNvPr>
          <p:cNvSpPr txBox="1"/>
          <p:nvPr/>
        </p:nvSpPr>
        <p:spPr>
          <a:xfrm>
            <a:off x="1593325" y="1949219"/>
            <a:ext cx="2398871" cy="307777"/>
          </a:xfrm>
          <a:prstGeom prst="rect">
            <a:avLst/>
          </a:prstGeom>
          <a:noFill/>
        </p:spPr>
        <p:txBody>
          <a:bodyPr wrap="square" rtlCol="0">
            <a:spAutoFit/>
          </a:bodyPr>
          <a:lstStyle/>
          <a:p>
            <a:pPr algn="ctr"/>
            <a:r>
              <a:rPr lang="en-US" altLang="ja-JP" sz="1400" b="1" i="0" dirty="0">
                <a:solidFill>
                  <a:srgbClr val="14171A"/>
                </a:solidFill>
                <a:effectLst/>
                <a:latin typeface="メイリオ" panose="020B0604030504040204" pitchFamily="50" charset="-128"/>
                <a:ea typeface="メイリオ" panose="020B0604030504040204" pitchFamily="50" charset="-128"/>
              </a:rPr>
              <a:t>Optimized Writes</a:t>
            </a:r>
            <a:r>
              <a:rPr lang="ja-JP" altLang="en-US" sz="1400" b="1" i="0" dirty="0">
                <a:solidFill>
                  <a:srgbClr val="14171A"/>
                </a:solidFill>
                <a:effectLst/>
                <a:latin typeface="メイリオ" panose="020B0604030504040204" pitchFamily="50" charset="-128"/>
                <a:ea typeface="メイリオ" panose="020B0604030504040204" pitchFamily="50" charset="-128"/>
              </a:rPr>
              <a:t>なし</a:t>
            </a:r>
            <a:endParaRPr lang="en-US" altLang="ja-JP" sz="1400" b="1" dirty="0">
              <a:latin typeface="メイリオ" panose="020B0604030504040204" pitchFamily="50" charset="-128"/>
              <a:ea typeface="メイリオ" panose="020B0604030504040204" pitchFamily="50" charset="-128"/>
            </a:endParaRPr>
          </a:p>
        </p:txBody>
      </p:sp>
      <p:sp>
        <p:nvSpPr>
          <p:cNvPr id="34" name="四角形: メモ 33">
            <a:extLst>
              <a:ext uri="{FF2B5EF4-FFF2-40B4-BE49-F238E27FC236}">
                <a16:creationId xmlns:a16="http://schemas.microsoft.com/office/drawing/2014/main" id="{FA1AF463-7E1E-2FEA-B643-73CAA34F4D57}"/>
              </a:ext>
            </a:extLst>
          </p:cNvPr>
          <p:cNvSpPr/>
          <p:nvPr/>
        </p:nvSpPr>
        <p:spPr bwMode="auto">
          <a:xfrm>
            <a:off x="1864963" y="5349702"/>
            <a:ext cx="382646" cy="411570"/>
          </a:xfrm>
          <a:prstGeom prst="foldedCorner">
            <a:avLst>
              <a:gd name="adj" fmla="val 7761"/>
            </a:avLst>
          </a:prstGeom>
          <a:noFill/>
          <a:ln w="12700" cap="flat" cmpd="sng" algn="ctr">
            <a:solidFill>
              <a:schemeClr val="tx1"/>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1" lang="en-US" altLang="ja-JP" sz="800" b="0" i="0" u="none" strike="noStrike" cap="none" normalizeH="0" baseline="0" dirty="0">
                <a:ln>
                  <a:noFill/>
                </a:ln>
                <a:solidFill>
                  <a:schemeClr val="tx1"/>
                </a:solidFill>
                <a:effectLst/>
                <a:latin typeface="ＭＳ Ｐゴシック" pitchFamily="50" charset="-128"/>
                <a:ea typeface="ＭＳ Ｐゴシック" pitchFamily="50" charset="-128"/>
              </a:rPr>
              <a:t>16KB</a:t>
            </a:r>
          </a:p>
          <a:p>
            <a:pPr marL="0" marR="0" indent="0" algn="l" defTabSz="914400" rtl="0" eaLnBrk="1" fontAlgn="base" latinLnBrk="0" hangingPunct="1">
              <a:lnSpc>
                <a:spcPct val="100000"/>
              </a:lnSpc>
              <a:spcBef>
                <a:spcPct val="0"/>
              </a:spcBef>
              <a:spcAft>
                <a:spcPct val="0"/>
              </a:spcAft>
              <a:buClrTx/>
              <a:buSzTx/>
              <a:buFontTx/>
              <a:buNone/>
              <a:tabLst/>
            </a:pPr>
            <a:r>
              <a:rPr kumimoji="1" lang="ja-JP" altLang="en-US" sz="800" b="0" i="0" u="none" strike="noStrike" cap="none" normalizeH="0" baseline="0" dirty="0">
                <a:ln>
                  <a:noFill/>
                </a:ln>
                <a:solidFill>
                  <a:schemeClr val="tx1"/>
                </a:solidFill>
                <a:effectLst/>
                <a:latin typeface="ＭＳ Ｐゴシック" pitchFamily="50" charset="-128"/>
                <a:ea typeface="ＭＳ Ｐゴシック" pitchFamily="50" charset="-128"/>
              </a:rPr>
              <a:t>ページ</a:t>
            </a:r>
          </a:p>
        </p:txBody>
      </p:sp>
      <p:cxnSp>
        <p:nvCxnSpPr>
          <p:cNvPr id="35" name="コネクタ: カギ線 23">
            <a:extLst>
              <a:ext uri="{FF2B5EF4-FFF2-40B4-BE49-F238E27FC236}">
                <a16:creationId xmlns:a16="http://schemas.microsoft.com/office/drawing/2014/main" id="{00687DC3-3CF5-7A1D-6FA1-72A5627B04DA}"/>
              </a:ext>
            </a:extLst>
          </p:cNvPr>
          <p:cNvCxnSpPr>
            <a:cxnSpLocks/>
            <a:stCxn id="22" idx="1"/>
            <a:endCxn id="19" idx="3"/>
          </p:cNvCxnSpPr>
          <p:nvPr/>
        </p:nvCxnSpPr>
        <p:spPr bwMode="auto">
          <a:xfrm flipH="1">
            <a:off x="1788546" y="5258531"/>
            <a:ext cx="517198" cy="0"/>
          </a:xfrm>
          <a:prstGeom prst="straightConnector1">
            <a:avLst/>
          </a:prstGeom>
          <a:noFill/>
          <a:ln w="31750" cap="flat" cmpd="sng" algn="ctr">
            <a:solidFill>
              <a:srgbClr val="002060"/>
            </a:solidFill>
            <a:prstDash val="solid"/>
            <a:round/>
            <a:headEnd type="triangle" w="med" len="med"/>
            <a:tailEnd type="none"/>
          </a:ln>
          <a:effectLst/>
        </p:spPr>
      </p:cxnSp>
      <p:cxnSp>
        <p:nvCxnSpPr>
          <p:cNvPr id="46" name="コネクタ: カギ線 23">
            <a:extLst>
              <a:ext uri="{FF2B5EF4-FFF2-40B4-BE49-F238E27FC236}">
                <a16:creationId xmlns:a16="http://schemas.microsoft.com/office/drawing/2014/main" id="{402CAA01-22DB-0371-791B-389CDC081F38}"/>
              </a:ext>
            </a:extLst>
          </p:cNvPr>
          <p:cNvCxnSpPr>
            <a:cxnSpLocks/>
          </p:cNvCxnSpPr>
          <p:nvPr/>
        </p:nvCxnSpPr>
        <p:spPr bwMode="auto">
          <a:xfrm flipH="1">
            <a:off x="3148121" y="4941168"/>
            <a:ext cx="517198" cy="0"/>
          </a:xfrm>
          <a:prstGeom prst="straightConnector1">
            <a:avLst/>
          </a:prstGeom>
          <a:noFill/>
          <a:ln w="31750" cap="flat" cmpd="sng" algn="ctr">
            <a:solidFill>
              <a:srgbClr val="002060"/>
            </a:solidFill>
            <a:prstDash val="solid"/>
            <a:round/>
            <a:headEnd type="triangle" w="med" len="med"/>
            <a:tailEnd type="none"/>
          </a:ln>
          <a:effectLst/>
        </p:spPr>
      </p:cxnSp>
      <p:cxnSp>
        <p:nvCxnSpPr>
          <p:cNvPr id="47" name="コネクタ: カギ線 23">
            <a:extLst>
              <a:ext uri="{FF2B5EF4-FFF2-40B4-BE49-F238E27FC236}">
                <a16:creationId xmlns:a16="http://schemas.microsoft.com/office/drawing/2014/main" id="{7A98DE40-36E9-882B-4BA6-44965D785306}"/>
              </a:ext>
            </a:extLst>
          </p:cNvPr>
          <p:cNvCxnSpPr>
            <a:cxnSpLocks/>
          </p:cNvCxnSpPr>
          <p:nvPr/>
        </p:nvCxnSpPr>
        <p:spPr bwMode="auto">
          <a:xfrm flipH="1">
            <a:off x="3148121" y="5157192"/>
            <a:ext cx="517198" cy="0"/>
          </a:xfrm>
          <a:prstGeom prst="straightConnector1">
            <a:avLst/>
          </a:prstGeom>
          <a:noFill/>
          <a:ln w="31750" cap="flat" cmpd="sng" algn="ctr">
            <a:solidFill>
              <a:srgbClr val="002060"/>
            </a:solidFill>
            <a:prstDash val="solid"/>
            <a:round/>
            <a:headEnd type="triangle" w="med" len="med"/>
            <a:tailEnd type="none"/>
          </a:ln>
          <a:effectLst/>
        </p:spPr>
      </p:cxnSp>
      <p:cxnSp>
        <p:nvCxnSpPr>
          <p:cNvPr id="48" name="コネクタ: カギ線 23">
            <a:extLst>
              <a:ext uri="{FF2B5EF4-FFF2-40B4-BE49-F238E27FC236}">
                <a16:creationId xmlns:a16="http://schemas.microsoft.com/office/drawing/2014/main" id="{9E68CAEE-0A77-29C1-64E0-9AC2270C2FB8}"/>
              </a:ext>
            </a:extLst>
          </p:cNvPr>
          <p:cNvCxnSpPr>
            <a:cxnSpLocks/>
          </p:cNvCxnSpPr>
          <p:nvPr/>
        </p:nvCxnSpPr>
        <p:spPr bwMode="auto">
          <a:xfrm flipH="1">
            <a:off x="3148121" y="5373216"/>
            <a:ext cx="517198" cy="0"/>
          </a:xfrm>
          <a:prstGeom prst="straightConnector1">
            <a:avLst/>
          </a:prstGeom>
          <a:noFill/>
          <a:ln w="31750" cap="flat" cmpd="sng" algn="ctr">
            <a:solidFill>
              <a:srgbClr val="002060"/>
            </a:solidFill>
            <a:prstDash val="solid"/>
            <a:round/>
            <a:headEnd type="triangle" w="med" len="med"/>
            <a:tailEnd type="none"/>
          </a:ln>
          <a:effectLst/>
        </p:spPr>
      </p:cxnSp>
      <p:cxnSp>
        <p:nvCxnSpPr>
          <p:cNvPr id="50" name="コネクタ: カギ線 23">
            <a:extLst>
              <a:ext uri="{FF2B5EF4-FFF2-40B4-BE49-F238E27FC236}">
                <a16:creationId xmlns:a16="http://schemas.microsoft.com/office/drawing/2014/main" id="{3F2FB47D-FD28-6E7C-4136-0C8EAB216591}"/>
              </a:ext>
            </a:extLst>
          </p:cNvPr>
          <p:cNvCxnSpPr>
            <a:cxnSpLocks/>
          </p:cNvCxnSpPr>
          <p:nvPr/>
        </p:nvCxnSpPr>
        <p:spPr bwMode="auto">
          <a:xfrm flipH="1">
            <a:off x="3148121" y="5589240"/>
            <a:ext cx="517198" cy="0"/>
          </a:xfrm>
          <a:prstGeom prst="straightConnector1">
            <a:avLst/>
          </a:prstGeom>
          <a:noFill/>
          <a:ln w="31750" cap="flat" cmpd="sng" algn="ctr">
            <a:solidFill>
              <a:srgbClr val="002060"/>
            </a:solidFill>
            <a:prstDash val="solid"/>
            <a:round/>
            <a:headEnd type="triangle" w="med" len="med"/>
            <a:tailEnd type="none"/>
          </a:ln>
          <a:effectLst/>
        </p:spPr>
      </p:cxnSp>
      <p:sp>
        <p:nvSpPr>
          <p:cNvPr id="57" name="テキスト ボックス 99">
            <a:extLst>
              <a:ext uri="{FF2B5EF4-FFF2-40B4-BE49-F238E27FC236}">
                <a16:creationId xmlns:a16="http://schemas.microsoft.com/office/drawing/2014/main" id="{8494DEB6-25EB-12C0-A35B-EA77F4964AD5}"/>
              </a:ext>
            </a:extLst>
          </p:cNvPr>
          <p:cNvSpPr txBox="1"/>
          <p:nvPr/>
        </p:nvSpPr>
        <p:spPr>
          <a:xfrm>
            <a:off x="1924281" y="4509570"/>
            <a:ext cx="1664950" cy="246221"/>
          </a:xfrm>
          <a:prstGeom prst="rect">
            <a:avLst/>
          </a:prstGeom>
          <a:noFill/>
        </p:spPr>
        <p:txBody>
          <a:bodyPr wrap="square" rtlCol="0">
            <a:spAutoFit/>
          </a:bodyPr>
          <a:lstStyle/>
          <a:p>
            <a:pPr algn="ctr"/>
            <a:r>
              <a:rPr lang="ja-JP" altLang="en-US" sz="1000" b="1" dirty="0">
                <a:latin typeface="メイリオ" panose="020B0604030504040204" pitchFamily="50" charset="-128"/>
                <a:ea typeface="メイリオ" panose="020B0604030504040204" pitchFamily="50" charset="-128"/>
              </a:rPr>
              <a:t>書込み処理１</a:t>
            </a:r>
            <a:endParaRPr lang="en-US" altLang="ja-JP" sz="1000" b="1" dirty="0">
              <a:latin typeface="メイリオ" panose="020B0604030504040204" pitchFamily="50" charset="-128"/>
              <a:ea typeface="メイリオ" panose="020B0604030504040204" pitchFamily="50" charset="-128"/>
            </a:endParaRPr>
          </a:p>
        </p:txBody>
      </p:sp>
      <p:sp>
        <p:nvSpPr>
          <p:cNvPr id="58" name="テキスト ボックス 99">
            <a:extLst>
              <a:ext uri="{FF2B5EF4-FFF2-40B4-BE49-F238E27FC236}">
                <a16:creationId xmlns:a16="http://schemas.microsoft.com/office/drawing/2014/main" id="{6D757500-F5F9-920B-ADF4-989BFE09B8E0}"/>
              </a:ext>
            </a:extLst>
          </p:cNvPr>
          <p:cNvSpPr txBox="1"/>
          <p:nvPr/>
        </p:nvSpPr>
        <p:spPr>
          <a:xfrm>
            <a:off x="3301464" y="4509570"/>
            <a:ext cx="1664950" cy="246221"/>
          </a:xfrm>
          <a:prstGeom prst="rect">
            <a:avLst/>
          </a:prstGeom>
          <a:noFill/>
        </p:spPr>
        <p:txBody>
          <a:bodyPr wrap="square" rtlCol="0">
            <a:spAutoFit/>
          </a:bodyPr>
          <a:lstStyle/>
          <a:p>
            <a:pPr algn="ctr"/>
            <a:r>
              <a:rPr lang="ja-JP" altLang="en-US" sz="1000" b="1" dirty="0">
                <a:latin typeface="メイリオ" panose="020B0604030504040204" pitchFamily="50" charset="-128"/>
                <a:ea typeface="メイリオ" panose="020B0604030504040204" pitchFamily="50" charset="-128"/>
              </a:rPr>
              <a:t>書込み処理２</a:t>
            </a:r>
            <a:endParaRPr lang="en-US" altLang="ja-JP" sz="1000" b="1" dirty="0">
              <a:latin typeface="メイリオ" panose="020B0604030504040204" pitchFamily="50" charset="-128"/>
              <a:ea typeface="メイリオ" panose="020B0604030504040204" pitchFamily="50" charset="-128"/>
            </a:endParaRPr>
          </a:p>
        </p:txBody>
      </p:sp>
      <p:sp>
        <p:nvSpPr>
          <p:cNvPr id="59" name="テキスト ボックス 58">
            <a:extLst>
              <a:ext uri="{FF2B5EF4-FFF2-40B4-BE49-F238E27FC236}">
                <a16:creationId xmlns:a16="http://schemas.microsoft.com/office/drawing/2014/main" id="{7E3F0713-276C-97C9-F8D2-AECADBC4B495}"/>
              </a:ext>
            </a:extLst>
          </p:cNvPr>
          <p:cNvSpPr txBox="1"/>
          <p:nvPr/>
        </p:nvSpPr>
        <p:spPr>
          <a:xfrm>
            <a:off x="1718931" y="2638882"/>
            <a:ext cx="3090050" cy="830997"/>
          </a:xfrm>
          <a:prstGeom prst="rect">
            <a:avLst/>
          </a:prstGeom>
          <a:noFill/>
        </p:spPr>
        <p:txBody>
          <a:bodyPr wrap="square">
            <a:spAutoFit/>
          </a:bodyPr>
          <a:lstStyle/>
          <a:p>
            <a:r>
              <a:rPr kumimoji="1" lang="ja-JP" altLang="en-US" sz="1200" dirty="0">
                <a:latin typeface="メイリオ" panose="020B0604030504040204" pitchFamily="50" charset="-128"/>
                <a:ea typeface="メイリオ" panose="020B0604030504040204" pitchFamily="50" charset="-128"/>
              </a:rPr>
              <a:t>バッファーへの書き込みを間に実施することで、不整合が発生しない書き込み処理を行っている。その分、</a:t>
            </a:r>
            <a:r>
              <a:rPr kumimoji="1" lang="en-US" altLang="ja-JP" sz="1200" dirty="0">
                <a:latin typeface="メイリオ" panose="020B0604030504040204" pitchFamily="50" charset="-128"/>
                <a:ea typeface="メイリオ" panose="020B0604030504040204" pitchFamily="50" charset="-128"/>
              </a:rPr>
              <a:t>IO</a:t>
            </a:r>
            <a:r>
              <a:rPr kumimoji="1" lang="ja-JP" altLang="en-US" sz="1200" dirty="0">
                <a:latin typeface="メイリオ" panose="020B0604030504040204" pitchFamily="50" charset="-128"/>
                <a:ea typeface="メイリオ" panose="020B0604030504040204" pitchFamily="50" charset="-128"/>
              </a:rPr>
              <a:t>が増加しており、書き込みが遅い</a:t>
            </a:r>
          </a:p>
        </p:txBody>
      </p:sp>
      <p:sp>
        <p:nvSpPr>
          <p:cNvPr id="61" name="正方形/長方形 60">
            <a:extLst>
              <a:ext uri="{FF2B5EF4-FFF2-40B4-BE49-F238E27FC236}">
                <a16:creationId xmlns:a16="http://schemas.microsoft.com/office/drawing/2014/main" id="{6D02D505-DACC-9494-A92B-EE50F84D2A2A}"/>
              </a:ext>
            </a:extLst>
          </p:cNvPr>
          <p:cNvSpPr/>
          <p:nvPr/>
        </p:nvSpPr>
        <p:spPr bwMode="auto">
          <a:xfrm>
            <a:off x="5175595" y="1916832"/>
            <a:ext cx="4392488" cy="4320480"/>
          </a:xfrm>
          <a:prstGeom prst="rect">
            <a:avLst/>
          </a:prstGeom>
          <a:noFill/>
          <a:ln w="12700" cap="flat" cmpd="sng" algn="ctr">
            <a:solidFill>
              <a:srgbClr val="0070C0"/>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ja-JP" altLang="en-US" sz="1600" b="0" i="0" u="none" strike="noStrike" cap="none" normalizeH="0" baseline="0">
              <a:ln>
                <a:noFill/>
              </a:ln>
              <a:solidFill>
                <a:schemeClr val="tx1"/>
              </a:solidFill>
              <a:effectLst/>
              <a:latin typeface="ＭＳ Ｐゴシック" pitchFamily="50" charset="-128"/>
              <a:ea typeface="ＭＳ Ｐゴシック" pitchFamily="50" charset="-128"/>
            </a:endParaRPr>
          </a:p>
        </p:txBody>
      </p:sp>
      <p:pic>
        <p:nvPicPr>
          <p:cNvPr id="62" name="図 41" descr="音楽 が含まれている画像&#10;&#10;自動的に生成された説明">
            <a:extLst>
              <a:ext uri="{FF2B5EF4-FFF2-40B4-BE49-F238E27FC236}">
                <a16:creationId xmlns:a16="http://schemas.microsoft.com/office/drawing/2014/main" id="{2465B7A4-85BB-068E-FECC-7C4BDB926EF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751659" y="2401584"/>
            <a:ext cx="495620" cy="590267"/>
          </a:xfrm>
          <a:prstGeom prst="rect">
            <a:avLst/>
          </a:prstGeom>
        </p:spPr>
      </p:pic>
      <p:sp>
        <p:nvSpPr>
          <p:cNvPr id="65" name="テキスト ボックス 42">
            <a:extLst>
              <a:ext uri="{FF2B5EF4-FFF2-40B4-BE49-F238E27FC236}">
                <a16:creationId xmlns:a16="http://schemas.microsoft.com/office/drawing/2014/main" id="{0C280681-06C3-051A-420C-A2C8888AA8CB}"/>
              </a:ext>
            </a:extLst>
          </p:cNvPr>
          <p:cNvSpPr txBox="1"/>
          <p:nvPr/>
        </p:nvSpPr>
        <p:spPr>
          <a:xfrm>
            <a:off x="5706784" y="2570836"/>
            <a:ext cx="612503" cy="276999"/>
          </a:xfrm>
          <a:prstGeom prst="rect">
            <a:avLst/>
          </a:prstGeom>
          <a:noFill/>
        </p:spPr>
        <p:txBody>
          <a:bodyPr wrap="square" rtlCol="0">
            <a:spAutoFit/>
          </a:bodyPr>
          <a:lstStyle/>
          <a:p>
            <a:pPr algn="ctr"/>
            <a:r>
              <a:rPr kumimoji="1" lang="en-US" altLang="ja-JP" sz="1200" b="1" dirty="0">
                <a:solidFill>
                  <a:schemeClr val="bg1"/>
                </a:solidFill>
                <a:latin typeface="メイリオ" panose="020B0604030504040204" pitchFamily="50" charset="-128"/>
                <a:ea typeface="メイリオ" panose="020B0604030504040204" pitchFamily="50" charset="-128"/>
              </a:rPr>
              <a:t>EC2</a:t>
            </a:r>
          </a:p>
        </p:txBody>
      </p:sp>
      <p:sp>
        <p:nvSpPr>
          <p:cNvPr id="67" name="テキスト ボックス 99">
            <a:extLst>
              <a:ext uri="{FF2B5EF4-FFF2-40B4-BE49-F238E27FC236}">
                <a16:creationId xmlns:a16="http://schemas.microsoft.com/office/drawing/2014/main" id="{C8EB7A4D-0B1E-C71B-0EFB-B6AC116151E7}"/>
              </a:ext>
            </a:extLst>
          </p:cNvPr>
          <p:cNvSpPr txBox="1"/>
          <p:nvPr/>
        </p:nvSpPr>
        <p:spPr>
          <a:xfrm>
            <a:off x="6449133" y="4061386"/>
            <a:ext cx="1664950" cy="246221"/>
          </a:xfrm>
          <a:prstGeom prst="rect">
            <a:avLst/>
          </a:prstGeom>
          <a:noFill/>
        </p:spPr>
        <p:txBody>
          <a:bodyPr wrap="square" rtlCol="0">
            <a:spAutoFit/>
          </a:bodyPr>
          <a:lstStyle/>
          <a:p>
            <a:pPr algn="ctr"/>
            <a:r>
              <a:rPr lang="ja-JP" altLang="en-US" sz="1000" b="1" dirty="0">
                <a:latin typeface="メイリオ" panose="020B0604030504040204" pitchFamily="50" charset="-128"/>
                <a:ea typeface="メイリオ" panose="020B0604030504040204" pitchFamily="50" charset="-128"/>
              </a:rPr>
              <a:t>書き込み処理</a:t>
            </a:r>
            <a:endParaRPr lang="en-US" altLang="ja-JP" sz="1000" b="1" dirty="0">
              <a:latin typeface="メイリオ" panose="020B0604030504040204" pitchFamily="50" charset="-128"/>
              <a:ea typeface="メイリオ" panose="020B0604030504040204" pitchFamily="50" charset="-128"/>
            </a:endParaRPr>
          </a:p>
        </p:txBody>
      </p:sp>
      <p:sp>
        <p:nvSpPr>
          <p:cNvPr id="68" name="テキスト ボックス 67">
            <a:extLst>
              <a:ext uri="{FF2B5EF4-FFF2-40B4-BE49-F238E27FC236}">
                <a16:creationId xmlns:a16="http://schemas.microsoft.com/office/drawing/2014/main" id="{205483A0-F0D8-5A9C-63B0-B1196187360C}"/>
              </a:ext>
            </a:extLst>
          </p:cNvPr>
          <p:cNvSpPr txBox="1"/>
          <p:nvPr/>
        </p:nvSpPr>
        <p:spPr>
          <a:xfrm>
            <a:off x="5200990" y="3211561"/>
            <a:ext cx="697627" cy="400110"/>
          </a:xfrm>
          <a:prstGeom prst="rect">
            <a:avLst/>
          </a:prstGeom>
          <a:noFill/>
        </p:spPr>
        <p:txBody>
          <a:bodyPr wrap="none" rtlCol="0">
            <a:spAutoFit/>
          </a:bodyPr>
          <a:lstStyle/>
          <a:p>
            <a:pPr algn="ctr"/>
            <a:r>
              <a:rPr lang="ja-JP" altLang="en-US" sz="1000" b="1" dirty="0">
                <a:latin typeface="メイリオ" panose="020B0604030504040204" pitchFamily="50" charset="-128"/>
                <a:ea typeface="メイリオ" panose="020B0604030504040204" pitchFamily="50" charset="-128"/>
              </a:rPr>
              <a:t>書き込み</a:t>
            </a:r>
            <a:endParaRPr lang="en-US" altLang="ja-JP" sz="1000" b="1" dirty="0">
              <a:latin typeface="メイリオ" panose="020B0604030504040204" pitchFamily="50" charset="-128"/>
              <a:ea typeface="メイリオ" panose="020B0604030504040204" pitchFamily="50" charset="-128"/>
            </a:endParaRPr>
          </a:p>
          <a:p>
            <a:pPr algn="ctr"/>
            <a:r>
              <a:rPr lang="ja-JP" altLang="en-US" sz="1000" b="1" dirty="0">
                <a:latin typeface="メイリオ" panose="020B0604030504040204" pitchFamily="50" charset="-128"/>
                <a:ea typeface="メイリオ" panose="020B0604030504040204" pitchFamily="50" charset="-128"/>
              </a:rPr>
              <a:t>処理</a:t>
            </a:r>
            <a:endParaRPr lang="en-US" altLang="ja-JP" sz="1000" b="1" dirty="0">
              <a:latin typeface="メイリオ" panose="020B0604030504040204" pitchFamily="50" charset="-128"/>
              <a:ea typeface="メイリオ" panose="020B0604030504040204" pitchFamily="50" charset="-128"/>
            </a:endParaRPr>
          </a:p>
        </p:txBody>
      </p:sp>
      <p:sp>
        <p:nvSpPr>
          <p:cNvPr id="71" name="四角形: 角を丸くする 70">
            <a:extLst>
              <a:ext uri="{FF2B5EF4-FFF2-40B4-BE49-F238E27FC236}">
                <a16:creationId xmlns:a16="http://schemas.microsoft.com/office/drawing/2014/main" id="{39D79CE1-E4D7-D7CA-377E-5738ECB0A96C}"/>
              </a:ext>
            </a:extLst>
          </p:cNvPr>
          <p:cNvSpPr/>
          <p:nvPr/>
        </p:nvSpPr>
        <p:spPr bwMode="auto">
          <a:xfrm>
            <a:off x="5319611" y="4059203"/>
            <a:ext cx="4032448" cy="2044295"/>
          </a:xfrm>
          <a:prstGeom prst="roundRect">
            <a:avLst/>
          </a:prstGeom>
          <a:noFill/>
          <a:ln w="12700" cap="flat" cmpd="sng" algn="ctr">
            <a:solidFill>
              <a:srgbClr val="002060"/>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ja-JP" altLang="en-US" sz="1600" b="0" i="0" u="none" strike="noStrike" cap="none" normalizeH="0" baseline="0">
              <a:ln>
                <a:noFill/>
              </a:ln>
              <a:solidFill>
                <a:schemeClr val="tx1"/>
              </a:solidFill>
              <a:effectLst/>
              <a:latin typeface="ＭＳ Ｐゴシック" pitchFamily="50" charset="-128"/>
              <a:ea typeface="ＭＳ Ｐゴシック" pitchFamily="50" charset="-128"/>
            </a:endParaRPr>
          </a:p>
        </p:txBody>
      </p:sp>
      <p:cxnSp>
        <p:nvCxnSpPr>
          <p:cNvPr id="72" name="コネクタ: カギ線 23">
            <a:extLst>
              <a:ext uri="{FF2B5EF4-FFF2-40B4-BE49-F238E27FC236}">
                <a16:creationId xmlns:a16="http://schemas.microsoft.com/office/drawing/2014/main" id="{FCE73F44-2AEE-F586-250C-1CD3A0FF17E1}"/>
              </a:ext>
            </a:extLst>
          </p:cNvPr>
          <p:cNvCxnSpPr>
            <a:cxnSpLocks/>
            <a:stCxn id="62" idx="2"/>
          </p:cNvCxnSpPr>
          <p:nvPr/>
        </p:nvCxnSpPr>
        <p:spPr bwMode="auto">
          <a:xfrm>
            <a:off x="5999469" y="2991851"/>
            <a:ext cx="0" cy="778220"/>
          </a:xfrm>
          <a:prstGeom prst="straightConnector1">
            <a:avLst/>
          </a:prstGeom>
          <a:noFill/>
          <a:ln w="31750" cap="flat" cmpd="sng" algn="ctr">
            <a:solidFill>
              <a:srgbClr val="FF0000"/>
            </a:solidFill>
            <a:prstDash val="solid"/>
            <a:round/>
            <a:headEnd type="none" w="med" len="med"/>
            <a:tailEnd type="triangle"/>
          </a:ln>
          <a:effectLst/>
        </p:spPr>
      </p:cxnSp>
      <p:pic>
        <p:nvPicPr>
          <p:cNvPr id="75" name="Picture 2" descr="Amazon RDS（マネージドリレーショナルデータベース）| AWS">
            <a:extLst>
              <a:ext uri="{FF2B5EF4-FFF2-40B4-BE49-F238E27FC236}">
                <a16:creationId xmlns:a16="http://schemas.microsoft.com/office/drawing/2014/main" id="{CEB10548-13E9-D25C-981A-FEABFDAA205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595308" y="3606005"/>
            <a:ext cx="808321" cy="808321"/>
          </a:xfrm>
          <a:prstGeom prst="rect">
            <a:avLst/>
          </a:prstGeom>
          <a:noFill/>
          <a:extLst>
            <a:ext uri="{909E8E84-426E-40DD-AFC4-6F175D3DCCD1}">
              <a14:hiddenFill xmlns:a14="http://schemas.microsoft.com/office/drawing/2010/main">
                <a:solidFill>
                  <a:srgbClr val="FFFFFF"/>
                </a:solidFill>
              </a14:hiddenFill>
            </a:ext>
          </a:extLst>
        </p:spPr>
      </p:pic>
      <p:sp>
        <p:nvSpPr>
          <p:cNvPr id="76" name="テキスト ボックス 42">
            <a:extLst>
              <a:ext uri="{FF2B5EF4-FFF2-40B4-BE49-F238E27FC236}">
                <a16:creationId xmlns:a16="http://schemas.microsoft.com/office/drawing/2014/main" id="{40E0E587-C36B-A199-3480-F40D705C3234}"/>
              </a:ext>
            </a:extLst>
          </p:cNvPr>
          <p:cNvSpPr txBox="1"/>
          <p:nvPr/>
        </p:nvSpPr>
        <p:spPr>
          <a:xfrm>
            <a:off x="5710053" y="3896672"/>
            <a:ext cx="612503" cy="276999"/>
          </a:xfrm>
          <a:prstGeom prst="rect">
            <a:avLst/>
          </a:prstGeom>
          <a:noFill/>
        </p:spPr>
        <p:txBody>
          <a:bodyPr wrap="square" rtlCol="0">
            <a:spAutoFit/>
          </a:bodyPr>
          <a:lstStyle/>
          <a:p>
            <a:pPr algn="ctr"/>
            <a:r>
              <a:rPr kumimoji="1" lang="en-US" altLang="ja-JP" sz="1200" b="1" dirty="0">
                <a:solidFill>
                  <a:schemeClr val="bg1"/>
                </a:solidFill>
                <a:latin typeface="メイリオ" panose="020B0604030504040204" pitchFamily="50" charset="-128"/>
                <a:ea typeface="メイリオ" panose="020B0604030504040204" pitchFamily="50" charset="-128"/>
              </a:rPr>
              <a:t>RDS</a:t>
            </a:r>
          </a:p>
        </p:txBody>
      </p:sp>
      <p:sp>
        <p:nvSpPr>
          <p:cNvPr id="77" name="四角形: 角を丸くする 76">
            <a:extLst>
              <a:ext uri="{FF2B5EF4-FFF2-40B4-BE49-F238E27FC236}">
                <a16:creationId xmlns:a16="http://schemas.microsoft.com/office/drawing/2014/main" id="{A1801A65-96A6-5BCC-68D6-1DB7CF2BFDA1}"/>
              </a:ext>
            </a:extLst>
          </p:cNvPr>
          <p:cNvSpPr/>
          <p:nvPr/>
        </p:nvSpPr>
        <p:spPr bwMode="auto">
          <a:xfrm>
            <a:off x="5561252" y="4749735"/>
            <a:ext cx="842377" cy="1017591"/>
          </a:xfrm>
          <a:prstGeom prst="roundRect">
            <a:avLst/>
          </a:prstGeom>
          <a:solidFill>
            <a:schemeClr val="accent2">
              <a:lumMod val="20000"/>
              <a:lumOff val="80000"/>
            </a:schemeClr>
          </a:solidFill>
          <a:ln w="12700" cap="flat" cmpd="sng" algn="ctr">
            <a:solidFill>
              <a:schemeClr val="accent2">
                <a:lumMod val="40000"/>
                <a:lumOff val="60000"/>
              </a:schemeClr>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ja-JP" altLang="en-US" sz="1000" b="1" dirty="0">
                <a:latin typeface="メイリオ" panose="020B0604030504040204" pitchFamily="50" charset="-128"/>
                <a:ea typeface="メイリオ" panose="020B0604030504040204" pitchFamily="50" charset="-128"/>
              </a:rPr>
              <a:t>メモリ</a:t>
            </a:r>
            <a:endParaRPr lang="en-US" altLang="ja-JP" sz="1000" b="1" dirty="0">
              <a:latin typeface="メイリオ" panose="020B0604030504040204" pitchFamily="50" charset="-128"/>
              <a:ea typeface="メイリオ" panose="020B0604030504040204" pitchFamily="50" charset="-128"/>
            </a:endParaRPr>
          </a:p>
          <a:p>
            <a:pPr marL="0" marR="0" indent="0" algn="ctr" defTabSz="914400" rtl="0" eaLnBrk="1" fontAlgn="base" latinLnBrk="0" hangingPunct="1">
              <a:lnSpc>
                <a:spcPct val="100000"/>
              </a:lnSpc>
              <a:spcBef>
                <a:spcPct val="0"/>
              </a:spcBef>
              <a:spcAft>
                <a:spcPct val="0"/>
              </a:spcAft>
              <a:buClrTx/>
              <a:buSzTx/>
              <a:buFontTx/>
              <a:buNone/>
              <a:tabLst/>
            </a:pPr>
            <a:endParaRPr lang="en-US" altLang="ja-JP" sz="1000" dirty="0">
              <a:latin typeface="メイリオ" panose="020B0604030504040204" pitchFamily="50" charset="-128"/>
              <a:ea typeface="メイリオ" panose="020B0604030504040204" pitchFamily="50" charset="-128"/>
            </a:endParaRPr>
          </a:p>
          <a:p>
            <a:pPr marL="0" marR="0" indent="0" algn="ctr" defTabSz="914400" rtl="0" eaLnBrk="1" fontAlgn="base" latinLnBrk="0" hangingPunct="1">
              <a:lnSpc>
                <a:spcPct val="100000"/>
              </a:lnSpc>
              <a:spcBef>
                <a:spcPct val="0"/>
              </a:spcBef>
              <a:spcAft>
                <a:spcPct val="0"/>
              </a:spcAft>
              <a:buClrTx/>
              <a:buSzTx/>
              <a:buFontTx/>
              <a:buNone/>
              <a:tabLst/>
            </a:pPr>
            <a:r>
              <a:rPr kumimoji="1" lang="ja-JP" altLang="en-US" sz="1000" b="0"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rPr>
              <a:t>バッファプール</a:t>
            </a:r>
          </a:p>
        </p:txBody>
      </p:sp>
      <p:sp>
        <p:nvSpPr>
          <p:cNvPr id="79" name="四角形: 角を丸くする 78">
            <a:extLst>
              <a:ext uri="{FF2B5EF4-FFF2-40B4-BE49-F238E27FC236}">
                <a16:creationId xmlns:a16="http://schemas.microsoft.com/office/drawing/2014/main" id="{06BD214A-75FB-397E-05B3-766EE43FA3E3}"/>
              </a:ext>
            </a:extLst>
          </p:cNvPr>
          <p:cNvSpPr/>
          <p:nvPr/>
        </p:nvSpPr>
        <p:spPr bwMode="auto">
          <a:xfrm>
            <a:off x="8324898" y="4749735"/>
            <a:ext cx="842377" cy="1017591"/>
          </a:xfrm>
          <a:prstGeom prst="roundRect">
            <a:avLst/>
          </a:prstGeom>
          <a:solidFill>
            <a:schemeClr val="accent2">
              <a:lumMod val="20000"/>
              <a:lumOff val="80000"/>
            </a:schemeClr>
          </a:solidFill>
          <a:ln w="12700" cap="flat" cmpd="sng" algn="ctr">
            <a:solidFill>
              <a:schemeClr val="accent2">
                <a:lumMod val="40000"/>
                <a:lumOff val="60000"/>
              </a:schemeClr>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ja-JP" altLang="en-US" sz="1000" b="1" dirty="0">
                <a:latin typeface="メイリオ" panose="020B0604030504040204" pitchFamily="50" charset="-128"/>
                <a:ea typeface="メイリオ" panose="020B0604030504040204" pitchFamily="50" charset="-128"/>
              </a:rPr>
              <a:t>ストレージ</a:t>
            </a:r>
            <a:endParaRPr lang="en-US" altLang="ja-JP" sz="1000" b="1" dirty="0">
              <a:latin typeface="メイリオ" panose="020B0604030504040204" pitchFamily="50" charset="-128"/>
              <a:ea typeface="メイリオ" panose="020B0604030504040204" pitchFamily="50" charset="-128"/>
            </a:endParaRPr>
          </a:p>
          <a:p>
            <a:pPr marL="0" marR="0" indent="0" algn="ctr" defTabSz="914400" rtl="0" eaLnBrk="1" fontAlgn="base" latinLnBrk="0" hangingPunct="1">
              <a:lnSpc>
                <a:spcPct val="100000"/>
              </a:lnSpc>
              <a:spcBef>
                <a:spcPct val="0"/>
              </a:spcBef>
              <a:spcAft>
                <a:spcPct val="0"/>
              </a:spcAft>
              <a:buClrTx/>
              <a:buSzTx/>
              <a:buFontTx/>
              <a:buNone/>
              <a:tabLst/>
            </a:pPr>
            <a:endParaRPr lang="en-US" altLang="ja-JP" sz="1000" b="1" dirty="0">
              <a:latin typeface="メイリオ" panose="020B0604030504040204" pitchFamily="50" charset="-128"/>
              <a:ea typeface="メイリオ" panose="020B0604030504040204" pitchFamily="50" charset="-128"/>
            </a:endParaRPr>
          </a:p>
          <a:p>
            <a:pPr marL="0" marR="0" indent="0" algn="ctr" defTabSz="914400" rtl="0" eaLnBrk="1" fontAlgn="base" latinLnBrk="0" hangingPunct="1">
              <a:lnSpc>
                <a:spcPct val="100000"/>
              </a:lnSpc>
              <a:spcBef>
                <a:spcPct val="0"/>
              </a:spcBef>
              <a:spcAft>
                <a:spcPct val="0"/>
              </a:spcAft>
              <a:buClrTx/>
              <a:buSzTx/>
              <a:buFontTx/>
              <a:buNone/>
              <a:tabLst/>
            </a:pPr>
            <a:r>
              <a:rPr kumimoji="1" lang="ja-JP" altLang="en-US" sz="1000" b="0"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rPr>
              <a:t>ストレージへの書込み</a:t>
            </a:r>
          </a:p>
        </p:txBody>
      </p:sp>
      <p:sp>
        <p:nvSpPr>
          <p:cNvPr id="80" name="テキスト ボックス 79">
            <a:extLst>
              <a:ext uri="{FF2B5EF4-FFF2-40B4-BE49-F238E27FC236}">
                <a16:creationId xmlns:a16="http://schemas.microsoft.com/office/drawing/2014/main" id="{BA6B7B66-06EA-9397-1D73-34C2A8A9682C}"/>
              </a:ext>
            </a:extLst>
          </p:cNvPr>
          <p:cNvSpPr txBox="1"/>
          <p:nvPr/>
        </p:nvSpPr>
        <p:spPr>
          <a:xfrm>
            <a:off x="6255716" y="3676962"/>
            <a:ext cx="2304256" cy="338554"/>
          </a:xfrm>
          <a:prstGeom prst="rect">
            <a:avLst/>
          </a:prstGeom>
          <a:noFill/>
        </p:spPr>
        <p:txBody>
          <a:bodyPr wrap="square">
            <a:spAutoFit/>
          </a:bodyPr>
          <a:lstStyle/>
          <a:p>
            <a:r>
              <a:rPr kumimoji="1" lang="en-US" altLang="ja-JP" sz="800" dirty="0">
                <a:latin typeface="メイリオ" panose="020B0604030504040204" pitchFamily="50" charset="-128"/>
                <a:ea typeface="メイリオ" panose="020B0604030504040204" pitchFamily="50" charset="-128"/>
              </a:rPr>
              <a:t>MySQL </a:t>
            </a:r>
            <a:r>
              <a:rPr kumimoji="1" lang="ja-JP" altLang="en-US" sz="800" dirty="0">
                <a:latin typeface="メイリオ" panose="020B0604030504040204" pitchFamily="50" charset="-128"/>
                <a:ea typeface="メイリオ" panose="020B0604030504040204" pitchFamily="50" charset="-128"/>
              </a:rPr>
              <a:t>バージョン </a:t>
            </a:r>
            <a:r>
              <a:rPr kumimoji="1" lang="en-US" altLang="ja-JP" sz="800" dirty="0">
                <a:latin typeface="メイリオ" panose="020B0604030504040204" pitchFamily="50" charset="-128"/>
                <a:ea typeface="メイリオ" panose="020B0604030504040204" pitchFamily="50" charset="-128"/>
              </a:rPr>
              <a:t>: 8.0.30 </a:t>
            </a:r>
            <a:r>
              <a:rPr kumimoji="1" lang="ja-JP" altLang="en-US" sz="800" dirty="0">
                <a:latin typeface="メイリオ" panose="020B0604030504040204" pitchFamily="50" charset="-128"/>
                <a:ea typeface="メイリオ" panose="020B0604030504040204" pitchFamily="50" charset="-128"/>
              </a:rPr>
              <a:t>以上</a:t>
            </a:r>
          </a:p>
          <a:p>
            <a:r>
              <a:rPr kumimoji="1" lang="ja-JP" altLang="en-US" sz="800" dirty="0">
                <a:latin typeface="メイリオ" panose="020B0604030504040204" pitchFamily="50" charset="-128"/>
                <a:ea typeface="メイリオ" panose="020B0604030504040204" pitchFamily="50" charset="-128"/>
              </a:rPr>
              <a:t>インスタンスクラス </a:t>
            </a:r>
            <a:r>
              <a:rPr kumimoji="1" lang="en-US" altLang="ja-JP" sz="800" dirty="0">
                <a:latin typeface="メイリオ" panose="020B0604030504040204" pitchFamily="50" charset="-128"/>
                <a:ea typeface="メイリオ" panose="020B0604030504040204" pitchFamily="50" charset="-128"/>
              </a:rPr>
              <a:t>: db.r6i/db.r5b</a:t>
            </a:r>
            <a:endParaRPr kumimoji="1" lang="ja-JP" altLang="en-US" sz="800" dirty="0">
              <a:latin typeface="メイリオ" panose="020B0604030504040204" pitchFamily="50" charset="-128"/>
              <a:ea typeface="メイリオ" panose="020B0604030504040204" pitchFamily="50" charset="-128"/>
            </a:endParaRPr>
          </a:p>
        </p:txBody>
      </p:sp>
      <p:sp>
        <p:nvSpPr>
          <p:cNvPr id="81" name="テキスト ボックス 99">
            <a:extLst>
              <a:ext uri="{FF2B5EF4-FFF2-40B4-BE49-F238E27FC236}">
                <a16:creationId xmlns:a16="http://schemas.microsoft.com/office/drawing/2014/main" id="{A45CC249-07A1-CD3E-3039-37016ABD53EB}"/>
              </a:ext>
            </a:extLst>
          </p:cNvPr>
          <p:cNvSpPr txBox="1"/>
          <p:nvPr/>
        </p:nvSpPr>
        <p:spPr>
          <a:xfrm>
            <a:off x="6208408" y="1949219"/>
            <a:ext cx="2398871" cy="307777"/>
          </a:xfrm>
          <a:prstGeom prst="rect">
            <a:avLst/>
          </a:prstGeom>
          <a:noFill/>
        </p:spPr>
        <p:txBody>
          <a:bodyPr wrap="square" rtlCol="0">
            <a:spAutoFit/>
          </a:bodyPr>
          <a:lstStyle/>
          <a:p>
            <a:pPr algn="ctr"/>
            <a:r>
              <a:rPr lang="en-US" altLang="ja-JP" sz="1400" b="1" i="0" dirty="0">
                <a:solidFill>
                  <a:srgbClr val="14171A"/>
                </a:solidFill>
                <a:effectLst/>
                <a:latin typeface="メイリオ" panose="020B0604030504040204" pitchFamily="50" charset="-128"/>
                <a:ea typeface="メイリオ" panose="020B0604030504040204" pitchFamily="50" charset="-128"/>
              </a:rPr>
              <a:t>Optimized Writes</a:t>
            </a:r>
            <a:r>
              <a:rPr lang="ja-JP" altLang="en-US" sz="1400" b="1" dirty="0">
                <a:solidFill>
                  <a:srgbClr val="14171A"/>
                </a:solidFill>
                <a:latin typeface="メイリオ" panose="020B0604030504040204" pitchFamily="50" charset="-128"/>
                <a:ea typeface="メイリオ" panose="020B0604030504040204" pitchFamily="50" charset="-128"/>
              </a:rPr>
              <a:t>あり</a:t>
            </a:r>
            <a:endParaRPr lang="en-US" altLang="ja-JP" sz="1400" b="1" dirty="0">
              <a:latin typeface="メイリオ" panose="020B0604030504040204" pitchFamily="50" charset="-128"/>
              <a:ea typeface="メイリオ" panose="020B0604030504040204" pitchFamily="50" charset="-128"/>
            </a:endParaRPr>
          </a:p>
        </p:txBody>
      </p:sp>
      <p:sp>
        <p:nvSpPr>
          <p:cNvPr id="82" name="四角形: メモ 81">
            <a:extLst>
              <a:ext uri="{FF2B5EF4-FFF2-40B4-BE49-F238E27FC236}">
                <a16:creationId xmlns:a16="http://schemas.microsoft.com/office/drawing/2014/main" id="{754F5B8E-A27F-C984-8E23-1B146F1F830E}"/>
              </a:ext>
            </a:extLst>
          </p:cNvPr>
          <p:cNvSpPr/>
          <p:nvPr/>
        </p:nvSpPr>
        <p:spPr bwMode="auto">
          <a:xfrm>
            <a:off x="6480046" y="5343648"/>
            <a:ext cx="382646" cy="423678"/>
          </a:xfrm>
          <a:prstGeom prst="foldedCorner">
            <a:avLst>
              <a:gd name="adj" fmla="val 7761"/>
            </a:avLst>
          </a:prstGeom>
          <a:noFill/>
          <a:ln w="12700" cap="flat" cmpd="sng" algn="ctr">
            <a:solidFill>
              <a:schemeClr val="tx1"/>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1" lang="en-US" altLang="ja-JP" sz="800" b="0" i="0" u="none" strike="noStrike" cap="none" normalizeH="0" baseline="0" dirty="0">
                <a:ln>
                  <a:noFill/>
                </a:ln>
                <a:solidFill>
                  <a:schemeClr val="tx1"/>
                </a:solidFill>
                <a:effectLst/>
                <a:latin typeface="ＭＳ Ｐゴシック" pitchFamily="50" charset="-128"/>
                <a:ea typeface="ＭＳ Ｐゴシック" pitchFamily="50" charset="-128"/>
              </a:rPr>
              <a:t>16KB</a:t>
            </a:r>
          </a:p>
          <a:p>
            <a:pPr marL="0" marR="0" indent="0" algn="l" defTabSz="914400" rtl="0" eaLnBrk="1" fontAlgn="base" latinLnBrk="0" hangingPunct="1">
              <a:lnSpc>
                <a:spcPct val="100000"/>
              </a:lnSpc>
              <a:spcBef>
                <a:spcPct val="0"/>
              </a:spcBef>
              <a:spcAft>
                <a:spcPct val="0"/>
              </a:spcAft>
              <a:buClrTx/>
              <a:buSzTx/>
              <a:buFontTx/>
              <a:buNone/>
              <a:tabLst/>
            </a:pPr>
            <a:r>
              <a:rPr kumimoji="1" lang="ja-JP" altLang="en-US" sz="800" b="0" i="0" u="none" strike="noStrike" cap="none" normalizeH="0" baseline="0" dirty="0">
                <a:ln>
                  <a:noFill/>
                </a:ln>
                <a:solidFill>
                  <a:schemeClr val="tx1"/>
                </a:solidFill>
                <a:effectLst/>
                <a:latin typeface="ＭＳ Ｐゴシック" pitchFamily="50" charset="-128"/>
                <a:ea typeface="ＭＳ Ｐゴシック" pitchFamily="50" charset="-128"/>
              </a:rPr>
              <a:t>ページ</a:t>
            </a:r>
          </a:p>
        </p:txBody>
      </p:sp>
      <p:cxnSp>
        <p:nvCxnSpPr>
          <p:cNvPr id="83" name="コネクタ: カギ線 23">
            <a:extLst>
              <a:ext uri="{FF2B5EF4-FFF2-40B4-BE49-F238E27FC236}">
                <a16:creationId xmlns:a16="http://schemas.microsoft.com/office/drawing/2014/main" id="{23D965F9-116D-FD13-C2E6-11FCD4D13929}"/>
              </a:ext>
            </a:extLst>
          </p:cNvPr>
          <p:cNvCxnSpPr>
            <a:cxnSpLocks/>
            <a:endCxn id="77" idx="3"/>
          </p:cNvCxnSpPr>
          <p:nvPr/>
        </p:nvCxnSpPr>
        <p:spPr bwMode="auto">
          <a:xfrm flipH="1">
            <a:off x="6403629" y="5258530"/>
            <a:ext cx="1861739" cy="1"/>
          </a:xfrm>
          <a:prstGeom prst="straightConnector1">
            <a:avLst/>
          </a:prstGeom>
          <a:noFill/>
          <a:ln w="31750" cap="flat" cmpd="sng" algn="ctr">
            <a:solidFill>
              <a:srgbClr val="002060"/>
            </a:solidFill>
            <a:prstDash val="solid"/>
            <a:round/>
            <a:headEnd type="triangle" w="med" len="med"/>
            <a:tailEnd type="none"/>
          </a:ln>
          <a:effectLst/>
        </p:spPr>
      </p:cxnSp>
      <p:sp>
        <p:nvSpPr>
          <p:cNvPr id="89" name="テキスト ボックス 99">
            <a:extLst>
              <a:ext uri="{FF2B5EF4-FFF2-40B4-BE49-F238E27FC236}">
                <a16:creationId xmlns:a16="http://schemas.microsoft.com/office/drawing/2014/main" id="{02D51CF5-08BF-ACC1-878E-6AB86EBD1258}"/>
              </a:ext>
            </a:extLst>
          </p:cNvPr>
          <p:cNvSpPr txBox="1"/>
          <p:nvPr/>
        </p:nvSpPr>
        <p:spPr>
          <a:xfrm>
            <a:off x="7916547" y="4509570"/>
            <a:ext cx="1664950" cy="246221"/>
          </a:xfrm>
          <a:prstGeom prst="rect">
            <a:avLst/>
          </a:prstGeom>
          <a:noFill/>
        </p:spPr>
        <p:txBody>
          <a:bodyPr wrap="square" rtlCol="0">
            <a:spAutoFit/>
          </a:bodyPr>
          <a:lstStyle/>
          <a:p>
            <a:pPr algn="ctr"/>
            <a:r>
              <a:rPr lang="ja-JP" altLang="en-US" sz="1000" b="1" dirty="0">
                <a:latin typeface="メイリオ" panose="020B0604030504040204" pitchFamily="50" charset="-128"/>
                <a:ea typeface="メイリオ" panose="020B0604030504040204" pitchFamily="50" charset="-128"/>
              </a:rPr>
              <a:t>書込み処理２</a:t>
            </a:r>
            <a:endParaRPr lang="en-US" altLang="ja-JP" sz="1000" b="1" dirty="0">
              <a:latin typeface="メイリオ" panose="020B0604030504040204" pitchFamily="50" charset="-128"/>
              <a:ea typeface="メイリオ" panose="020B0604030504040204" pitchFamily="50" charset="-128"/>
            </a:endParaRPr>
          </a:p>
        </p:txBody>
      </p:sp>
      <p:sp>
        <p:nvSpPr>
          <p:cNvPr id="90" name="テキスト ボックス 89">
            <a:extLst>
              <a:ext uri="{FF2B5EF4-FFF2-40B4-BE49-F238E27FC236}">
                <a16:creationId xmlns:a16="http://schemas.microsoft.com/office/drawing/2014/main" id="{9C65F372-B791-F898-188B-B1ECAF1D6648}"/>
              </a:ext>
            </a:extLst>
          </p:cNvPr>
          <p:cNvSpPr txBox="1"/>
          <p:nvPr/>
        </p:nvSpPr>
        <p:spPr>
          <a:xfrm>
            <a:off x="6334014" y="2638882"/>
            <a:ext cx="3090050" cy="646331"/>
          </a:xfrm>
          <a:prstGeom prst="rect">
            <a:avLst/>
          </a:prstGeom>
          <a:noFill/>
        </p:spPr>
        <p:txBody>
          <a:bodyPr wrap="square">
            <a:spAutoFit/>
          </a:bodyPr>
          <a:lstStyle/>
          <a:p>
            <a:r>
              <a:rPr kumimoji="1" lang="ja-JP" altLang="en-US" sz="1200" dirty="0">
                <a:latin typeface="メイリオ" panose="020B0604030504040204" pitchFamily="50" charset="-128"/>
                <a:ea typeface="メイリオ" panose="020B0604030504040204" pitchFamily="50" charset="-128"/>
              </a:rPr>
              <a:t>バッファーへの書き込みなしに不整合が発生しない書き込みを実現することで、最大２倍の書き込み速度を実現</a:t>
            </a:r>
          </a:p>
        </p:txBody>
      </p:sp>
      <p:sp>
        <p:nvSpPr>
          <p:cNvPr id="91" name="四角形: メモ 90">
            <a:extLst>
              <a:ext uri="{FF2B5EF4-FFF2-40B4-BE49-F238E27FC236}">
                <a16:creationId xmlns:a16="http://schemas.microsoft.com/office/drawing/2014/main" id="{39C51810-2CA0-FACD-70F2-D1179B295D53}"/>
              </a:ext>
            </a:extLst>
          </p:cNvPr>
          <p:cNvSpPr/>
          <p:nvPr/>
        </p:nvSpPr>
        <p:spPr bwMode="auto">
          <a:xfrm>
            <a:off x="3810540" y="5445224"/>
            <a:ext cx="638404" cy="151298"/>
          </a:xfrm>
          <a:prstGeom prst="foldedCorner">
            <a:avLst>
              <a:gd name="adj" fmla="val 7761"/>
            </a:avLst>
          </a:prstGeom>
          <a:solidFill>
            <a:schemeClr val="bg1"/>
          </a:solidFill>
          <a:ln w="12700" cap="flat" cmpd="sng" algn="ctr">
            <a:solidFill>
              <a:schemeClr val="tx1"/>
            </a:solidFill>
            <a:prstDash val="solid"/>
            <a:round/>
            <a:headEnd type="none" w="med" len="med"/>
            <a:tailEnd type="none" w="med" len="med"/>
          </a:ln>
          <a:effectLst/>
        </p:spPr>
        <p:txBody>
          <a:bodyPr vert="horz" wrap="none" lIns="36000" tIns="36000" rIns="36000" bIns="360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altLang="ja-JP" sz="800" dirty="0"/>
              <a:t>4</a:t>
            </a:r>
            <a:r>
              <a:rPr kumimoji="1" lang="en-US" altLang="ja-JP" sz="800" b="0" i="0" u="none" strike="noStrike" cap="none" normalizeH="0" baseline="0" dirty="0">
                <a:ln>
                  <a:noFill/>
                </a:ln>
                <a:solidFill>
                  <a:schemeClr val="tx1"/>
                </a:solidFill>
                <a:effectLst/>
                <a:latin typeface="ＭＳ Ｐゴシック" pitchFamily="50" charset="-128"/>
                <a:ea typeface="ＭＳ Ｐゴシック" pitchFamily="50" charset="-128"/>
              </a:rPr>
              <a:t>KB</a:t>
            </a:r>
            <a:r>
              <a:rPr kumimoji="1" lang="ja-JP" altLang="en-US" sz="800" b="0" i="0" u="none" strike="noStrike" cap="none" normalizeH="0" baseline="0" dirty="0">
                <a:ln>
                  <a:noFill/>
                </a:ln>
                <a:solidFill>
                  <a:schemeClr val="tx1"/>
                </a:solidFill>
                <a:effectLst/>
                <a:latin typeface="ＭＳ Ｐゴシック" pitchFamily="50" charset="-128"/>
                <a:ea typeface="ＭＳ Ｐゴシック" pitchFamily="50" charset="-128"/>
              </a:rPr>
              <a:t>　ブロック</a:t>
            </a:r>
            <a:endParaRPr kumimoji="1" lang="en-US" altLang="ja-JP" sz="800" b="0" i="0" u="none" strike="noStrike" cap="none" normalizeH="0" baseline="0" dirty="0">
              <a:ln>
                <a:noFill/>
              </a:ln>
              <a:solidFill>
                <a:schemeClr val="tx1"/>
              </a:solidFill>
              <a:effectLst/>
              <a:latin typeface="ＭＳ Ｐゴシック" pitchFamily="50" charset="-128"/>
              <a:ea typeface="ＭＳ Ｐゴシック" pitchFamily="50" charset="-128"/>
            </a:endParaRPr>
          </a:p>
        </p:txBody>
      </p:sp>
      <p:sp>
        <p:nvSpPr>
          <p:cNvPr id="92" name="四角形: メモ 91">
            <a:extLst>
              <a:ext uri="{FF2B5EF4-FFF2-40B4-BE49-F238E27FC236}">
                <a16:creationId xmlns:a16="http://schemas.microsoft.com/office/drawing/2014/main" id="{4399D7E5-79B6-CBA0-3465-D41C731308C2}"/>
              </a:ext>
            </a:extLst>
          </p:cNvPr>
          <p:cNvSpPr/>
          <p:nvPr/>
        </p:nvSpPr>
        <p:spPr bwMode="auto">
          <a:xfrm>
            <a:off x="3810540" y="5625781"/>
            <a:ext cx="638404" cy="151298"/>
          </a:xfrm>
          <a:prstGeom prst="foldedCorner">
            <a:avLst>
              <a:gd name="adj" fmla="val 7761"/>
            </a:avLst>
          </a:prstGeom>
          <a:solidFill>
            <a:schemeClr val="bg1"/>
          </a:solidFill>
          <a:ln w="12700" cap="flat" cmpd="sng" algn="ctr">
            <a:solidFill>
              <a:schemeClr val="tx1"/>
            </a:solidFill>
            <a:prstDash val="solid"/>
            <a:round/>
            <a:headEnd type="none" w="med" len="med"/>
            <a:tailEnd type="none" w="med" len="med"/>
          </a:ln>
          <a:effectLst/>
        </p:spPr>
        <p:txBody>
          <a:bodyPr vert="horz" wrap="none" lIns="36000" tIns="36000" rIns="36000" bIns="360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altLang="ja-JP" sz="800" dirty="0"/>
              <a:t>4</a:t>
            </a:r>
            <a:r>
              <a:rPr kumimoji="1" lang="en-US" altLang="ja-JP" sz="800" b="0" i="0" u="none" strike="noStrike" cap="none" normalizeH="0" baseline="0" dirty="0">
                <a:ln>
                  <a:noFill/>
                </a:ln>
                <a:solidFill>
                  <a:schemeClr val="tx1"/>
                </a:solidFill>
                <a:effectLst/>
                <a:latin typeface="ＭＳ Ｐゴシック" pitchFamily="50" charset="-128"/>
                <a:ea typeface="ＭＳ Ｐゴシック" pitchFamily="50" charset="-128"/>
              </a:rPr>
              <a:t>KB</a:t>
            </a:r>
            <a:r>
              <a:rPr kumimoji="1" lang="ja-JP" altLang="en-US" sz="800" b="0" i="0" u="none" strike="noStrike" cap="none" normalizeH="0" baseline="0" dirty="0">
                <a:ln>
                  <a:noFill/>
                </a:ln>
                <a:solidFill>
                  <a:schemeClr val="tx1"/>
                </a:solidFill>
                <a:effectLst/>
                <a:latin typeface="ＭＳ Ｐゴシック" pitchFamily="50" charset="-128"/>
                <a:ea typeface="ＭＳ Ｐゴシック" pitchFamily="50" charset="-128"/>
              </a:rPr>
              <a:t>　ブロック</a:t>
            </a:r>
            <a:endParaRPr kumimoji="1" lang="en-US" altLang="ja-JP" sz="800" b="0" i="0" u="none" strike="noStrike" cap="none" normalizeH="0" baseline="0" dirty="0">
              <a:ln>
                <a:noFill/>
              </a:ln>
              <a:solidFill>
                <a:schemeClr val="tx1"/>
              </a:solidFill>
              <a:effectLst/>
              <a:latin typeface="ＭＳ Ｐゴシック" pitchFamily="50" charset="-128"/>
              <a:ea typeface="ＭＳ Ｐゴシック" pitchFamily="50" charset="-128"/>
            </a:endParaRPr>
          </a:p>
        </p:txBody>
      </p:sp>
      <p:sp>
        <p:nvSpPr>
          <p:cNvPr id="94" name="四角形: メモ 93">
            <a:extLst>
              <a:ext uri="{FF2B5EF4-FFF2-40B4-BE49-F238E27FC236}">
                <a16:creationId xmlns:a16="http://schemas.microsoft.com/office/drawing/2014/main" id="{45BBCF10-4198-7AFE-309C-2B6C4B002173}"/>
              </a:ext>
            </a:extLst>
          </p:cNvPr>
          <p:cNvSpPr/>
          <p:nvPr/>
        </p:nvSpPr>
        <p:spPr bwMode="auto">
          <a:xfrm>
            <a:off x="8444687" y="5445224"/>
            <a:ext cx="638404" cy="151298"/>
          </a:xfrm>
          <a:prstGeom prst="foldedCorner">
            <a:avLst>
              <a:gd name="adj" fmla="val 7761"/>
            </a:avLst>
          </a:prstGeom>
          <a:solidFill>
            <a:schemeClr val="bg1"/>
          </a:solidFill>
          <a:ln w="12700" cap="flat" cmpd="sng" algn="ctr">
            <a:solidFill>
              <a:schemeClr val="tx1"/>
            </a:solidFill>
            <a:prstDash val="solid"/>
            <a:round/>
            <a:headEnd type="none" w="med" len="med"/>
            <a:tailEnd type="none" w="med" len="med"/>
          </a:ln>
          <a:effectLst/>
        </p:spPr>
        <p:txBody>
          <a:bodyPr vert="horz" wrap="none" lIns="36000" tIns="36000" rIns="36000" bIns="360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ja-JP" sz="800" b="0" i="0" u="none" strike="noStrike" cap="none" normalizeH="0" baseline="0" dirty="0">
                <a:ln>
                  <a:noFill/>
                </a:ln>
                <a:solidFill>
                  <a:schemeClr val="tx1"/>
                </a:solidFill>
                <a:effectLst/>
                <a:latin typeface="ＭＳ Ｐゴシック" pitchFamily="50" charset="-128"/>
                <a:ea typeface="ＭＳ Ｐゴシック" pitchFamily="50" charset="-128"/>
              </a:rPr>
              <a:t>16KB</a:t>
            </a:r>
            <a:r>
              <a:rPr kumimoji="1" lang="ja-JP" altLang="en-US" sz="800" b="0" i="0" u="none" strike="noStrike" cap="none" normalizeH="0" baseline="0" dirty="0">
                <a:ln>
                  <a:noFill/>
                </a:ln>
                <a:solidFill>
                  <a:schemeClr val="tx1"/>
                </a:solidFill>
                <a:effectLst/>
                <a:latin typeface="ＭＳ Ｐゴシック" pitchFamily="50" charset="-128"/>
                <a:ea typeface="ＭＳ Ｐゴシック" pitchFamily="50" charset="-128"/>
              </a:rPr>
              <a:t>ブロック</a:t>
            </a:r>
            <a:endParaRPr kumimoji="1" lang="en-US" altLang="ja-JP" sz="800" b="0" i="0" u="none" strike="noStrike" cap="none" normalizeH="0" baseline="0" dirty="0">
              <a:ln>
                <a:noFill/>
              </a:ln>
              <a:solidFill>
                <a:schemeClr val="tx1"/>
              </a:solidFill>
              <a:effectLst/>
              <a:latin typeface="ＭＳ Ｐゴシック" pitchFamily="50" charset="-128"/>
              <a:ea typeface="ＭＳ Ｐゴシック" pitchFamily="50" charset="-128"/>
            </a:endParaRPr>
          </a:p>
        </p:txBody>
      </p:sp>
      <p:sp>
        <p:nvSpPr>
          <p:cNvPr id="95" name="矢印: 右 94">
            <a:extLst>
              <a:ext uri="{FF2B5EF4-FFF2-40B4-BE49-F238E27FC236}">
                <a16:creationId xmlns:a16="http://schemas.microsoft.com/office/drawing/2014/main" id="{AAE618C7-DC3C-F37E-1FD7-9F3754F5DDC9}"/>
              </a:ext>
            </a:extLst>
          </p:cNvPr>
          <p:cNvSpPr/>
          <p:nvPr/>
        </p:nvSpPr>
        <p:spPr bwMode="auto">
          <a:xfrm>
            <a:off x="4952351" y="3606005"/>
            <a:ext cx="203135" cy="903565"/>
          </a:xfrm>
          <a:prstGeom prst="rightArrow">
            <a:avLst/>
          </a:prstGeom>
          <a:solidFill>
            <a:schemeClr val="accent2"/>
          </a:solidFill>
          <a:ln w="12700" cap="flat" cmpd="sng" algn="ctr">
            <a:no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ja-JP" altLang="en-US" sz="1600" b="0" i="0" u="none" strike="noStrike" cap="none" normalizeH="0" baseline="0">
              <a:ln>
                <a:noFill/>
              </a:ln>
              <a:solidFill>
                <a:schemeClr val="tx1"/>
              </a:solidFill>
              <a:effectLst/>
              <a:latin typeface="ＭＳ Ｐゴシック" pitchFamily="50" charset="-128"/>
              <a:ea typeface="ＭＳ Ｐゴシック" pitchFamily="50" charset="-128"/>
            </a:endParaRPr>
          </a:p>
        </p:txBody>
      </p:sp>
      <p:pic>
        <p:nvPicPr>
          <p:cNvPr id="10" name="オーディオ 9">
            <a:hlinkClick r:id="" action="ppaction://media"/>
            <a:extLst>
              <a:ext uri="{FF2B5EF4-FFF2-40B4-BE49-F238E27FC236}">
                <a16:creationId xmlns:a16="http://schemas.microsoft.com/office/drawing/2014/main" id="{B484DF13-EE57-1FF7-8DB6-DAD1DF12A55C}"/>
              </a:ext>
            </a:extLst>
          </p:cNvPr>
          <p:cNvPicPr>
            <a:picLocks noChangeAspect="1"/>
          </p:cNvPicPr>
          <p:nvPr>
            <a:audioFile r:link="rId2"/>
            <p:extLst>
              <p:ext uri="{DAA4B4D4-6D71-4841-9C94-3DE7FCFB9230}">
                <p14:media xmlns:p14="http://schemas.microsoft.com/office/powerpoint/2010/main" r:embed="rId1"/>
              </p:ext>
            </p:extLst>
          </p:nvPr>
        </p:nvPicPr>
        <p:blipFill>
          <a:blip r:embed="rId7"/>
          <a:srcRect l="-245890" t="-245890" r="-245890" b="-245890"/>
          <a:stretch>
            <a:fillRect/>
          </a:stretch>
        </p:blipFill>
        <p:spPr>
          <a:xfrm>
            <a:off x="7766304" y="4718304"/>
            <a:ext cx="2057400" cy="2057400"/>
          </a:xfrm>
          <a:prstGeom prst="ellipse">
            <a:avLst/>
          </a:prstGeom>
        </p:spPr>
      </p:pic>
    </p:spTree>
    <p:extLst>
      <p:ext uri="{BB962C8B-B14F-4D97-AF65-F5344CB8AC3E}">
        <p14:creationId xmlns:p14="http://schemas.microsoft.com/office/powerpoint/2010/main" val="3439872006"/>
      </p:ext>
    </p:extLst>
  </p:cSld>
  <p:clrMapOvr>
    <a:masterClrMapping/>
  </p:clrMapOvr>
  <mc:AlternateContent xmlns:mc="http://schemas.openxmlformats.org/markup-compatibility/2006" xmlns:p14="http://schemas.microsoft.com/office/powerpoint/2010/main">
    <mc:Choice Requires="p14">
      <p:transition spd="slow" p14:dur="2000" advTm="78002"/>
    </mc:Choice>
    <mc:Fallback xmlns="">
      <p:transition spd="slow" advTm="7800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0"/>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0"/>
                </p:tgtEl>
              </p:cMediaNode>
            </p:audio>
          </p:childTnLst>
        </p:cTn>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タイトル 1">
            <a:extLst>
              <a:ext uri="{FF2B5EF4-FFF2-40B4-BE49-F238E27FC236}">
                <a16:creationId xmlns:a16="http://schemas.microsoft.com/office/drawing/2014/main" id="{48F80BE1-D063-4240-BFC7-C8D243720250}"/>
              </a:ext>
            </a:extLst>
          </p:cNvPr>
          <p:cNvSpPr txBox="1">
            <a:spLocks/>
          </p:cNvSpPr>
          <p:nvPr/>
        </p:nvSpPr>
        <p:spPr bwMode="auto">
          <a:xfrm>
            <a:off x="631222" y="201863"/>
            <a:ext cx="8642258" cy="50208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rtl="0" fontAlgn="base">
              <a:lnSpc>
                <a:spcPct val="90000"/>
              </a:lnSpc>
              <a:spcBef>
                <a:spcPct val="0"/>
              </a:spcBef>
              <a:spcAft>
                <a:spcPct val="0"/>
              </a:spcAft>
              <a:defRPr kumimoji="1" sz="2000">
                <a:solidFill>
                  <a:schemeClr val="tx2"/>
                </a:solidFill>
                <a:latin typeface="游明朝" panose="02020400000000000000" pitchFamily="18" charset="-128"/>
                <a:ea typeface="游明朝" panose="02020400000000000000" pitchFamily="18" charset="-128"/>
                <a:cs typeface="+mj-cs"/>
              </a:defRPr>
            </a:lvl1pPr>
            <a:lvl2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2pPr>
            <a:lvl3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3pPr>
            <a:lvl4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4pPr>
            <a:lvl5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5pPr>
            <a:lvl6pPr marL="4572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6pPr>
            <a:lvl7pPr marL="9144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7pPr>
            <a:lvl8pPr marL="13716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8pPr>
            <a:lvl9pPr marL="18288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9pPr>
          </a:lstStyle>
          <a:p>
            <a:pPr marL="0" indent="0" algn="l">
              <a:buNone/>
            </a:pPr>
            <a:r>
              <a:rPr lang="en-US" altLang="ja-JP" sz="3000" dirty="0">
                <a:solidFill>
                  <a:srgbClr val="002060"/>
                </a:solidFill>
                <a:latin typeface="メイリオ" panose="020B0604030504040204" pitchFamily="50" charset="-128"/>
                <a:ea typeface="メイリオ" panose="020B0604030504040204" pitchFamily="50" charset="-128"/>
              </a:rPr>
              <a:t>RDS</a:t>
            </a:r>
            <a:r>
              <a:rPr lang="ja-JP" altLang="en-US" sz="3000" dirty="0">
                <a:solidFill>
                  <a:srgbClr val="002060"/>
                </a:solidFill>
                <a:latin typeface="メイリオ" panose="020B0604030504040204" pitchFamily="50" charset="-128"/>
                <a:ea typeface="メイリオ" panose="020B0604030504040204" pitchFamily="50" charset="-128"/>
              </a:rPr>
              <a:t>の暗号化</a:t>
            </a:r>
            <a:endParaRPr lang="en-US" altLang="ja-JP" sz="3000" dirty="0">
              <a:solidFill>
                <a:srgbClr val="002060"/>
              </a:solidFill>
              <a:latin typeface="メイリオ" panose="020B0604030504040204" pitchFamily="50" charset="-128"/>
              <a:ea typeface="メイリオ" panose="020B0604030504040204" pitchFamily="50" charset="-128"/>
            </a:endParaRPr>
          </a:p>
        </p:txBody>
      </p:sp>
      <p:sp>
        <p:nvSpPr>
          <p:cNvPr id="37" name="コンテンツ プレースホルダー 2">
            <a:extLst>
              <a:ext uri="{FF2B5EF4-FFF2-40B4-BE49-F238E27FC236}">
                <a16:creationId xmlns:a16="http://schemas.microsoft.com/office/drawing/2014/main" id="{2DC1489D-7AED-4EB8-B650-CDD4C4BDCEE3}"/>
              </a:ext>
            </a:extLst>
          </p:cNvPr>
          <p:cNvSpPr txBox="1">
            <a:spLocks/>
          </p:cNvSpPr>
          <p:nvPr/>
        </p:nvSpPr>
        <p:spPr>
          <a:xfrm>
            <a:off x="631222" y="692696"/>
            <a:ext cx="9002298" cy="325343"/>
          </a:xfrm>
          <a:prstGeom prst="rect">
            <a:avLst/>
          </a:prstGeom>
        </p:spPr>
        <p:txBody>
          <a:bodyPr vert="horz" lIns="74295" tIns="37148" rIns="74295" bIns="37148" rtlCol="0">
            <a:noAutofit/>
          </a:bodyPr>
          <a:lstStyle>
            <a:lvl1pPr marL="228600" indent="-228600" algn="l" defTabSz="914400" rtl="0" eaLnBrk="1" latinLnBrk="0" hangingPunct="1">
              <a:lnSpc>
                <a:spcPct val="90000"/>
              </a:lnSpc>
              <a:spcBef>
                <a:spcPts val="1000"/>
              </a:spcBef>
              <a:buFont typeface="Wingdings 2" pitchFamily="18" charset="2"/>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2" pitchFamily="18" charset="2"/>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2" pitchFamily="18" charset="2"/>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5pPr>
            <a:lvl6pPr marL="25146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6pPr>
            <a:lvl7pPr marL="29718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7pPr>
            <a:lvl8pPr marL="34290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8pPr>
            <a:lvl9pPr marL="38862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9pPr>
          </a:lstStyle>
          <a:p>
            <a:pPr marL="0" indent="0">
              <a:buNone/>
            </a:pPr>
            <a:r>
              <a:rPr lang="en-US" altLang="ja-JP" sz="2400" dirty="0">
                <a:solidFill>
                  <a:srgbClr val="002060"/>
                </a:solidFill>
                <a:latin typeface="メイリオ" panose="020B0604030504040204" pitchFamily="50" charset="-128"/>
                <a:ea typeface="メイリオ" panose="020B0604030504040204" pitchFamily="50" charset="-128"/>
              </a:rPr>
              <a:t>RDS</a:t>
            </a:r>
            <a:r>
              <a:rPr lang="ja-JP" altLang="en-US" sz="2400" dirty="0">
                <a:solidFill>
                  <a:srgbClr val="002060"/>
                </a:solidFill>
                <a:latin typeface="メイリオ" panose="020B0604030504040204" pitchFamily="50" charset="-128"/>
                <a:ea typeface="メイリオ" panose="020B0604030504040204" pitchFamily="50" charset="-128"/>
              </a:rPr>
              <a:t>では保存されるデータ・リソースの暗号化と接続の暗号化を実施可能</a:t>
            </a:r>
            <a:endParaRPr lang="en-US" altLang="ja-JP" sz="2400" dirty="0">
              <a:solidFill>
                <a:srgbClr val="002060"/>
              </a:solidFill>
              <a:latin typeface="メイリオ" panose="020B0604030504040204" pitchFamily="50" charset="-128"/>
              <a:ea typeface="メイリオ" panose="020B0604030504040204" pitchFamily="50" charset="-128"/>
            </a:endParaRPr>
          </a:p>
        </p:txBody>
      </p:sp>
      <p:sp>
        <p:nvSpPr>
          <p:cNvPr id="5" name="正方形/長方形 4">
            <a:extLst>
              <a:ext uri="{FF2B5EF4-FFF2-40B4-BE49-F238E27FC236}">
                <a16:creationId xmlns:a16="http://schemas.microsoft.com/office/drawing/2014/main" id="{4FAEC070-B09E-4F1B-BEE2-55ABCE1D587B}"/>
              </a:ext>
            </a:extLst>
          </p:cNvPr>
          <p:cNvSpPr/>
          <p:nvPr/>
        </p:nvSpPr>
        <p:spPr bwMode="auto">
          <a:xfrm>
            <a:off x="1567974" y="2348880"/>
            <a:ext cx="2376264" cy="1440160"/>
          </a:xfrm>
          <a:prstGeom prst="rect">
            <a:avLst/>
          </a:prstGeom>
          <a:solidFill>
            <a:schemeClr val="bg2">
              <a:lumMod val="10000"/>
              <a:lumOff val="90000"/>
            </a:schemeClr>
          </a:solidFill>
          <a:ln w="12700" cap="flat" cmpd="sng" algn="ctr">
            <a:solidFill>
              <a:srgbClr val="002060"/>
            </a:solidFill>
            <a:prstDash val="solid"/>
            <a:round/>
            <a:headEnd type="none" w="med" len="med"/>
            <a:tailEnd type="none" w="med" len="med"/>
          </a:ln>
          <a:effectLst/>
        </p:spPr>
        <p:txBody>
          <a:bodyPr vert="horz" wrap="square" lIns="36000" tIns="36000" rIns="36000" bIns="360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ja-JP" altLang="en-US" sz="1800" dirty="0">
                <a:latin typeface="メイリオ" panose="020B0604030504040204" pitchFamily="50" charset="-128"/>
                <a:ea typeface="メイリオ" panose="020B0604030504040204" pitchFamily="50" charset="-128"/>
              </a:rPr>
              <a:t>通信の暗号化</a:t>
            </a:r>
            <a:endParaRPr kumimoji="1" lang="ja-JP" altLang="en-US" sz="1800" i="0" u="none" strike="noStrike" cap="none" normalizeH="0" baseline="0" dirty="0">
              <a:ln>
                <a:noFill/>
              </a:ln>
              <a:effectLst/>
              <a:latin typeface="メイリオ" panose="020B0604030504040204" pitchFamily="50" charset="-128"/>
              <a:ea typeface="メイリオ" panose="020B0604030504040204" pitchFamily="50" charset="-128"/>
            </a:endParaRPr>
          </a:p>
        </p:txBody>
      </p:sp>
      <p:sp>
        <p:nvSpPr>
          <p:cNvPr id="7" name="正方形/長方形 6">
            <a:extLst>
              <a:ext uri="{FF2B5EF4-FFF2-40B4-BE49-F238E27FC236}">
                <a16:creationId xmlns:a16="http://schemas.microsoft.com/office/drawing/2014/main" id="{74C01578-5B18-44A9-809F-D50A73E58B5A}"/>
              </a:ext>
            </a:extLst>
          </p:cNvPr>
          <p:cNvSpPr/>
          <p:nvPr/>
        </p:nvSpPr>
        <p:spPr bwMode="auto">
          <a:xfrm>
            <a:off x="4015596" y="2348880"/>
            <a:ext cx="4537153" cy="1440160"/>
          </a:xfrm>
          <a:prstGeom prst="rect">
            <a:avLst/>
          </a:prstGeom>
          <a:solidFill>
            <a:schemeClr val="bg1"/>
          </a:solidFill>
          <a:ln w="12700" cap="flat" cmpd="sng" algn="ctr">
            <a:solidFill>
              <a:srgbClr val="002060"/>
            </a:solidFill>
            <a:prstDash val="solid"/>
            <a:round/>
            <a:headEnd type="none" w="med" len="med"/>
            <a:tailEnd type="none" w="med" len="med"/>
          </a:ln>
          <a:effectLst/>
        </p:spPr>
        <p:txBody>
          <a:bodyPr vert="horz" wrap="square" lIns="36000" tIns="36000" rIns="36000" bIns="36000" numCol="1" rtlCol="0" anchor="ctr" anchorCtr="0" compatLnSpc="1">
            <a:prstTxWarp prst="textNoShape">
              <a:avLst/>
            </a:prstTxWarp>
          </a:bodyPr>
          <a:lstStyle/>
          <a:p>
            <a:pPr marL="285750" indent="-285750">
              <a:buFont typeface="Wingdings" panose="05000000000000000000" pitchFamily="2" charset="2"/>
              <a:buChar char="ü"/>
            </a:pPr>
            <a:r>
              <a:rPr lang="en-US" altLang="ja-JP" sz="1800" dirty="0">
                <a:latin typeface="メイリオ" panose="020B0604030504040204" pitchFamily="50" charset="-128"/>
                <a:ea typeface="メイリオ" panose="020B0604030504040204" pitchFamily="50" charset="-128"/>
              </a:rPr>
              <a:t>SSL</a:t>
            </a:r>
            <a:r>
              <a:rPr lang="ja-JP" altLang="en-US" sz="1800" dirty="0">
                <a:latin typeface="メイリオ" panose="020B0604030504040204" pitchFamily="50" charset="-128"/>
                <a:ea typeface="メイリオ" panose="020B0604030504040204" pitchFamily="50" charset="-128"/>
              </a:rPr>
              <a:t>／</a:t>
            </a:r>
            <a:r>
              <a:rPr lang="en-US" altLang="ja-JP" sz="1800" dirty="0">
                <a:latin typeface="メイリオ" panose="020B0604030504040204" pitchFamily="50" charset="-128"/>
                <a:ea typeface="メイリオ" panose="020B0604030504040204" pitchFamily="50" charset="-128"/>
              </a:rPr>
              <a:t>TLS</a:t>
            </a:r>
            <a:r>
              <a:rPr lang="ja-JP" altLang="en-US" sz="1800" dirty="0">
                <a:latin typeface="メイリオ" panose="020B0604030504040204" pitchFamily="50" charset="-128"/>
                <a:ea typeface="メイリオ" panose="020B0604030504040204" pitchFamily="50" charset="-128"/>
              </a:rPr>
              <a:t>を使用して</a:t>
            </a:r>
            <a:r>
              <a:rPr lang="en-US" altLang="ja-JP" sz="1800" dirty="0">
                <a:latin typeface="メイリオ" panose="020B0604030504040204" pitchFamily="50" charset="-128"/>
                <a:ea typeface="メイリオ" panose="020B0604030504040204" pitchFamily="50" charset="-128"/>
              </a:rPr>
              <a:t>DB </a:t>
            </a:r>
            <a:r>
              <a:rPr lang="ja-JP" altLang="en-US" sz="1800" dirty="0">
                <a:latin typeface="メイリオ" panose="020B0604030504040204" pitchFamily="50" charset="-128"/>
                <a:ea typeface="メイリオ" panose="020B0604030504040204" pitchFamily="50" charset="-128"/>
              </a:rPr>
              <a:t>インスタンスへの接続を暗号化する。</a:t>
            </a:r>
            <a:endParaRPr lang="en-US" altLang="ja-JP" sz="1800" dirty="0">
              <a:latin typeface="メイリオ" panose="020B0604030504040204" pitchFamily="50" charset="-128"/>
              <a:ea typeface="メイリオ" panose="020B0604030504040204" pitchFamily="50" charset="-128"/>
            </a:endParaRPr>
          </a:p>
          <a:p>
            <a:pPr marL="285750" indent="-285750">
              <a:buFont typeface="Wingdings" panose="05000000000000000000" pitchFamily="2" charset="2"/>
              <a:buChar char="ü"/>
            </a:pPr>
            <a:r>
              <a:rPr lang="en-US" altLang="ja-JP" sz="1800" dirty="0">
                <a:latin typeface="メイリオ" panose="020B0604030504040204" pitchFamily="50" charset="-128"/>
                <a:ea typeface="メイリオ" panose="020B0604030504040204" pitchFamily="50" charset="-128"/>
              </a:rPr>
              <a:t>SSL</a:t>
            </a:r>
            <a:r>
              <a:rPr lang="ja-JP" altLang="en-US" sz="1800" dirty="0">
                <a:latin typeface="メイリオ" panose="020B0604030504040204" pitchFamily="50" charset="-128"/>
                <a:ea typeface="メイリオ" panose="020B0604030504040204" pitchFamily="50" charset="-128"/>
              </a:rPr>
              <a:t>／</a:t>
            </a:r>
            <a:r>
              <a:rPr lang="en-US" altLang="ja-JP" sz="1800" dirty="0">
                <a:latin typeface="メイリオ" panose="020B0604030504040204" pitchFamily="50" charset="-128"/>
                <a:ea typeface="メイリオ" panose="020B0604030504040204" pitchFamily="50" charset="-128"/>
              </a:rPr>
              <a:t>TLS</a:t>
            </a:r>
            <a:r>
              <a:rPr lang="ja-JP" altLang="en-US" sz="1800" dirty="0">
                <a:latin typeface="メイリオ" panose="020B0604030504040204" pitchFamily="50" charset="-128"/>
                <a:ea typeface="メイリオ" panose="020B0604030504040204" pitchFamily="50" charset="-128"/>
              </a:rPr>
              <a:t>証明書はデフォルトで自動で構成されて暗号化される。</a:t>
            </a:r>
            <a:endParaRPr kumimoji="1" lang="ja-JP" altLang="en-US" sz="1800" i="0" u="none" strike="noStrike" cap="none" normalizeH="0" baseline="0" dirty="0">
              <a:ln>
                <a:noFill/>
              </a:ln>
              <a:effectLst/>
              <a:latin typeface="メイリオ" panose="020B0604030504040204" pitchFamily="50" charset="-128"/>
              <a:ea typeface="メイリオ" panose="020B0604030504040204" pitchFamily="50" charset="-128"/>
            </a:endParaRPr>
          </a:p>
        </p:txBody>
      </p:sp>
      <p:sp>
        <p:nvSpPr>
          <p:cNvPr id="8" name="正方形/長方形 7">
            <a:extLst>
              <a:ext uri="{FF2B5EF4-FFF2-40B4-BE49-F238E27FC236}">
                <a16:creationId xmlns:a16="http://schemas.microsoft.com/office/drawing/2014/main" id="{40A78798-50B4-41E3-AADB-864D0BAA2B7E}"/>
              </a:ext>
            </a:extLst>
          </p:cNvPr>
          <p:cNvSpPr/>
          <p:nvPr/>
        </p:nvSpPr>
        <p:spPr bwMode="auto">
          <a:xfrm>
            <a:off x="1567974" y="3861047"/>
            <a:ext cx="2376264" cy="1440160"/>
          </a:xfrm>
          <a:prstGeom prst="rect">
            <a:avLst/>
          </a:prstGeom>
          <a:solidFill>
            <a:schemeClr val="bg2">
              <a:lumMod val="10000"/>
              <a:lumOff val="90000"/>
            </a:schemeClr>
          </a:solidFill>
          <a:ln w="12700" cap="flat" cmpd="sng" algn="ctr">
            <a:solidFill>
              <a:srgbClr val="002060"/>
            </a:solidFill>
            <a:prstDash val="solid"/>
            <a:round/>
            <a:headEnd type="none" w="med" len="med"/>
            <a:tailEnd type="none" w="med" len="med"/>
          </a:ln>
          <a:effectLst/>
        </p:spPr>
        <p:txBody>
          <a:bodyPr vert="horz" wrap="square" lIns="36000" tIns="36000" rIns="36000" bIns="360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ja-JP" altLang="en-US" sz="1800" dirty="0">
                <a:latin typeface="メイリオ" panose="020B0604030504040204" pitchFamily="50" charset="-128"/>
                <a:ea typeface="メイリオ" panose="020B0604030504040204" pitchFamily="50" charset="-128"/>
              </a:rPr>
              <a:t>保管</a:t>
            </a:r>
            <a:r>
              <a:rPr kumimoji="1" lang="ja-JP" altLang="en-US" sz="1800" i="0" u="none" strike="noStrike" cap="none" normalizeH="0" baseline="0" dirty="0">
                <a:ln>
                  <a:noFill/>
                </a:ln>
                <a:effectLst/>
                <a:latin typeface="メイリオ" panose="020B0604030504040204" pitchFamily="50" charset="-128"/>
                <a:ea typeface="メイリオ" panose="020B0604030504040204" pitchFamily="50" charset="-128"/>
              </a:rPr>
              <a:t>データの暗号化</a:t>
            </a:r>
          </a:p>
        </p:txBody>
      </p:sp>
      <p:sp>
        <p:nvSpPr>
          <p:cNvPr id="9" name="正方形/長方形 8">
            <a:extLst>
              <a:ext uri="{FF2B5EF4-FFF2-40B4-BE49-F238E27FC236}">
                <a16:creationId xmlns:a16="http://schemas.microsoft.com/office/drawing/2014/main" id="{F07C1ECD-11DB-4674-B06B-CAB0CF3E5B7D}"/>
              </a:ext>
            </a:extLst>
          </p:cNvPr>
          <p:cNvSpPr/>
          <p:nvPr/>
        </p:nvSpPr>
        <p:spPr bwMode="auto">
          <a:xfrm>
            <a:off x="4015596" y="3861047"/>
            <a:ext cx="4537153" cy="1440160"/>
          </a:xfrm>
          <a:prstGeom prst="rect">
            <a:avLst/>
          </a:prstGeom>
          <a:solidFill>
            <a:schemeClr val="bg1"/>
          </a:solidFill>
          <a:ln w="12700" cap="flat" cmpd="sng" algn="ctr">
            <a:solidFill>
              <a:srgbClr val="002060"/>
            </a:solidFill>
            <a:prstDash val="solid"/>
            <a:round/>
            <a:headEnd type="none" w="med" len="med"/>
            <a:tailEnd type="none" w="med" len="med"/>
          </a:ln>
          <a:effectLst/>
        </p:spPr>
        <p:txBody>
          <a:bodyPr vert="horz" wrap="square" lIns="36000" tIns="36000" rIns="36000" bIns="36000" numCol="1" rtlCol="0" anchor="ctr" anchorCtr="0" compatLnSpc="1">
            <a:prstTxWarp prst="textNoShape">
              <a:avLst/>
            </a:prstTxWarp>
          </a:bodyPr>
          <a:lstStyle/>
          <a:p>
            <a:pPr marL="285750" indent="-285750">
              <a:buFont typeface="Wingdings" panose="05000000000000000000" pitchFamily="2" charset="2"/>
              <a:buChar char="ü"/>
            </a:pPr>
            <a:r>
              <a:rPr lang="en-US" altLang="ja-JP" sz="1800" dirty="0">
                <a:latin typeface="メイリオ" panose="020B0604030504040204" pitchFamily="50" charset="-128"/>
                <a:ea typeface="メイリオ" panose="020B0604030504040204" pitchFamily="50" charset="-128"/>
              </a:rPr>
              <a:t>AWS KMS</a:t>
            </a:r>
            <a:r>
              <a:rPr lang="ja-JP" altLang="en-US" sz="1800" dirty="0">
                <a:latin typeface="メイリオ" panose="020B0604030504040204" pitchFamily="50" charset="-128"/>
                <a:ea typeface="メイリオ" panose="020B0604030504040204" pitchFamily="50" charset="-128"/>
              </a:rPr>
              <a:t>の暗号化キーを利用して、保管時のデータリソースを暗号化する。</a:t>
            </a:r>
            <a:endParaRPr lang="en-US" altLang="ja-JP" sz="18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967233241"/>
      </p:ext>
    </p:extLst>
  </p:cSld>
  <p:clrMapOvr>
    <a:masterClrMapping/>
  </p:clrMapOvr>
  <mc:AlternateContent xmlns:mc="http://schemas.openxmlformats.org/markup-compatibility/2006" xmlns:p14="http://schemas.microsoft.com/office/powerpoint/2010/main">
    <mc:Choice Requires="p14">
      <p:transition spd="slow" p14:dur="2000" advTm="26237"/>
    </mc:Choice>
    <mc:Fallback xmlns="">
      <p:transition spd="slow" advTm="26237"/>
    </mc:Fallback>
  </mc:AlternateContent>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 name="タイトル 1">
            <a:extLst>
              <a:ext uri="{FF2B5EF4-FFF2-40B4-BE49-F238E27FC236}">
                <a16:creationId xmlns:a16="http://schemas.microsoft.com/office/drawing/2014/main" id="{3B2F40DD-E21D-4126-B485-6DEF490624A0}"/>
              </a:ext>
            </a:extLst>
          </p:cNvPr>
          <p:cNvSpPr txBox="1">
            <a:spLocks/>
          </p:cNvSpPr>
          <p:nvPr/>
        </p:nvSpPr>
        <p:spPr bwMode="auto">
          <a:xfrm>
            <a:off x="631222" y="228600"/>
            <a:ext cx="8642258" cy="50208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rtl="0" fontAlgn="base">
              <a:lnSpc>
                <a:spcPct val="90000"/>
              </a:lnSpc>
              <a:spcBef>
                <a:spcPct val="0"/>
              </a:spcBef>
              <a:spcAft>
                <a:spcPct val="0"/>
              </a:spcAft>
              <a:defRPr kumimoji="1" sz="2000">
                <a:solidFill>
                  <a:schemeClr val="tx2"/>
                </a:solidFill>
                <a:latin typeface="游明朝" panose="02020400000000000000" pitchFamily="18" charset="-128"/>
                <a:ea typeface="游明朝" panose="02020400000000000000" pitchFamily="18" charset="-128"/>
                <a:cs typeface="+mj-cs"/>
              </a:defRPr>
            </a:lvl1pPr>
            <a:lvl2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2pPr>
            <a:lvl3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3pPr>
            <a:lvl4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4pPr>
            <a:lvl5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5pPr>
            <a:lvl6pPr marL="4572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6pPr>
            <a:lvl7pPr marL="9144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7pPr>
            <a:lvl8pPr marL="13716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8pPr>
            <a:lvl9pPr marL="18288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9pPr>
          </a:lstStyle>
          <a:p>
            <a:pPr algn="l"/>
            <a:r>
              <a:rPr kumimoji="0" lang="en-US" altLang="ja-JP" sz="2800" dirty="0">
                <a:solidFill>
                  <a:srgbClr val="000000"/>
                </a:solidFill>
                <a:latin typeface="メイリオ" pitchFamily="50" charset="-128"/>
                <a:ea typeface="メイリオ" pitchFamily="50" charset="-128"/>
                <a:cs typeface="メイリオ" pitchFamily="50" charset="-128"/>
              </a:rPr>
              <a:t>RDS</a:t>
            </a:r>
            <a:r>
              <a:rPr kumimoji="0" lang="ja-JP" altLang="en-US" sz="2800" dirty="0">
                <a:solidFill>
                  <a:srgbClr val="000000"/>
                </a:solidFill>
                <a:latin typeface="メイリオ" pitchFamily="50" charset="-128"/>
                <a:ea typeface="メイリオ" pitchFamily="50" charset="-128"/>
                <a:cs typeface="メイリオ" pitchFamily="50" charset="-128"/>
              </a:rPr>
              <a:t>の暗号化</a:t>
            </a:r>
            <a:endParaRPr lang="ja-JP" altLang="en-US" sz="3000" dirty="0">
              <a:solidFill>
                <a:srgbClr val="002060"/>
              </a:solidFill>
              <a:latin typeface="メイリオ" panose="020B0604030504040204" pitchFamily="50" charset="-128"/>
              <a:ea typeface="メイリオ" panose="020B0604030504040204" pitchFamily="50" charset="-128"/>
            </a:endParaRPr>
          </a:p>
        </p:txBody>
      </p:sp>
      <p:sp>
        <p:nvSpPr>
          <p:cNvPr id="124" name="コンテンツ プレースホルダー 2">
            <a:extLst>
              <a:ext uri="{FF2B5EF4-FFF2-40B4-BE49-F238E27FC236}">
                <a16:creationId xmlns:a16="http://schemas.microsoft.com/office/drawing/2014/main" id="{83709AB2-F603-441F-9429-A765FC262FD0}"/>
              </a:ext>
            </a:extLst>
          </p:cNvPr>
          <p:cNvSpPr txBox="1">
            <a:spLocks/>
          </p:cNvSpPr>
          <p:nvPr/>
        </p:nvSpPr>
        <p:spPr>
          <a:xfrm>
            <a:off x="631222" y="692696"/>
            <a:ext cx="9002298" cy="325343"/>
          </a:xfrm>
          <a:prstGeom prst="rect">
            <a:avLst/>
          </a:prstGeom>
        </p:spPr>
        <p:txBody>
          <a:bodyPr vert="horz" lIns="74295" tIns="37148" rIns="74295" bIns="37148" rtlCol="0">
            <a:noAutofit/>
          </a:bodyPr>
          <a:lstStyle>
            <a:lvl1pPr marL="228600" indent="-228600" algn="l" defTabSz="914400" rtl="0" eaLnBrk="1" latinLnBrk="0" hangingPunct="1">
              <a:lnSpc>
                <a:spcPct val="90000"/>
              </a:lnSpc>
              <a:spcBef>
                <a:spcPts val="1000"/>
              </a:spcBef>
              <a:buFont typeface="Wingdings 2" pitchFamily="18" charset="2"/>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2" pitchFamily="18" charset="2"/>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2" pitchFamily="18" charset="2"/>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5pPr>
            <a:lvl6pPr marL="25146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6pPr>
            <a:lvl7pPr marL="29718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7pPr>
            <a:lvl8pPr marL="34290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8pPr>
            <a:lvl9pPr marL="38862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9pPr>
          </a:lstStyle>
          <a:p>
            <a:pPr marL="0" indent="0">
              <a:buNone/>
            </a:pPr>
            <a:r>
              <a:rPr lang="ja-JP" altLang="en-US" sz="2400" dirty="0">
                <a:solidFill>
                  <a:srgbClr val="002060"/>
                </a:solidFill>
                <a:latin typeface="メイリオ" panose="020B0604030504040204" pitchFamily="50" charset="-128"/>
                <a:ea typeface="メイリオ" panose="020B0604030504040204" pitchFamily="50" charset="-128"/>
              </a:rPr>
              <a:t>保管時のデータ</a:t>
            </a:r>
            <a:r>
              <a:rPr lang="en-US" altLang="ja-JP" sz="2400" dirty="0">
                <a:solidFill>
                  <a:srgbClr val="002060"/>
                </a:solidFill>
                <a:latin typeface="メイリオ" panose="020B0604030504040204" pitchFamily="50" charset="-128"/>
                <a:ea typeface="メイリオ" panose="020B0604030504040204" pitchFamily="50" charset="-128"/>
              </a:rPr>
              <a:t>/DB</a:t>
            </a:r>
            <a:r>
              <a:rPr lang="ja-JP" altLang="en-US" sz="2400" dirty="0">
                <a:solidFill>
                  <a:srgbClr val="002060"/>
                </a:solidFill>
                <a:latin typeface="メイリオ" panose="020B0604030504040204" pitchFamily="50" charset="-128"/>
                <a:ea typeface="メイリオ" panose="020B0604030504040204" pitchFamily="50" charset="-128"/>
              </a:rPr>
              <a:t>インスタンスとスナップショットを暗号化</a:t>
            </a:r>
            <a:endParaRPr lang="en-US" altLang="ja-JP" sz="2400" dirty="0">
              <a:solidFill>
                <a:srgbClr val="002060"/>
              </a:solidFill>
              <a:latin typeface="メイリオ" panose="020B0604030504040204" pitchFamily="50" charset="-128"/>
              <a:ea typeface="メイリオ" panose="020B0604030504040204" pitchFamily="50" charset="-128"/>
            </a:endParaRPr>
          </a:p>
        </p:txBody>
      </p:sp>
      <p:sp>
        <p:nvSpPr>
          <p:cNvPr id="2" name="正方形/長方形 1">
            <a:extLst>
              <a:ext uri="{FF2B5EF4-FFF2-40B4-BE49-F238E27FC236}">
                <a16:creationId xmlns:a16="http://schemas.microsoft.com/office/drawing/2014/main" id="{EC083F0E-939B-4C0D-B34F-9770AF9F5DF1}"/>
              </a:ext>
            </a:extLst>
          </p:cNvPr>
          <p:cNvSpPr/>
          <p:nvPr/>
        </p:nvSpPr>
        <p:spPr>
          <a:xfrm>
            <a:off x="3440832" y="-895548"/>
            <a:ext cx="7661076" cy="338554"/>
          </a:xfrm>
          <a:prstGeom prst="rect">
            <a:avLst/>
          </a:prstGeom>
        </p:spPr>
        <p:txBody>
          <a:bodyPr wrap="square">
            <a:spAutoFit/>
          </a:bodyPr>
          <a:lstStyle/>
          <a:p>
            <a:r>
              <a:rPr lang="en-US" altLang="ja-JP" dirty="0">
                <a:latin typeface="メイリオ" panose="020B0604030504040204" pitchFamily="50" charset="-128"/>
                <a:ea typeface="メイリオ" panose="020B0604030504040204" pitchFamily="50" charset="-128"/>
              </a:rPr>
              <a:t>•</a:t>
            </a:r>
            <a:endParaRPr lang="ja-JP" altLang="en-US" dirty="0">
              <a:latin typeface="メイリオ" panose="020B0604030504040204" pitchFamily="50" charset="-128"/>
              <a:ea typeface="メイリオ" panose="020B0604030504040204" pitchFamily="50" charset="-128"/>
            </a:endParaRPr>
          </a:p>
        </p:txBody>
      </p:sp>
      <p:sp>
        <p:nvSpPr>
          <p:cNvPr id="5" name="正方形/長方形 4">
            <a:extLst>
              <a:ext uri="{FF2B5EF4-FFF2-40B4-BE49-F238E27FC236}">
                <a16:creationId xmlns:a16="http://schemas.microsoft.com/office/drawing/2014/main" id="{A454AE09-47C2-49BF-8F10-E4A0899C4BC8}"/>
              </a:ext>
            </a:extLst>
          </p:cNvPr>
          <p:cNvSpPr/>
          <p:nvPr/>
        </p:nvSpPr>
        <p:spPr>
          <a:xfrm>
            <a:off x="632520" y="2204864"/>
            <a:ext cx="4193346" cy="3312368"/>
          </a:xfrm>
          <a:prstGeom prst="rect">
            <a:avLst/>
          </a:prstGeom>
          <a:ln>
            <a:solidFill>
              <a:srgbClr val="F0861E"/>
            </a:solidFill>
          </a:ln>
        </p:spPr>
        <p:txBody>
          <a:bodyPr wrap="square">
            <a:noAutofit/>
          </a:bodyPr>
          <a:lstStyle/>
          <a:p>
            <a:pPr algn="ctr"/>
            <a:r>
              <a:rPr lang="ja-JP" altLang="en-US" sz="1800" b="1" dirty="0">
                <a:latin typeface="メイリオ" panose="020B0604030504040204" pitchFamily="50" charset="-128"/>
                <a:ea typeface="メイリオ" panose="020B0604030504040204" pitchFamily="50" charset="-128"/>
              </a:rPr>
              <a:t>暗号化対象</a:t>
            </a:r>
            <a:endParaRPr lang="en-US" altLang="ja-JP" sz="1800" b="1" dirty="0">
              <a:latin typeface="メイリオ" panose="020B0604030504040204" pitchFamily="50" charset="-128"/>
              <a:ea typeface="メイリオ" panose="020B0604030504040204" pitchFamily="50" charset="-128"/>
            </a:endParaRPr>
          </a:p>
          <a:p>
            <a:pPr algn="ctr"/>
            <a:endParaRPr lang="en-US" altLang="ja-JP" sz="1800" dirty="0">
              <a:latin typeface="メイリオ" panose="020B0604030504040204" pitchFamily="50" charset="-128"/>
              <a:ea typeface="メイリオ" panose="020B0604030504040204" pitchFamily="50" charset="-128"/>
            </a:endParaRPr>
          </a:p>
          <a:p>
            <a:pPr algn="ctr"/>
            <a:endParaRPr lang="en-US" altLang="ja-JP" sz="1800" dirty="0">
              <a:latin typeface="メイリオ" panose="020B0604030504040204" pitchFamily="50" charset="-128"/>
              <a:ea typeface="メイリオ" panose="020B0604030504040204" pitchFamily="50" charset="-128"/>
            </a:endParaRPr>
          </a:p>
          <a:p>
            <a:pPr algn="ctr"/>
            <a:endParaRPr lang="en-US" altLang="ja-JP" sz="1800" dirty="0">
              <a:latin typeface="メイリオ" panose="020B0604030504040204" pitchFamily="50" charset="-128"/>
              <a:ea typeface="メイリオ" panose="020B0604030504040204" pitchFamily="50" charset="-128"/>
            </a:endParaRPr>
          </a:p>
          <a:p>
            <a:pPr marL="342900" indent="-342900">
              <a:buFont typeface="Arial" panose="020B0604020202020204" pitchFamily="34" charset="0"/>
              <a:buChar char="•"/>
            </a:pPr>
            <a:r>
              <a:rPr lang="en-US" altLang="ja-JP" dirty="0">
                <a:latin typeface="メイリオ" panose="020B0604030504040204" pitchFamily="50" charset="-128"/>
                <a:ea typeface="メイリオ" panose="020B0604030504040204" pitchFamily="50" charset="-128"/>
              </a:rPr>
              <a:t>DB</a:t>
            </a:r>
            <a:r>
              <a:rPr lang="ja-JP" altLang="en-US" dirty="0">
                <a:latin typeface="メイリオ" panose="020B0604030504040204" pitchFamily="50" charset="-128"/>
                <a:ea typeface="メイリオ" panose="020B0604030504040204" pitchFamily="50" charset="-128"/>
              </a:rPr>
              <a:t>インスタンス</a:t>
            </a:r>
            <a:endParaRPr lang="en-US" altLang="ja-JP" dirty="0">
              <a:latin typeface="メイリオ" panose="020B0604030504040204" pitchFamily="50" charset="-128"/>
              <a:ea typeface="メイリオ" panose="020B0604030504040204" pitchFamily="50" charset="-128"/>
            </a:endParaRPr>
          </a:p>
          <a:p>
            <a:pPr marL="342900" indent="-342900">
              <a:buFont typeface="Arial" panose="020B0604020202020204" pitchFamily="34" charset="0"/>
              <a:buChar char="•"/>
            </a:pPr>
            <a:r>
              <a:rPr lang="ja-JP" altLang="en-US" dirty="0">
                <a:latin typeface="メイリオ" panose="020B0604030504040204" pitchFamily="50" charset="-128"/>
                <a:ea typeface="メイリオ" panose="020B0604030504040204" pitchFamily="50" charset="-128"/>
              </a:rPr>
              <a:t>自動バックアップ</a:t>
            </a:r>
            <a:endParaRPr lang="en-US" altLang="ja-JP" dirty="0">
              <a:latin typeface="メイリオ" panose="020B0604030504040204" pitchFamily="50" charset="-128"/>
              <a:ea typeface="メイリオ" panose="020B0604030504040204" pitchFamily="50" charset="-128"/>
            </a:endParaRPr>
          </a:p>
          <a:p>
            <a:pPr marL="342900" indent="-342900">
              <a:buFont typeface="Arial" panose="020B0604020202020204" pitchFamily="34" charset="0"/>
              <a:buChar char="•"/>
            </a:pPr>
            <a:r>
              <a:rPr lang="ja-JP" altLang="en-US" dirty="0">
                <a:latin typeface="メイリオ" panose="020B0604030504040204" pitchFamily="50" charset="-128"/>
                <a:ea typeface="メイリオ" panose="020B0604030504040204" pitchFamily="50" charset="-128"/>
              </a:rPr>
              <a:t>リードレプリカ</a:t>
            </a:r>
            <a:endParaRPr lang="en-US" altLang="ja-JP" dirty="0">
              <a:latin typeface="メイリオ" panose="020B0604030504040204" pitchFamily="50" charset="-128"/>
              <a:ea typeface="メイリオ" panose="020B0604030504040204" pitchFamily="50" charset="-128"/>
            </a:endParaRPr>
          </a:p>
          <a:p>
            <a:pPr marL="342900" indent="-342900">
              <a:buFont typeface="Arial" panose="020B0604020202020204" pitchFamily="34" charset="0"/>
              <a:buChar char="•"/>
            </a:pPr>
            <a:r>
              <a:rPr lang="ja-JP" altLang="en-US" dirty="0">
                <a:latin typeface="メイリオ" panose="020B0604030504040204" pitchFamily="50" charset="-128"/>
                <a:ea typeface="メイリオ" panose="020B0604030504040204" pitchFamily="50" charset="-128"/>
              </a:rPr>
              <a:t>スナップショット</a:t>
            </a:r>
            <a:br>
              <a:rPr lang="en-US" altLang="ja-JP" sz="1800" dirty="0">
                <a:latin typeface="メイリオ" panose="020B0604030504040204" pitchFamily="50" charset="-128"/>
                <a:ea typeface="メイリオ" panose="020B0604030504040204" pitchFamily="50" charset="-128"/>
              </a:rPr>
            </a:br>
            <a:endParaRPr lang="en-US" altLang="ja-JP" sz="1800" dirty="0">
              <a:latin typeface="メイリオ" panose="020B0604030504040204" pitchFamily="50" charset="-128"/>
              <a:ea typeface="メイリオ" panose="020B0604030504040204" pitchFamily="50" charset="-128"/>
            </a:endParaRPr>
          </a:p>
        </p:txBody>
      </p:sp>
      <p:sp>
        <p:nvSpPr>
          <p:cNvPr id="6" name="正方形/長方形 5">
            <a:extLst>
              <a:ext uri="{FF2B5EF4-FFF2-40B4-BE49-F238E27FC236}">
                <a16:creationId xmlns:a16="http://schemas.microsoft.com/office/drawing/2014/main" id="{0734C27A-96E1-4BF8-8E81-2877A18551E9}"/>
              </a:ext>
            </a:extLst>
          </p:cNvPr>
          <p:cNvSpPr/>
          <p:nvPr/>
        </p:nvSpPr>
        <p:spPr>
          <a:xfrm>
            <a:off x="5069453" y="2204864"/>
            <a:ext cx="4193346" cy="3312368"/>
          </a:xfrm>
          <a:prstGeom prst="rect">
            <a:avLst/>
          </a:prstGeom>
          <a:ln>
            <a:solidFill>
              <a:srgbClr val="F0861E"/>
            </a:solidFill>
          </a:ln>
        </p:spPr>
        <p:txBody>
          <a:bodyPr wrap="square">
            <a:noAutofit/>
          </a:bodyPr>
          <a:lstStyle/>
          <a:p>
            <a:pPr algn="ctr"/>
            <a:r>
              <a:rPr lang="ja-JP" altLang="en-US" sz="1800" b="1" dirty="0">
                <a:latin typeface="メイリオ" panose="020B0604030504040204" pitchFamily="50" charset="-128"/>
                <a:ea typeface="メイリオ" panose="020B0604030504040204" pitchFamily="50" charset="-128"/>
              </a:rPr>
              <a:t>暗号化方式</a:t>
            </a:r>
            <a:endParaRPr lang="en-US" altLang="ja-JP" sz="1800" b="1" dirty="0">
              <a:latin typeface="メイリオ" panose="020B0604030504040204" pitchFamily="50" charset="-128"/>
              <a:ea typeface="メイリオ" panose="020B0604030504040204" pitchFamily="50" charset="-128"/>
            </a:endParaRPr>
          </a:p>
          <a:p>
            <a:pPr marL="342900" indent="-342900" algn="ctr">
              <a:buFont typeface="Arial" panose="020B0604020202020204" pitchFamily="34" charset="0"/>
              <a:buChar char="•"/>
            </a:pPr>
            <a:endParaRPr lang="en-US" altLang="ja-JP" sz="1800" dirty="0">
              <a:latin typeface="メイリオ" panose="020B0604030504040204" pitchFamily="50" charset="-128"/>
              <a:ea typeface="メイリオ" panose="020B0604030504040204" pitchFamily="50" charset="-128"/>
            </a:endParaRPr>
          </a:p>
          <a:p>
            <a:pPr marL="342900" indent="-342900">
              <a:buFont typeface="Arial" panose="020B0604020202020204" pitchFamily="34" charset="0"/>
              <a:buChar char="•"/>
            </a:pPr>
            <a:r>
              <a:rPr lang="en-US" altLang="ja-JP" dirty="0">
                <a:latin typeface="メイリオ" panose="020B0604030504040204" pitchFamily="50" charset="-128"/>
                <a:ea typeface="メイリオ" panose="020B0604030504040204" pitchFamily="50" charset="-128"/>
              </a:rPr>
              <a:t>AES-256</a:t>
            </a:r>
            <a:r>
              <a:rPr lang="ja-JP" altLang="en-US" dirty="0">
                <a:latin typeface="メイリオ" panose="020B0604030504040204" pitchFamily="50" charset="-128"/>
                <a:ea typeface="メイリオ" panose="020B0604030504040204" pitchFamily="50" charset="-128"/>
              </a:rPr>
              <a:t>暗号化</a:t>
            </a:r>
            <a:endParaRPr lang="en-US" altLang="ja-JP" dirty="0">
              <a:latin typeface="メイリオ" panose="020B0604030504040204" pitchFamily="50" charset="-128"/>
              <a:ea typeface="メイリオ" panose="020B0604030504040204" pitchFamily="50" charset="-128"/>
            </a:endParaRPr>
          </a:p>
          <a:p>
            <a:pPr marL="342900" indent="-342900">
              <a:buFont typeface="Arial" panose="020B0604020202020204" pitchFamily="34" charset="0"/>
              <a:buChar char="•"/>
            </a:pPr>
            <a:r>
              <a:rPr lang="en-US" altLang="ja-JP" dirty="0">
                <a:latin typeface="メイリオ" panose="020B0604030504040204" pitchFamily="50" charset="-128"/>
                <a:ea typeface="メイリオ" panose="020B0604030504040204" pitchFamily="50" charset="-128"/>
              </a:rPr>
              <a:t>AWS KMS</a:t>
            </a:r>
            <a:r>
              <a:rPr lang="ja-JP" altLang="en-US" dirty="0">
                <a:latin typeface="メイリオ" panose="020B0604030504040204" pitchFamily="50" charset="-128"/>
                <a:ea typeface="メイリオ" panose="020B0604030504040204" pitchFamily="50" charset="-128"/>
              </a:rPr>
              <a:t>の暗号化キーを利用して暗号化される。</a:t>
            </a:r>
            <a:endParaRPr lang="en-US" altLang="ja-JP" dirty="0">
              <a:latin typeface="メイリオ" panose="020B0604030504040204" pitchFamily="50" charset="-128"/>
              <a:ea typeface="メイリオ" panose="020B0604030504040204" pitchFamily="50" charset="-128"/>
            </a:endParaRPr>
          </a:p>
          <a:p>
            <a:pPr marL="342900" indent="-342900">
              <a:buFont typeface="Arial" panose="020B0604020202020204" pitchFamily="34" charset="0"/>
              <a:buChar char="•"/>
            </a:pPr>
            <a:r>
              <a:rPr lang="ja-JP" altLang="en-US" dirty="0">
                <a:latin typeface="メイリオ" panose="020B0604030504040204" pitchFamily="50" charset="-128"/>
                <a:ea typeface="メイリオ" panose="020B0604030504040204" pitchFamily="50" charset="-128"/>
              </a:rPr>
              <a:t>リードレプリカも同じ鍵を利用して暗号化される。</a:t>
            </a:r>
            <a:endParaRPr lang="en-US" altLang="ja-JP" dirty="0">
              <a:latin typeface="メイリオ" panose="020B0604030504040204" pitchFamily="50" charset="-128"/>
              <a:ea typeface="メイリオ" panose="020B0604030504040204" pitchFamily="50" charset="-128"/>
            </a:endParaRPr>
          </a:p>
          <a:p>
            <a:pPr marL="342900" indent="-342900">
              <a:buFont typeface="Arial" panose="020B0604020202020204" pitchFamily="34" charset="0"/>
              <a:buChar char="•"/>
            </a:pPr>
            <a:r>
              <a:rPr lang="ja-JP" altLang="en-US" dirty="0">
                <a:solidFill>
                  <a:srgbClr val="FF0000"/>
                </a:solidFill>
                <a:latin typeface="メイリオ" panose="020B0604030504040204" pitchFamily="50" charset="-128"/>
                <a:ea typeface="メイリオ" panose="020B0604030504040204" pitchFamily="50" charset="-128"/>
              </a:rPr>
              <a:t>インスタンス作成時にのみ暗号化を実施する。途中で暗号化することはできない。</a:t>
            </a:r>
            <a:endParaRPr lang="en-US" altLang="ja-JP" dirty="0">
              <a:solidFill>
                <a:srgbClr val="FF0000"/>
              </a:solidFill>
              <a:latin typeface="メイリオ" panose="020B0604030504040204" pitchFamily="50" charset="-128"/>
              <a:ea typeface="メイリオ" panose="020B0604030504040204" pitchFamily="50" charset="-128"/>
            </a:endParaRPr>
          </a:p>
          <a:p>
            <a:pPr marL="342900" indent="-342900">
              <a:buFont typeface="Arial" panose="020B0604020202020204" pitchFamily="34" charset="0"/>
              <a:buChar char="•"/>
            </a:pPr>
            <a:r>
              <a:rPr lang="ja-JP" altLang="en-US" dirty="0">
                <a:latin typeface="メイリオ" panose="020B0604030504040204" pitchFamily="50" charset="-128"/>
                <a:ea typeface="メイリオ" panose="020B0604030504040204" pitchFamily="50" charset="-128"/>
              </a:rPr>
              <a:t>スナップショットのコピーの暗号化する。</a:t>
            </a:r>
            <a:endParaRPr lang="en-US" altLang="ja-JP" dirty="0">
              <a:latin typeface="メイリオ" panose="020B0604030504040204" pitchFamily="50" charset="-128"/>
              <a:ea typeface="メイリオ" panose="020B0604030504040204" pitchFamily="50" charset="-128"/>
            </a:endParaRPr>
          </a:p>
          <a:p>
            <a:pPr marL="342900" indent="-342900">
              <a:buFont typeface="Arial" panose="020B0604020202020204" pitchFamily="34" charset="0"/>
              <a:buChar char="•"/>
            </a:pPr>
            <a:r>
              <a:rPr lang="ja-JP" altLang="en-US" dirty="0">
                <a:latin typeface="メイリオ" panose="020B0604030504040204" pitchFamily="50" charset="-128"/>
                <a:ea typeface="メイリオ" panose="020B0604030504040204" pitchFamily="50" charset="-128"/>
              </a:rPr>
              <a:t>スナップショットから</a:t>
            </a:r>
            <a:r>
              <a:rPr lang="en-US" altLang="ja-JP" dirty="0">
                <a:latin typeface="メイリオ" panose="020B0604030504040204" pitchFamily="50" charset="-128"/>
                <a:ea typeface="メイリオ" panose="020B0604030504040204" pitchFamily="50" charset="-128"/>
              </a:rPr>
              <a:t>DB</a:t>
            </a:r>
            <a:r>
              <a:rPr lang="ja-JP" altLang="en-US" dirty="0">
                <a:latin typeface="メイリオ" panose="020B0604030504040204" pitchFamily="50" charset="-128"/>
                <a:ea typeface="メイリオ" panose="020B0604030504040204" pitchFamily="50" charset="-128"/>
              </a:rPr>
              <a:t>をリストアする際に暗号化キーの権限が必要となる。</a:t>
            </a:r>
            <a:endParaRPr lang="en-US" altLang="ja-JP"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59887826"/>
      </p:ext>
    </p:extLst>
  </p:cSld>
  <p:clrMapOvr>
    <a:masterClrMapping/>
  </p:clrMapOvr>
  <p:transition advTm="74596"/>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タイトル 1">
            <a:extLst>
              <a:ext uri="{FF2B5EF4-FFF2-40B4-BE49-F238E27FC236}">
                <a16:creationId xmlns:a16="http://schemas.microsoft.com/office/drawing/2014/main" id="{48F80BE1-D063-4240-BFC7-C8D243720250}"/>
              </a:ext>
            </a:extLst>
          </p:cNvPr>
          <p:cNvSpPr txBox="1">
            <a:spLocks/>
          </p:cNvSpPr>
          <p:nvPr/>
        </p:nvSpPr>
        <p:spPr bwMode="auto">
          <a:xfrm>
            <a:off x="631222" y="201863"/>
            <a:ext cx="8642258" cy="50208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rtl="0" fontAlgn="base">
              <a:lnSpc>
                <a:spcPct val="90000"/>
              </a:lnSpc>
              <a:spcBef>
                <a:spcPct val="0"/>
              </a:spcBef>
              <a:spcAft>
                <a:spcPct val="0"/>
              </a:spcAft>
              <a:defRPr kumimoji="1" sz="2000">
                <a:solidFill>
                  <a:schemeClr val="tx2"/>
                </a:solidFill>
                <a:latin typeface="游明朝" panose="02020400000000000000" pitchFamily="18" charset="-128"/>
                <a:ea typeface="游明朝" panose="02020400000000000000" pitchFamily="18" charset="-128"/>
                <a:cs typeface="+mj-cs"/>
              </a:defRPr>
            </a:lvl1pPr>
            <a:lvl2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2pPr>
            <a:lvl3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3pPr>
            <a:lvl4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4pPr>
            <a:lvl5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5pPr>
            <a:lvl6pPr marL="4572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6pPr>
            <a:lvl7pPr marL="9144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7pPr>
            <a:lvl8pPr marL="13716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8pPr>
            <a:lvl9pPr marL="18288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9pPr>
          </a:lstStyle>
          <a:p>
            <a:pPr marL="0" indent="0" algn="l">
              <a:buNone/>
            </a:pPr>
            <a:r>
              <a:rPr lang="en-US" altLang="ja-JP" sz="3200" dirty="0">
                <a:latin typeface="メイリオ" panose="020B0604030504040204" pitchFamily="50" charset="-128"/>
                <a:ea typeface="メイリオ" panose="020B0604030504040204" pitchFamily="50" charset="-128"/>
              </a:rPr>
              <a:t>AWS</a:t>
            </a:r>
            <a:r>
              <a:rPr lang="ja-JP" altLang="en-US" sz="3200" dirty="0">
                <a:latin typeface="メイリオ" panose="020B0604030504040204" pitchFamily="50" charset="-128"/>
                <a:ea typeface="メイリオ" panose="020B0604030504040204" pitchFamily="50" charset="-128"/>
              </a:rPr>
              <a:t>コンソールダッシュボード</a:t>
            </a:r>
            <a:endParaRPr lang="en-US" altLang="ja-JP" sz="3000" dirty="0">
              <a:solidFill>
                <a:srgbClr val="002060"/>
              </a:solidFill>
              <a:latin typeface="メイリオ" panose="020B0604030504040204" pitchFamily="50" charset="-128"/>
              <a:ea typeface="メイリオ" panose="020B0604030504040204" pitchFamily="50" charset="-128"/>
            </a:endParaRPr>
          </a:p>
        </p:txBody>
      </p:sp>
      <p:sp>
        <p:nvSpPr>
          <p:cNvPr id="37" name="コンテンツ プレースホルダー 2">
            <a:extLst>
              <a:ext uri="{FF2B5EF4-FFF2-40B4-BE49-F238E27FC236}">
                <a16:creationId xmlns:a16="http://schemas.microsoft.com/office/drawing/2014/main" id="{2DC1489D-7AED-4EB8-B650-CDD4C4BDCEE3}"/>
              </a:ext>
            </a:extLst>
          </p:cNvPr>
          <p:cNvSpPr txBox="1">
            <a:spLocks/>
          </p:cNvSpPr>
          <p:nvPr/>
        </p:nvSpPr>
        <p:spPr>
          <a:xfrm>
            <a:off x="631222" y="692696"/>
            <a:ext cx="9002298" cy="325343"/>
          </a:xfrm>
          <a:prstGeom prst="rect">
            <a:avLst/>
          </a:prstGeom>
        </p:spPr>
        <p:txBody>
          <a:bodyPr vert="horz" lIns="74295" tIns="37148" rIns="74295" bIns="37148" rtlCol="0">
            <a:noAutofit/>
          </a:bodyPr>
          <a:lstStyle>
            <a:lvl1pPr marL="228600" indent="-228600" algn="l" defTabSz="914400" rtl="0" eaLnBrk="1" latinLnBrk="0" hangingPunct="1">
              <a:lnSpc>
                <a:spcPct val="90000"/>
              </a:lnSpc>
              <a:spcBef>
                <a:spcPts val="1000"/>
              </a:spcBef>
              <a:buFont typeface="Wingdings 2" pitchFamily="18" charset="2"/>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2" pitchFamily="18" charset="2"/>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2" pitchFamily="18" charset="2"/>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5pPr>
            <a:lvl6pPr marL="25146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6pPr>
            <a:lvl7pPr marL="29718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7pPr>
            <a:lvl8pPr marL="34290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8pPr>
            <a:lvl9pPr marL="38862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9pPr>
          </a:lstStyle>
          <a:p>
            <a:pPr marL="0" indent="0">
              <a:buNone/>
            </a:pPr>
            <a:r>
              <a:rPr lang="en-US" altLang="ja-JP" sz="2400" dirty="0">
                <a:solidFill>
                  <a:srgbClr val="002060"/>
                </a:solidFill>
                <a:latin typeface="メイリオ" panose="020B0604030504040204" pitchFamily="50" charset="-128"/>
                <a:ea typeface="メイリオ" panose="020B0604030504040204" pitchFamily="50" charset="-128"/>
              </a:rPr>
              <a:t>RDS</a:t>
            </a:r>
            <a:r>
              <a:rPr lang="ja-JP" altLang="en-US" sz="2400" dirty="0">
                <a:solidFill>
                  <a:srgbClr val="002060"/>
                </a:solidFill>
                <a:latin typeface="メイリオ" panose="020B0604030504040204" pitchFamily="50" charset="-128"/>
                <a:ea typeface="メイリオ" panose="020B0604030504040204" pitchFamily="50" charset="-128"/>
              </a:rPr>
              <a:t>のコンソールダッシュボードには、</a:t>
            </a:r>
            <a:r>
              <a:rPr lang="en-US" altLang="ja-JP" sz="2400" dirty="0">
                <a:solidFill>
                  <a:srgbClr val="002060"/>
                </a:solidFill>
                <a:latin typeface="メイリオ" panose="020B0604030504040204" pitchFamily="50" charset="-128"/>
                <a:ea typeface="メイリオ" panose="020B0604030504040204" pitchFamily="50" charset="-128"/>
              </a:rPr>
              <a:t>RDS</a:t>
            </a:r>
            <a:r>
              <a:rPr lang="ja-JP" altLang="en-US" sz="2400" dirty="0">
                <a:solidFill>
                  <a:srgbClr val="002060"/>
                </a:solidFill>
                <a:latin typeface="メイリオ" panose="020B0604030504040204" pitchFamily="50" charset="-128"/>
                <a:ea typeface="メイリオ" panose="020B0604030504040204" pitchFamily="50" charset="-128"/>
              </a:rPr>
              <a:t>インスタンスの状態が一目でわかるビューが表示される。</a:t>
            </a:r>
            <a:endParaRPr lang="en-US" altLang="ja-JP" sz="2400" dirty="0">
              <a:solidFill>
                <a:srgbClr val="002060"/>
              </a:solidFill>
              <a:latin typeface="メイリオ" panose="020B0604030504040204" pitchFamily="50" charset="-128"/>
              <a:ea typeface="メイリオ" panose="020B0604030504040204" pitchFamily="50" charset="-128"/>
            </a:endParaRPr>
          </a:p>
        </p:txBody>
      </p:sp>
      <p:pic>
        <p:nvPicPr>
          <p:cNvPr id="1026" name="Picture 2">
            <a:extLst>
              <a:ext uri="{FF2B5EF4-FFF2-40B4-BE49-F238E27FC236}">
                <a16:creationId xmlns:a16="http://schemas.microsoft.com/office/drawing/2014/main" id="{0E285A3A-F108-49FF-9776-29D73279310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68484" y="1508872"/>
            <a:ext cx="6967734" cy="4772451"/>
          </a:xfrm>
          <a:prstGeom prst="rect">
            <a:avLst/>
          </a:prstGeom>
          <a:noFill/>
          <a:ln>
            <a:solidFill>
              <a:srgbClr val="0070C0"/>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67043531"/>
      </p:ext>
    </p:extLst>
  </p:cSld>
  <p:clrMapOvr>
    <a:masterClrMapping/>
  </p:clrMapOvr>
  <mc:AlternateContent xmlns:mc="http://schemas.openxmlformats.org/markup-compatibility/2006" xmlns:p14="http://schemas.microsoft.com/office/powerpoint/2010/main">
    <mc:Choice Requires="p14">
      <p:transition spd="slow" p14:dur="2000" advTm="19089"/>
    </mc:Choice>
    <mc:Fallback xmlns="">
      <p:transition spd="slow" advTm="19089"/>
    </mc:Fallback>
  </mc:AlternateContent>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タイトル 1">
            <a:extLst>
              <a:ext uri="{FF2B5EF4-FFF2-40B4-BE49-F238E27FC236}">
                <a16:creationId xmlns:a16="http://schemas.microsoft.com/office/drawing/2014/main" id="{48F80BE1-D063-4240-BFC7-C8D243720250}"/>
              </a:ext>
            </a:extLst>
          </p:cNvPr>
          <p:cNvSpPr txBox="1">
            <a:spLocks/>
          </p:cNvSpPr>
          <p:nvPr/>
        </p:nvSpPr>
        <p:spPr bwMode="auto">
          <a:xfrm>
            <a:off x="631222" y="201863"/>
            <a:ext cx="8642258" cy="50208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rtl="0" fontAlgn="base">
              <a:lnSpc>
                <a:spcPct val="90000"/>
              </a:lnSpc>
              <a:spcBef>
                <a:spcPct val="0"/>
              </a:spcBef>
              <a:spcAft>
                <a:spcPct val="0"/>
              </a:spcAft>
              <a:defRPr kumimoji="1" sz="2000">
                <a:solidFill>
                  <a:schemeClr val="tx2"/>
                </a:solidFill>
                <a:latin typeface="游明朝" panose="02020400000000000000" pitchFamily="18" charset="-128"/>
                <a:ea typeface="游明朝" panose="02020400000000000000" pitchFamily="18" charset="-128"/>
                <a:cs typeface="+mj-cs"/>
              </a:defRPr>
            </a:lvl1pPr>
            <a:lvl2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2pPr>
            <a:lvl3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3pPr>
            <a:lvl4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4pPr>
            <a:lvl5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5pPr>
            <a:lvl6pPr marL="4572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6pPr>
            <a:lvl7pPr marL="9144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7pPr>
            <a:lvl8pPr marL="13716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8pPr>
            <a:lvl9pPr marL="18288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9pPr>
          </a:lstStyle>
          <a:p>
            <a:pPr lvl="0" algn="l" eaLnBrk="0" hangingPunct="0"/>
            <a:r>
              <a:rPr kumimoji="0" lang="ja-JP" altLang="en-US" sz="3200" dirty="0">
                <a:latin typeface="メイリオ" panose="020B0604030504040204" pitchFamily="50" charset="-128"/>
                <a:ea typeface="メイリオ" panose="020B0604030504040204" pitchFamily="50" charset="-128"/>
              </a:rPr>
              <a:t>ログの確認</a:t>
            </a:r>
            <a:endParaRPr kumimoji="0" lang="en-US" altLang="ja-JP" sz="3200" dirty="0">
              <a:latin typeface="メイリオ" panose="020B0604030504040204" pitchFamily="50" charset="-128"/>
              <a:ea typeface="メイリオ" panose="020B0604030504040204" pitchFamily="50" charset="-128"/>
            </a:endParaRPr>
          </a:p>
        </p:txBody>
      </p:sp>
      <p:sp>
        <p:nvSpPr>
          <p:cNvPr id="37" name="コンテンツ プレースホルダー 2">
            <a:extLst>
              <a:ext uri="{FF2B5EF4-FFF2-40B4-BE49-F238E27FC236}">
                <a16:creationId xmlns:a16="http://schemas.microsoft.com/office/drawing/2014/main" id="{2DC1489D-7AED-4EB8-B650-CDD4C4BDCEE3}"/>
              </a:ext>
            </a:extLst>
          </p:cNvPr>
          <p:cNvSpPr txBox="1">
            <a:spLocks/>
          </p:cNvSpPr>
          <p:nvPr/>
        </p:nvSpPr>
        <p:spPr>
          <a:xfrm>
            <a:off x="631222" y="692696"/>
            <a:ext cx="9002298" cy="325343"/>
          </a:xfrm>
          <a:prstGeom prst="rect">
            <a:avLst/>
          </a:prstGeom>
        </p:spPr>
        <p:txBody>
          <a:bodyPr vert="horz" lIns="74295" tIns="37148" rIns="74295" bIns="37148" rtlCol="0">
            <a:noAutofit/>
          </a:bodyPr>
          <a:lstStyle>
            <a:lvl1pPr marL="228600" indent="-228600" algn="l" defTabSz="914400" rtl="0" eaLnBrk="1" latinLnBrk="0" hangingPunct="1">
              <a:lnSpc>
                <a:spcPct val="90000"/>
              </a:lnSpc>
              <a:spcBef>
                <a:spcPts val="1000"/>
              </a:spcBef>
              <a:buFont typeface="Wingdings 2" pitchFamily="18" charset="2"/>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2" pitchFamily="18" charset="2"/>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2" pitchFamily="18" charset="2"/>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5pPr>
            <a:lvl6pPr marL="25146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6pPr>
            <a:lvl7pPr marL="29718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7pPr>
            <a:lvl8pPr marL="34290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8pPr>
            <a:lvl9pPr marL="38862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9pPr>
          </a:lstStyle>
          <a:p>
            <a:pPr marL="0" indent="0">
              <a:buNone/>
            </a:pPr>
            <a:r>
              <a:rPr lang="ja-JP" altLang="en-US" sz="2400" dirty="0">
                <a:solidFill>
                  <a:srgbClr val="002060"/>
                </a:solidFill>
                <a:latin typeface="メイリオ" panose="020B0604030504040204" pitchFamily="50" charset="-128"/>
                <a:ea typeface="メイリオ" panose="020B0604030504040204" pitchFamily="50" charset="-128"/>
              </a:rPr>
              <a:t>ダッシュボードでログの確認・ダウンロードを実施可能</a:t>
            </a:r>
            <a:endParaRPr lang="en-US" altLang="ja-JP" sz="2400" dirty="0">
              <a:solidFill>
                <a:srgbClr val="002060"/>
              </a:solidFill>
              <a:latin typeface="メイリオ" panose="020B0604030504040204" pitchFamily="50" charset="-128"/>
              <a:ea typeface="メイリオ" panose="020B0604030504040204" pitchFamily="50" charset="-128"/>
            </a:endParaRPr>
          </a:p>
        </p:txBody>
      </p:sp>
      <p:sp>
        <p:nvSpPr>
          <p:cNvPr id="10" name="コンテンツ プレースホルダー 2">
            <a:extLst>
              <a:ext uri="{FF2B5EF4-FFF2-40B4-BE49-F238E27FC236}">
                <a16:creationId xmlns:a16="http://schemas.microsoft.com/office/drawing/2014/main" id="{56D2259B-8915-4285-BD0C-58CD22DB2A9F}"/>
              </a:ext>
            </a:extLst>
          </p:cNvPr>
          <p:cNvSpPr txBox="1">
            <a:spLocks/>
          </p:cNvSpPr>
          <p:nvPr/>
        </p:nvSpPr>
        <p:spPr bwMode="auto">
          <a:xfrm>
            <a:off x="1109497" y="1912176"/>
            <a:ext cx="2625317" cy="468585"/>
          </a:xfrm>
          <a:prstGeom prst="rect">
            <a:avLst/>
          </a:prstGeom>
          <a:solidFill>
            <a:schemeClr val="bg2">
              <a:lumMod val="25000"/>
              <a:lumOff val="75000"/>
            </a:schemeClr>
          </a:solidFill>
          <a:ln w="9525">
            <a:no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pPr algn="ctr"/>
            <a:r>
              <a:rPr lang="en-US" altLang="ja-JP" kern="0" dirty="0">
                <a:latin typeface="メイリオ" panose="020B0604030504040204" pitchFamily="50" charset="-128"/>
                <a:ea typeface="メイリオ" panose="020B0604030504040204" pitchFamily="50" charset="-128"/>
              </a:rPr>
              <a:t>DB</a:t>
            </a:r>
            <a:r>
              <a:rPr lang="ja-JP" altLang="en-US" kern="0" dirty="0">
                <a:latin typeface="メイリオ" panose="020B0604030504040204" pitchFamily="50" charset="-128"/>
                <a:ea typeface="メイリオ" panose="020B0604030504040204" pitchFamily="50" charset="-128"/>
              </a:rPr>
              <a:t>エンジン</a:t>
            </a:r>
            <a:endParaRPr lang="en-US" altLang="ja-JP" kern="0" dirty="0">
              <a:latin typeface="メイリオ" panose="020B0604030504040204" pitchFamily="50" charset="-128"/>
              <a:ea typeface="メイリオ" panose="020B0604030504040204" pitchFamily="50" charset="-128"/>
            </a:endParaRPr>
          </a:p>
        </p:txBody>
      </p:sp>
      <p:sp>
        <p:nvSpPr>
          <p:cNvPr id="11" name="コンテンツ プレースホルダー 2">
            <a:extLst>
              <a:ext uri="{FF2B5EF4-FFF2-40B4-BE49-F238E27FC236}">
                <a16:creationId xmlns:a16="http://schemas.microsoft.com/office/drawing/2014/main" id="{65CA3E51-C25A-4F52-8657-B44956312BCA}"/>
              </a:ext>
            </a:extLst>
          </p:cNvPr>
          <p:cNvSpPr txBox="1">
            <a:spLocks/>
          </p:cNvSpPr>
          <p:nvPr/>
        </p:nvSpPr>
        <p:spPr>
          <a:xfrm>
            <a:off x="1109497" y="2420888"/>
            <a:ext cx="2625317" cy="720080"/>
          </a:xfrm>
          <a:prstGeom prst="rect">
            <a:avLst/>
          </a:prstGeom>
          <a:solidFill>
            <a:schemeClr val="bg1"/>
          </a:solidFill>
          <a:ln>
            <a:solidFill>
              <a:srgbClr val="0070C0"/>
            </a:solidFill>
          </a:ln>
        </p:spPr>
        <p:txBody>
          <a:bodyPr anchor="ctr" anchorCtr="0"/>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pPr lvl="0" eaLnBrk="0" hangingPunct="0"/>
            <a:r>
              <a:rPr kumimoji="0" lang="en-US" altLang="ja-JP" sz="1400" dirty="0">
                <a:latin typeface="メイリオ" panose="020B0604030504040204" pitchFamily="50" charset="-128"/>
                <a:ea typeface="メイリオ" panose="020B0604030504040204" pitchFamily="50" charset="-128"/>
              </a:rPr>
              <a:t>MySQL</a:t>
            </a:r>
            <a:r>
              <a:rPr kumimoji="0" lang="ja-JP" altLang="en-US" sz="1400" dirty="0">
                <a:latin typeface="メイリオ" panose="020B0604030504040204" pitchFamily="50" charset="-128"/>
                <a:ea typeface="メイリオ" panose="020B0604030504040204" pitchFamily="50" charset="-128"/>
              </a:rPr>
              <a:t>／</a:t>
            </a:r>
            <a:r>
              <a:rPr kumimoji="0" lang="en-US" altLang="ja-JP" sz="1400" dirty="0">
                <a:latin typeface="メイリオ" panose="020B0604030504040204" pitchFamily="50" charset="-128"/>
                <a:ea typeface="メイリオ" panose="020B0604030504040204" pitchFamily="50" charset="-128"/>
              </a:rPr>
              <a:t>MariaDB</a:t>
            </a:r>
            <a:endParaRPr kumimoji="0" lang="ja-JP" altLang="en-US" sz="1400" dirty="0">
              <a:latin typeface="メイリオ" panose="020B0604030504040204" pitchFamily="50" charset="-128"/>
              <a:ea typeface="メイリオ" panose="020B0604030504040204" pitchFamily="50" charset="-128"/>
            </a:endParaRPr>
          </a:p>
        </p:txBody>
      </p:sp>
      <p:sp>
        <p:nvSpPr>
          <p:cNvPr id="18" name="コンテンツ プレースホルダー 2">
            <a:extLst>
              <a:ext uri="{FF2B5EF4-FFF2-40B4-BE49-F238E27FC236}">
                <a16:creationId xmlns:a16="http://schemas.microsoft.com/office/drawing/2014/main" id="{49F9C167-2AC6-45BD-B047-F1A1279EA03A}"/>
              </a:ext>
            </a:extLst>
          </p:cNvPr>
          <p:cNvSpPr txBox="1">
            <a:spLocks/>
          </p:cNvSpPr>
          <p:nvPr/>
        </p:nvSpPr>
        <p:spPr bwMode="auto">
          <a:xfrm>
            <a:off x="3806822" y="1912176"/>
            <a:ext cx="2625317" cy="468585"/>
          </a:xfrm>
          <a:prstGeom prst="rect">
            <a:avLst/>
          </a:prstGeom>
          <a:solidFill>
            <a:schemeClr val="bg2">
              <a:lumMod val="25000"/>
              <a:lumOff val="75000"/>
            </a:schemeClr>
          </a:solidFill>
          <a:ln w="9525">
            <a:no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pPr algn="ctr"/>
            <a:r>
              <a:rPr lang="ja-JP" altLang="en-US" kern="0" dirty="0">
                <a:latin typeface="メイリオ" panose="020B0604030504040204" pitchFamily="50" charset="-128"/>
                <a:ea typeface="メイリオ" panose="020B0604030504040204" pitchFamily="50" charset="-128"/>
              </a:rPr>
              <a:t>ログのタイプ</a:t>
            </a:r>
            <a:endParaRPr lang="en-US" altLang="ja-JP" kern="0" dirty="0">
              <a:latin typeface="メイリオ" panose="020B0604030504040204" pitchFamily="50" charset="-128"/>
              <a:ea typeface="メイリオ" panose="020B0604030504040204" pitchFamily="50" charset="-128"/>
            </a:endParaRPr>
          </a:p>
        </p:txBody>
      </p:sp>
      <p:sp>
        <p:nvSpPr>
          <p:cNvPr id="19" name="コンテンツ プレースホルダー 2">
            <a:extLst>
              <a:ext uri="{FF2B5EF4-FFF2-40B4-BE49-F238E27FC236}">
                <a16:creationId xmlns:a16="http://schemas.microsoft.com/office/drawing/2014/main" id="{72EF20F5-DFB1-4646-A022-A19F47CB09E5}"/>
              </a:ext>
            </a:extLst>
          </p:cNvPr>
          <p:cNvSpPr txBox="1">
            <a:spLocks/>
          </p:cNvSpPr>
          <p:nvPr/>
        </p:nvSpPr>
        <p:spPr>
          <a:xfrm>
            <a:off x="3806822" y="2420888"/>
            <a:ext cx="2625317" cy="720080"/>
          </a:xfrm>
          <a:prstGeom prst="rect">
            <a:avLst/>
          </a:prstGeom>
          <a:solidFill>
            <a:schemeClr val="bg1"/>
          </a:solidFill>
          <a:ln>
            <a:solidFill>
              <a:srgbClr val="0070C0"/>
            </a:solidFill>
          </a:ln>
        </p:spPr>
        <p:txBody>
          <a:bodyPr anchor="t" anchorCtr="0"/>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pPr lvl="0" eaLnBrk="0" hangingPunct="0"/>
            <a:r>
              <a:rPr kumimoji="0" lang="ja-JP" altLang="en-US" sz="1400" dirty="0">
                <a:latin typeface="メイリオ" panose="020B0604030504040204" pitchFamily="50" charset="-128"/>
                <a:ea typeface="メイリオ" panose="020B0604030504040204" pitchFamily="50" charset="-128"/>
              </a:rPr>
              <a:t>・一般クエリログ</a:t>
            </a:r>
            <a:br>
              <a:rPr kumimoji="0" lang="en-US" altLang="ja-JP" sz="1400" dirty="0">
                <a:latin typeface="メイリオ" panose="020B0604030504040204" pitchFamily="50" charset="-128"/>
                <a:ea typeface="メイリオ" panose="020B0604030504040204" pitchFamily="50" charset="-128"/>
              </a:rPr>
            </a:br>
            <a:r>
              <a:rPr kumimoji="0" lang="ja-JP" altLang="en-US" sz="1400" dirty="0">
                <a:latin typeface="メイリオ" panose="020B0604030504040204" pitchFamily="50" charset="-128"/>
                <a:ea typeface="メイリオ" panose="020B0604030504040204" pitchFamily="50" charset="-128"/>
              </a:rPr>
              <a:t>・エラーログ</a:t>
            </a:r>
            <a:br>
              <a:rPr kumimoji="0" lang="en-US" altLang="ja-JP" sz="1400" dirty="0">
                <a:latin typeface="メイリオ" panose="020B0604030504040204" pitchFamily="50" charset="-128"/>
                <a:ea typeface="メイリオ" panose="020B0604030504040204" pitchFamily="50" charset="-128"/>
              </a:rPr>
            </a:br>
            <a:r>
              <a:rPr kumimoji="0" lang="ja-JP" altLang="en-US" sz="1400" dirty="0">
                <a:latin typeface="メイリオ" panose="020B0604030504040204" pitchFamily="50" charset="-128"/>
                <a:ea typeface="メイリオ" panose="020B0604030504040204" pitchFamily="50" charset="-128"/>
              </a:rPr>
              <a:t>・スロークエリ</a:t>
            </a:r>
          </a:p>
        </p:txBody>
      </p:sp>
      <p:sp>
        <p:nvSpPr>
          <p:cNvPr id="20" name="コンテンツ プレースホルダー 2">
            <a:extLst>
              <a:ext uri="{FF2B5EF4-FFF2-40B4-BE49-F238E27FC236}">
                <a16:creationId xmlns:a16="http://schemas.microsoft.com/office/drawing/2014/main" id="{B28B063A-AF06-458F-9DFB-B63A857BE9A8}"/>
              </a:ext>
            </a:extLst>
          </p:cNvPr>
          <p:cNvSpPr txBox="1">
            <a:spLocks/>
          </p:cNvSpPr>
          <p:nvPr/>
        </p:nvSpPr>
        <p:spPr bwMode="auto">
          <a:xfrm>
            <a:off x="6504147" y="1912176"/>
            <a:ext cx="2625317" cy="468585"/>
          </a:xfrm>
          <a:prstGeom prst="rect">
            <a:avLst/>
          </a:prstGeom>
          <a:solidFill>
            <a:schemeClr val="bg2">
              <a:lumMod val="25000"/>
              <a:lumOff val="75000"/>
            </a:schemeClr>
          </a:solidFill>
          <a:ln w="9525">
            <a:no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pPr algn="ctr"/>
            <a:r>
              <a:rPr lang="ja-JP" altLang="en-US" kern="0" dirty="0">
                <a:latin typeface="メイリオ" panose="020B0604030504040204" pitchFamily="50" charset="-128"/>
                <a:ea typeface="メイリオ" panose="020B0604030504040204" pitchFamily="50" charset="-128"/>
              </a:rPr>
              <a:t>ログの保持期間</a:t>
            </a:r>
            <a:br>
              <a:rPr lang="en-US" altLang="ja-JP" kern="0" dirty="0">
                <a:latin typeface="メイリオ" panose="020B0604030504040204" pitchFamily="50" charset="-128"/>
                <a:ea typeface="メイリオ" panose="020B0604030504040204" pitchFamily="50" charset="-128"/>
              </a:rPr>
            </a:br>
            <a:r>
              <a:rPr lang="ja-JP" altLang="en-US" kern="0" dirty="0">
                <a:latin typeface="メイリオ" panose="020B0604030504040204" pitchFamily="50" charset="-128"/>
                <a:ea typeface="メイリオ" panose="020B0604030504040204" pitchFamily="50" charset="-128"/>
              </a:rPr>
              <a:t>（デフォルト）</a:t>
            </a:r>
            <a:endParaRPr lang="en-US" altLang="ja-JP" kern="0" dirty="0">
              <a:latin typeface="メイリオ" panose="020B0604030504040204" pitchFamily="50" charset="-128"/>
              <a:ea typeface="メイリオ" panose="020B0604030504040204" pitchFamily="50" charset="-128"/>
            </a:endParaRPr>
          </a:p>
        </p:txBody>
      </p:sp>
      <p:sp>
        <p:nvSpPr>
          <p:cNvPr id="21" name="コンテンツ プレースホルダー 2">
            <a:extLst>
              <a:ext uri="{FF2B5EF4-FFF2-40B4-BE49-F238E27FC236}">
                <a16:creationId xmlns:a16="http://schemas.microsoft.com/office/drawing/2014/main" id="{E590E5D2-4C82-4D33-8853-45878618F253}"/>
              </a:ext>
            </a:extLst>
          </p:cNvPr>
          <p:cNvSpPr txBox="1">
            <a:spLocks/>
          </p:cNvSpPr>
          <p:nvPr/>
        </p:nvSpPr>
        <p:spPr>
          <a:xfrm>
            <a:off x="6504147" y="2420888"/>
            <a:ext cx="2625317" cy="720080"/>
          </a:xfrm>
          <a:prstGeom prst="rect">
            <a:avLst/>
          </a:prstGeom>
          <a:solidFill>
            <a:schemeClr val="bg1"/>
          </a:solidFill>
          <a:ln>
            <a:solidFill>
              <a:srgbClr val="0070C0"/>
            </a:solidFill>
          </a:ln>
        </p:spPr>
        <p:txBody>
          <a:bodyPr anchor="t" anchorCtr="0"/>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pPr lvl="0" eaLnBrk="0" hangingPunct="0"/>
            <a:r>
              <a:rPr kumimoji="0" lang="ja-JP" altLang="en-US" sz="1400" dirty="0">
                <a:latin typeface="メイリオ" panose="020B0604030504040204" pitchFamily="50" charset="-128"/>
                <a:ea typeface="メイリオ" panose="020B0604030504040204" pitchFamily="50" charset="-128"/>
              </a:rPr>
              <a:t>・２４時間</a:t>
            </a:r>
          </a:p>
        </p:txBody>
      </p:sp>
      <p:sp>
        <p:nvSpPr>
          <p:cNvPr id="22" name="コンテンツ プレースホルダー 2">
            <a:extLst>
              <a:ext uri="{FF2B5EF4-FFF2-40B4-BE49-F238E27FC236}">
                <a16:creationId xmlns:a16="http://schemas.microsoft.com/office/drawing/2014/main" id="{747B11A3-BF42-4644-814C-B3B6F496C21C}"/>
              </a:ext>
            </a:extLst>
          </p:cNvPr>
          <p:cNvSpPr txBox="1">
            <a:spLocks/>
          </p:cNvSpPr>
          <p:nvPr/>
        </p:nvSpPr>
        <p:spPr>
          <a:xfrm>
            <a:off x="1109497" y="3181095"/>
            <a:ext cx="2625317" cy="720080"/>
          </a:xfrm>
          <a:prstGeom prst="rect">
            <a:avLst/>
          </a:prstGeom>
          <a:solidFill>
            <a:schemeClr val="bg1"/>
          </a:solidFill>
          <a:ln>
            <a:solidFill>
              <a:srgbClr val="0070C0"/>
            </a:solidFill>
          </a:ln>
        </p:spPr>
        <p:txBody>
          <a:bodyPr anchor="ctr" anchorCtr="0"/>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pPr lvl="0" eaLnBrk="0" hangingPunct="0"/>
            <a:r>
              <a:rPr kumimoji="0" lang="en-US" altLang="ja-JP" sz="1400" dirty="0">
                <a:latin typeface="メイリオ" panose="020B0604030504040204" pitchFamily="50" charset="-128"/>
                <a:ea typeface="メイリオ" panose="020B0604030504040204" pitchFamily="50" charset="-128"/>
              </a:rPr>
              <a:t>Oracle</a:t>
            </a:r>
            <a:endParaRPr kumimoji="0" lang="ja-JP" altLang="en-US" sz="1400" dirty="0">
              <a:latin typeface="メイリオ" panose="020B0604030504040204" pitchFamily="50" charset="-128"/>
              <a:ea typeface="メイリオ" panose="020B0604030504040204" pitchFamily="50" charset="-128"/>
            </a:endParaRPr>
          </a:p>
        </p:txBody>
      </p:sp>
      <p:sp>
        <p:nvSpPr>
          <p:cNvPr id="23" name="コンテンツ プレースホルダー 2">
            <a:extLst>
              <a:ext uri="{FF2B5EF4-FFF2-40B4-BE49-F238E27FC236}">
                <a16:creationId xmlns:a16="http://schemas.microsoft.com/office/drawing/2014/main" id="{72720F3B-9730-45D2-AED9-39A799C07FA4}"/>
              </a:ext>
            </a:extLst>
          </p:cNvPr>
          <p:cNvSpPr txBox="1">
            <a:spLocks/>
          </p:cNvSpPr>
          <p:nvPr/>
        </p:nvSpPr>
        <p:spPr>
          <a:xfrm>
            <a:off x="3806822" y="3181095"/>
            <a:ext cx="2625317" cy="720080"/>
          </a:xfrm>
          <a:prstGeom prst="rect">
            <a:avLst/>
          </a:prstGeom>
          <a:solidFill>
            <a:schemeClr val="bg1"/>
          </a:solidFill>
          <a:ln>
            <a:solidFill>
              <a:srgbClr val="0070C0"/>
            </a:solidFill>
          </a:ln>
        </p:spPr>
        <p:txBody>
          <a:bodyPr anchor="t" anchorCtr="0"/>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pPr lvl="0" eaLnBrk="0" hangingPunct="0"/>
            <a:r>
              <a:rPr kumimoji="0" lang="ja-JP" altLang="en-US" sz="1400" dirty="0">
                <a:latin typeface="メイリオ" panose="020B0604030504040204" pitchFamily="50" charset="-128"/>
                <a:ea typeface="メイリオ" panose="020B0604030504040204" pitchFamily="50" charset="-128"/>
              </a:rPr>
              <a:t>・アラートログ</a:t>
            </a:r>
            <a:br>
              <a:rPr kumimoji="0" lang="en-US" altLang="ja-JP" sz="1400" dirty="0">
                <a:latin typeface="メイリオ" panose="020B0604030504040204" pitchFamily="50" charset="-128"/>
                <a:ea typeface="メイリオ" panose="020B0604030504040204" pitchFamily="50" charset="-128"/>
              </a:rPr>
            </a:br>
            <a:r>
              <a:rPr kumimoji="0" lang="ja-JP" altLang="en-US" sz="1400" dirty="0">
                <a:latin typeface="メイリオ" panose="020B0604030504040204" pitchFamily="50" charset="-128"/>
                <a:ea typeface="メイリオ" panose="020B0604030504040204" pitchFamily="50" charset="-128"/>
              </a:rPr>
              <a:t>・監査ログ</a:t>
            </a:r>
            <a:br>
              <a:rPr kumimoji="0" lang="en-US" altLang="ja-JP" sz="1400" dirty="0">
                <a:latin typeface="メイリオ" panose="020B0604030504040204" pitchFamily="50" charset="-128"/>
                <a:ea typeface="メイリオ" panose="020B0604030504040204" pitchFamily="50" charset="-128"/>
              </a:rPr>
            </a:br>
            <a:r>
              <a:rPr kumimoji="0" lang="ja-JP" altLang="en-US" sz="1400" dirty="0">
                <a:latin typeface="メイリオ" panose="020B0604030504040204" pitchFamily="50" charset="-128"/>
                <a:ea typeface="メイリオ" panose="020B0604030504040204" pitchFamily="50" charset="-128"/>
              </a:rPr>
              <a:t>・トレースログ</a:t>
            </a:r>
            <a:endParaRPr kumimoji="0" lang="en-US" altLang="ja-JP" sz="1400" dirty="0">
              <a:latin typeface="メイリオ" panose="020B0604030504040204" pitchFamily="50" charset="-128"/>
              <a:ea typeface="メイリオ" panose="020B0604030504040204" pitchFamily="50" charset="-128"/>
            </a:endParaRPr>
          </a:p>
        </p:txBody>
      </p:sp>
      <p:sp>
        <p:nvSpPr>
          <p:cNvPr id="24" name="コンテンツ プレースホルダー 2">
            <a:extLst>
              <a:ext uri="{FF2B5EF4-FFF2-40B4-BE49-F238E27FC236}">
                <a16:creationId xmlns:a16="http://schemas.microsoft.com/office/drawing/2014/main" id="{6AAD3914-840D-49CA-95EA-29412890E089}"/>
              </a:ext>
            </a:extLst>
          </p:cNvPr>
          <p:cNvSpPr txBox="1">
            <a:spLocks/>
          </p:cNvSpPr>
          <p:nvPr/>
        </p:nvSpPr>
        <p:spPr>
          <a:xfrm>
            <a:off x="6504147" y="3181095"/>
            <a:ext cx="2625317" cy="720080"/>
          </a:xfrm>
          <a:prstGeom prst="rect">
            <a:avLst/>
          </a:prstGeom>
          <a:solidFill>
            <a:schemeClr val="bg1"/>
          </a:solidFill>
          <a:ln>
            <a:solidFill>
              <a:srgbClr val="0070C0"/>
            </a:solidFill>
          </a:ln>
        </p:spPr>
        <p:txBody>
          <a:bodyPr anchor="t" anchorCtr="0"/>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pPr lvl="0" eaLnBrk="0" hangingPunct="0"/>
            <a:r>
              <a:rPr kumimoji="0" lang="ja-JP" altLang="en-US" sz="1400" dirty="0">
                <a:latin typeface="メイリオ" panose="020B0604030504040204" pitchFamily="50" charset="-128"/>
                <a:ea typeface="メイリオ" panose="020B0604030504040204" pitchFamily="50" charset="-128"/>
              </a:rPr>
              <a:t>・アラートログは３０日</a:t>
            </a:r>
            <a:endParaRPr kumimoji="0" lang="en-US" altLang="ja-JP" sz="1400" dirty="0">
              <a:latin typeface="メイリオ" panose="020B0604030504040204" pitchFamily="50" charset="-128"/>
              <a:ea typeface="メイリオ" panose="020B0604030504040204" pitchFamily="50" charset="-128"/>
            </a:endParaRPr>
          </a:p>
          <a:p>
            <a:pPr lvl="0" eaLnBrk="0" hangingPunct="0"/>
            <a:r>
              <a:rPr kumimoji="0" lang="ja-JP" altLang="en-US" sz="1400" dirty="0">
                <a:latin typeface="メイリオ" panose="020B0604030504040204" pitchFamily="50" charset="-128"/>
                <a:ea typeface="メイリオ" panose="020B0604030504040204" pitchFamily="50" charset="-128"/>
              </a:rPr>
              <a:t>・監査ログとトレースログは７日</a:t>
            </a:r>
          </a:p>
        </p:txBody>
      </p:sp>
      <p:sp>
        <p:nvSpPr>
          <p:cNvPr id="25" name="コンテンツ プレースホルダー 2">
            <a:extLst>
              <a:ext uri="{FF2B5EF4-FFF2-40B4-BE49-F238E27FC236}">
                <a16:creationId xmlns:a16="http://schemas.microsoft.com/office/drawing/2014/main" id="{32A44E13-F4E8-4216-ACD5-0B93B5DA2A72}"/>
              </a:ext>
            </a:extLst>
          </p:cNvPr>
          <p:cNvSpPr txBox="1">
            <a:spLocks/>
          </p:cNvSpPr>
          <p:nvPr/>
        </p:nvSpPr>
        <p:spPr>
          <a:xfrm>
            <a:off x="1109497" y="3941302"/>
            <a:ext cx="2625317" cy="720080"/>
          </a:xfrm>
          <a:prstGeom prst="rect">
            <a:avLst/>
          </a:prstGeom>
          <a:solidFill>
            <a:schemeClr val="bg1"/>
          </a:solidFill>
          <a:ln>
            <a:solidFill>
              <a:srgbClr val="0070C0"/>
            </a:solidFill>
          </a:ln>
        </p:spPr>
        <p:txBody>
          <a:bodyPr anchor="ctr" anchorCtr="0"/>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pPr lvl="0" eaLnBrk="0" hangingPunct="0"/>
            <a:r>
              <a:rPr kumimoji="0" lang="en-US" altLang="ja-JP" sz="1400" dirty="0">
                <a:latin typeface="メイリオ" panose="020B0604030504040204" pitchFamily="50" charset="-128"/>
                <a:ea typeface="メイリオ" panose="020B0604030504040204" pitchFamily="50" charset="-128"/>
              </a:rPr>
              <a:t>SQL Server</a:t>
            </a:r>
            <a:endParaRPr kumimoji="0" lang="ja-JP" altLang="en-US" sz="1400" dirty="0">
              <a:latin typeface="メイリオ" panose="020B0604030504040204" pitchFamily="50" charset="-128"/>
              <a:ea typeface="メイリオ" panose="020B0604030504040204" pitchFamily="50" charset="-128"/>
            </a:endParaRPr>
          </a:p>
        </p:txBody>
      </p:sp>
      <p:sp>
        <p:nvSpPr>
          <p:cNvPr id="26" name="コンテンツ プレースホルダー 2">
            <a:extLst>
              <a:ext uri="{FF2B5EF4-FFF2-40B4-BE49-F238E27FC236}">
                <a16:creationId xmlns:a16="http://schemas.microsoft.com/office/drawing/2014/main" id="{A4628B08-6B3C-4E90-8A83-46D2CBAD3BD0}"/>
              </a:ext>
            </a:extLst>
          </p:cNvPr>
          <p:cNvSpPr txBox="1">
            <a:spLocks/>
          </p:cNvSpPr>
          <p:nvPr/>
        </p:nvSpPr>
        <p:spPr>
          <a:xfrm>
            <a:off x="3806822" y="3941302"/>
            <a:ext cx="2625317" cy="720080"/>
          </a:xfrm>
          <a:prstGeom prst="rect">
            <a:avLst/>
          </a:prstGeom>
          <a:solidFill>
            <a:schemeClr val="bg1"/>
          </a:solidFill>
          <a:ln>
            <a:solidFill>
              <a:srgbClr val="0070C0"/>
            </a:solidFill>
          </a:ln>
        </p:spPr>
        <p:txBody>
          <a:bodyPr anchor="t" anchorCtr="0"/>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pPr lvl="0" eaLnBrk="0" hangingPunct="0"/>
            <a:r>
              <a:rPr kumimoji="0" lang="ja-JP" altLang="en-US" sz="1400" dirty="0">
                <a:latin typeface="メイリオ" panose="020B0604030504040204" pitchFamily="50" charset="-128"/>
                <a:ea typeface="メイリオ" panose="020B0604030504040204" pitchFamily="50" charset="-128"/>
              </a:rPr>
              <a:t>・エラーログ</a:t>
            </a:r>
            <a:br>
              <a:rPr kumimoji="0" lang="en-US" altLang="ja-JP" sz="1400" dirty="0">
                <a:latin typeface="メイリオ" panose="020B0604030504040204" pitchFamily="50" charset="-128"/>
                <a:ea typeface="メイリオ" panose="020B0604030504040204" pitchFamily="50" charset="-128"/>
              </a:rPr>
            </a:br>
            <a:r>
              <a:rPr kumimoji="0" lang="ja-JP" altLang="en-US" sz="1400" dirty="0">
                <a:latin typeface="メイリオ" panose="020B0604030504040204" pitchFamily="50" charset="-128"/>
                <a:ea typeface="メイリオ" panose="020B0604030504040204" pitchFamily="50" charset="-128"/>
              </a:rPr>
              <a:t>・エージェントログ</a:t>
            </a:r>
            <a:br>
              <a:rPr kumimoji="0" lang="en-US" altLang="ja-JP" sz="1400" dirty="0">
                <a:latin typeface="メイリオ" panose="020B0604030504040204" pitchFamily="50" charset="-128"/>
                <a:ea typeface="メイリオ" panose="020B0604030504040204" pitchFamily="50" charset="-128"/>
              </a:rPr>
            </a:br>
            <a:r>
              <a:rPr kumimoji="0" lang="ja-JP" altLang="en-US" sz="1400" dirty="0">
                <a:latin typeface="メイリオ" panose="020B0604030504040204" pitchFamily="50" charset="-128"/>
                <a:ea typeface="メイリオ" panose="020B0604030504040204" pitchFamily="50" charset="-128"/>
              </a:rPr>
              <a:t>・トレースログ・ダンプログ</a:t>
            </a:r>
            <a:endParaRPr kumimoji="0" lang="en-US" altLang="ja-JP" sz="1400" dirty="0">
              <a:latin typeface="メイリオ" panose="020B0604030504040204" pitchFamily="50" charset="-128"/>
              <a:ea typeface="メイリオ" panose="020B0604030504040204" pitchFamily="50" charset="-128"/>
            </a:endParaRPr>
          </a:p>
        </p:txBody>
      </p:sp>
      <p:sp>
        <p:nvSpPr>
          <p:cNvPr id="28" name="コンテンツ プレースホルダー 2">
            <a:extLst>
              <a:ext uri="{FF2B5EF4-FFF2-40B4-BE49-F238E27FC236}">
                <a16:creationId xmlns:a16="http://schemas.microsoft.com/office/drawing/2014/main" id="{04BE2AE2-2953-4D10-A8EF-789A09171555}"/>
              </a:ext>
            </a:extLst>
          </p:cNvPr>
          <p:cNvSpPr txBox="1">
            <a:spLocks/>
          </p:cNvSpPr>
          <p:nvPr/>
        </p:nvSpPr>
        <p:spPr>
          <a:xfrm>
            <a:off x="6504147" y="3941302"/>
            <a:ext cx="2625317" cy="720080"/>
          </a:xfrm>
          <a:prstGeom prst="rect">
            <a:avLst/>
          </a:prstGeom>
          <a:solidFill>
            <a:schemeClr val="bg1"/>
          </a:solidFill>
          <a:ln>
            <a:solidFill>
              <a:srgbClr val="0070C0"/>
            </a:solidFill>
          </a:ln>
        </p:spPr>
        <p:txBody>
          <a:bodyPr anchor="t" anchorCtr="0"/>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pPr lvl="0" eaLnBrk="0" hangingPunct="0"/>
            <a:r>
              <a:rPr kumimoji="0" lang="ja-JP" altLang="en-US" sz="1400" dirty="0">
                <a:latin typeface="メイリオ" panose="020B0604030504040204" pitchFamily="50" charset="-128"/>
                <a:ea typeface="メイリオ" panose="020B0604030504040204" pitchFamily="50" charset="-128"/>
              </a:rPr>
              <a:t>・７日</a:t>
            </a:r>
          </a:p>
        </p:txBody>
      </p:sp>
      <p:sp>
        <p:nvSpPr>
          <p:cNvPr id="29" name="コンテンツ プレースホルダー 2">
            <a:extLst>
              <a:ext uri="{FF2B5EF4-FFF2-40B4-BE49-F238E27FC236}">
                <a16:creationId xmlns:a16="http://schemas.microsoft.com/office/drawing/2014/main" id="{4F9DA843-6B56-46C8-9E59-15D7D68967D7}"/>
              </a:ext>
            </a:extLst>
          </p:cNvPr>
          <p:cNvSpPr txBox="1">
            <a:spLocks/>
          </p:cNvSpPr>
          <p:nvPr/>
        </p:nvSpPr>
        <p:spPr>
          <a:xfrm>
            <a:off x="1109497" y="4710545"/>
            <a:ext cx="2625317" cy="720080"/>
          </a:xfrm>
          <a:prstGeom prst="rect">
            <a:avLst/>
          </a:prstGeom>
          <a:solidFill>
            <a:schemeClr val="bg1"/>
          </a:solidFill>
          <a:ln>
            <a:solidFill>
              <a:srgbClr val="0070C0"/>
            </a:solidFill>
          </a:ln>
        </p:spPr>
        <p:txBody>
          <a:bodyPr anchor="ctr" anchorCtr="0"/>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pPr lvl="0" eaLnBrk="0" hangingPunct="0"/>
            <a:r>
              <a:rPr kumimoji="0" lang="en-US" altLang="ja-JP" sz="1400" dirty="0">
                <a:latin typeface="メイリオ" panose="020B0604030504040204" pitchFamily="50" charset="-128"/>
                <a:ea typeface="メイリオ" panose="020B0604030504040204" pitchFamily="50" charset="-128"/>
              </a:rPr>
              <a:t>PostgreSQL</a:t>
            </a:r>
            <a:endParaRPr kumimoji="0" lang="ja-JP" altLang="en-US" sz="1400" dirty="0">
              <a:latin typeface="メイリオ" panose="020B0604030504040204" pitchFamily="50" charset="-128"/>
              <a:ea typeface="メイリオ" panose="020B0604030504040204" pitchFamily="50" charset="-128"/>
            </a:endParaRPr>
          </a:p>
        </p:txBody>
      </p:sp>
      <p:sp>
        <p:nvSpPr>
          <p:cNvPr id="30" name="コンテンツ プレースホルダー 2">
            <a:extLst>
              <a:ext uri="{FF2B5EF4-FFF2-40B4-BE49-F238E27FC236}">
                <a16:creationId xmlns:a16="http://schemas.microsoft.com/office/drawing/2014/main" id="{2E0E77C3-5C4B-4F7C-BBCA-8E36A20BB7FE}"/>
              </a:ext>
            </a:extLst>
          </p:cNvPr>
          <p:cNvSpPr txBox="1">
            <a:spLocks/>
          </p:cNvSpPr>
          <p:nvPr/>
        </p:nvSpPr>
        <p:spPr>
          <a:xfrm>
            <a:off x="3806822" y="4710545"/>
            <a:ext cx="2625317" cy="720080"/>
          </a:xfrm>
          <a:prstGeom prst="rect">
            <a:avLst/>
          </a:prstGeom>
          <a:solidFill>
            <a:schemeClr val="bg1"/>
          </a:solidFill>
          <a:ln>
            <a:solidFill>
              <a:srgbClr val="0070C0"/>
            </a:solidFill>
          </a:ln>
        </p:spPr>
        <p:txBody>
          <a:bodyPr anchor="t" anchorCtr="0"/>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pPr lvl="0" eaLnBrk="0" hangingPunct="0"/>
            <a:r>
              <a:rPr kumimoji="0" lang="ja-JP" altLang="en-US" sz="1400" dirty="0">
                <a:latin typeface="メイリオ" panose="020B0604030504040204" pitchFamily="50" charset="-128"/>
                <a:ea typeface="メイリオ" panose="020B0604030504040204" pitchFamily="50" charset="-128"/>
              </a:rPr>
              <a:t>・クエリログ</a:t>
            </a:r>
            <a:endParaRPr kumimoji="0" lang="en-US" altLang="ja-JP" sz="1400" dirty="0">
              <a:latin typeface="メイリオ" panose="020B0604030504040204" pitchFamily="50" charset="-128"/>
              <a:ea typeface="メイリオ" panose="020B0604030504040204" pitchFamily="50" charset="-128"/>
            </a:endParaRPr>
          </a:p>
          <a:p>
            <a:pPr lvl="0" eaLnBrk="0" hangingPunct="0"/>
            <a:r>
              <a:rPr kumimoji="0" lang="ja-JP" altLang="en-US" sz="1400" dirty="0">
                <a:latin typeface="メイリオ" panose="020B0604030504040204" pitchFamily="50" charset="-128"/>
                <a:ea typeface="メイリオ" panose="020B0604030504040204" pitchFamily="50" charset="-128"/>
              </a:rPr>
              <a:t>・エラーログ</a:t>
            </a:r>
          </a:p>
        </p:txBody>
      </p:sp>
      <p:sp>
        <p:nvSpPr>
          <p:cNvPr id="31" name="コンテンツ プレースホルダー 2">
            <a:extLst>
              <a:ext uri="{FF2B5EF4-FFF2-40B4-BE49-F238E27FC236}">
                <a16:creationId xmlns:a16="http://schemas.microsoft.com/office/drawing/2014/main" id="{A3A51082-0B25-4D4A-9062-9C1AEB61A6E0}"/>
              </a:ext>
            </a:extLst>
          </p:cNvPr>
          <p:cNvSpPr txBox="1">
            <a:spLocks/>
          </p:cNvSpPr>
          <p:nvPr/>
        </p:nvSpPr>
        <p:spPr>
          <a:xfrm>
            <a:off x="6504147" y="4710545"/>
            <a:ext cx="2625317" cy="720080"/>
          </a:xfrm>
          <a:prstGeom prst="rect">
            <a:avLst/>
          </a:prstGeom>
          <a:solidFill>
            <a:schemeClr val="bg1"/>
          </a:solidFill>
          <a:ln>
            <a:solidFill>
              <a:srgbClr val="0070C0"/>
            </a:solidFill>
          </a:ln>
        </p:spPr>
        <p:txBody>
          <a:bodyPr anchor="t" anchorCtr="0"/>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pPr lvl="0" eaLnBrk="0" hangingPunct="0"/>
            <a:r>
              <a:rPr kumimoji="0" lang="ja-JP" altLang="en-US" sz="1400" dirty="0">
                <a:latin typeface="メイリオ" panose="020B0604030504040204" pitchFamily="50" charset="-128"/>
                <a:ea typeface="メイリオ" panose="020B0604030504040204" pitchFamily="50" charset="-128"/>
              </a:rPr>
              <a:t>・３日</a:t>
            </a:r>
          </a:p>
        </p:txBody>
      </p:sp>
    </p:spTree>
    <p:extLst>
      <p:ext uri="{BB962C8B-B14F-4D97-AF65-F5344CB8AC3E}">
        <p14:creationId xmlns:p14="http://schemas.microsoft.com/office/powerpoint/2010/main" val="1776072932"/>
      </p:ext>
    </p:extLst>
  </p:cSld>
  <p:clrMapOvr>
    <a:masterClrMapping/>
  </p:clrMapOvr>
  <mc:AlternateContent xmlns:mc="http://schemas.openxmlformats.org/markup-compatibility/2006" xmlns:p14="http://schemas.microsoft.com/office/powerpoint/2010/main">
    <mc:Choice Requires="p14">
      <p:transition spd="slow" p14:dur="2000" advTm="47511"/>
    </mc:Choice>
    <mc:Fallback xmlns="">
      <p:transition spd="slow" advTm="47511"/>
    </mc:Fallback>
  </mc:AlternateContent>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タイトル 1">
            <a:extLst>
              <a:ext uri="{FF2B5EF4-FFF2-40B4-BE49-F238E27FC236}">
                <a16:creationId xmlns:a16="http://schemas.microsoft.com/office/drawing/2014/main" id="{48F80BE1-D063-4240-BFC7-C8D243720250}"/>
              </a:ext>
            </a:extLst>
          </p:cNvPr>
          <p:cNvSpPr txBox="1">
            <a:spLocks/>
          </p:cNvSpPr>
          <p:nvPr/>
        </p:nvSpPr>
        <p:spPr bwMode="auto">
          <a:xfrm>
            <a:off x="631222" y="201863"/>
            <a:ext cx="8642258" cy="50208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rtl="0" fontAlgn="base">
              <a:lnSpc>
                <a:spcPct val="90000"/>
              </a:lnSpc>
              <a:spcBef>
                <a:spcPct val="0"/>
              </a:spcBef>
              <a:spcAft>
                <a:spcPct val="0"/>
              </a:spcAft>
              <a:defRPr kumimoji="1" sz="2000">
                <a:solidFill>
                  <a:schemeClr val="tx2"/>
                </a:solidFill>
                <a:latin typeface="游明朝" panose="02020400000000000000" pitchFamily="18" charset="-128"/>
                <a:ea typeface="游明朝" panose="02020400000000000000" pitchFamily="18" charset="-128"/>
                <a:cs typeface="+mj-cs"/>
              </a:defRPr>
            </a:lvl1pPr>
            <a:lvl2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2pPr>
            <a:lvl3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3pPr>
            <a:lvl4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4pPr>
            <a:lvl5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5pPr>
            <a:lvl6pPr marL="4572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6pPr>
            <a:lvl7pPr marL="9144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7pPr>
            <a:lvl8pPr marL="13716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8pPr>
            <a:lvl9pPr marL="18288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9pPr>
          </a:lstStyle>
          <a:p>
            <a:pPr lvl="0" algn="l" eaLnBrk="0" hangingPunct="0"/>
            <a:r>
              <a:rPr kumimoji="0" lang="en-US" altLang="ja-JP" sz="3200" dirty="0">
                <a:latin typeface="メイリオ" panose="020B0604030504040204" pitchFamily="50" charset="-128"/>
                <a:ea typeface="メイリオ" panose="020B0604030504040204" pitchFamily="50" charset="-128"/>
              </a:rPr>
              <a:t>CloudWatch</a:t>
            </a:r>
            <a:r>
              <a:rPr kumimoji="0" lang="ja-JP" altLang="en-US" sz="3200" dirty="0">
                <a:latin typeface="メイリオ" panose="020B0604030504040204" pitchFamily="50" charset="-128"/>
                <a:ea typeface="メイリオ" panose="020B0604030504040204" pitchFamily="50" charset="-128"/>
              </a:rPr>
              <a:t>との連携</a:t>
            </a:r>
            <a:endParaRPr kumimoji="0" lang="en-US" altLang="ja-JP" sz="3200" dirty="0">
              <a:latin typeface="メイリオ" panose="020B0604030504040204" pitchFamily="50" charset="-128"/>
              <a:ea typeface="メイリオ" panose="020B0604030504040204" pitchFamily="50" charset="-128"/>
            </a:endParaRPr>
          </a:p>
        </p:txBody>
      </p:sp>
      <p:sp>
        <p:nvSpPr>
          <p:cNvPr id="37" name="コンテンツ プレースホルダー 2">
            <a:extLst>
              <a:ext uri="{FF2B5EF4-FFF2-40B4-BE49-F238E27FC236}">
                <a16:creationId xmlns:a16="http://schemas.microsoft.com/office/drawing/2014/main" id="{2DC1489D-7AED-4EB8-B650-CDD4C4BDCEE3}"/>
              </a:ext>
            </a:extLst>
          </p:cNvPr>
          <p:cNvSpPr txBox="1">
            <a:spLocks/>
          </p:cNvSpPr>
          <p:nvPr/>
        </p:nvSpPr>
        <p:spPr>
          <a:xfrm>
            <a:off x="631222" y="692696"/>
            <a:ext cx="9002298" cy="325343"/>
          </a:xfrm>
          <a:prstGeom prst="rect">
            <a:avLst/>
          </a:prstGeom>
        </p:spPr>
        <p:txBody>
          <a:bodyPr vert="horz" lIns="74295" tIns="37148" rIns="74295" bIns="37148" rtlCol="0">
            <a:noAutofit/>
          </a:bodyPr>
          <a:lstStyle>
            <a:lvl1pPr marL="228600" indent="-228600" algn="l" defTabSz="914400" rtl="0" eaLnBrk="1" latinLnBrk="0" hangingPunct="1">
              <a:lnSpc>
                <a:spcPct val="90000"/>
              </a:lnSpc>
              <a:spcBef>
                <a:spcPts val="1000"/>
              </a:spcBef>
              <a:buFont typeface="Wingdings 2" pitchFamily="18" charset="2"/>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2" pitchFamily="18" charset="2"/>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2" pitchFamily="18" charset="2"/>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5pPr>
            <a:lvl6pPr marL="25146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6pPr>
            <a:lvl7pPr marL="29718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7pPr>
            <a:lvl8pPr marL="34290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8pPr>
            <a:lvl9pPr marL="38862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9pPr>
          </a:lstStyle>
          <a:p>
            <a:pPr marL="0" indent="0">
              <a:buNone/>
            </a:pPr>
            <a:r>
              <a:rPr lang="en-US" altLang="ja-JP" sz="2400" dirty="0">
                <a:solidFill>
                  <a:srgbClr val="002060"/>
                </a:solidFill>
                <a:latin typeface="メイリオ" panose="020B0604030504040204" pitchFamily="50" charset="-128"/>
                <a:ea typeface="メイリオ" panose="020B0604030504040204" pitchFamily="50" charset="-128"/>
              </a:rPr>
              <a:t>CloudWatch</a:t>
            </a:r>
            <a:r>
              <a:rPr lang="ja-JP" altLang="en-US" sz="2400" dirty="0">
                <a:solidFill>
                  <a:srgbClr val="002060"/>
                </a:solidFill>
                <a:latin typeface="メイリオ" panose="020B0604030504040204" pitchFamily="50" charset="-128"/>
                <a:ea typeface="メイリオ" panose="020B0604030504040204" pitchFamily="50" charset="-128"/>
              </a:rPr>
              <a:t>と連携して、集中的に</a:t>
            </a:r>
            <a:r>
              <a:rPr lang="en-US" altLang="ja-JP" sz="2400" dirty="0">
                <a:solidFill>
                  <a:srgbClr val="002060"/>
                </a:solidFill>
                <a:latin typeface="メイリオ" panose="020B0604030504040204" pitchFamily="50" charset="-128"/>
                <a:ea typeface="メイリオ" panose="020B0604030504040204" pitchFamily="50" charset="-128"/>
              </a:rPr>
              <a:t>RDS</a:t>
            </a:r>
            <a:r>
              <a:rPr lang="ja-JP" altLang="en-US" sz="2400" dirty="0">
                <a:solidFill>
                  <a:srgbClr val="002060"/>
                </a:solidFill>
                <a:latin typeface="メイリオ" panose="020B0604030504040204" pitchFamily="50" charset="-128"/>
                <a:ea typeface="メイリオ" panose="020B0604030504040204" pitchFamily="50" charset="-128"/>
              </a:rPr>
              <a:t>のメトリクスに基づいた運用管理を実行することが可能となる。</a:t>
            </a:r>
            <a:endParaRPr lang="en-US" altLang="ja-JP" sz="2400" dirty="0">
              <a:solidFill>
                <a:srgbClr val="002060"/>
              </a:solidFill>
              <a:latin typeface="メイリオ" panose="020B0604030504040204" pitchFamily="50" charset="-128"/>
              <a:ea typeface="メイリオ" panose="020B0604030504040204" pitchFamily="50" charset="-128"/>
            </a:endParaRPr>
          </a:p>
        </p:txBody>
      </p:sp>
      <p:sp>
        <p:nvSpPr>
          <p:cNvPr id="5" name="コンテンツ プレースホルダー 2">
            <a:extLst>
              <a:ext uri="{FF2B5EF4-FFF2-40B4-BE49-F238E27FC236}">
                <a16:creationId xmlns:a16="http://schemas.microsoft.com/office/drawing/2014/main" id="{6D668F41-8C0D-41DA-ADCF-7D11469CE443}"/>
              </a:ext>
            </a:extLst>
          </p:cNvPr>
          <p:cNvSpPr txBox="1">
            <a:spLocks/>
          </p:cNvSpPr>
          <p:nvPr/>
        </p:nvSpPr>
        <p:spPr>
          <a:xfrm>
            <a:off x="3800872" y="2556246"/>
            <a:ext cx="5040560" cy="859072"/>
          </a:xfrm>
          <a:prstGeom prst="rect">
            <a:avLst/>
          </a:prstGeom>
          <a:solidFill>
            <a:schemeClr val="bg1"/>
          </a:solidFill>
          <a:ln>
            <a:solidFill>
              <a:srgbClr val="0070C0"/>
            </a:solidFill>
          </a:ln>
        </p:spPr>
        <p:txBody>
          <a:bodyPr anchor="ctr" anchorCtr="0"/>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pPr lvl="0" eaLnBrk="0" hangingPunct="0"/>
            <a:r>
              <a:rPr lang="ja-JP" altLang="en-US" sz="1400" dirty="0">
                <a:latin typeface="メイリオ" panose="020B0604030504040204" pitchFamily="50" charset="-128"/>
                <a:ea typeface="メイリオ" panose="020B0604030504040204" pitchFamily="50" charset="-128"/>
              </a:rPr>
              <a:t>送信間隔を秒単位でメトリクスが取得され、ほぼリアルタイムでのモニタリングが可能となる。</a:t>
            </a:r>
            <a:endParaRPr lang="en-US" altLang="ja-JP" sz="1400" dirty="0">
              <a:latin typeface="メイリオ" panose="020B0604030504040204" pitchFamily="50" charset="-128"/>
              <a:ea typeface="メイリオ" panose="020B0604030504040204" pitchFamily="50" charset="-128"/>
            </a:endParaRPr>
          </a:p>
          <a:p>
            <a:pPr lvl="0" eaLnBrk="0" hangingPunct="0"/>
            <a:r>
              <a:rPr kumimoji="0" lang="ja-JP" altLang="en-US" sz="1400">
                <a:latin typeface="メイリオ" panose="020B0604030504040204" pitchFamily="50" charset="-128"/>
                <a:ea typeface="メイリオ" panose="020B0604030504040204" pitchFamily="50" charset="-128"/>
              </a:rPr>
              <a:t>モニタリングコストが有料になる。</a:t>
            </a:r>
            <a:endParaRPr kumimoji="0" lang="en-US" altLang="ja-JP" sz="1400" dirty="0">
              <a:latin typeface="メイリオ" panose="020B0604030504040204" pitchFamily="50" charset="-128"/>
              <a:ea typeface="メイリオ" panose="020B0604030504040204" pitchFamily="50" charset="-128"/>
            </a:endParaRPr>
          </a:p>
        </p:txBody>
      </p:sp>
      <p:sp>
        <p:nvSpPr>
          <p:cNvPr id="6" name="コンテンツ プレースホルダー 2">
            <a:extLst>
              <a:ext uri="{FF2B5EF4-FFF2-40B4-BE49-F238E27FC236}">
                <a16:creationId xmlns:a16="http://schemas.microsoft.com/office/drawing/2014/main" id="{94828007-22E0-4463-8BBD-352A03363CA8}"/>
              </a:ext>
            </a:extLst>
          </p:cNvPr>
          <p:cNvSpPr txBox="1">
            <a:spLocks/>
          </p:cNvSpPr>
          <p:nvPr/>
        </p:nvSpPr>
        <p:spPr bwMode="auto">
          <a:xfrm>
            <a:off x="1064567" y="2556246"/>
            <a:ext cx="2664296" cy="859072"/>
          </a:xfrm>
          <a:prstGeom prst="rect">
            <a:avLst/>
          </a:prstGeom>
          <a:solidFill>
            <a:schemeClr val="bg2">
              <a:lumMod val="25000"/>
              <a:lumOff val="75000"/>
            </a:schemeClr>
          </a:solidFill>
          <a:ln w="9525">
            <a:no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pPr algn="ctr"/>
            <a:r>
              <a:rPr lang="ja-JP" altLang="en-US" b="1" dirty="0">
                <a:latin typeface="メイリオ" panose="020B0604030504040204" pitchFamily="50" charset="-128"/>
                <a:ea typeface="メイリオ" panose="020B0604030504040204" pitchFamily="50" charset="-128"/>
              </a:rPr>
              <a:t>拡張モニタリング </a:t>
            </a:r>
            <a:endParaRPr lang="en-US" altLang="ja-JP" b="1" kern="0" dirty="0">
              <a:latin typeface="メイリオ" panose="020B0604030504040204" pitchFamily="50" charset="-128"/>
              <a:ea typeface="メイリオ" panose="020B0604030504040204" pitchFamily="50" charset="-128"/>
            </a:endParaRPr>
          </a:p>
        </p:txBody>
      </p:sp>
      <p:sp>
        <p:nvSpPr>
          <p:cNvPr id="7" name="コンテンツ プレースホルダー 2">
            <a:extLst>
              <a:ext uri="{FF2B5EF4-FFF2-40B4-BE49-F238E27FC236}">
                <a16:creationId xmlns:a16="http://schemas.microsoft.com/office/drawing/2014/main" id="{4C506150-6BA4-4AB6-9EBB-BFD909B6C3FB}"/>
              </a:ext>
            </a:extLst>
          </p:cNvPr>
          <p:cNvSpPr txBox="1">
            <a:spLocks/>
          </p:cNvSpPr>
          <p:nvPr/>
        </p:nvSpPr>
        <p:spPr bwMode="auto">
          <a:xfrm>
            <a:off x="3800872" y="3465558"/>
            <a:ext cx="5040560" cy="859072"/>
          </a:xfrm>
          <a:prstGeom prst="rect">
            <a:avLst/>
          </a:prstGeom>
          <a:solidFill>
            <a:schemeClr val="bg1"/>
          </a:solidFill>
          <a:ln w="9525">
            <a:solidFill>
              <a:srgbClr val="0070C0"/>
            </a:solid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pPr lvl="0" eaLnBrk="0" hangingPunct="0"/>
            <a:r>
              <a:rPr lang="ja-JP" altLang="en-US" sz="1400" dirty="0">
                <a:latin typeface="メイリオ" panose="020B0604030504040204" pitchFamily="50" charset="-128"/>
                <a:ea typeface="メイリオ" panose="020B0604030504040204" pitchFamily="50" charset="-128"/>
              </a:rPr>
              <a:t>特定の期間にわたって単一の </a:t>
            </a:r>
            <a:r>
              <a:rPr lang="en-US" altLang="ja-JP" sz="1400" dirty="0">
                <a:latin typeface="メイリオ" panose="020B0604030504040204" pitchFamily="50" charset="-128"/>
                <a:ea typeface="メイリオ" panose="020B0604030504040204" pitchFamily="50" charset="-128"/>
              </a:rPr>
              <a:t>Amazon RDS </a:t>
            </a:r>
            <a:r>
              <a:rPr lang="ja-JP" altLang="en-US" sz="1400" dirty="0">
                <a:latin typeface="メイリオ" panose="020B0604030504040204" pitchFamily="50" charset="-128"/>
                <a:ea typeface="メイリオ" panose="020B0604030504040204" pitchFamily="50" charset="-128"/>
              </a:rPr>
              <a:t>メトリクスを監視し、指定したしきい値に関連するメトリクス値に基づいて </a:t>
            </a:r>
            <a:r>
              <a:rPr lang="en-US" altLang="ja-JP" sz="1400" dirty="0">
                <a:latin typeface="メイリオ" panose="020B0604030504040204" pitchFamily="50" charset="-128"/>
                <a:ea typeface="メイリオ" panose="020B0604030504040204" pitchFamily="50" charset="-128"/>
              </a:rPr>
              <a:t>1 </a:t>
            </a:r>
            <a:r>
              <a:rPr lang="ja-JP" altLang="en-US" sz="1400" dirty="0">
                <a:latin typeface="メイリオ" panose="020B0604030504040204" pitchFamily="50" charset="-128"/>
                <a:ea typeface="メイリオ" panose="020B0604030504040204" pitchFamily="50" charset="-128"/>
              </a:rPr>
              <a:t>つ以上のアクションを実行できる</a:t>
            </a:r>
            <a:endParaRPr kumimoji="0" lang="ja-JP" altLang="en-US" sz="1400" dirty="0">
              <a:latin typeface="メイリオ" panose="020B0604030504040204" pitchFamily="50" charset="-128"/>
              <a:ea typeface="メイリオ" panose="020B0604030504040204" pitchFamily="50" charset="-128"/>
            </a:endParaRPr>
          </a:p>
        </p:txBody>
      </p:sp>
      <p:sp>
        <p:nvSpPr>
          <p:cNvPr id="8" name="コンテンツ プレースホルダー 2">
            <a:extLst>
              <a:ext uri="{FF2B5EF4-FFF2-40B4-BE49-F238E27FC236}">
                <a16:creationId xmlns:a16="http://schemas.microsoft.com/office/drawing/2014/main" id="{A489D0B6-7389-49E8-871B-8AAA72CC7604}"/>
              </a:ext>
            </a:extLst>
          </p:cNvPr>
          <p:cNvSpPr txBox="1">
            <a:spLocks/>
          </p:cNvSpPr>
          <p:nvPr/>
        </p:nvSpPr>
        <p:spPr bwMode="auto">
          <a:xfrm>
            <a:off x="1064568" y="3465558"/>
            <a:ext cx="2664296" cy="859072"/>
          </a:xfrm>
          <a:prstGeom prst="rect">
            <a:avLst/>
          </a:prstGeom>
          <a:solidFill>
            <a:schemeClr val="bg2">
              <a:lumMod val="25000"/>
              <a:lumOff val="75000"/>
            </a:schemeClr>
          </a:solidFill>
          <a:ln w="9525">
            <a:no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pPr algn="ctr"/>
            <a:r>
              <a:rPr lang="en-US" altLang="ja-JP" b="1" dirty="0">
                <a:latin typeface="メイリオ" panose="020B0604030504040204" pitchFamily="50" charset="-128"/>
                <a:ea typeface="メイリオ" panose="020B0604030504040204" pitchFamily="50" charset="-128"/>
              </a:rPr>
              <a:t>CloudWatch</a:t>
            </a:r>
            <a:r>
              <a:rPr lang="ja-JP" altLang="en-US" b="1" dirty="0">
                <a:latin typeface="メイリオ" panose="020B0604030504040204" pitchFamily="50" charset="-128"/>
                <a:ea typeface="メイリオ" panose="020B0604030504040204" pitchFamily="50" charset="-128"/>
              </a:rPr>
              <a:t>アラーム</a:t>
            </a:r>
            <a:endParaRPr lang="en-US" altLang="ja-JP" b="1" kern="0" dirty="0">
              <a:latin typeface="メイリオ" panose="020B0604030504040204" pitchFamily="50" charset="-128"/>
              <a:ea typeface="メイリオ" panose="020B0604030504040204" pitchFamily="50" charset="-128"/>
            </a:endParaRPr>
          </a:p>
        </p:txBody>
      </p:sp>
      <p:sp>
        <p:nvSpPr>
          <p:cNvPr id="9" name="コンテンツ プレースホルダー 2">
            <a:extLst>
              <a:ext uri="{FF2B5EF4-FFF2-40B4-BE49-F238E27FC236}">
                <a16:creationId xmlns:a16="http://schemas.microsoft.com/office/drawing/2014/main" id="{89FECE54-5638-4610-9BB3-BC180DC1CBAD}"/>
              </a:ext>
            </a:extLst>
          </p:cNvPr>
          <p:cNvSpPr txBox="1">
            <a:spLocks/>
          </p:cNvSpPr>
          <p:nvPr/>
        </p:nvSpPr>
        <p:spPr bwMode="auto">
          <a:xfrm>
            <a:off x="3800872" y="4376542"/>
            <a:ext cx="5040560" cy="859072"/>
          </a:xfrm>
          <a:prstGeom prst="rect">
            <a:avLst/>
          </a:prstGeom>
          <a:solidFill>
            <a:schemeClr val="bg1"/>
          </a:solidFill>
          <a:ln w="9525">
            <a:solidFill>
              <a:srgbClr val="0070C0"/>
            </a:solid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pPr lvl="0" eaLnBrk="0" hangingPunct="0"/>
            <a:r>
              <a:rPr lang="en-US" altLang="ja-JP" sz="1400" dirty="0">
                <a:latin typeface="メイリオ" panose="020B0604030504040204" pitchFamily="50" charset="-128"/>
                <a:ea typeface="メイリオ" panose="020B0604030504040204" pitchFamily="50" charset="-128"/>
              </a:rPr>
              <a:t>CloudWatch Logs </a:t>
            </a:r>
            <a:r>
              <a:rPr lang="ja-JP" altLang="en-US" sz="1400" dirty="0">
                <a:latin typeface="メイリオ" panose="020B0604030504040204" pitchFamily="50" charset="-128"/>
                <a:ea typeface="メイリオ" panose="020B0604030504040204" pitchFamily="50" charset="-128"/>
              </a:rPr>
              <a:t>のデータベースログファイルの監視、保存、およびアクセスが可能になる。</a:t>
            </a:r>
            <a:endParaRPr kumimoji="0" lang="ja-JP" altLang="en-US" sz="1400" dirty="0">
              <a:latin typeface="メイリオ" panose="020B0604030504040204" pitchFamily="50" charset="-128"/>
              <a:ea typeface="メイリオ" panose="020B0604030504040204" pitchFamily="50" charset="-128"/>
            </a:endParaRPr>
          </a:p>
        </p:txBody>
      </p:sp>
      <p:sp>
        <p:nvSpPr>
          <p:cNvPr id="10" name="コンテンツ プレースホルダー 2">
            <a:extLst>
              <a:ext uri="{FF2B5EF4-FFF2-40B4-BE49-F238E27FC236}">
                <a16:creationId xmlns:a16="http://schemas.microsoft.com/office/drawing/2014/main" id="{0783283B-3E60-4A2B-8199-44D43D269AA5}"/>
              </a:ext>
            </a:extLst>
          </p:cNvPr>
          <p:cNvSpPr txBox="1">
            <a:spLocks/>
          </p:cNvSpPr>
          <p:nvPr/>
        </p:nvSpPr>
        <p:spPr bwMode="auto">
          <a:xfrm>
            <a:off x="1064568" y="4376542"/>
            <a:ext cx="2664296" cy="859072"/>
          </a:xfrm>
          <a:prstGeom prst="rect">
            <a:avLst/>
          </a:prstGeom>
          <a:solidFill>
            <a:schemeClr val="bg2">
              <a:lumMod val="25000"/>
              <a:lumOff val="75000"/>
            </a:schemeClr>
          </a:solidFill>
          <a:ln w="9525">
            <a:no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pPr algn="ctr"/>
            <a:r>
              <a:rPr lang="en-US" altLang="ja-JP" b="1" dirty="0">
                <a:latin typeface="メイリオ" panose="020B0604030504040204" pitchFamily="50" charset="-128"/>
                <a:ea typeface="メイリオ" panose="020B0604030504040204" pitchFamily="50" charset="-128"/>
              </a:rPr>
              <a:t>CloudWatch Logs</a:t>
            </a:r>
            <a:endParaRPr lang="en-US" altLang="ja-JP" b="1" kern="0" dirty="0">
              <a:latin typeface="メイリオ" panose="020B0604030504040204" pitchFamily="50" charset="-128"/>
              <a:ea typeface="メイリオ" panose="020B0604030504040204" pitchFamily="50" charset="-128"/>
            </a:endParaRPr>
          </a:p>
        </p:txBody>
      </p:sp>
      <p:sp>
        <p:nvSpPr>
          <p:cNvPr id="11" name="コンテンツ プレースホルダー 2">
            <a:extLst>
              <a:ext uri="{FF2B5EF4-FFF2-40B4-BE49-F238E27FC236}">
                <a16:creationId xmlns:a16="http://schemas.microsoft.com/office/drawing/2014/main" id="{D392926C-4702-4D89-AD34-0CEAB06B9690}"/>
              </a:ext>
            </a:extLst>
          </p:cNvPr>
          <p:cNvSpPr txBox="1">
            <a:spLocks/>
          </p:cNvSpPr>
          <p:nvPr/>
        </p:nvSpPr>
        <p:spPr bwMode="auto">
          <a:xfrm>
            <a:off x="3800872" y="5306232"/>
            <a:ext cx="5040560" cy="859072"/>
          </a:xfrm>
          <a:prstGeom prst="rect">
            <a:avLst/>
          </a:prstGeom>
          <a:solidFill>
            <a:schemeClr val="bg1"/>
          </a:solidFill>
          <a:ln w="9525">
            <a:solidFill>
              <a:srgbClr val="0070C0"/>
            </a:solid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r>
              <a:rPr lang="en-US" altLang="ja-JP" sz="1400" kern="0" dirty="0">
                <a:latin typeface="メイリオ" panose="020B0604030504040204" pitchFamily="50" charset="-128"/>
                <a:ea typeface="メイリオ" panose="020B0604030504040204" pitchFamily="50" charset="-128"/>
              </a:rPr>
              <a:t>Amazon EventBridge</a:t>
            </a:r>
            <a:r>
              <a:rPr kumimoji="0" lang="ja-JP" altLang="en-US" sz="1400" dirty="0">
                <a:latin typeface="メイリオ" panose="020B0604030504040204" pitchFamily="50" charset="-128"/>
                <a:ea typeface="メイリオ" panose="020B0604030504040204" pitchFamily="50" charset="-128"/>
              </a:rPr>
              <a:t>では、イベントパターンを使用して受信イベントをフィルタリングし、ターゲットをトリガーするルールを作成することができる。</a:t>
            </a:r>
            <a:endParaRPr lang="en-US" altLang="ja-JP" sz="1400" kern="0" dirty="0">
              <a:solidFill>
                <a:schemeClr val="bg2"/>
              </a:solidFill>
              <a:latin typeface="メイリオ" panose="020B0604030504040204" pitchFamily="50" charset="-128"/>
              <a:ea typeface="メイリオ" panose="020B0604030504040204" pitchFamily="50" charset="-128"/>
            </a:endParaRPr>
          </a:p>
        </p:txBody>
      </p:sp>
      <p:sp>
        <p:nvSpPr>
          <p:cNvPr id="12" name="コンテンツ プレースホルダー 2">
            <a:extLst>
              <a:ext uri="{FF2B5EF4-FFF2-40B4-BE49-F238E27FC236}">
                <a16:creationId xmlns:a16="http://schemas.microsoft.com/office/drawing/2014/main" id="{E533CDBB-6391-4B19-A49B-BF0952302B43}"/>
              </a:ext>
            </a:extLst>
          </p:cNvPr>
          <p:cNvSpPr txBox="1">
            <a:spLocks/>
          </p:cNvSpPr>
          <p:nvPr/>
        </p:nvSpPr>
        <p:spPr bwMode="auto">
          <a:xfrm>
            <a:off x="1064568" y="5306232"/>
            <a:ext cx="2664296" cy="859072"/>
          </a:xfrm>
          <a:prstGeom prst="rect">
            <a:avLst/>
          </a:prstGeom>
          <a:solidFill>
            <a:schemeClr val="bg2">
              <a:lumMod val="25000"/>
              <a:lumOff val="75000"/>
            </a:schemeClr>
          </a:solidFill>
          <a:ln w="9525">
            <a:no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pPr algn="ctr"/>
            <a:r>
              <a:rPr lang="en-US" altLang="ja-JP" b="1" kern="0" dirty="0">
                <a:latin typeface="メイリオ" panose="020B0604030504040204" pitchFamily="50" charset="-128"/>
                <a:ea typeface="メイリオ" panose="020B0604030504040204" pitchFamily="50" charset="-128"/>
              </a:rPr>
              <a:t>Amazon EventBridge</a:t>
            </a:r>
          </a:p>
          <a:p>
            <a:pPr algn="ctr"/>
            <a:r>
              <a:rPr lang="en-US" altLang="ja-JP" b="1" kern="0" dirty="0">
                <a:latin typeface="メイリオ" panose="020B0604030504040204" pitchFamily="50" charset="-128"/>
                <a:ea typeface="メイリオ" panose="020B0604030504040204" pitchFamily="50" charset="-128"/>
              </a:rPr>
              <a:t>( </a:t>
            </a:r>
            <a:r>
              <a:rPr lang="ja-JP" altLang="en-US" b="1" kern="0" dirty="0">
                <a:latin typeface="メイリオ" panose="020B0604030504040204" pitchFamily="50" charset="-128"/>
                <a:ea typeface="メイリオ" panose="020B0604030504040204" pitchFamily="50" charset="-128"/>
              </a:rPr>
              <a:t>旧</a:t>
            </a:r>
            <a:r>
              <a:rPr lang="en-US" altLang="ja-JP" b="1" dirty="0">
                <a:latin typeface="メイリオ" panose="020B0604030504040204" pitchFamily="50" charset="-128"/>
                <a:ea typeface="メイリオ" panose="020B0604030504040204" pitchFamily="50" charset="-128"/>
              </a:rPr>
              <a:t>CloudWatch</a:t>
            </a:r>
            <a:br>
              <a:rPr lang="en-US" altLang="ja-JP" b="1" dirty="0">
                <a:latin typeface="メイリオ" panose="020B0604030504040204" pitchFamily="50" charset="-128"/>
                <a:ea typeface="メイリオ" panose="020B0604030504040204" pitchFamily="50" charset="-128"/>
              </a:rPr>
            </a:br>
            <a:r>
              <a:rPr lang="ja-JP" altLang="en-US" b="1" dirty="0">
                <a:latin typeface="メイリオ" panose="020B0604030504040204" pitchFamily="50" charset="-128"/>
                <a:ea typeface="メイリオ" panose="020B0604030504040204" pitchFamily="50" charset="-128"/>
              </a:rPr>
              <a:t>イベント</a:t>
            </a:r>
            <a:r>
              <a:rPr lang="en-US" altLang="ja-JP" b="1" kern="0" dirty="0">
                <a:latin typeface="メイリオ" panose="020B0604030504040204" pitchFamily="50" charset="-128"/>
                <a:ea typeface="メイリオ" panose="020B0604030504040204" pitchFamily="50" charset="-128"/>
              </a:rPr>
              <a:t>)</a:t>
            </a:r>
          </a:p>
        </p:txBody>
      </p:sp>
      <p:sp>
        <p:nvSpPr>
          <p:cNvPr id="15" name="コンテンツ プレースホルダー 2">
            <a:extLst>
              <a:ext uri="{FF2B5EF4-FFF2-40B4-BE49-F238E27FC236}">
                <a16:creationId xmlns:a16="http://schemas.microsoft.com/office/drawing/2014/main" id="{7C959C1E-54CE-49FE-9308-18EACC01F7B5}"/>
              </a:ext>
            </a:extLst>
          </p:cNvPr>
          <p:cNvSpPr txBox="1">
            <a:spLocks/>
          </p:cNvSpPr>
          <p:nvPr/>
        </p:nvSpPr>
        <p:spPr>
          <a:xfrm>
            <a:off x="3800872" y="1652113"/>
            <a:ext cx="5040560" cy="859072"/>
          </a:xfrm>
          <a:prstGeom prst="rect">
            <a:avLst/>
          </a:prstGeom>
          <a:solidFill>
            <a:schemeClr val="bg1"/>
          </a:solidFill>
          <a:ln>
            <a:solidFill>
              <a:srgbClr val="0070C0"/>
            </a:solidFill>
          </a:ln>
        </p:spPr>
        <p:txBody>
          <a:bodyPr anchor="ctr" anchorCtr="0"/>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pPr lvl="0" eaLnBrk="0" hangingPunct="0"/>
            <a:r>
              <a:rPr lang="en-US" altLang="ja-JP" sz="1400" dirty="0">
                <a:latin typeface="メイリオ" panose="020B0604030504040204" pitchFamily="50" charset="-128"/>
                <a:ea typeface="メイリオ" panose="020B0604030504040204" pitchFamily="50" charset="-128"/>
              </a:rPr>
              <a:t>Amazon RDS </a:t>
            </a:r>
            <a:r>
              <a:rPr lang="ja-JP" altLang="en-US" sz="1400" dirty="0">
                <a:latin typeface="メイリオ" panose="020B0604030504040204" pitchFamily="50" charset="-128"/>
                <a:ea typeface="メイリオ" panose="020B0604030504040204" pitchFamily="50" charset="-128"/>
              </a:rPr>
              <a:t>のアクティブな各データベースのメトリクスを５分間隔の取得して、ダッシュボードに表示する。</a:t>
            </a:r>
            <a:endParaRPr kumimoji="0" lang="ja-JP" altLang="en-US" sz="1400" dirty="0">
              <a:latin typeface="メイリオ" panose="020B0604030504040204" pitchFamily="50" charset="-128"/>
              <a:ea typeface="メイリオ" panose="020B0604030504040204" pitchFamily="50" charset="-128"/>
            </a:endParaRPr>
          </a:p>
        </p:txBody>
      </p:sp>
      <p:sp>
        <p:nvSpPr>
          <p:cNvPr id="16" name="コンテンツ プレースホルダー 2">
            <a:extLst>
              <a:ext uri="{FF2B5EF4-FFF2-40B4-BE49-F238E27FC236}">
                <a16:creationId xmlns:a16="http://schemas.microsoft.com/office/drawing/2014/main" id="{32A85B4C-214E-45B0-9902-1A281C6635FD}"/>
              </a:ext>
            </a:extLst>
          </p:cNvPr>
          <p:cNvSpPr txBox="1">
            <a:spLocks/>
          </p:cNvSpPr>
          <p:nvPr/>
        </p:nvSpPr>
        <p:spPr bwMode="auto">
          <a:xfrm>
            <a:off x="1064567" y="1652113"/>
            <a:ext cx="2664296" cy="859072"/>
          </a:xfrm>
          <a:prstGeom prst="rect">
            <a:avLst/>
          </a:prstGeom>
          <a:solidFill>
            <a:schemeClr val="bg2">
              <a:lumMod val="25000"/>
              <a:lumOff val="75000"/>
            </a:schemeClr>
          </a:solidFill>
          <a:ln w="9525">
            <a:no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pPr algn="ctr"/>
            <a:r>
              <a:rPr lang="en-US" altLang="ja-JP" b="1" dirty="0">
                <a:latin typeface="メイリオ" panose="020B0604030504040204" pitchFamily="50" charset="-128"/>
                <a:ea typeface="メイリオ" panose="020B0604030504040204" pitchFamily="50" charset="-128"/>
              </a:rPr>
              <a:t>CloudWatch </a:t>
            </a:r>
            <a:r>
              <a:rPr lang="ja-JP" altLang="en-US" b="1" dirty="0">
                <a:latin typeface="メイリオ" panose="020B0604030504040204" pitchFamily="50" charset="-128"/>
                <a:ea typeface="メイリオ" panose="020B0604030504040204" pitchFamily="50" charset="-128"/>
              </a:rPr>
              <a:t>メトリクス </a:t>
            </a:r>
            <a:endParaRPr lang="en-US" altLang="ja-JP" b="1" kern="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907473521"/>
      </p:ext>
    </p:extLst>
  </p:cSld>
  <p:clrMapOvr>
    <a:masterClrMapping/>
  </p:clrMapOvr>
  <mc:AlternateContent xmlns:mc="http://schemas.openxmlformats.org/markup-compatibility/2006" xmlns:p14="http://schemas.microsoft.com/office/powerpoint/2010/main">
    <mc:Choice Requires="p14">
      <p:transition spd="slow" p14:dur="2000" advTm="77987"/>
    </mc:Choice>
    <mc:Fallback xmlns="">
      <p:transition spd="slow" advTm="77987"/>
    </mc:Fallback>
  </mc:AlternateContent>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タイトル 1">
            <a:extLst>
              <a:ext uri="{FF2B5EF4-FFF2-40B4-BE49-F238E27FC236}">
                <a16:creationId xmlns:a16="http://schemas.microsoft.com/office/drawing/2014/main" id="{48F80BE1-D063-4240-BFC7-C8D243720250}"/>
              </a:ext>
            </a:extLst>
          </p:cNvPr>
          <p:cNvSpPr txBox="1">
            <a:spLocks/>
          </p:cNvSpPr>
          <p:nvPr/>
        </p:nvSpPr>
        <p:spPr bwMode="auto">
          <a:xfrm>
            <a:off x="631222" y="201863"/>
            <a:ext cx="8642258" cy="50208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rtl="0" fontAlgn="base">
              <a:lnSpc>
                <a:spcPct val="90000"/>
              </a:lnSpc>
              <a:spcBef>
                <a:spcPct val="0"/>
              </a:spcBef>
              <a:spcAft>
                <a:spcPct val="0"/>
              </a:spcAft>
              <a:defRPr kumimoji="1" sz="2000">
                <a:solidFill>
                  <a:schemeClr val="tx2"/>
                </a:solidFill>
                <a:latin typeface="游明朝" panose="02020400000000000000" pitchFamily="18" charset="-128"/>
                <a:ea typeface="游明朝" panose="02020400000000000000" pitchFamily="18" charset="-128"/>
                <a:cs typeface="+mj-cs"/>
              </a:defRPr>
            </a:lvl1pPr>
            <a:lvl2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2pPr>
            <a:lvl3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3pPr>
            <a:lvl4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4pPr>
            <a:lvl5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5pPr>
            <a:lvl6pPr marL="4572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6pPr>
            <a:lvl7pPr marL="9144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7pPr>
            <a:lvl8pPr marL="13716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8pPr>
            <a:lvl9pPr marL="18288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9pPr>
          </a:lstStyle>
          <a:p>
            <a:pPr marL="0" indent="0" algn="l">
              <a:buNone/>
            </a:pPr>
            <a:r>
              <a:rPr lang="en-US" altLang="ja-JP" sz="3200" dirty="0">
                <a:latin typeface="メイリオ" panose="020B0604030504040204" pitchFamily="50" charset="-128"/>
                <a:ea typeface="メイリオ" panose="020B0604030504040204" pitchFamily="50" charset="-128"/>
              </a:rPr>
              <a:t>AWS </a:t>
            </a:r>
            <a:r>
              <a:rPr lang="ja-JP" altLang="en-US" sz="3200" dirty="0">
                <a:latin typeface="メイリオ" panose="020B0604030504040204" pitchFamily="50" charset="-128"/>
                <a:ea typeface="メイリオ" panose="020B0604030504040204" pitchFamily="50" charset="-128"/>
              </a:rPr>
              <a:t>コンソールダッシュボード</a:t>
            </a:r>
            <a:endParaRPr lang="en-US" altLang="ja-JP" sz="3000" dirty="0">
              <a:solidFill>
                <a:srgbClr val="002060"/>
              </a:solidFill>
              <a:latin typeface="メイリオ" panose="020B0604030504040204" pitchFamily="50" charset="-128"/>
              <a:ea typeface="メイリオ" panose="020B0604030504040204" pitchFamily="50" charset="-128"/>
            </a:endParaRPr>
          </a:p>
        </p:txBody>
      </p:sp>
      <p:sp>
        <p:nvSpPr>
          <p:cNvPr id="37" name="コンテンツ プレースホルダー 2">
            <a:extLst>
              <a:ext uri="{FF2B5EF4-FFF2-40B4-BE49-F238E27FC236}">
                <a16:creationId xmlns:a16="http://schemas.microsoft.com/office/drawing/2014/main" id="{2DC1489D-7AED-4EB8-B650-CDD4C4BDCEE3}"/>
              </a:ext>
            </a:extLst>
          </p:cNvPr>
          <p:cNvSpPr txBox="1">
            <a:spLocks/>
          </p:cNvSpPr>
          <p:nvPr/>
        </p:nvSpPr>
        <p:spPr>
          <a:xfrm>
            <a:off x="631222" y="692696"/>
            <a:ext cx="9002298" cy="325343"/>
          </a:xfrm>
          <a:prstGeom prst="rect">
            <a:avLst/>
          </a:prstGeom>
        </p:spPr>
        <p:txBody>
          <a:bodyPr vert="horz" lIns="74295" tIns="37148" rIns="74295" bIns="37148" rtlCol="0">
            <a:noAutofit/>
          </a:bodyPr>
          <a:lstStyle>
            <a:lvl1pPr marL="228600" indent="-228600" algn="l" defTabSz="914400" rtl="0" eaLnBrk="1" latinLnBrk="0" hangingPunct="1">
              <a:lnSpc>
                <a:spcPct val="90000"/>
              </a:lnSpc>
              <a:spcBef>
                <a:spcPts val="1000"/>
              </a:spcBef>
              <a:buFont typeface="Wingdings 2" pitchFamily="18" charset="2"/>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2" pitchFamily="18" charset="2"/>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2" pitchFamily="18" charset="2"/>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5pPr>
            <a:lvl6pPr marL="25146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6pPr>
            <a:lvl7pPr marL="29718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7pPr>
            <a:lvl8pPr marL="34290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8pPr>
            <a:lvl9pPr marL="38862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9pPr>
          </a:lstStyle>
          <a:p>
            <a:pPr marL="0" indent="0">
              <a:buNone/>
            </a:pPr>
            <a:r>
              <a:rPr lang="ja-JP" altLang="en-US" sz="2400" dirty="0">
                <a:solidFill>
                  <a:srgbClr val="002060"/>
                </a:solidFill>
                <a:latin typeface="メイリオ" panose="020B0604030504040204" pitchFamily="50" charset="-128"/>
                <a:ea typeface="メイリオ" panose="020B0604030504040204" pitchFamily="50" charset="-128"/>
              </a:rPr>
              <a:t>メンテナンスとバックアップではメンテナンスウィンドウとバックアップウィンドウの設定が確認できる</a:t>
            </a:r>
            <a:endParaRPr lang="en-US" altLang="ja-JP" sz="2400" dirty="0">
              <a:solidFill>
                <a:srgbClr val="002060"/>
              </a:solidFill>
              <a:latin typeface="メイリオ" panose="020B0604030504040204" pitchFamily="50" charset="-128"/>
              <a:ea typeface="メイリオ" panose="020B0604030504040204" pitchFamily="50" charset="-128"/>
            </a:endParaRPr>
          </a:p>
        </p:txBody>
      </p:sp>
      <p:pic>
        <p:nvPicPr>
          <p:cNvPr id="2" name="図 1">
            <a:extLst>
              <a:ext uri="{FF2B5EF4-FFF2-40B4-BE49-F238E27FC236}">
                <a16:creationId xmlns:a16="http://schemas.microsoft.com/office/drawing/2014/main" id="{78CAD93A-7D88-4288-90F5-34AAAB311E2C}"/>
              </a:ext>
            </a:extLst>
          </p:cNvPr>
          <p:cNvPicPr>
            <a:picLocks noChangeAspect="1"/>
          </p:cNvPicPr>
          <p:nvPr/>
        </p:nvPicPr>
        <p:blipFill>
          <a:blip r:embed="rId3"/>
          <a:stretch>
            <a:fillRect/>
          </a:stretch>
        </p:blipFill>
        <p:spPr>
          <a:xfrm>
            <a:off x="1496616" y="1628800"/>
            <a:ext cx="7069456" cy="4569947"/>
          </a:xfrm>
          <a:prstGeom prst="rect">
            <a:avLst/>
          </a:prstGeom>
          <a:ln>
            <a:solidFill>
              <a:srgbClr val="0070C0"/>
            </a:solidFill>
          </a:ln>
        </p:spPr>
      </p:pic>
      <p:sp>
        <p:nvSpPr>
          <p:cNvPr id="7" name="TextBox 6">
            <a:extLst>
              <a:ext uri="{FF2B5EF4-FFF2-40B4-BE49-F238E27FC236}">
                <a16:creationId xmlns:a16="http://schemas.microsoft.com/office/drawing/2014/main" id="{9D0F3ADE-F915-4CCF-BB52-BB1C8B50F0AD}"/>
              </a:ext>
            </a:extLst>
          </p:cNvPr>
          <p:cNvSpPr txBox="1"/>
          <p:nvPr/>
        </p:nvSpPr>
        <p:spPr>
          <a:xfrm>
            <a:off x="1469098" y="6224733"/>
            <a:ext cx="7156310" cy="523220"/>
          </a:xfrm>
          <a:prstGeom prst="rect">
            <a:avLst/>
          </a:prstGeom>
          <a:noFill/>
        </p:spPr>
        <p:txBody>
          <a:bodyPr wrap="square">
            <a:spAutoFit/>
          </a:bodyPr>
          <a:lstStyle/>
          <a:p>
            <a:r>
              <a:rPr lang="ja-JP" altLang="en-US" sz="1400" b="0" i="0" dirty="0">
                <a:solidFill>
                  <a:srgbClr val="16191F"/>
                </a:solidFill>
                <a:effectLst/>
                <a:latin typeface="メイリオ" panose="020B0604030504040204" pitchFamily="50" charset="-128"/>
                <a:ea typeface="メイリオ" panose="020B0604030504040204" pitchFamily="50" charset="-128"/>
              </a:rPr>
              <a:t>必要なオペレーティングシステムやデータベースのパッチの適用時には</a:t>
            </a:r>
            <a:r>
              <a:rPr lang="en-US" altLang="ja-JP" sz="1400" b="0" i="0" dirty="0">
                <a:solidFill>
                  <a:srgbClr val="16191F"/>
                </a:solidFill>
                <a:effectLst/>
                <a:latin typeface="メイリオ" panose="020B0604030504040204" pitchFamily="50" charset="-128"/>
                <a:ea typeface="メイリオ" panose="020B0604030504040204" pitchFamily="50" charset="-128"/>
              </a:rPr>
              <a:t>DB</a:t>
            </a:r>
            <a:r>
              <a:rPr lang="ja-JP" altLang="en-US" sz="1400" dirty="0">
                <a:solidFill>
                  <a:srgbClr val="16191F"/>
                </a:solidFill>
                <a:latin typeface="メイリオ" panose="020B0604030504040204" pitchFamily="50" charset="-128"/>
                <a:ea typeface="メイリオ" panose="020B0604030504040204" pitchFamily="50" charset="-128"/>
              </a:rPr>
              <a:t>インスタンスを一時的にオフラインにするので注意が必要</a:t>
            </a:r>
            <a:endParaRPr lang="ja-JP" altLang="en-US" sz="14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236139494"/>
      </p:ext>
    </p:extLst>
  </p:cSld>
  <p:clrMapOvr>
    <a:masterClrMapping/>
  </p:clrMapOvr>
  <mc:AlternateContent xmlns:mc="http://schemas.openxmlformats.org/markup-compatibility/2006" xmlns:p14="http://schemas.microsoft.com/office/powerpoint/2010/main">
    <mc:Choice Requires="p14">
      <p:transition spd="slow" p14:dur="2000" advTm="49628"/>
    </mc:Choice>
    <mc:Fallback xmlns="">
      <p:transition spd="slow" advTm="49628"/>
    </mc:Fallback>
  </mc:AlternateContent>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四角形: 角を丸くする 6">
            <a:extLst>
              <a:ext uri="{FF2B5EF4-FFF2-40B4-BE49-F238E27FC236}">
                <a16:creationId xmlns:a16="http://schemas.microsoft.com/office/drawing/2014/main" id="{1D7AA15F-3868-4CA9-8D7C-DD78B6B4C974}"/>
              </a:ext>
            </a:extLst>
          </p:cNvPr>
          <p:cNvSpPr/>
          <p:nvPr/>
        </p:nvSpPr>
        <p:spPr bwMode="auto">
          <a:xfrm>
            <a:off x="1567333" y="1916832"/>
            <a:ext cx="3151320" cy="4104456"/>
          </a:xfrm>
          <a:prstGeom prst="roundRect">
            <a:avLst/>
          </a:prstGeom>
          <a:solidFill>
            <a:srgbClr val="FFC000"/>
          </a:solidFill>
          <a:ln w="12700" cap="flat" cmpd="sng" algn="ctr">
            <a:no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ja-JP" sz="2000" b="1" i="0" u="none" strike="noStrike" cap="none" normalizeH="0" baseline="0" dirty="0">
                <a:ln>
                  <a:noFill/>
                </a:ln>
                <a:solidFill>
                  <a:schemeClr val="bg1"/>
                </a:solidFill>
                <a:effectLst/>
                <a:latin typeface="メイリオ" panose="020B0604030504040204" pitchFamily="50" charset="-128"/>
                <a:ea typeface="メイリオ" panose="020B0604030504040204" pitchFamily="50" charset="-128"/>
              </a:rPr>
              <a:t>AZ</a:t>
            </a:r>
            <a:endParaRPr kumimoji="1" lang="ja-JP" altLang="en-US" sz="2000" b="1" i="0" u="none" strike="noStrike" cap="none" normalizeH="0" baseline="0" dirty="0">
              <a:ln>
                <a:noFill/>
              </a:ln>
              <a:solidFill>
                <a:schemeClr val="bg1"/>
              </a:solidFill>
              <a:effectLst/>
              <a:latin typeface="メイリオ" panose="020B0604030504040204" pitchFamily="50" charset="-128"/>
              <a:ea typeface="メイリオ" panose="020B0604030504040204" pitchFamily="50" charset="-128"/>
            </a:endParaRPr>
          </a:p>
        </p:txBody>
      </p:sp>
      <p:sp>
        <p:nvSpPr>
          <p:cNvPr id="123" name="タイトル 1">
            <a:extLst>
              <a:ext uri="{FF2B5EF4-FFF2-40B4-BE49-F238E27FC236}">
                <a16:creationId xmlns:a16="http://schemas.microsoft.com/office/drawing/2014/main" id="{3B2F40DD-E21D-4126-B485-6DEF490624A0}"/>
              </a:ext>
            </a:extLst>
          </p:cNvPr>
          <p:cNvSpPr txBox="1">
            <a:spLocks/>
          </p:cNvSpPr>
          <p:nvPr/>
        </p:nvSpPr>
        <p:spPr bwMode="auto">
          <a:xfrm>
            <a:off x="631222" y="228600"/>
            <a:ext cx="8642258" cy="50208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rtl="0" fontAlgn="base">
              <a:lnSpc>
                <a:spcPct val="90000"/>
              </a:lnSpc>
              <a:spcBef>
                <a:spcPct val="0"/>
              </a:spcBef>
              <a:spcAft>
                <a:spcPct val="0"/>
              </a:spcAft>
              <a:defRPr kumimoji="1" sz="2000">
                <a:solidFill>
                  <a:schemeClr val="tx2"/>
                </a:solidFill>
                <a:latin typeface="游明朝" panose="02020400000000000000" pitchFamily="18" charset="-128"/>
                <a:ea typeface="游明朝" panose="02020400000000000000" pitchFamily="18" charset="-128"/>
                <a:cs typeface="+mj-cs"/>
              </a:defRPr>
            </a:lvl1pPr>
            <a:lvl2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2pPr>
            <a:lvl3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3pPr>
            <a:lvl4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4pPr>
            <a:lvl5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5pPr>
            <a:lvl6pPr marL="4572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6pPr>
            <a:lvl7pPr marL="9144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7pPr>
            <a:lvl8pPr marL="13716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8pPr>
            <a:lvl9pPr marL="18288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9pPr>
          </a:lstStyle>
          <a:p>
            <a:pPr algn="l"/>
            <a:r>
              <a:rPr lang="ja-JP" altLang="en-US" sz="3000" dirty="0">
                <a:solidFill>
                  <a:schemeClr val="tx1"/>
                </a:solidFill>
                <a:latin typeface="メイリオ" panose="020B0604030504040204" pitchFamily="50" charset="-128"/>
                <a:ea typeface="メイリオ" panose="020B0604030504040204" pitchFamily="50" charset="-128"/>
              </a:rPr>
              <a:t>バックアップ</a:t>
            </a:r>
          </a:p>
        </p:txBody>
      </p:sp>
      <p:sp>
        <p:nvSpPr>
          <p:cNvPr id="124" name="コンテンツ プレースホルダー 2">
            <a:extLst>
              <a:ext uri="{FF2B5EF4-FFF2-40B4-BE49-F238E27FC236}">
                <a16:creationId xmlns:a16="http://schemas.microsoft.com/office/drawing/2014/main" id="{83709AB2-F603-441F-9429-A765FC262FD0}"/>
              </a:ext>
            </a:extLst>
          </p:cNvPr>
          <p:cNvSpPr txBox="1">
            <a:spLocks/>
          </p:cNvSpPr>
          <p:nvPr/>
        </p:nvSpPr>
        <p:spPr>
          <a:xfrm>
            <a:off x="631222" y="692696"/>
            <a:ext cx="9002298" cy="325343"/>
          </a:xfrm>
          <a:prstGeom prst="rect">
            <a:avLst/>
          </a:prstGeom>
        </p:spPr>
        <p:txBody>
          <a:bodyPr vert="horz" lIns="74295" tIns="37148" rIns="74295" bIns="37148" rtlCol="0">
            <a:noAutofit/>
          </a:bodyPr>
          <a:lstStyle>
            <a:lvl1pPr marL="228600" indent="-228600" algn="l" defTabSz="914400" rtl="0" eaLnBrk="1" latinLnBrk="0" hangingPunct="1">
              <a:lnSpc>
                <a:spcPct val="90000"/>
              </a:lnSpc>
              <a:spcBef>
                <a:spcPts val="1000"/>
              </a:spcBef>
              <a:buFont typeface="Wingdings 2" pitchFamily="18" charset="2"/>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2" pitchFamily="18" charset="2"/>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2" pitchFamily="18" charset="2"/>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5pPr>
            <a:lvl6pPr marL="25146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6pPr>
            <a:lvl7pPr marL="29718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7pPr>
            <a:lvl8pPr marL="34290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8pPr>
            <a:lvl9pPr marL="38862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9pPr>
          </a:lstStyle>
          <a:p>
            <a:pPr marL="0" indent="0">
              <a:buNone/>
            </a:pPr>
            <a:r>
              <a:rPr lang="ja-JP" altLang="en-US" sz="2400" dirty="0">
                <a:solidFill>
                  <a:srgbClr val="002060"/>
                </a:solidFill>
                <a:latin typeface="メイリオ" panose="020B0604030504040204" pitchFamily="50" charset="-128"/>
                <a:ea typeface="メイリオ" panose="020B0604030504040204" pitchFamily="50" charset="-128"/>
              </a:rPr>
              <a:t>スナップショットを取得することでデータを保存し、耐障害性を確保することができる。</a:t>
            </a:r>
            <a:endParaRPr lang="en-US" altLang="ja-JP" sz="2400" dirty="0">
              <a:solidFill>
                <a:srgbClr val="002060"/>
              </a:solidFill>
              <a:latin typeface="メイリオ" panose="020B0604030504040204" pitchFamily="50" charset="-128"/>
              <a:ea typeface="メイリオ" panose="020B0604030504040204" pitchFamily="50" charset="-128"/>
            </a:endParaRPr>
          </a:p>
        </p:txBody>
      </p:sp>
      <p:sp>
        <p:nvSpPr>
          <p:cNvPr id="6" name="フローチャート: 磁気ディスク 5">
            <a:extLst>
              <a:ext uri="{FF2B5EF4-FFF2-40B4-BE49-F238E27FC236}">
                <a16:creationId xmlns:a16="http://schemas.microsoft.com/office/drawing/2014/main" id="{60F0C80B-D93F-49E5-B362-6D161BCEA928}"/>
              </a:ext>
            </a:extLst>
          </p:cNvPr>
          <p:cNvSpPr/>
          <p:nvPr/>
        </p:nvSpPr>
        <p:spPr bwMode="auto">
          <a:xfrm>
            <a:off x="2467433" y="2825617"/>
            <a:ext cx="1296144" cy="1206766"/>
          </a:xfrm>
          <a:prstGeom prst="flowChartMagneticDisk">
            <a:avLst/>
          </a:prstGeom>
          <a:solidFill>
            <a:srgbClr val="0070C0"/>
          </a:solidFill>
          <a:ln w="12700" cap="flat" cmpd="sng" algn="ctr">
            <a:solidFill>
              <a:schemeClr val="bg1"/>
            </a:solidFill>
            <a:prstDash val="solid"/>
            <a:round/>
            <a:headEnd type="none" w="med" len="med"/>
            <a:tailEnd type="none" w="med" len="med"/>
          </a:ln>
          <a:effectLst/>
        </p:spPr>
        <p:txBody>
          <a:bodyPr vert="horz" wrap="none" lIns="36000" tIns="36000" rIns="36000" bIns="3600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ja-JP" sz="2500" b="0" i="0" u="none" strike="noStrike" cap="none" normalizeH="0" baseline="0" dirty="0">
                <a:ln>
                  <a:noFill/>
                </a:ln>
                <a:solidFill>
                  <a:schemeClr val="bg1"/>
                </a:solidFill>
                <a:effectLst/>
                <a:latin typeface="メイリオ" panose="020B0604030504040204" pitchFamily="50" charset="-128"/>
                <a:ea typeface="メイリオ" panose="020B0604030504040204" pitchFamily="50" charset="-128"/>
              </a:rPr>
              <a:t>RDS</a:t>
            </a:r>
          </a:p>
          <a:p>
            <a:pPr marL="0" marR="0" indent="0" algn="ctr" defTabSz="914400" rtl="0" eaLnBrk="1" fontAlgn="base" latinLnBrk="0" hangingPunct="1">
              <a:lnSpc>
                <a:spcPct val="100000"/>
              </a:lnSpc>
              <a:spcBef>
                <a:spcPct val="0"/>
              </a:spcBef>
              <a:spcAft>
                <a:spcPct val="0"/>
              </a:spcAft>
              <a:buClrTx/>
              <a:buSzTx/>
              <a:buFontTx/>
              <a:buNone/>
              <a:tabLst/>
            </a:pPr>
            <a:r>
              <a:rPr lang="ja-JP" altLang="en-US" sz="2500" dirty="0">
                <a:solidFill>
                  <a:schemeClr val="bg1"/>
                </a:solidFill>
                <a:latin typeface="メイリオ" panose="020B0604030504040204" pitchFamily="50" charset="-128"/>
                <a:ea typeface="メイリオ" panose="020B0604030504040204" pitchFamily="50" charset="-128"/>
              </a:rPr>
              <a:t>マスター</a:t>
            </a:r>
            <a:endParaRPr kumimoji="1" lang="en-US" altLang="ja-JP" sz="2500" b="0" i="0" u="none" strike="noStrike" cap="none" normalizeH="0" baseline="0" dirty="0">
              <a:ln>
                <a:noFill/>
              </a:ln>
              <a:solidFill>
                <a:schemeClr val="bg1"/>
              </a:solidFill>
              <a:effectLst/>
              <a:latin typeface="メイリオ" panose="020B0604030504040204" pitchFamily="50" charset="-128"/>
              <a:ea typeface="メイリオ" panose="020B0604030504040204" pitchFamily="50" charset="-128"/>
            </a:endParaRPr>
          </a:p>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500" b="0" i="0" u="none" strike="noStrike" cap="none" normalizeH="0" baseline="0" dirty="0">
              <a:ln>
                <a:noFill/>
              </a:ln>
              <a:solidFill>
                <a:schemeClr val="bg1"/>
              </a:solidFill>
              <a:effectLst/>
              <a:latin typeface="メイリオ" panose="020B0604030504040204" pitchFamily="50" charset="-128"/>
              <a:ea typeface="メイリオ" panose="020B0604030504040204" pitchFamily="50" charset="-128"/>
            </a:endParaRPr>
          </a:p>
        </p:txBody>
      </p:sp>
      <p:sp>
        <p:nvSpPr>
          <p:cNvPr id="8" name="四角形: 角を丸くする 7">
            <a:extLst>
              <a:ext uri="{FF2B5EF4-FFF2-40B4-BE49-F238E27FC236}">
                <a16:creationId xmlns:a16="http://schemas.microsoft.com/office/drawing/2014/main" id="{42345DF3-B0DC-49A9-8CEA-F8096974890C}"/>
              </a:ext>
            </a:extLst>
          </p:cNvPr>
          <p:cNvSpPr/>
          <p:nvPr/>
        </p:nvSpPr>
        <p:spPr bwMode="auto">
          <a:xfrm>
            <a:off x="5258064" y="1916832"/>
            <a:ext cx="3151320" cy="4104456"/>
          </a:xfrm>
          <a:prstGeom prst="roundRect">
            <a:avLst/>
          </a:prstGeom>
          <a:solidFill>
            <a:srgbClr val="FFC000"/>
          </a:solidFill>
          <a:ln w="12700" cap="flat" cmpd="sng" algn="ctr">
            <a:no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ja-JP" sz="2000" b="1" i="0" u="none" strike="noStrike" cap="none" normalizeH="0" baseline="0" dirty="0">
                <a:ln>
                  <a:noFill/>
                </a:ln>
                <a:solidFill>
                  <a:schemeClr val="bg1"/>
                </a:solidFill>
                <a:effectLst/>
                <a:latin typeface="メイリオ" panose="020B0604030504040204" pitchFamily="50" charset="-128"/>
                <a:ea typeface="メイリオ" panose="020B0604030504040204" pitchFamily="50" charset="-128"/>
              </a:rPr>
              <a:t>AZ</a:t>
            </a:r>
            <a:endParaRPr kumimoji="1" lang="ja-JP" altLang="en-US" sz="2000" b="1" i="0" u="none" strike="noStrike" cap="none" normalizeH="0" baseline="0" dirty="0">
              <a:ln>
                <a:noFill/>
              </a:ln>
              <a:solidFill>
                <a:schemeClr val="bg1"/>
              </a:solidFill>
              <a:effectLst/>
              <a:latin typeface="メイリオ" panose="020B0604030504040204" pitchFamily="50" charset="-128"/>
              <a:ea typeface="メイリオ" panose="020B0604030504040204" pitchFamily="50" charset="-128"/>
            </a:endParaRPr>
          </a:p>
        </p:txBody>
      </p:sp>
      <p:sp>
        <p:nvSpPr>
          <p:cNvPr id="9" name="フローチャート: 磁気ディスク 8">
            <a:extLst>
              <a:ext uri="{FF2B5EF4-FFF2-40B4-BE49-F238E27FC236}">
                <a16:creationId xmlns:a16="http://schemas.microsoft.com/office/drawing/2014/main" id="{D5E1DF90-EB3D-4631-96CB-22BF99B8A1BA}"/>
              </a:ext>
            </a:extLst>
          </p:cNvPr>
          <p:cNvSpPr/>
          <p:nvPr/>
        </p:nvSpPr>
        <p:spPr bwMode="auto">
          <a:xfrm>
            <a:off x="6158164" y="2825617"/>
            <a:ext cx="1296144" cy="1206766"/>
          </a:xfrm>
          <a:prstGeom prst="flowChartMagneticDisk">
            <a:avLst/>
          </a:prstGeom>
          <a:solidFill>
            <a:srgbClr val="0070C0"/>
          </a:solidFill>
          <a:ln w="12700" cap="flat" cmpd="sng" algn="ctr">
            <a:solidFill>
              <a:schemeClr val="bg1"/>
            </a:solidFill>
            <a:prstDash val="solid"/>
            <a:round/>
            <a:headEnd type="none" w="med" len="med"/>
            <a:tailEnd type="none" w="med" len="med"/>
          </a:ln>
          <a:effectLst/>
        </p:spPr>
        <p:txBody>
          <a:bodyPr vert="horz" wrap="none" lIns="36000" tIns="36000" rIns="36000" bIns="3600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ja-JP" sz="2500" b="0" i="0" u="none" strike="noStrike" cap="none" normalizeH="0" baseline="0" dirty="0">
                <a:ln>
                  <a:noFill/>
                </a:ln>
                <a:solidFill>
                  <a:schemeClr val="bg1"/>
                </a:solidFill>
                <a:effectLst/>
                <a:latin typeface="メイリオ" panose="020B0604030504040204" pitchFamily="50" charset="-128"/>
                <a:ea typeface="メイリオ" panose="020B0604030504040204" pitchFamily="50" charset="-128"/>
              </a:rPr>
              <a:t>RDS</a:t>
            </a:r>
          </a:p>
          <a:p>
            <a:pPr marL="0" marR="0" indent="0" algn="ctr" defTabSz="914400" rtl="0" eaLnBrk="1" fontAlgn="base" latinLnBrk="0" hangingPunct="1">
              <a:lnSpc>
                <a:spcPct val="100000"/>
              </a:lnSpc>
              <a:spcBef>
                <a:spcPct val="0"/>
              </a:spcBef>
              <a:spcAft>
                <a:spcPct val="0"/>
              </a:spcAft>
              <a:buClrTx/>
              <a:buSzTx/>
              <a:buFontTx/>
              <a:buNone/>
              <a:tabLst/>
            </a:pPr>
            <a:r>
              <a:rPr lang="ja-JP" altLang="en-US" sz="2500" dirty="0">
                <a:solidFill>
                  <a:schemeClr val="bg1"/>
                </a:solidFill>
                <a:latin typeface="メイリオ" panose="020B0604030504040204" pitchFamily="50" charset="-128"/>
                <a:ea typeface="メイリオ" panose="020B0604030504040204" pitchFamily="50" charset="-128"/>
              </a:rPr>
              <a:t>スレーブ</a:t>
            </a:r>
            <a:endParaRPr kumimoji="1" lang="en-US" altLang="ja-JP" sz="2500" b="0" i="0" u="none" strike="noStrike" cap="none" normalizeH="0" baseline="0" dirty="0">
              <a:ln>
                <a:noFill/>
              </a:ln>
              <a:solidFill>
                <a:schemeClr val="bg1"/>
              </a:solidFill>
              <a:effectLst/>
              <a:latin typeface="メイリオ" panose="020B0604030504040204" pitchFamily="50" charset="-128"/>
              <a:ea typeface="メイリオ" panose="020B0604030504040204" pitchFamily="50" charset="-128"/>
            </a:endParaRPr>
          </a:p>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500" b="0" i="0" u="none" strike="noStrike" cap="none" normalizeH="0" baseline="0" dirty="0">
              <a:ln>
                <a:noFill/>
              </a:ln>
              <a:solidFill>
                <a:schemeClr val="bg1"/>
              </a:solidFill>
              <a:effectLst/>
              <a:latin typeface="メイリオ" panose="020B0604030504040204" pitchFamily="50" charset="-128"/>
              <a:ea typeface="メイリオ" panose="020B0604030504040204" pitchFamily="50" charset="-128"/>
            </a:endParaRPr>
          </a:p>
        </p:txBody>
      </p:sp>
      <p:sp>
        <p:nvSpPr>
          <p:cNvPr id="10" name="フローチャート: 磁気ディスク 9">
            <a:extLst>
              <a:ext uri="{FF2B5EF4-FFF2-40B4-BE49-F238E27FC236}">
                <a16:creationId xmlns:a16="http://schemas.microsoft.com/office/drawing/2014/main" id="{DB573E5A-222B-4236-8FBD-269A8F2CEB76}"/>
              </a:ext>
            </a:extLst>
          </p:cNvPr>
          <p:cNvSpPr/>
          <p:nvPr/>
        </p:nvSpPr>
        <p:spPr bwMode="auto">
          <a:xfrm>
            <a:off x="2153850" y="4653136"/>
            <a:ext cx="864096" cy="1008112"/>
          </a:xfrm>
          <a:prstGeom prst="flowChartMagneticDisk">
            <a:avLst/>
          </a:prstGeom>
          <a:solidFill>
            <a:srgbClr val="0070C0"/>
          </a:solidFill>
          <a:ln w="12700" cap="flat" cmpd="sng" algn="ctr">
            <a:solidFill>
              <a:schemeClr val="bg1"/>
            </a:solidFill>
            <a:prstDash val="solid"/>
            <a:round/>
            <a:headEnd type="none" w="med" len="med"/>
            <a:tailEnd type="none" w="med" len="med"/>
          </a:ln>
          <a:effectLst/>
        </p:spPr>
        <p:txBody>
          <a:bodyPr vert="horz" wrap="none" lIns="36000" tIns="36000" rIns="36000" bIns="3600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ja-JP" altLang="en-US" sz="1200" dirty="0">
                <a:solidFill>
                  <a:schemeClr val="bg1"/>
                </a:solidFill>
                <a:latin typeface="メイリオ" panose="020B0604030504040204" pitchFamily="50" charset="-128"/>
                <a:ea typeface="メイリオ" panose="020B0604030504040204" pitchFamily="50" charset="-128"/>
              </a:rPr>
              <a:t>リード</a:t>
            </a:r>
            <a:endParaRPr lang="en-US" altLang="ja-JP" sz="1200" dirty="0">
              <a:solidFill>
                <a:schemeClr val="bg1"/>
              </a:solidFill>
              <a:latin typeface="メイリオ" panose="020B0604030504040204" pitchFamily="50" charset="-128"/>
              <a:ea typeface="メイリオ" panose="020B0604030504040204" pitchFamily="50" charset="-128"/>
            </a:endParaRPr>
          </a:p>
          <a:p>
            <a:pPr marL="0" marR="0" indent="0" algn="ctr" defTabSz="914400" rtl="0" eaLnBrk="1" fontAlgn="base" latinLnBrk="0" hangingPunct="1">
              <a:lnSpc>
                <a:spcPct val="100000"/>
              </a:lnSpc>
              <a:spcBef>
                <a:spcPct val="0"/>
              </a:spcBef>
              <a:spcAft>
                <a:spcPct val="0"/>
              </a:spcAft>
              <a:buClrTx/>
              <a:buSzTx/>
              <a:buFontTx/>
              <a:buNone/>
              <a:tabLst/>
            </a:pPr>
            <a:r>
              <a:rPr kumimoji="1" lang="ja-JP" altLang="en-US" sz="1200" b="0" i="0" u="none" strike="noStrike" cap="none" normalizeH="0" baseline="0" dirty="0">
                <a:ln>
                  <a:noFill/>
                </a:ln>
                <a:solidFill>
                  <a:schemeClr val="bg1"/>
                </a:solidFill>
                <a:effectLst/>
                <a:latin typeface="メイリオ" panose="020B0604030504040204" pitchFamily="50" charset="-128"/>
                <a:ea typeface="メイリオ" panose="020B0604030504040204" pitchFamily="50" charset="-128"/>
              </a:rPr>
              <a:t>レプリカ</a:t>
            </a:r>
            <a:endParaRPr kumimoji="1" lang="en-US" altLang="ja-JP" sz="1200" b="0" i="0" u="none" strike="noStrike" cap="none" normalizeH="0" baseline="0" dirty="0">
              <a:ln>
                <a:noFill/>
              </a:ln>
              <a:solidFill>
                <a:schemeClr val="bg1"/>
              </a:solidFill>
              <a:effectLst/>
              <a:latin typeface="メイリオ" panose="020B0604030504040204" pitchFamily="50" charset="-128"/>
              <a:ea typeface="メイリオ" panose="020B0604030504040204" pitchFamily="50" charset="-128"/>
            </a:endParaRPr>
          </a:p>
        </p:txBody>
      </p:sp>
      <p:sp>
        <p:nvSpPr>
          <p:cNvPr id="11" name="フローチャート: 磁気ディスク 10">
            <a:extLst>
              <a:ext uri="{FF2B5EF4-FFF2-40B4-BE49-F238E27FC236}">
                <a16:creationId xmlns:a16="http://schemas.microsoft.com/office/drawing/2014/main" id="{6C8759FA-69CA-47E8-BB6C-C3D250F033FC}"/>
              </a:ext>
            </a:extLst>
          </p:cNvPr>
          <p:cNvSpPr/>
          <p:nvPr/>
        </p:nvSpPr>
        <p:spPr bwMode="auto">
          <a:xfrm>
            <a:off x="3224808" y="4653136"/>
            <a:ext cx="864096" cy="1008112"/>
          </a:xfrm>
          <a:prstGeom prst="flowChartMagneticDisk">
            <a:avLst/>
          </a:prstGeom>
          <a:solidFill>
            <a:srgbClr val="0070C0"/>
          </a:solidFill>
          <a:ln w="12700" cap="flat" cmpd="sng" algn="ctr">
            <a:solidFill>
              <a:schemeClr val="bg1"/>
            </a:solidFill>
            <a:prstDash val="solid"/>
            <a:round/>
            <a:headEnd type="none" w="med" len="med"/>
            <a:tailEnd type="none" w="med" len="med"/>
          </a:ln>
          <a:effectLst/>
        </p:spPr>
        <p:txBody>
          <a:bodyPr vert="horz" wrap="none" lIns="36000" tIns="36000" rIns="36000" bIns="36000" numCol="1" rtlCol="0" anchor="t" anchorCtr="0" compatLnSpc="1">
            <a:prstTxWarp prst="textNoShape">
              <a:avLst/>
            </a:prstTxWarp>
          </a:bodyPr>
          <a:lstStyle/>
          <a:p>
            <a:pPr algn="ctr"/>
            <a:r>
              <a:rPr lang="ja-JP" altLang="en-US" sz="1200" dirty="0">
                <a:solidFill>
                  <a:schemeClr val="bg1"/>
                </a:solidFill>
                <a:latin typeface="メイリオ" panose="020B0604030504040204" pitchFamily="50" charset="-128"/>
                <a:ea typeface="メイリオ" panose="020B0604030504040204" pitchFamily="50" charset="-128"/>
              </a:rPr>
              <a:t>リード</a:t>
            </a:r>
            <a:endParaRPr lang="en-US" altLang="ja-JP" sz="1200" dirty="0">
              <a:solidFill>
                <a:schemeClr val="bg1"/>
              </a:solidFill>
              <a:latin typeface="メイリオ" panose="020B0604030504040204" pitchFamily="50" charset="-128"/>
              <a:ea typeface="メイリオ" panose="020B0604030504040204" pitchFamily="50" charset="-128"/>
            </a:endParaRPr>
          </a:p>
          <a:p>
            <a:pPr algn="ctr"/>
            <a:r>
              <a:rPr lang="ja-JP" altLang="en-US" sz="1200" dirty="0">
                <a:solidFill>
                  <a:schemeClr val="bg1"/>
                </a:solidFill>
                <a:latin typeface="メイリオ" panose="020B0604030504040204" pitchFamily="50" charset="-128"/>
                <a:ea typeface="メイリオ" panose="020B0604030504040204" pitchFamily="50" charset="-128"/>
              </a:rPr>
              <a:t>レプリカ</a:t>
            </a:r>
            <a:endParaRPr lang="en-US" altLang="ja-JP" sz="1200" dirty="0">
              <a:solidFill>
                <a:schemeClr val="bg1"/>
              </a:solidFill>
              <a:latin typeface="メイリオ" panose="020B0604030504040204" pitchFamily="50" charset="-128"/>
              <a:ea typeface="メイリオ" panose="020B0604030504040204" pitchFamily="50" charset="-128"/>
            </a:endParaRPr>
          </a:p>
        </p:txBody>
      </p:sp>
      <p:sp>
        <p:nvSpPr>
          <p:cNvPr id="12" name="フローチャート: 磁気ディスク 11">
            <a:extLst>
              <a:ext uri="{FF2B5EF4-FFF2-40B4-BE49-F238E27FC236}">
                <a16:creationId xmlns:a16="http://schemas.microsoft.com/office/drawing/2014/main" id="{B317B3E3-1922-4F0E-9CEF-23923F9A4859}"/>
              </a:ext>
            </a:extLst>
          </p:cNvPr>
          <p:cNvSpPr/>
          <p:nvPr/>
        </p:nvSpPr>
        <p:spPr bwMode="auto">
          <a:xfrm>
            <a:off x="5754250" y="4653136"/>
            <a:ext cx="864096" cy="1008112"/>
          </a:xfrm>
          <a:prstGeom prst="flowChartMagneticDisk">
            <a:avLst/>
          </a:prstGeom>
          <a:solidFill>
            <a:srgbClr val="0070C0"/>
          </a:solidFill>
          <a:ln w="12700" cap="flat" cmpd="sng" algn="ctr">
            <a:solidFill>
              <a:schemeClr val="bg1"/>
            </a:solidFill>
            <a:prstDash val="solid"/>
            <a:round/>
            <a:headEnd type="none" w="med" len="med"/>
            <a:tailEnd type="none" w="med" len="med"/>
          </a:ln>
          <a:effectLst/>
        </p:spPr>
        <p:txBody>
          <a:bodyPr vert="horz" wrap="none" lIns="36000" tIns="36000" rIns="36000" bIns="36000" numCol="1" rtlCol="0" anchor="t" anchorCtr="0" compatLnSpc="1">
            <a:prstTxWarp prst="textNoShape">
              <a:avLst/>
            </a:prstTxWarp>
          </a:bodyPr>
          <a:lstStyle/>
          <a:p>
            <a:pPr algn="ctr"/>
            <a:r>
              <a:rPr lang="ja-JP" altLang="en-US" sz="1200" dirty="0">
                <a:solidFill>
                  <a:schemeClr val="bg1"/>
                </a:solidFill>
                <a:latin typeface="メイリオ" panose="020B0604030504040204" pitchFamily="50" charset="-128"/>
                <a:ea typeface="メイリオ" panose="020B0604030504040204" pitchFamily="50" charset="-128"/>
              </a:rPr>
              <a:t>リード</a:t>
            </a:r>
            <a:endParaRPr lang="en-US" altLang="ja-JP" sz="1200" dirty="0">
              <a:solidFill>
                <a:schemeClr val="bg1"/>
              </a:solidFill>
              <a:latin typeface="メイリオ" panose="020B0604030504040204" pitchFamily="50" charset="-128"/>
              <a:ea typeface="メイリオ" panose="020B0604030504040204" pitchFamily="50" charset="-128"/>
            </a:endParaRPr>
          </a:p>
          <a:p>
            <a:pPr algn="ctr"/>
            <a:r>
              <a:rPr lang="ja-JP" altLang="en-US" sz="1200" dirty="0">
                <a:solidFill>
                  <a:schemeClr val="bg1"/>
                </a:solidFill>
                <a:latin typeface="メイリオ" panose="020B0604030504040204" pitchFamily="50" charset="-128"/>
                <a:ea typeface="メイリオ" panose="020B0604030504040204" pitchFamily="50" charset="-128"/>
              </a:rPr>
              <a:t>レプリカ</a:t>
            </a:r>
            <a:endParaRPr lang="en-US" altLang="ja-JP" sz="1200" dirty="0">
              <a:solidFill>
                <a:schemeClr val="bg1"/>
              </a:solidFill>
              <a:latin typeface="メイリオ" panose="020B0604030504040204" pitchFamily="50" charset="-128"/>
              <a:ea typeface="メイリオ" panose="020B0604030504040204" pitchFamily="50" charset="-128"/>
            </a:endParaRPr>
          </a:p>
        </p:txBody>
      </p:sp>
      <p:sp>
        <p:nvSpPr>
          <p:cNvPr id="13" name="フローチャート: 磁気ディスク 12">
            <a:extLst>
              <a:ext uri="{FF2B5EF4-FFF2-40B4-BE49-F238E27FC236}">
                <a16:creationId xmlns:a16="http://schemas.microsoft.com/office/drawing/2014/main" id="{0769F7EE-088D-4EF7-B950-96C9FF05CA0C}"/>
              </a:ext>
            </a:extLst>
          </p:cNvPr>
          <p:cNvSpPr/>
          <p:nvPr/>
        </p:nvSpPr>
        <p:spPr bwMode="auto">
          <a:xfrm>
            <a:off x="6825208" y="4653136"/>
            <a:ext cx="864096" cy="1008112"/>
          </a:xfrm>
          <a:prstGeom prst="flowChartMagneticDisk">
            <a:avLst/>
          </a:prstGeom>
          <a:solidFill>
            <a:srgbClr val="0070C0"/>
          </a:solidFill>
          <a:ln w="12700" cap="flat" cmpd="sng" algn="ctr">
            <a:solidFill>
              <a:schemeClr val="bg1"/>
            </a:solidFill>
            <a:prstDash val="solid"/>
            <a:round/>
            <a:headEnd type="none" w="med" len="med"/>
            <a:tailEnd type="none" w="med" len="med"/>
          </a:ln>
          <a:effectLst/>
        </p:spPr>
        <p:txBody>
          <a:bodyPr vert="horz" wrap="none" lIns="36000" tIns="36000" rIns="36000" bIns="36000" numCol="1" rtlCol="0" anchor="t" anchorCtr="0" compatLnSpc="1">
            <a:prstTxWarp prst="textNoShape">
              <a:avLst/>
            </a:prstTxWarp>
          </a:bodyPr>
          <a:lstStyle/>
          <a:p>
            <a:pPr algn="ctr"/>
            <a:r>
              <a:rPr lang="ja-JP" altLang="en-US" sz="1200" dirty="0">
                <a:solidFill>
                  <a:schemeClr val="bg1"/>
                </a:solidFill>
                <a:latin typeface="メイリオ" panose="020B0604030504040204" pitchFamily="50" charset="-128"/>
                <a:ea typeface="メイリオ" panose="020B0604030504040204" pitchFamily="50" charset="-128"/>
              </a:rPr>
              <a:t>リード</a:t>
            </a:r>
            <a:endParaRPr lang="en-US" altLang="ja-JP" sz="1200" dirty="0">
              <a:solidFill>
                <a:schemeClr val="bg1"/>
              </a:solidFill>
              <a:latin typeface="メイリオ" panose="020B0604030504040204" pitchFamily="50" charset="-128"/>
              <a:ea typeface="メイリオ" panose="020B0604030504040204" pitchFamily="50" charset="-128"/>
            </a:endParaRPr>
          </a:p>
          <a:p>
            <a:pPr algn="ctr"/>
            <a:r>
              <a:rPr lang="ja-JP" altLang="en-US" sz="1200" dirty="0">
                <a:solidFill>
                  <a:schemeClr val="bg1"/>
                </a:solidFill>
                <a:latin typeface="メイリオ" panose="020B0604030504040204" pitchFamily="50" charset="-128"/>
                <a:ea typeface="メイリオ" panose="020B0604030504040204" pitchFamily="50" charset="-128"/>
              </a:rPr>
              <a:t>レプリカ</a:t>
            </a:r>
            <a:endParaRPr lang="en-US" altLang="ja-JP" sz="1200" dirty="0">
              <a:solidFill>
                <a:schemeClr val="bg1"/>
              </a:solidFill>
              <a:latin typeface="メイリオ" panose="020B0604030504040204" pitchFamily="50" charset="-128"/>
              <a:ea typeface="メイリオ" panose="020B0604030504040204" pitchFamily="50" charset="-128"/>
            </a:endParaRPr>
          </a:p>
        </p:txBody>
      </p:sp>
      <p:cxnSp>
        <p:nvCxnSpPr>
          <p:cNvPr id="14" name="直線矢印コネクタ 13">
            <a:extLst>
              <a:ext uri="{FF2B5EF4-FFF2-40B4-BE49-F238E27FC236}">
                <a16:creationId xmlns:a16="http://schemas.microsoft.com/office/drawing/2014/main" id="{1420129F-6937-4C40-B922-DE59DB873860}"/>
              </a:ext>
            </a:extLst>
          </p:cNvPr>
          <p:cNvCxnSpPr/>
          <p:nvPr/>
        </p:nvCxnSpPr>
        <p:spPr bwMode="auto">
          <a:xfrm>
            <a:off x="3763577" y="3429000"/>
            <a:ext cx="2394587" cy="0"/>
          </a:xfrm>
          <a:prstGeom prst="straightConnector1">
            <a:avLst/>
          </a:prstGeom>
          <a:noFill/>
          <a:ln w="73025" cap="flat" cmpd="sng" algn="ctr">
            <a:solidFill>
              <a:srgbClr val="FF0000"/>
            </a:solidFill>
            <a:prstDash val="solid"/>
            <a:round/>
            <a:headEnd type="none" w="med" len="med"/>
            <a:tailEnd type="triangle"/>
          </a:ln>
          <a:effectLst/>
        </p:spPr>
      </p:cxnSp>
      <p:cxnSp>
        <p:nvCxnSpPr>
          <p:cNvPr id="15" name="直線矢印コネクタ 14">
            <a:extLst>
              <a:ext uri="{FF2B5EF4-FFF2-40B4-BE49-F238E27FC236}">
                <a16:creationId xmlns:a16="http://schemas.microsoft.com/office/drawing/2014/main" id="{36918444-0766-43D0-A814-CA8BAE56A31A}"/>
              </a:ext>
            </a:extLst>
          </p:cNvPr>
          <p:cNvCxnSpPr>
            <a:cxnSpLocks/>
            <a:stCxn id="6" idx="3"/>
            <a:endCxn id="10" idx="1"/>
          </p:cNvCxnSpPr>
          <p:nvPr/>
        </p:nvCxnSpPr>
        <p:spPr bwMode="auto">
          <a:xfrm flipH="1">
            <a:off x="2585898" y="4032383"/>
            <a:ext cx="529607" cy="620753"/>
          </a:xfrm>
          <a:prstGeom prst="straightConnector1">
            <a:avLst/>
          </a:prstGeom>
          <a:noFill/>
          <a:ln w="73025" cap="flat" cmpd="sng" algn="ctr">
            <a:solidFill>
              <a:srgbClr val="FF0000"/>
            </a:solidFill>
            <a:prstDash val="solid"/>
            <a:round/>
            <a:headEnd type="none" w="med" len="med"/>
            <a:tailEnd type="triangle"/>
          </a:ln>
          <a:effectLst/>
        </p:spPr>
      </p:cxnSp>
      <p:cxnSp>
        <p:nvCxnSpPr>
          <p:cNvPr id="18" name="直線矢印コネクタ 17">
            <a:extLst>
              <a:ext uri="{FF2B5EF4-FFF2-40B4-BE49-F238E27FC236}">
                <a16:creationId xmlns:a16="http://schemas.microsoft.com/office/drawing/2014/main" id="{589EA1B5-7F94-4435-906A-AF1F28F693F7}"/>
              </a:ext>
            </a:extLst>
          </p:cNvPr>
          <p:cNvCxnSpPr>
            <a:cxnSpLocks/>
            <a:stCxn id="6" idx="3"/>
            <a:endCxn id="11" idx="1"/>
          </p:cNvCxnSpPr>
          <p:nvPr/>
        </p:nvCxnSpPr>
        <p:spPr bwMode="auto">
          <a:xfrm>
            <a:off x="3115505" y="4032383"/>
            <a:ext cx="541351" cy="620753"/>
          </a:xfrm>
          <a:prstGeom prst="straightConnector1">
            <a:avLst/>
          </a:prstGeom>
          <a:noFill/>
          <a:ln w="73025" cap="flat" cmpd="sng" algn="ctr">
            <a:solidFill>
              <a:srgbClr val="FF0000"/>
            </a:solidFill>
            <a:prstDash val="solid"/>
            <a:round/>
            <a:headEnd type="none" w="med" len="med"/>
            <a:tailEnd type="triangle"/>
          </a:ln>
          <a:effectLst/>
        </p:spPr>
      </p:cxnSp>
      <p:cxnSp>
        <p:nvCxnSpPr>
          <p:cNvPr id="21" name="直線矢印コネクタ 20">
            <a:extLst>
              <a:ext uri="{FF2B5EF4-FFF2-40B4-BE49-F238E27FC236}">
                <a16:creationId xmlns:a16="http://schemas.microsoft.com/office/drawing/2014/main" id="{5DF87C26-4937-406E-A6E4-08D53F024234}"/>
              </a:ext>
            </a:extLst>
          </p:cNvPr>
          <p:cNvCxnSpPr>
            <a:cxnSpLocks/>
            <a:stCxn id="6" idx="3"/>
            <a:endCxn id="12" idx="1"/>
          </p:cNvCxnSpPr>
          <p:nvPr/>
        </p:nvCxnSpPr>
        <p:spPr bwMode="auto">
          <a:xfrm>
            <a:off x="3115505" y="4032383"/>
            <a:ext cx="3070793" cy="620753"/>
          </a:xfrm>
          <a:prstGeom prst="straightConnector1">
            <a:avLst/>
          </a:prstGeom>
          <a:noFill/>
          <a:ln w="73025" cap="flat" cmpd="sng" algn="ctr">
            <a:solidFill>
              <a:srgbClr val="FF0000"/>
            </a:solidFill>
            <a:prstDash val="solid"/>
            <a:round/>
            <a:headEnd type="none" w="med" len="med"/>
            <a:tailEnd type="triangle"/>
          </a:ln>
          <a:effectLst/>
        </p:spPr>
      </p:cxnSp>
      <p:cxnSp>
        <p:nvCxnSpPr>
          <p:cNvPr id="24" name="直線矢印コネクタ 23">
            <a:extLst>
              <a:ext uri="{FF2B5EF4-FFF2-40B4-BE49-F238E27FC236}">
                <a16:creationId xmlns:a16="http://schemas.microsoft.com/office/drawing/2014/main" id="{716D83DE-116E-43C8-A310-42EC4DED8403}"/>
              </a:ext>
            </a:extLst>
          </p:cNvPr>
          <p:cNvCxnSpPr>
            <a:cxnSpLocks/>
            <a:stCxn id="6" idx="3"/>
            <a:endCxn id="13" idx="1"/>
          </p:cNvCxnSpPr>
          <p:nvPr/>
        </p:nvCxnSpPr>
        <p:spPr bwMode="auto">
          <a:xfrm>
            <a:off x="3115505" y="4032383"/>
            <a:ext cx="4141751" cy="620753"/>
          </a:xfrm>
          <a:prstGeom prst="straightConnector1">
            <a:avLst/>
          </a:prstGeom>
          <a:noFill/>
          <a:ln w="73025" cap="flat" cmpd="sng" algn="ctr">
            <a:solidFill>
              <a:srgbClr val="FF0000"/>
            </a:solidFill>
            <a:prstDash val="solid"/>
            <a:round/>
            <a:headEnd type="none" w="med" len="med"/>
            <a:tailEnd type="triangle"/>
          </a:ln>
          <a:effectLst/>
        </p:spPr>
      </p:cxnSp>
      <p:sp>
        <p:nvSpPr>
          <p:cNvPr id="27" name="正方形/長方形 26">
            <a:extLst>
              <a:ext uri="{FF2B5EF4-FFF2-40B4-BE49-F238E27FC236}">
                <a16:creationId xmlns:a16="http://schemas.microsoft.com/office/drawing/2014/main" id="{DA000291-5E8F-4E1A-9A8A-322D9FAED959}"/>
              </a:ext>
            </a:extLst>
          </p:cNvPr>
          <p:cNvSpPr/>
          <p:nvPr/>
        </p:nvSpPr>
        <p:spPr>
          <a:xfrm>
            <a:off x="3906200" y="2844225"/>
            <a:ext cx="2307042" cy="584775"/>
          </a:xfrm>
          <a:prstGeom prst="rect">
            <a:avLst/>
          </a:prstGeom>
        </p:spPr>
        <p:txBody>
          <a:bodyPr wrap="none">
            <a:spAutoFit/>
          </a:bodyPr>
          <a:lstStyle/>
          <a:p>
            <a:r>
              <a:rPr lang="ja-JP" altLang="en-US" b="1" dirty="0">
                <a:latin typeface="メイリオ" panose="020B0604030504040204" pitchFamily="50" charset="-128"/>
                <a:ea typeface="メイリオ" panose="020B0604030504040204" pitchFamily="50" charset="-128"/>
              </a:rPr>
              <a:t>同期レプリケーション</a:t>
            </a:r>
            <a:endParaRPr lang="en-US" altLang="ja-JP" b="1" dirty="0">
              <a:latin typeface="メイリオ" panose="020B0604030504040204" pitchFamily="50" charset="-128"/>
              <a:ea typeface="メイリオ" panose="020B0604030504040204" pitchFamily="50" charset="-128"/>
            </a:endParaRPr>
          </a:p>
          <a:p>
            <a:r>
              <a:rPr lang="ja-JP" altLang="en-US" b="1" dirty="0">
                <a:latin typeface="メイリオ" panose="020B0604030504040204" pitchFamily="50" charset="-128"/>
                <a:ea typeface="メイリオ" panose="020B0604030504040204" pitchFamily="50" charset="-128"/>
              </a:rPr>
              <a:t>自動フェイルオーバー </a:t>
            </a:r>
            <a:endParaRPr lang="en-US" altLang="ja-JP" b="1" dirty="0">
              <a:latin typeface="メイリオ" panose="020B0604030504040204" pitchFamily="50" charset="-128"/>
              <a:ea typeface="メイリオ" panose="020B0604030504040204" pitchFamily="50" charset="-128"/>
            </a:endParaRPr>
          </a:p>
        </p:txBody>
      </p:sp>
      <p:sp>
        <p:nvSpPr>
          <p:cNvPr id="28" name="正方形/長方形 27">
            <a:extLst>
              <a:ext uri="{FF2B5EF4-FFF2-40B4-BE49-F238E27FC236}">
                <a16:creationId xmlns:a16="http://schemas.microsoft.com/office/drawing/2014/main" id="{36B712B3-CE9C-4007-84F4-09D08E94E49D}"/>
              </a:ext>
            </a:extLst>
          </p:cNvPr>
          <p:cNvSpPr/>
          <p:nvPr/>
        </p:nvSpPr>
        <p:spPr>
          <a:xfrm>
            <a:off x="2454883" y="4108721"/>
            <a:ext cx="2441694" cy="338554"/>
          </a:xfrm>
          <a:prstGeom prst="rect">
            <a:avLst/>
          </a:prstGeom>
        </p:spPr>
        <p:txBody>
          <a:bodyPr wrap="none">
            <a:spAutoFit/>
          </a:bodyPr>
          <a:lstStyle/>
          <a:p>
            <a:r>
              <a:rPr lang="ja-JP" altLang="en-US" b="1" dirty="0">
                <a:latin typeface="メイリオ" panose="020B0604030504040204" pitchFamily="50" charset="-128"/>
                <a:ea typeface="メイリオ" panose="020B0604030504040204" pitchFamily="50" charset="-128"/>
              </a:rPr>
              <a:t>非同期レプリケーション</a:t>
            </a:r>
            <a:endParaRPr lang="en-US" altLang="ja-JP" b="1" dirty="0">
              <a:latin typeface="メイリオ" panose="020B0604030504040204" pitchFamily="50" charset="-128"/>
              <a:ea typeface="メイリオ" panose="020B0604030504040204" pitchFamily="50" charset="-128"/>
            </a:endParaRPr>
          </a:p>
        </p:txBody>
      </p:sp>
      <p:pic>
        <p:nvPicPr>
          <p:cNvPr id="3" name="図 2" descr="容器 が含まれている画像&#10;&#10;自動的に生成された説明">
            <a:extLst>
              <a:ext uri="{FF2B5EF4-FFF2-40B4-BE49-F238E27FC236}">
                <a16:creationId xmlns:a16="http://schemas.microsoft.com/office/drawing/2014/main" id="{50684769-4E8F-474F-B09E-FBD4D82FBAD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3457" y="4653136"/>
            <a:ext cx="1170617" cy="1213973"/>
          </a:xfrm>
          <a:prstGeom prst="rect">
            <a:avLst/>
          </a:prstGeom>
        </p:spPr>
      </p:pic>
      <p:sp>
        <p:nvSpPr>
          <p:cNvPr id="4" name="テキスト ボックス 3">
            <a:extLst>
              <a:ext uri="{FF2B5EF4-FFF2-40B4-BE49-F238E27FC236}">
                <a16:creationId xmlns:a16="http://schemas.microsoft.com/office/drawing/2014/main" id="{04D2ACE4-8C78-4C17-A1AE-41CE05AE34F3}"/>
              </a:ext>
            </a:extLst>
          </p:cNvPr>
          <p:cNvSpPr txBox="1"/>
          <p:nvPr/>
        </p:nvSpPr>
        <p:spPr>
          <a:xfrm>
            <a:off x="360816" y="5229200"/>
            <a:ext cx="635110" cy="492443"/>
          </a:xfrm>
          <a:prstGeom prst="rect">
            <a:avLst/>
          </a:prstGeom>
          <a:noFill/>
        </p:spPr>
        <p:txBody>
          <a:bodyPr wrap="none" rtlCol="0">
            <a:spAutoFit/>
          </a:bodyPr>
          <a:lstStyle/>
          <a:p>
            <a:r>
              <a:rPr kumimoji="1" lang="en-US" altLang="ja-JP" sz="2600" b="1" dirty="0">
                <a:solidFill>
                  <a:schemeClr val="bg1"/>
                </a:solidFill>
                <a:latin typeface="メイリオ" panose="020B0604030504040204" pitchFamily="50" charset="-128"/>
                <a:ea typeface="メイリオ" panose="020B0604030504040204" pitchFamily="50" charset="-128"/>
              </a:rPr>
              <a:t>S3</a:t>
            </a:r>
            <a:endParaRPr kumimoji="1" lang="ja-JP" altLang="en-US" sz="2600" b="1" dirty="0">
              <a:solidFill>
                <a:schemeClr val="bg1"/>
              </a:solidFill>
              <a:latin typeface="メイリオ" panose="020B0604030504040204" pitchFamily="50" charset="-128"/>
              <a:ea typeface="メイリオ" panose="020B0604030504040204" pitchFamily="50" charset="-128"/>
            </a:endParaRPr>
          </a:p>
        </p:txBody>
      </p:sp>
      <p:cxnSp>
        <p:nvCxnSpPr>
          <p:cNvPr id="23" name="直線矢印コネクタ 22">
            <a:extLst>
              <a:ext uri="{FF2B5EF4-FFF2-40B4-BE49-F238E27FC236}">
                <a16:creationId xmlns:a16="http://schemas.microsoft.com/office/drawing/2014/main" id="{CD25A4EE-85A6-4C44-8A31-DD41FC5A8437}"/>
              </a:ext>
            </a:extLst>
          </p:cNvPr>
          <p:cNvCxnSpPr>
            <a:cxnSpLocks/>
            <a:stCxn id="6" idx="2"/>
          </p:cNvCxnSpPr>
          <p:nvPr/>
        </p:nvCxnSpPr>
        <p:spPr bwMode="auto">
          <a:xfrm flipH="1">
            <a:off x="967793" y="3429000"/>
            <a:ext cx="1499640" cy="1224136"/>
          </a:xfrm>
          <a:prstGeom prst="straightConnector1">
            <a:avLst/>
          </a:prstGeom>
          <a:noFill/>
          <a:ln w="73025" cap="flat" cmpd="sng" algn="ctr">
            <a:solidFill>
              <a:srgbClr val="FF0000"/>
            </a:solidFill>
            <a:prstDash val="solid"/>
            <a:round/>
            <a:headEnd type="none" w="med" len="med"/>
            <a:tailEnd type="triangle"/>
          </a:ln>
          <a:effectLst/>
        </p:spPr>
      </p:cxnSp>
      <p:sp>
        <p:nvSpPr>
          <p:cNvPr id="30" name="フローチャート: 磁気ディスク 29">
            <a:extLst>
              <a:ext uri="{FF2B5EF4-FFF2-40B4-BE49-F238E27FC236}">
                <a16:creationId xmlns:a16="http://schemas.microsoft.com/office/drawing/2014/main" id="{21331EDE-6162-4354-9B07-6C79AAB4405F}"/>
              </a:ext>
            </a:extLst>
          </p:cNvPr>
          <p:cNvSpPr/>
          <p:nvPr/>
        </p:nvSpPr>
        <p:spPr bwMode="auto">
          <a:xfrm>
            <a:off x="15321" y="5623766"/>
            <a:ext cx="951881" cy="747399"/>
          </a:xfrm>
          <a:prstGeom prst="flowChartMagneticDisk">
            <a:avLst/>
          </a:prstGeom>
          <a:solidFill>
            <a:schemeClr val="accent2">
              <a:lumMod val="60000"/>
              <a:lumOff val="40000"/>
            </a:schemeClr>
          </a:solidFill>
          <a:ln w="12700" cap="flat" cmpd="sng" algn="ctr">
            <a:solidFill>
              <a:schemeClr val="bg1"/>
            </a:solidFill>
            <a:prstDash val="solid"/>
            <a:round/>
            <a:headEnd type="none" w="med" len="med"/>
            <a:tailEnd type="none" w="med" len="med"/>
          </a:ln>
          <a:effectLst/>
        </p:spPr>
        <p:txBody>
          <a:bodyPr vert="horz" wrap="none" lIns="36000" tIns="36000" rIns="36000" bIns="3600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ja-JP" altLang="en-US" sz="1200" b="1" i="0" u="none" strike="noStrike" cap="none" normalizeH="0" baseline="0" dirty="0">
                <a:ln>
                  <a:noFill/>
                </a:ln>
                <a:effectLst/>
                <a:latin typeface="メイリオ" panose="020B0604030504040204" pitchFamily="50" charset="-128"/>
                <a:ea typeface="メイリオ" panose="020B0604030504040204" pitchFamily="50" charset="-128"/>
              </a:rPr>
              <a:t>スナップ</a:t>
            </a:r>
            <a:endParaRPr kumimoji="1" lang="en-US" altLang="ja-JP" sz="1200" b="1" i="0" u="none" strike="noStrike" cap="none" normalizeH="0" baseline="0" dirty="0">
              <a:ln>
                <a:noFill/>
              </a:ln>
              <a:effectLst/>
              <a:latin typeface="メイリオ" panose="020B0604030504040204" pitchFamily="50" charset="-128"/>
              <a:ea typeface="メイリオ" panose="020B0604030504040204" pitchFamily="50" charset="-128"/>
            </a:endParaRPr>
          </a:p>
          <a:p>
            <a:pPr marL="0" marR="0" indent="0" algn="ctr" defTabSz="914400" rtl="0" eaLnBrk="1" fontAlgn="base" latinLnBrk="0" hangingPunct="1">
              <a:lnSpc>
                <a:spcPct val="100000"/>
              </a:lnSpc>
              <a:spcBef>
                <a:spcPct val="0"/>
              </a:spcBef>
              <a:spcAft>
                <a:spcPct val="0"/>
              </a:spcAft>
              <a:buClrTx/>
              <a:buSzTx/>
              <a:buFontTx/>
              <a:buNone/>
              <a:tabLst/>
            </a:pPr>
            <a:r>
              <a:rPr kumimoji="1" lang="ja-JP" altLang="en-US" sz="1200" b="1" i="0" u="none" strike="noStrike" cap="none" normalizeH="0" baseline="0" dirty="0">
                <a:ln>
                  <a:noFill/>
                </a:ln>
                <a:effectLst/>
                <a:latin typeface="メイリオ" panose="020B0604030504040204" pitchFamily="50" charset="-128"/>
                <a:ea typeface="メイリオ" panose="020B0604030504040204" pitchFamily="50" charset="-128"/>
              </a:rPr>
              <a:t>ショット</a:t>
            </a:r>
          </a:p>
        </p:txBody>
      </p:sp>
      <p:sp>
        <p:nvSpPr>
          <p:cNvPr id="25" name="四角形: メモ 24">
            <a:extLst>
              <a:ext uri="{FF2B5EF4-FFF2-40B4-BE49-F238E27FC236}">
                <a16:creationId xmlns:a16="http://schemas.microsoft.com/office/drawing/2014/main" id="{60093384-08F3-4814-8BEC-DFB7FEBE6D44}"/>
              </a:ext>
            </a:extLst>
          </p:cNvPr>
          <p:cNvSpPr/>
          <p:nvPr/>
        </p:nvSpPr>
        <p:spPr bwMode="auto">
          <a:xfrm>
            <a:off x="923195" y="5623767"/>
            <a:ext cx="960950" cy="747398"/>
          </a:xfrm>
          <a:prstGeom prst="foldedCorner">
            <a:avLst/>
          </a:prstGeom>
          <a:solidFill>
            <a:schemeClr val="accent2">
              <a:lumMod val="60000"/>
              <a:lumOff val="40000"/>
            </a:schemeClr>
          </a:solidFill>
          <a:ln w="12700" cap="flat" cmpd="sng" algn="ctr">
            <a:no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1" lang="ja-JP" altLang="en-US" sz="1600" b="1" i="0" u="none" strike="noStrike" cap="none" normalizeH="0" baseline="0" dirty="0">
                <a:ln>
                  <a:noFill/>
                </a:ln>
                <a:effectLst/>
                <a:latin typeface="ＭＳ Ｐゴシック" pitchFamily="50" charset="-128"/>
                <a:ea typeface="ＭＳ Ｐゴシック" pitchFamily="50" charset="-128"/>
              </a:rPr>
              <a:t>トランザクションログ</a:t>
            </a:r>
          </a:p>
        </p:txBody>
      </p:sp>
    </p:spTree>
    <p:extLst>
      <p:ext uri="{BB962C8B-B14F-4D97-AF65-F5344CB8AC3E}">
        <p14:creationId xmlns:p14="http://schemas.microsoft.com/office/powerpoint/2010/main" val="134922258"/>
      </p:ext>
    </p:extLst>
  </p:cSld>
  <p:clrMapOvr>
    <a:masterClrMapping/>
  </p:clrMapOvr>
  <p:transition advTm="34453"/>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タイトル 1">
            <a:extLst>
              <a:ext uri="{FF2B5EF4-FFF2-40B4-BE49-F238E27FC236}">
                <a16:creationId xmlns:a16="http://schemas.microsoft.com/office/drawing/2014/main" id="{48F80BE1-D063-4240-BFC7-C8D243720250}"/>
              </a:ext>
            </a:extLst>
          </p:cNvPr>
          <p:cNvSpPr txBox="1">
            <a:spLocks/>
          </p:cNvSpPr>
          <p:nvPr/>
        </p:nvSpPr>
        <p:spPr bwMode="auto">
          <a:xfrm>
            <a:off x="631222" y="201863"/>
            <a:ext cx="8642258" cy="50208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rtl="0" fontAlgn="base">
              <a:lnSpc>
                <a:spcPct val="90000"/>
              </a:lnSpc>
              <a:spcBef>
                <a:spcPct val="0"/>
              </a:spcBef>
              <a:spcAft>
                <a:spcPct val="0"/>
              </a:spcAft>
              <a:defRPr kumimoji="1" sz="2000">
                <a:solidFill>
                  <a:schemeClr val="tx2"/>
                </a:solidFill>
                <a:latin typeface="游明朝" panose="02020400000000000000" pitchFamily="18" charset="-128"/>
                <a:ea typeface="游明朝" panose="02020400000000000000" pitchFamily="18" charset="-128"/>
                <a:cs typeface="+mj-cs"/>
              </a:defRPr>
            </a:lvl1pPr>
            <a:lvl2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2pPr>
            <a:lvl3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3pPr>
            <a:lvl4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4pPr>
            <a:lvl5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5pPr>
            <a:lvl6pPr marL="4572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6pPr>
            <a:lvl7pPr marL="9144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7pPr>
            <a:lvl8pPr marL="13716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8pPr>
            <a:lvl9pPr marL="18288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9pPr>
          </a:lstStyle>
          <a:p>
            <a:pPr marL="0" indent="0" algn="l">
              <a:buNone/>
            </a:pPr>
            <a:r>
              <a:rPr lang="ja-JP" altLang="en-US" sz="3000" dirty="0">
                <a:solidFill>
                  <a:srgbClr val="002060"/>
                </a:solidFill>
                <a:latin typeface="メイリオ" panose="020B0604030504040204" pitchFamily="50" charset="-128"/>
                <a:ea typeface="メイリオ" panose="020B0604030504040204" pitchFamily="50" charset="-128"/>
              </a:rPr>
              <a:t>バックアップ</a:t>
            </a:r>
            <a:endParaRPr lang="en-US" altLang="ja-JP" sz="3000" dirty="0">
              <a:solidFill>
                <a:srgbClr val="002060"/>
              </a:solidFill>
              <a:latin typeface="メイリオ" panose="020B0604030504040204" pitchFamily="50" charset="-128"/>
              <a:ea typeface="メイリオ" panose="020B0604030504040204" pitchFamily="50" charset="-128"/>
            </a:endParaRPr>
          </a:p>
        </p:txBody>
      </p:sp>
      <p:sp>
        <p:nvSpPr>
          <p:cNvPr id="37" name="コンテンツ プレースホルダー 2">
            <a:extLst>
              <a:ext uri="{FF2B5EF4-FFF2-40B4-BE49-F238E27FC236}">
                <a16:creationId xmlns:a16="http://schemas.microsoft.com/office/drawing/2014/main" id="{2DC1489D-7AED-4EB8-B650-CDD4C4BDCEE3}"/>
              </a:ext>
            </a:extLst>
          </p:cNvPr>
          <p:cNvSpPr txBox="1">
            <a:spLocks/>
          </p:cNvSpPr>
          <p:nvPr/>
        </p:nvSpPr>
        <p:spPr>
          <a:xfrm>
            <a:off x="631222" y="692696"/>
            <a:ext cx="9002298" cy="325343"/>
          </a:xfrm>
          <a:prstGeom prst="rect">
            <a:avLst/>
          </a:prstGeom>
        </p:spPr>
        <p:txBody>
          <a:bodyPr vert="horz" lIns="74295" tIns="37148" rIns="74295" bIns="37148" rtlCol="0">
            <a:noAutofit/>
          </a:bodyPr>
          <a:lstStyle>
            <a:lvl1pPr marL="228600" indent="-228600" algn="l" defTabSz="914400" rtl="0" eaLnBrk="1" latinLnBrk="0" hangingPunct="1">
              <a:lnSpc>
                <a:spcPct val="90000"/>
              </a:lnSpc>
              <a:spcBef>
                <a:spcPts val="1000"/>
              </a:spcBef>
              <a:buFont typeface="Wingdings 2" pitchFamily="18" charset="2"/>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2" pitchFamily="18" charset="2"/>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2" pitchFamily="18" charset="2"/>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5pPr>
            <a:lvl6pPr marL="25146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6pPr>
            <a:lvl7pPr marL="29718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7pPr>
            <a:lvl8pPr marL="34290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8pPr>
            <a:lvl9pPr marL="38862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9pPr>
          </a:lstStyle>
          <a:p>
            <a:pPr marL="0" indent="0">
              <a:buNone/>
            </a:pPr>
            <a:r>
              <a:rPr lang="en-US" altLang="ja-JP" sz="2400" dirty="0">
                <a:solidFill>
                  <a:srgbClr val="002060"/>
                </a:solidFill>
                <a:latin typeface="メイリオ" panose="020B0604030504040204" pitchFamily="50" charset="-128"/>
                <a:ea typeface="メイリオ" panose="020B0604030504040204" pitchFamily="50" charset="-128"/>
              </a:rPr>
              <a:t>RDS</a:t>
            </a:r>
            <a:r>
              <a:rPr lang="ja-JP" altLang="en-US" sz="2400" dirty="0">
                <a:solidFill>
                  <a:srgbClr val="002060"/>
                </a:solidFill>
                <a:latin typeface="メイリオ" panose="020B0604030504040204" pitchFamily="50" charset="-128"/>
                <a:ea typeface="メイリオ" panose="020B0604030504040204" pitchFamily="50" charset="-128"/>
              </a:rPr>
              <a:t>のバックアップはスナップショットで取得され、２つの方法が提供されている。</a:t>
            </a:r>
            <a:endParaRPr lang="en-US" altLang="ja-JP" sz="2400" dirty="0">
              <a:solidFill>
                <a:srgbClr val="002060"/>
              </a:solidFill>
              <a:latin typeface="メイリオ" panose="020B0604030504040204" pitchFamily="50" charset="-128"/>
              <a:ea typeface="メイリオ" panose="020B0604030504040204" pitchFamily="50" charset="-128"/>
            </a:endParaRPr>
          </a:p>
        </p:txBody>
      </p:sp>
      <p:sp>
        <p:nvSpPr>
          <p:cNvPr id="5" name="正方形/長方形 4">
            <a:extLst>
              <a:ext uri="{FF2B5EF4-FFF2-40B4-BE49-F238E27FC236}">
                <a16:creationId xmlns:a16="http://schemas.microsoft.com/office/drawing/2014/main" id="{4FAEC070-B09E-4F1B-BEE2-55ABCE1D587B}"/>
              </a:ext>
            </a:extLst>
          </p:cNvPr>
          <p:cNvSpPr/>
          <p:nvPr/>
        </p:nvSpPr>
        <p:spPr bwMode="auto">
          <a:xfrm>
            <a:off x="1496616" y="2420889"/>
            <a:ext cx="2376264" cy="1440160"/>
          </a:xfrm>
          <a:prstGeom prst="rect">
            <a:avLst/>
          </a:prstGeom>
          <a:solidFill>
            <a:schemeClr val="bg2">
              <a:lumMod val="10000"/>
              <a:lumOff val="90000"/>
            </a:schemeClr>
          </a:solidFill>
          <a:ln w="12700" cap="flat" cmpd="sng" algn="ctr">
            <a:solidFill>
              <a:srgbClr val="002060"/>
            </a:solidFill>
            <a:prstDash val="solid"/>
            <a:round/>
            <a:headEnd type="none" w="med" len="med"/>
            <a:tailEnd type="none" w="med" len="med"/>
          </a:ln>
          <a:effectLst/>
        </p:spPr>
        <p:txBody>
          <a:bodyPr vert="horz" wrap="square" lIns="36000" tIns="36000" rIns="36000" bIns="360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ja-JP" altLang="en-US" sz="1800" dirty="0">
                <a:latin typeface="メイリオ" panose="020B0604030504040204" pitchFamily="50" charset="-128"/>
                <a:ea typeface="メイリオ" panose="020B0604030504040204" pitchFamily="50" charset="-128"/>
              </a:rPr>
              <a:t>自動バックアップ</a:t>
            </a:r>
            <a:endParaRPr kumimoji="1" lang="ja-JP" altLang="en-US" sz="1800" i="0" u="none" strike="noStrike" cap="none" normalizeH="0" baseline="0" dirty="0">
              <a:ln>
                <a:noFill/>
              </a:ln>
              <a:effectLst/>
              <a:latin typeface="メイリオ" panose="020B0604030504040204" pitchFamily="50" charset="-128"/>
              <a:ea typeface="メイリオ" panose="020B0604030504040204" pitchFamily="50" charset="-128"/>
            </a:endParaRPr>
          </a:p>
        </p:txBody>
      </p:sp>
      <p:sp>
        <p:nvSpPr>
          <p:cNvPr id="7" name="正方形/長方形 6">
            <a:extLst>
              <a:ext uri="{FF2B5EF4-FFF2-40B4-BE49-F238E27FC236}">
                <a16:creationId xmlns:a16="http://schemas.microsoft.com/office/drawing/2014/main" id="{74C01578-5B18-44A9-809F-D50A73E58B5A}"/>
              </a:ext>
            </a:extLst>
          </p:cNvPr>
          <p:cNvSpPr/>
          <p:nvPr/>
        </p:nvSpPr>
        <p:spPr bwMode="auto">
          <a:xfrm>
            <a:off x="3944238" y="2420889"/>
            <a:ext cx="4537153" cy="1440160"/>
          </a:xfrm>
          <a:prstGeom prst="rect">
            <a:avLst/>
          </a:prstGeom>
          <a:solidFill>
            <a:schemeClr val="bg1"/>
          </a:solidFill>
          <a:ln w="12700" cap="flat" cmpd="sng" algn="ctr">
            <a:solidFill>
              <a:srgbClr val="002060"/>
            </a:solidFill>
            <a:prstDash val="solid"/>
            <a:round/>
            <a:headEnd type="none" w="med" len="med"/>
            <a:tailEnd type="none" w="med" len="med"/>
          </a:ln>
          <a:effectLst/>
        </p:spPr>
        <p:txBody>
          <a:bodyPr vert="horz" wrap="square" lIns="36000" tIns="36000" rIns="36000" bIns="36000" numCol="1" rtlCol="0" anchor="ctr" anchorCtr="0" compatLnSpc="1">
            <a:prstTxWarp prst="textNoShape">
              <a:avLst/>
            </a:prstTxWarp>
          </a:bodyPr>
          <a:lstStyle/>
          <a:p>
            <a:r>
              <a:rPr lang="ja-JP" altLang="en-US" sz="1800" dirty="0">
                <a:latin typeface="メイリオ" panose="020B0604030504040204" pitchFamily="50" charset="-128"/>
                <a:ea typeface="メイリオ" panose="020B0604030504040204" pitchFamily="50" charset="-128"/>
              </a:rPr>
              <a:t>自動バックアップ有効化されていると、</a:t>
            </a:r>
            <a:r>
              <a:rPr lang="en-US" altLang="ja-JP" sz="1800" dirty="0">
                <a:latin typeface="メイリオ" panose="020B0604030504040204" pitchFamily="50" charset="-128"/>
                <a:ea typeface="メイリオ" panose="020B0604030504040204" pitchFamily="50" charset="-128"/>
              </a:rPr>
              <a:t>Amazon RDS </a:t>
            </a:r>
            <a:r>
              <a:rPr lang="ja-JP" altLang="en-US" sz="1800" dirty="0">
                <a:latin typeface="メイリオ" panose="020B0604030504040204" pitchFamily="50" charset="-128"/>
                <a:ea typeface="メイリオ" panose="020B0604030504040204" pitchFamily="50" charset="-128"/>
              </a:rPr>
              <a:t>は毎日、データのスナップショットを自動的に作成する</a:t>
            </a:r>
            <a:endParaRPr lang="en-US" altLang="ja-JP" sz="1800" dirty="0">
              <a:latin typeface="メイリオ" panose="020B0604030504040204" pitchFamily="50" charset="-128"/>
              <a:ea typeface="メイリオ" panose="020B0604030504040204" pitchFamily="50" charset="-128"/>
            </a:endParaRPr>
          </a:p>
          <a:p>
            <a:r>
              <a:rPr lang="ja-JP" altLang="en-US" sz="1800" dirty="0">
                <a:latin typeface="メイリオ" panose="020B0604030504040204" pitchFamily="50" charset="-128"/>
                <a:ea typeface="メイリオ" panose="020B0604030504040204" pitchFamily="50" charset="-128"/>
              </a:rPr>
              <a:t>ポイントタイムリカバリが可能</a:t>
            </a:r>
            <a:endParaRPr kumimoji="1" lang="ja-JP" altLang="en-US" sz="1800" i="0" u="none" strike="noStrike" cap="none" normalizeH="0" baseline="0" dirty="0">
              <a:ln>
                <a:noFill/>
              </a:ln>
              <a:effectLst/>
              <a:latin typeface="メイリオ" panose="020B0604030504040204" pitchFamily="50" charset="-128"/>
              <a:ea typeface="メイリオ" panose="020B0604030504040204" pitchFamily="50" charset="-128"/>
            </a:endParaRPr>
          </a:p>
        </p:txBody>
      </p:sp>
      <p:sp>
        <p:nvSpPr>
          <p:cNvPr id="8" name="正方形/長方形 7">
            <a:extLst>
              <a:ext uri="{FF2B5EF4-FFF2-40B4-BE49-F238E27FC236}">
                <a16:creationId xmlns:a16="http://schemas.microsoft.com/office/drawing/2014/main" id="{40A78798-50B4-41E3-AADB-864D0BAA2B7E}"/>
              </a:ext>
            </a:extLst>
          </p:cNvPr>
          <p:cNvSpPr/>
          <p:nvPr/>
        </p:nvSpPr>
        <p:spPr bwMode="auto">
          <a:xfrm>
            <a:off x="1496616" y="3933056"/>
            <a:ext cx="2376264" cy="1440160"/>
          </a:xfrm>
          <a:prstGeom prst="rect">
            <a:avLst/>
          </a:prstGeom>
          <a:solidFill>
            <a:schemeClr val="bg2">
              <a:lumMod val="10000"/>
              <a:lumOff val="90000"/>
            </a:schemeClr>
          </a:solidFill>
          <a:ln w="12700" cap="flat" cmpd="sng" algn="ctr">
            <a:solidFill>
              <a:srgbClr val="002060"/>
            </a:solidFill>
            <a:prstDash val="solid"/>
            <a:round/>
            <a:headEnd type="none" w="med" len="med"/>
            <a:tailEnd type="none" w="med" len="med"/>
          </a:ln>
          <a:effectLst/>
        </p:spPr>
        <p:txBody>
          <a:bodyPr vert="horz" wrap="square" lIns="36000" tIns="36000" rIns="36000" bIns="360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ja-JP" altLang="en-US" sz="1800" i="0" u="none" strike="noStrike" cap="none" normalizeH="0" baseline="0" dirty="0">
                <a:ln>
                  <a:noFill/>
                </a:ln>
                <a:effectLst/>
                <a:latin typeface="メイリオ" panose="020B0604030504040204" pitchFamily="50" charset="-128"/>
                <a:ea typeface="メイリオ" panose="020B0604030504040204" pitchFamily="50" charset="-128"/>
              </a:rPr>
              <a:t>スナップショット</a:t>
            </a:r>
            <a:endParaRPr kumimoji="1" lang="en-US" altLang="ja-JP" sz="1800" i="0" u="none" strike="noStrike" cap="none" normalizeH="0" baseline="0" dirty="0">
              <a:ln>
                <a:noFill/>
              </a:ln>
              <a:effectLst/>
              <a:latin typeface="メイリオ" panose="020B0604030504040204" pitchFamily="50" charset="-128"/>
              <a:ea typeface="メイリオ" panose="020B0604030504040204" pitchFamily="50" charset="-128"/>
            </a:endParaRPr>
          </a:p>
          <a:p>
            <a:pPr marL="0" marR="0" indent="0" algn="ctr" defTabSz="914400" rtl="0" eaLnBrk="1" fontAlgn="base" latinLnBrk="0" hangingPunct="1">
              <a:lnSpc>
                <a:spcPct val="100000"/>
              </a:lnSpc>
              <a:spcBef>
                <a:spcPct val="0"/>
              </a:spcBef>
              <a:spcAft>
                <a:spcPct val="0"/>
              </a:spcAft>
              <a:buClrTx/>
              <a:buSzTx/>
              <a:buFontTx/>
              <a:buNone/>
              <a:tabLst/>
            </a:pPr>
            <a:r>
              <a:rPr kumimoji="1" lang="ja-JP" altLang="en-US" sz="1800" i="0" u="none" strike="noStrike" cap="none" normalizeH="0" baseline="0" dirty="0">
                <a:ln>
                  <a:noFill/>
                </a:ln>
                <a:effectLst/>
                <a:latin typeface="メイリオ" panose="020B0604030504040204" pitchFamily="50" charset="-128"/>
                <a:ea typeface="メイリオ" panose="020B0604030504040204" pitchFamily="50" charset="-128"/>
              </a:rPr>
              <a:t>の取得</a:t>
            </a:r>
          </a:p>
        </p:txBody>
      </p:sp>
      <p:sp>
        <p:nvSpPr>
          <p:cNvPr id="9" name="正方形/長方形 8">
            <a:extLst>
              <a:ext uri="{FF2B5EF4-FFF2-40B4-BE49-F238E27FC236}">
                <a16:creationId xmlns:a16="http://schemas.microsoft.com/office/drawing/2014/main" id="{F07C1ECD-11DB-4674-B06B-CAB0CF3E5B7D}"/>
              </a:ext>
            </a:extLst>
          </p:cNvPr>
          <p:cNvSpPr/>
          <p:nvPr/>
        </p:nvSpPr>
        <p:spPr bwMode="auto">
          <a:xfrm>
            <a:off x="3944238" y="3933056"/>
            <a:ext cx="4537153" cy="1440160"/>
          </a:xfrm>
          <a:prstGeom prst="rect">
            <a:avLst/>
          </a:prstGeom>
          <a:solidFill>
            <a:schemeClr val="bg1"/>
          </a:solidFill>
          <a:ln w="12700" cap="flat" cmpd="sng" algn="ctr">
            <a:solidFill>
              <a:srgbClr val="002060"/>
            </a:solidFill>
            <a:prstDash val="solid"/>
            <a:round/>
            <a:headEnd type="none" w="med" len="med"/>
            <a:tailEnd type="none" w="med" len="med"/>
          </a:ln>
          <a:effectLst/>
        </p:spPr>
        <p:txBody>
          <a:bodyPr vert="horz" wrap="square" lIns="36000" tIns="36000" rIns="36000" bIns="36000" numCol="1" rtlCol="0" anchor="ctr"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kumimoji="1" lang="ja-JP" altLang="en-US" sz="1800" i="0" u="none" strike="noStrike" cap="none" normalizeH="0" baseline="0" dirty="0">
                <a:ln>
                  <a:noFill/>
                </a:ln>
                <a:effectLst/>
                <a:latin typeface="メイリオ" panose="020B0604030504040204" pitchFamily="50" charset="-128"/>
                <a:ea typeface="メイリオ" panose="020B0604030504040204" pitchFamily="50" charset="-128"/>
              </a:rPr>
              <a:t>ユーザーによって指定された頻度</a:t>
            </a:r>
            <a:r>
              <a:rPr lang="ja-JP" altLang="en-US" sz="1800" dirty="0">
                <a:latin typeface="メイリオ" panose="020B0604030504040204" pitchFamily="50" charset="-128"/>
                <a:ea typeface="メイリオ" panose="020B0604030504040204" pitchFamily="50" charset="-128"/>
              </a:rPr>
              <a:t>でスナップショットを取得することが可能</a:t>
            </a:r>
            <a:endParaRPr kumimoji="1" lang="ja-JP" altLang="en-US" sz="1800" i="0" u="none" strike="noStrike" cap="none" normalizeH="0" baseline="0" dirty="0">
              <a:ln>
                <a:noFill/>
              </a:ln>
              <a:effectLst/>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643084810"/>
      </p:ext>
    </p:extLst>
  </p:cSld>
  <p:clrMapOvr>
    <a:masterClrMapping/>
  </p:clrMapOvr>
  <mc:AlternateContent xmlns:mc="http://schemas.openxmlformats.org/markup-compatibility/2006" xmlns:p14="http://schemas.microsoft.com/office/powerpoint/2010/main">
    <mc:Choice Requires="p14">
      <p:transition spd="slow" p14:dur="2000" advTm="40051"/>
    </mc:Choice>
    <mc:Fallback xmlns="">
      <p:transition spd="slow" advTm="40051"/>
    </mc:Fallback>
  </mc:AlternateContent>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タイトル 1">
            <a:extLst>
              <a:ext uri="{FF2B5EF4-FFF2-40B4-BE49-F238E27FC236}">
                <a16:creationId xmlns:a16="http://schemas.microsoft.com/office/drawing/2014/main" id="{48F80BE1-D063-4240-BFC7-C8D243720250}"/>
              </a:ext>
            </a:extLst>
          </p:cNvPr>
          <p:cNvSpPr txBox="1">
            <a:spLocks/>
          </p:cNvSpPr>
          <p:nvPr/>
        </p:nvSpPr>
        <p:spPr bwMode="auto">
          <a:xfrm>
            <a:off x="631222" y="201863"/>
            <a:ext cx="8642258" cy="50208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rtl="0" fontAlgn="base">
              <a:lnSpc>
                <a:spcPct val="90000"/>
              </a:lnSpc>
              <a:spcBef>
                <a:spcPct val="0"/>
              </a:spcBef>
              <a:spcAft>
                <a:spcPct val="0"/>
              </a:spcAft>
              <a:defRPr kumimoji="1" sz="2000">
                <a:solidFill>
                  <a:schemeClr val="tx2"/>
                </a:solidFill>
                <a:latin typeface="游明朝" panose="02020400000000000000" pitchFamily="18" charset="-128"/>
                <a:ea typeface="游明朝" panose="02020400000000000000" pitchFamily="18" charset="-128"/>
                <a:cs typeface="+mj-cs"/>
              </a:defRPr>
            </a:lvl1pPr>
            <a:lvl2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2pPr>
            <a:lvl3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3pPr>
            <a:lvl4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4pPr>
            <a:lvl5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5pPr>
            <a:lvl6pPr marL="4572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6pPr>
            <a:lvl7pPr marL="9144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7pPr>
            <a:lvl8pPr marL="13716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8pPr>
            <a:lvl9pPr marL="18288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9pPr>
          </a:lstStyle>
          <a:p>
            <a:pPr marL="0" indent="0" algn="l">
              <a:buNone/>
            </a:pPr>
            <a:r>
              <a:rPr lang="ja-JP" altLang="en-US" sz="3000" dirty="0">
                <a:solidFill>
                  <a:srgbClr val="002060"/>
                </a:solidFill>
                <a:latin typeface="メイリオ" panose="020B0604030504040204" pitchFamily="50" charset="-128"/>
                <a:ea typeface="メイリオ" panose="020B0604030504040204" pitchFamily="50" charset="-128"/>
              </a:rPr>
              <a:t>自動バックアップ</a:t>
            </a:r>
            <a:endParaRPr lang="en-US" altLang="ja-JP" sz="3000" dirty="0">
              <a:solidFill>
                <a:srgbClr val="002060"/>
              </a:solidFill>
              <a:latin typeface="メイリオ" panose="020B0604030504040204" pitchFamily="50" charset="-128"/>
              <a:ea typeface="メイリオ" panose="020B0604030504040204" pitchFamily="50" charset="-128"/>
            </a:endParaRPr>
          </a:p>
        </p:txBody>
      </p:sp>
      <p:sp>
        <p:nvSpPr>
          <p:cNvPr id="37" name="コンテンツ プレースホルダー 2">
            <a:extLst>
              <a:ext uri="{FF2B5EF4-FFF2-40B4-BE49-F238E27FC236}">
                <a16:creationId xmlns:a16="http://schemas.microsoft.com/office/drawing/2014/main" id="{2DC1489D-7AED-4EB8-B650-CDD4C4BDCEE3}"/>
              </a:ext>
            </a:extLst>
          </p:cNvPr>
          <p:cNvSpPr txBox="1">
            <a:spLocks/>
          </p:cNvSpPr>
          <p:nvPr/>
        </p:nvSpPr>
        <p:spPr>
          <a:xfrm>
            <a:off x="631222" y="692696"/>
            <a:ext cx="9002298" cy="325343"/>
          </a:xfrm>
          <a:prstGeom prst="rect">
            <a:avLst/>
          </a:prstGeom>
        </p:spPr>
        <p:txBody>
          <a:bodyPr vert="horz" lIns="74295" tIns="37148" rIns="74295" bIns="37148" rtlCol="0">
            <a:noAutofit/>
          </a:bodyPr>
          <a:lstStyle>
            <a:lvl1pPr marL="228600" indent="-228600" algn="l" defTabSz="914400" rtl="0" eaLnBrk="1" latinLnBrk="0" hangingPunct="1">
              <a:lnSpc>
                <a:spcPct val="90000"/>
              </a:lnSpc>
              <a:spcBef>
                <a:spcPts val="1000"/>
              </a:spcBef>
              <a:buFont typeface="Wingdings 2" pitchFamily="18" charset="2"/>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2" pitchFamily="18" charset="2"/>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2" pitchFamily="18" charset="2"/>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5pPr>
            <a:lvl6pPr marL="25146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6pPr>
            <a:lvl7pPr marL="29718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7pPr>
            <a:lvl8pPr marL="34290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8pPr>
            <a:lvl9pPr marL="38862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9pPr>
          </a:lstStyle>
          <a:p>
            <a:pPr marL="0" indent="0">
              <a:buNone/>
            </a:pPr>
            <a:r>
              <a:rPr lang="ja-JP" altLang="en-US" sz="2400" dirty="0">
                <a:solidFill>
                  <a:srgbClr val="002060"/>
                </a:solidFill>
                <a:latin typeface="メイリオ" panose="020B0604030504040204" pitchFamily="50" charset="-128"/>
                <a:ea typeface="メイリオ" panose="020B0604030504040204" pitchFamily="50" charset="-128"/>
              </a:rPr>
              <a:t>自動バックアップは</a:t>
            </a:r>
            <a:r>
              <a:rPr lang="en-US" altLang="ja-JP" sz="2400" dirty="0">
                <a:solidFill>
                  <a:srgbClr val="002060"/>
                </a:solidFill>
                <a:latin typeface="メイリオ" panose="020B0604030504040204" pitchFamily="50" charset="-128"/>
                <a:ea typeface="メイリオ" panose="020B0604030504040204" pitchFamily="50" charset="-128"/>
              </a:rPr>
              <a:t>RDS</a:t>
            </a:r>
            <a:r>
              <a:rPr lang="ja-JP" altLang="en-US" sz="2400" dirty="0">
                <a:solidFill>
                  <a:srgbClr val="002060"/>
                </a:solidFill>
                <a:latin typeface="メイリオ" panose="020B0604030504040204" pitchFamily="50" charset="-128"/>
                <a:ea typeface="メイリオ" panose="020B0604030504040204" pitchFamily="50" charset="-128"/>
              </a:rPr>
              <a:t>側で管理された定期的スナップショット取得を自動で実施する。</a:t>
            </a:r>
            <a:endParaRPr lang="en-US" altLang="ja-JP" sz="2400" dirty="0">
              <a:solidFill>
                <a:srgbClr val="002060"/>
              </a:solidFill>
              <a:latin typeface="メイリオ" panose="020B0604030504040204" pitchFamily="50" charset="-128"/>
              <a:ea typeface="メイリオ" panose="020B0604030504040204" pitchFamily="50" charset="-128"/>
            </a:endParaRPr>
          </a:p>
        </p:txBody>
      </p:sp>
      <p:sp>
        <p:nvSpPr>
          <p:cNvPr id="6" name="テキスト ボックス 5">
            <a:extLst>
              <a:ext uri="{FF2B5EF4-FFF2-40B4-BE49-F238E27FC236}">
                <a16:creationId xmlns:a16="http://schemas.microsoft.com/office/drawing/2014/main" id="{581E6BFD-CDD5-4F55-9BC7-A15F10689C0D}"/>
              </a:ext>
            </a:extLst>
          </p:cNvPr>
          <p:cNvSpPr txBox="1"/>
          <p:nvPr/>
        </p:nvSpPr>
        <p:spPr>
          <a:xfrm>
            <a:off x="994568" y="1412776"/>
            <a:ext cx="8270213" cy="338554"/>
          </a:xfrm>
          <a:prstGeom prst="rect">
            <a:avLst/>
          </a:prstGeom>
          <a:noFill/>
        </p:spPr>
        <p:txBody>
          <a:bodyPr wrap="square" rtlCol="0">
            <a:noAutofit/>
          </a:bodyPr>
          <a:lstStyle/>
          <a:p>
            <a:pPr marL="285750" indent="-285750">
              <a:lnSpc>
                <a:spcPct val="150000"/>
              </a:lnSpc>
              <a:buFont typeface="Wingdings" panose="05000000000000000000" pitchFamily="2" charset="2"/>
              <a:buChar char="ü"/>
            </a:pPr>
            <a:r>
              <a:rPr kumimoji="1" lang="ja-JP" altLang="en-US" sz="1800" dirty="0">
                <a:latin typeface="メイリオ" panose="020B0604030504040204" pitchFamily="50" charset="-128"/>
                <a:ea typeface="メイリオ" panose="020B0604030504040204" pitchFamily="50" charset="-128"/>
              </a:rPr>
              <a:t>自動でのスナップショット取得とトランザクションログを取得</a:t>
            </a:r>
            <a:endParaRPr kumimoji="1" lang="en-US" altLang="ja-JP" sz="1800" dirty="0">
              <a:latin typeface="メイリオ" panose="020B0604030504040204" pitchFamily="50" charset="-128"/>
              <a:ea typeface="メイリオ" panose="020B0604030504040204" pitchFamily="50" charset="-128"/>
            </a:endParaRPr>
          </a:p>
          <a:p>
            <a:pPr marL="285750" indent="-285750">
              <a:lnSpc>
                <a:spcPct val="150000"/>
              </a:lnSpc>
              <a:buFont typeface="Wingdings" panose="05000000000000000000" pitchFamily="2" charset="2"/>
              <a:buChar char="ü"/>
            </a:pPr>
            <a:r>
              <a:rPr lang="ja-JP" altLang="en-US" sz="1800" dirty="0">
                <a:latin typeface="メイリオ" panose="020B0604030504040204" pitchFamily="50" charset="-128"/>
                <a:ea typeface="メイリオ" panose="020B0604030504040204" pitchFamily="50" charset="-128"/>
              </a:rPr>
              <a:t>最も適切なデイリーバックアップとトランザクションログを利用して、</a:t>
            </a:r>
            <a:r>
              <a:rPr lang="en-US" altLang="ja-JP" sz="1800" dirty="0">
                <a:latin typeface="メイリオ" panose="020B0604030504040204" pitchFamily="50" charset="-128"/>
                <a:ea typeface="メイリオ" panose="020B0604030504040204" pitchFamily="50" charset="-128"/>
              </a:rPr>
              <a:t>DB </a:t>
            </a:r>
            <a:r>
              <a:rPr lang="ja-JP" altLang="en-US" sz="1800" dirty="0">
                <a:latin typeface="メイリオ" panose="020B0604030504040204" pitchFamily="50" charset="-128"/>
                <a:ea typeface="メイリオ" panose="020B0604030504040204" pitchFamily="50" charset="-128"/>
              </a:rPr>
              <a:t>インスタンスを特定の時刻の状態に復元することができる。</a:t>
            </a:r>
            <a:endParaRPr lang="en-US" altLang="ja-JP" sz="1800" dirty="0">
              <a:latin typeface="メイリオ" panose="020B0604030504040204" pitchFamily="50" charset="-128"/>
              <a:ea typeface="メイリオ" panose="020B0604030504040204" pitchFamily="50" charset="-128"/>
            </a:endParaRPr>
          </a:p>
          <a:p>
            <a:pPr marL="285750" indent="-285750">
              <a:lnSpc>
                <a:spcPct val="150000"/>
              </a:lnSpc>
              <a:buFont typeface="Wingdings" panose="05000000000000000000" pitchFamily="2" charset="2"/>
              <a:buChar char="ü"/>
            </a:pPr>
            <a:r>
              <a:rPr lang="ja-JP" altLang="en-US" sz="1800" dirty="0">
                <a:latin typeface="メイリオ" panose="020B0604030504040204" pitchFamily="50" charset="-128"/>
                <a:ea typeface="メイリオ" panose="020B0604030504040204" pitchFamily="50" charset="-128"/>
              </a:rPr>
              <a:t>バックアップサイクルは「</a:t>
            </a:r>
            <a:r>
              <a:rPr lang="en-US" altLang="ja-JP" sz="1800" dirty="0">
                <a:latin typeface="メイリオ" panose="020B0604030504040204" pitchFamily="50" charset="-128"/>
                <a:ea typeface="メイリオ" panose="020B0604030504040204" pitchFamily="50" charset="-128"/>
              </a:rPr>
              <a:t>1</a:t>
            </a:r>
            <a:r>
              <a:rPr lang="ja-JP" altLang="en-US" sz="1800" dirty="0">
                <a:latin typeface="メイリオ" panose="020B0604030504040204" pitchFamily="50" charset="-128"/>
                <a:ea typeface="メイリオ" panose="020B0604030504040204" pitchFamily="50" charset="-128"/>
              </a:rPr>
              <a:t>日</a:t>
            </a:r>
            <a:r>
              <a:rPr lang="en-US" altLang="ja-JP" sz="1800" dirty="0">
                <a:latin typeface="メイリオ" panose="020B0604030504040204" pitchFamily="50" charset="-128"/>
                <a:ea typeface="メイリオ" panose="020B0604030504040204" pitchFamily="50" charset="-128"/>
              </a:rPr>
              <a:t>1</a:t>
            </a:r>
            <a:r>
              <a:rPr lang="ja-JP" altLang="en-US" sz="1800" dirty="0">
                <a:latin typeface="メイリオ" panose="020B0604030504040204" pitchFamily="50" charset="-128"/>
                <a:ea typeface="メイリオ" panose="020B0604030504040204" pitchFamily="50" charset="-128"/>
              </a:rPr>
              <a:t>回」で固定されている。</a:t>
            </a:r>
            <a:endParaRPr lang="en-US" altLang="ja-JP" sz="1800" dirty="0">
              <a:latin typeface="メイリオ" panose="020B0604030504040204" pitchFamily="50" charset="-128"/>
              <a:ea typeface="メイリオ" panose="020B0604030504040204" pitchFamily="50" charset="-128"/>
            </a:endParaRPr>
          </a:p>
          <a:p>
            <a:pPr marL="285750" indent="-285750">
              <a:lnSpc>
                <a:spcPct val="150000"/>
              </a:lnSpc>
              <a:buFont typeface="Wingdings" panose="05000000000000000000" pitchFamily="2" charset="2"/>
              <a:buChar char="ü"/>
            </a:pPr>
            <a:r>
              <a:rPr lang="en-US" altLang="ja-JP" sz="1800" dirty="0">
                <a:latin typeface="メイリオ" panose="020B0604030504040204" pitchFamily="50" charset="-128"/>
                <a:ea typeface="メイリオ" panose="020B0604030504040204" pitchFamily="50" charset="-128"/>
              </a:rPr>
              <a:t>5</a:t>
            </a:r>
            <a:r>
              <a:rPr lang="ja-JP" altLang="en-US" sz="1800" dirty="0">
                <a:latin typeface="メイリオ" panose="020B0604030504040204" pitchFamily="50" charset="-128"/>
                <a:ea typeface="メイリオ" panose="020B0604030504040204" pitchFamily="50" charset="-128"/>
              </a:rPr>
              <a:t>分毎にトランザクションログのアーカイブを自動で行っており、これにより、ポイントインタイムリカバリが可能となる。</a:t>
            </a:r>
            <a:endParaRPr lang="en-US" altLang="ja-JP" sz="1800" dirty="0">
              <a:latin typeface="メイリオ" panose="020B0604030504040204" pitchFamily="50" charset="-128"/>
              <a:ea typeface="メイリオ" panose="020B0604030504040204" pitchFamily="50" charset="-128"/>
            </a:endParaRPr>
          </a:p>
          <a:p>
            <a:pPr marL="285750" indent="-285750">
              <a:lnSpc>
                <a:spcPct val="150000"/>
              </a:lnSpc>
              <a:buFont typeface="Wingdings" panose="05000000000000000000" pitchFamily="2" charset="2"/>
              <a:buChar char="ü"/>
            </a:pPr>
            <a:r>
              <a:rPr lang="ja-JP" altLang="en-US" sz="1800" dirty="0">
                <a:latin typeface="メイリオ" panose="020B0604030504040204" pitchFamily="50" charset="-128"/>
                <a:ea typeface="メイリオ" panose="020B0604030504040204" pitchFamily="50" charset="-128"/>
              </a:rPr>
              <a:t>バックアップの保存期間はデフォルト</a:t>
            </a:r>
            <a:r>
              <a:rPr lang="en-US" altLang="ja-JP" sz="1800" dirty="0">
                <a:latin typeface="メイリオ" panose="020B0604030504040204" pitchFamily="50" charset="-128"/>
                <a:ea typeface="メイリオ" panose="020B0604030504040204" pitchFamily="50" charset="-128"/>
              </a:rPr>
              <a:t>7 </a:t>
            </a:r>
            <a:r>
              <a:rPr lang="ja-JP" altLang="en-US" sz="1800" dirty="0">
                <a:latin typeface="メイリオ" panose="020B0604030504040204" pitchFamily="50" charset="-128"/>
                <a:ea typeface="メイリオ" panose="020B0604030504040204" pitchFamily="50" charset="-128"/>
              </a:rPr>
              <a:t>日で最大 </a:t>
            </a:r>
            <a:r>
              <a:rPr lang="en-US" altLang="ja-JP" sz="1800" dirty="0">
                <a:latin typeface="メイリオ" panose="020B0604030504040204" pitchFamily="50" charset="-128"/>
                <a:ea typeface="メイリオ" panose="020B0604030504040204" pitchFamily="50" charset="-128"/>
              </a:rPr>
              <a:t>35 </a:t>
            </a:r>
            <a:r>
              <a:rPr lang="ja-JP" altLang="en-US" sz="1800" dirty="0">
                <a:latin typeface="メイリオ" panose="020B0604030504040204" pitchFamily="50" charset="-128"/>
                <a:ea typeface="メイリオ" panose="020B0604030504040204" pitchFamily="50" charset="-128"/>
              </a:rPr>
              <a:t>日まで設定できる。</a:t>
            </a:r>
            <a:endParaRPr lang="en-US" altLang="ja-JP" sz="1800" dirty="0">
              <a:latin typeface="メイリオ" panose="020B0604030504040204" pitchFamily="50" charset="-128"/>
              <a:ea typeface="メイリオ" panose="020B0604030504040204" pitchFamily="50" charset="-128"/>
            </a:endParaRPr>
          </a:p>
          <a:p>
            <a:pPr marL="285750" indent="-285750">
              <a:lnSpc>
                <a:spcPct val="150000"/>
              </a:lnSpc>
              <a:buFont typeface="Wingdings" panose="05000000000000000000" pitchFamily="2" charset="2"/>
              <a:buChar char="ü"/>
            </a:pPr>
            <a:r>
              <a:rPr lang="ja-JP" altLang="en-US" sz="1800" dirty="0">
                <a:latin typeface="メイリオ" panose="020B0604030504040204" pitchFamily="50" charset="-128"/>
                <a:ea typeface="メイリオ" panose="020B0604030504040204" pitchFamily="50" charset="-128"/>
              </a:rPr>
              <a:t>増分バックアップを実施する。</a:t>
            </a:r>
            <a:endParaRPr lang="en-US" altLang="ja-JP" sz="1800" dirty="0">
              <a:latin typeface="メイリオ" panose="020B0604030504040204" pitchFamily="50" charset="-128"/>
              <a:ea typeface="メイリオ" panose="020B0604030504040204" pitchFamily="50" charset="-128"/>
            </a:endParaRPr>
          </a:p>
          <a:p>
            <a:pPr marL="285750" indent="-285750">
              <a:lnSpc>
                <a:spcPct val="150000"/>
              </a:lnSpc>
              <a:buFont typeface="Wingdings" panose="05000000000000000000" pitchFamily="2" charset="2"/>
              <a:buChar char="ü"/>
            </a:pPr>
            <a:r>
              <a:rPr lang="en-US" altLang="ja-JP" sz="1800" dirty="0">
                <a:latin typeface="メイリオ" panose="020B0604030504040204" pitchFamily="50" charset="-128"/>
                <a:ea typeface="メイリオ" panose="020B0604030504040204" pitchFamily="50" charset="-128"/>
              </a:rPr>
              <a:t>RDS</a:t>
            </a:r>
            <a:r>
              <a:rPr lang="ja-JP" altLang="en-US" sz="1800" dirty="0">
                <a:latin typeface="メイリオ" panose="020B0604030504040204" pitchFamily="50" charset="-128"/>
                <a:ea typeface="メイリオ" panose="020B0604030504040204" pitchFamily="50" charset="-128"/>
              </a:rPr>
              <a:t>のバックアップは</a:t>
            </a:r>
            <a:r>
              <a:rPr lang="en-US" altLang="ja-JP" sz="1800" dirty="0">
                <a:latin typeface="メイリオ" panose="020B0604030504040204" pitchFamily="50" charset="-128"/>
                <a:ea typeface="メイリオ" panose="020B0604030504040204" pitchFamily="50" charset="-128"/>
              </a:rPr>
              <a:t>AWS</a:t>
            </a:r>
            <a:r>
              <a:rPr lang="ja-JP" altLang="en-US" sz="1800" dirty="0">
                <a:latin typeface="メイリオ" panose="020B0604030504040204" pitchFamily="50" charset="-128"/>
                <a:ea typeface="メイリオ" panose="020B0604030504040204" pitchFamily="50" charset="-128"/>
              </a:rPr>
              <a:t>が管理する</a:t>
            </a:r>
            <a:r>
              <a:rPr lang="en-US" altLang="ja-JP" sz="1800" dirty="0">
                <a:latin typeface="メイリオ" panose="020B0604030504040204" pitchFamily="50" charset="-128"/>
                <a:ea typeface="メイリオ" panose="020B0604030504040204" pitchFamily="50" charset="-128"/>
              </a:rPr>
              <a:t>S3</a:t>
            </a:r>
            <a:r>
              <a:rPr lang="ja-JP" altLang="en-US" sz="1800" dirty="0">
                <a:latin typeface="メイリオ" panose="020B0604030504040204" pitchFamily="50" charset="-128"/>
                <a:ea typeface="メイリオ" panose="020B0604030504040204" pitchFamily="50" charset="-128"/>
              </a:rPr>
              <a:t>ストレージに保存される。</a:t>
            </a:r>
            <a:endParaRPr lang="en-US" altLang="ja-JP" sz="1800" dirty="0">
              <a:latin typeface="メイリオ" panose="020B0604030504040204" pitchFamily="50" charset="-128"/>
              <a:ea typeface="メイリオ" panose="020B0604030504040204" pitchFamily="50" charset="-128"/>
            </a:endParaRPr>
          </a:p>
          <a:p>
            <a:pPr marL="285750" indent="-285750">
              <a:lnSpc>
                <a:spcPct val="150000"/>
              </a:lnSpc>
              <a:buFont typeface="Wingdings" panose="05000000000000000000" pitchFamily="2" charset="2"/>
              <a:buChar char="ü"/>
            </a:pPr>
            <a:r>
              <a:rPr lang="en-US" altLang="ja-JP" sz="1800" dirty="0">
                <a:latin typeface="メイリオ" panose="020B0604030504040204" pitchFamily="50" charset="-128"/>
                <a:ea typeface="メイリオ" panose="020B0604030504040204" pitchFamily="50" charset="-128"/>
              </a:rPr>
              <a:t>DB</a:t>
            </a:r>
            <a:r>
              <a:rPr lang="ja-JP" altLang="en-US" sz="1800" dirty="0">
                <a:latin typeface="メイリオ" panose="020B0604030504040204" pitchFamily="50" charset="-128"/>
                <a:ea typeface="メイリオ" panose="020B0604030504040204" pitchFamily="50" charset="-128"/>
              </a:rPr>
              <a:t>インスタンスを削除した場合や自動バックアップを無効にした場合に、スナップショットは削除される。</a:t>
            </a:r>
            <a:endParaRPr lang="en-US" altLang="ja-JP" sz="1800" dirty="0">
              <a:latin typeface="メイリオ" panose="020B0604030504040204" pitchFamily="50" charset="-128"/>
              <a:ea typeface="メイリオ" panose="020B0604030504040204" pitchFamily="50" charset="-128"/>
            </a:endParaRPr>
          </a:p>
          <a:p>
            <a:pPr>
              <a:lnSpc>
                <a:spcPct val="150000"/>
              </a:lnSpc>
            </a:pPr>
            <a:endParaRPr kumimoji="1" lang="en-US" altLang="ja-JP" sz="18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81258895"/>
      </p:ext>
    </p:extLst>
  </p:cSld>
  <p:clrMapOvr>
    <a:masterClrMapping/>
  </p:clrMapOvr>
  <mc:AlternateContent xmlns:mc="http://schemas.openxmlformats.org/markup-compatibility/2006" xmlns:p14="http://schemas.microsoft.com/office/powerpoint/2010/main">
    <mc:Choice Requires="p14">
      <p:transition spd="slow" p14:dur="2000" advTm="144429"/>
    </mc:Choice>
    <mc:Fallback xmlns="">
      <p:transition spd="slow" advTm="144429"/>
    </mc:Fallback>
  </mc:AlternateContent>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正方形/長方形 3"/>
          <p:cNvSpPr/>
          <p:nvPr/>
        </p:nvSpPr>
        <p:spPr bwMode="auto">
          <a:xfrm>
            <a:off x="2793240" y="2817072"/>
            <a:ext cx="4320000" cy="1260000"/>
          </a:xfrm>
          <a:prstGeom prst="rect">
            <a:avLst/>
          </a:prstGeom>
          <a:no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vert="horz" wrap="square" lIns="0" tIns="0" rIns="0" bIns="0" numCol="1" rtlCol="0" anchor="ctr" anchorCtr="0" compatLnSpc="1">
            <a:prstTxWarp prst="textNoShape">
              <a:avLst/>
            </a:prstTxWarp>
          </a:bodyPr>
          <a:lstStyle/>
          <a:p>
            <a:pPr algn="ctr"/>
            <a:r>
              <a:rPr lang="en-US" altLang="ja-JP" sz="2800" kern="0" dirty="0">
                <a:latin typeface="メイリオ" panose="020B0604030504040204" pitchFamily="50" charset="-128"/>
                <a:ea typeface="メイリオ" panose="020B0604030504040204" pitchFamily="50" charset="-128"/>
              </a:rPr>
              <a:t>RDS</a:t>
            </a:r>
            <a:r>
              <a:rPr lang="ja-JP" altLang="en-US" sz="2800" kern="0" dirty="0">
                <a:latin typeface="メイリオ" panose="020B0604030504040204" pitchFamily="50" charset="-128"/>
                <a:ea typeface="メイリオ" panose="020B0604030504040204" pitchFamily="50" charset="-128"/>
              </a:rPr>
              <a:t>のスケールアップ</a:t>
            </a:r>
            <a:endParaRPr lang="en-US" altLang="ja-JP" sz="2800" kern="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747740033"/>
      </p:ext>
    </p:extLst>
  </p:cSld>
  <p:clrMapOvr>
    <a:masterClrMapping/>
  </p:clrMapOvr>
  <mc:AlternateContent xmlns:mc="http://schemas.openxmlformats.org/markup-compatibility/2006" xmlns:p14="http://schemas.microsoft.com/office/powerpoint/2010/main">
    <mc:Choice Requires="p14">
      <p:transition spd="slow" p14:dur="2000" advTm="14828"/>
    </mc:Choice>
    <mc:Fallback xmlns="">
      <p:transition spd="slow" advTm="14828"/>
    </mc:Fallback>
  </mc:AlternateContent>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タイトル 1">
            <a:extLst>
              <a:ext uri="{FF2B5EF4-FFF2-40B4-BE49-F238E27FC236}">
                <a16:creationId xmlns:a16="http://schemas.microsoft.com/office/drawing/2014/main" id="{48F80BE1-D063-4240-BFC7-C8D243720250}"/>
              </a:ext>
            </a:extLst>
          </p:cNvPr>
          <p:cNvSpPr txBox="1">
            <a:spLocks/>
          </p:cNvSpPr>
          <p:nvPr/>
        </p:nvSpPr>
        <p:spPr bwMode="auto">
          <a:xfrm>
            <a:off x="631222" y="201863"/>
            <a:ext cx="8642258" cy="50208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rtl="0" fontAlgn="base">
              <a:lnSpc>
                <a:spcPct val="90000"/>
              </a:lnSpc>
              <a:spcBef>
                <a:spcPct val="0"/>
              </a:spcBef>
              <a:spcAft>
                <a:spcPct val="0"/>
              </a:spcAft>
              <a:defRPr kumimoji="1" sz="2000">
                <a:solidFill>
                  <a:schemeClr val="tx2"/>
                </a:solidFill>
                <a:latin typeface="游明朝" panose="02020400000000000000" pitchFamily="18" charset="-128"/>
                <a:ea typeface="游明朝" panose="02020400000000000000" pitchFamily="18" charset="-128"/>
                <a:cs typeface="+mj-cs"/>
              </a:defRPr>
            </a:lvl1pPr>
            <a:lvl2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2pPr>
            <a:lvl3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3pPr>
            <a:lvl4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4pPr>
            <a:lvl5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5pPr>
            <a:lvl6pPr marL="4572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6pPr>
            <a:lvl7pPr marL="9144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7pPr>
            <a:lvl8pPr marL="13716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8pPr>
            <a:lvl9pPr marL="18288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9pPr>
          </a:lstStyle>
          <a:p>
            <a:pPr marL="0" indent="0" algn="l">
              <a:buNone/>
            </a:pPr>
            <a:r>
              <a:rPr lang="en-US" altLang="ja-JP" sz="3000" dirty="0">
                <a:solidFill>
                  <a:schemeClr val="tx1"/>
                </a:solidFill>
                <a:latin typeface="メイリオ" panose="020B0604030504040204" pitchFamily="50" charset="-128"/>
                <a:ea typeface="メイリオ" panose="020B0604030504040204" pitchFamily="50" charset="-128"/>
              </a:rPr>
              <a:t>RDS</a:t>
            </a:r>
            <a:r>
              <a:rPr lang="ja-JP" altLang="en-US" sz="3000" dirty="0">
                <a:solidFill>
                  <a:schemeClr val="tx1"/>
                </a:solidFill>
                <a:latin typeface="メイリオ" panose="020B0604030504040204" pitchFamily="50" charset="-128"/>
                <a:ea typeface="メイリオ" panose="020B0604030504040204" pitchFamily="50" charset="-128"/>
              </a:rPr>
              <a:t>のスケーリング</a:t>
            </a:r>
            <a:endParaRPr lang="en-US" altLang="ja-JP" sz="3000" dirty="0">
              <a:solidFill>
                <a:schemeClr val="tx1"/>
              </a:solidFill>
              <a:latin typeface="メイリオ" panose="020B0604030504040204" pitchFamily="50" charset="-128"/>
              <a:ea typeface="メイリオ" panose="020B0604030504040204" pitchFamily="50" charset="-128"/>
            </a:endParaRPr>
          </a:p>
        </p:txBody>
      </p:sp>
      <p:sp>
        <p:nvSpPr>
          <p:cNvPr id="5" name="コンテンツ プレースホルダー 2">
            <a:extLst>
              <a:ext uri="{FF2B5EF4-FFF2-40B4-BE49-F238E27FC236}">
                <a16:creationId xmlns:a16="http://schemas.microsoft.com/office/drawing/2014/main" id="{4223C7E6-23C7-4433-B315-D26905B0474C}"/>
              </a:ext>
            </a:extLst>
          </p:cNvPr>
          <p:cNvSpPr txBox="1">
            <a:spLocks/>
          </p:cNvSpPr>
          <p:nvPr/>
        </p:nvSpPr>
        <p:spPr>
          <a:xfrm>
            <a:off x="631222" y="799401"/>
            <a:ext cx="8858282" cy="325343"/>
          </a:xfrm>
          <a:prstGeom prst="rect">
            <a:avLst/>
          </a:prstGeom>
        </p:spPr>
        <p:txBody>
          <a:bodyPr vert="horz" lIns="74295" tIns="37148" rIns="74295" bIns="37148" rtlCol="0">
            <a:noAutofit/>
          </a:bodyPr>
          <a:lstStyle>
            <a:lvl1pPr marL="228600" indent="-228600" algn="l" defTabSz="914400" rtl="0" eaLnBrk="1" latinLnBrk="0" hangingPunct="1">
              <a:lnSpc>
                <a:spcPct val="90000"/>
              </a:lnSpc>
              <a:spcBef>
                <a:spcPts val="1000"/>
              </a:spcBef>
              <a:buFont typeface="Wingdings 2" pitchFamily="18" charset="2"/>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2" pitchFamily="18" charset="2"/>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2" pitchFamily="18" charset="2"/>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5pPr>
            <a:lvl6pPr marL="25146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6pPr>
            <a:lvl7pPr marL="29718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7pPr>
            <a:lvl8pPr marL="34290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8pPr>
            <a:lvl9pPr marL="38862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9pPr>
          </a:lstStyle>
          <a:p>
            <a:pPr marL="0" indent="0">
              <a:buNone/>
            </a:pPr>
            <a:r>
              <a:rPr lang="ja-JP" altLang="en-US" sz="2400" kern="0" dirty="0">
                <a:solidFill>
                  <a:srgbClr val="002060"/>
                </a:solidFill>
                <a:latin typeface="メイリオ" panose="020B0604030504040204" pitchFamily="50" charset="-128"/>
                <a:ea typeface="メイリオ" panose="020B0604030504040204" pitchFamily="50" charset="-128"/>
              </a:rPr>
              <a:t>データベースのパフォーマンス低下に対してスケーリング対応を実施することが求められる</a:t>
            </a:r>
            <a:endParaRPr lang="en-US" altLang="ja-JP" sz="2400" kern="0" dirty="0">
              <a:solidFill>
                <a:srgbClr val="002060"/>
              </a:solidFill>
              <a:latin typeface="メイリオ" panose="020B0604030504040204" pitchFamily="50" charset="-128"/>
              <a:ea typeface="メイリオ" panose="020B0604030504040204" pitchFamily="50" charset="-128"/>
            </a:endParaRPr>
          </a:p>
        </p:txBody>
      </p:sp>
      <p:pic>
        <p:nvPicPr>
          <p:cNvPr id="11" name="図 10">
            <a:extLst>
              <a:ext uri="{FF2B5EF4-FFF2-40B4-BE49-F238E27FC236}">
                <a16:creationId xmlns:a16="http://schemas.microsoft.com/office/drawing/2014/main" id="{D5B8575D-13D3-4941-B471-EED452E4B41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16696" y="3070627"/>
            <a:ext cx="1137041" cy="1294477"/>
          </a:xfrm>
          <a:prstGeom prst="rect">
            <a:avLst/>
          </a:prstGeom>
        </p:spPr>
      </p:pic>
      <p:sp>
        <p:nvSpPr>
          <p:cNvPr id="12" name="テキスト ボックス 11">
            <a:extLst>
              <a:ext uri="{FF2B5EF4-FFF2-40B4-BE49-F238E27FC236}">
                <a16:creationId xmlns:a16="http://schemas.microsoft.com/office/drawing/2014/main" id="{BEC834C0-46D7-489A-8362-E6B4A61ED991}"/>
              </a:ext>
            </a:extLst>
          </p:cNvPr>
          <p:cNvSpPr txBox="1"/>
          <p:nvPr/>
        </p:nvSpPr>
        <p:spPr>
          <a:xfrm>
            <a:off x="2482606" y="3574683"/>
            <a:ext cx="638316" cy="338554"/>
          </a:xfrm>
          <a:prstGeom prst="rect">
            <a:avLst/>
          </a:prstGeom>
          <a:noFill/>
        </p:spPr>
        <p:txBody>
          <a:bodyPr wrap="none" rtlCol="0">
            <a:spAutoFit/>
          </a:bodyPr>
          <a:lstStyle/>
          <a:p>
            <a:pPr algn="ctr"/>
            <a:r>
              <a:rPr lang="en-US" altLang="ja-JP" b="1" dirty="0">
                <a:solidFill>
                  <a:schemeClr val="bg1"/>
                </a:solidFill>
                <a:latin typeface="メイリオ" panose="020B0604030504040204" pitchFamily="50" charset="-128"/>
                <a:ea typeface="メイリオ" panose="020B0604030504040204" pitchFamily="50" charset="-128"/>
              </a:rPr>
              <a:t>RDS</a:t>
            </a:r>
          </a:p>
        </p:txBody>
      </p:sp>
      <p:sp>
        <p:nvSpPr>
          <p:cNvPr id="2" name="正方形/長方形 1">
            <a:extLst>
              <a:ext uri="{FF2B5EF4-FFF2-40B4-BE49-F238E27FC236}">
                <a16:creationId xmlns:a16="http://schemas.microsoft.com/office/drawing/2014/main" id="{ABC3F7C7-9A47-4802-96A0-375146431A8C}"/>
              </a:ext>
            </a:extLst>
          </p:cNvPr>
          <p:cNvSpPr/>
          <p:nvPr/>
        </p:nvSpPr>
        <p:spPr bwMode="auto">
          <a:xfrm>
            <a:off x="1136576" y="2132856"/>
            <a:ext cx="3312368" cy="3600400"/>
          </a:xfrm>
          <a:prstGeom prst="rect">
            <a:avLst/>
          </a:prstGeom>
          <a:noFill/>
          <a:ln w="12700" cap="flat" cmpd="sng" algn="ctr">
            <a:solidFill>
              <a:schemeClr val="tx1"/>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ja-JP" altLang="en-US" sz="1600" b="0" i="0" u="none" strike="noStrike" cap="none" normalizeH="0" baseline="0">
              <a:ln>
                <a:noFill/>
              </a:ln>
              <a:solidFill>
                <a:schemeClr val="tx1"/>
              </a:solidFill>
              <a:effectLst/>
              <a:latin typeface="ＭＳ Ｐゴシック" pitchFamily="50" charset="-128"/>
              <a:ea typeface="ＭＳ Ｐゴシック" pitchFamily="50" charset="-128"/>
            </a:endParaRPr>
          </a:p>
        </p:txBody>
      </p:sp>
      <p:sp>
        <p:nvSpPr>
          <p:cNvPr id="4" name="テキスト ボックス 3">
            <a:extLst>
              <a:ext uri="{FF2B5EF4-FFF2-40B4-BE49-F238E27FC236}">
                <a16:creationId xmlns:a16="http://schemas.microsoft.com/office/drawing/2014/main" id="{25D9AF4C-C9ED-4264-B0FF-E0D596AFD378}"/>
              </a:ext>
            </a:extLst>
          </p:cNvPr>
          <p:cNvSpPr txBox="1"/>
          <p:nvPr/>
        </p:nvSpPr>
        <p:spPr>
          <a:xfrm>
            <a:off x="1141165" y="2228017"/>
            <a:ext cx="3280065" cy="400110"/>
          </a:xfrm>
          <a:prstGeom prst="rect">
            <a:avLst/>
          </a:prstGeom>
          <a:noFill/>
        </p:spPr>
        <p:txBody>
          <a:bodyPr wrap="none" rtlCol="0">
            <a:spAutoFit/>
          </a:bodyPr>
          <a:lstStyle/>
          <a:p>
            <a:pPr algn="ctr"/>
            <a:r>
              <a:rPr kumimoji="1" lang="en-US" altLang="ja-JP" sz="2000" dirty="0">
                <a:latin typeface="メイリオ" panose="020B0604030504040204" pitchFamily="50" charset="-128"/>
                <a:ea typeface="メイリオ" panose="020B0604030504040204" pitchFamily="50" charset="-128"/>
              </a:rPr>
              <a:t>RDS</a:t>
            </a:r>
            <a:r>
              <a:rPr lang="ja-JP" altLang="en-US" sz="2000" dirty="0">
                <a:latin typeface="メイリオ" panose="020B0604030504040204" pitchFamily="50" charset="-128"/>
                <a:ea typeface="メイリオ" panose="020B0604030504040204" pitchFamily="50" charset="-128"/>
              </a:rPr>
              <a:t>のパフォーマンス低下</a:t>
            </a:r>
            <a:endParaRPr kumimoji="1" lang="ja-JP" altLang="en-US" sz="2000" dirty="0">
              <a:latin typeface="メイリオ" panose="020B0604030504040204" pitchFamily="50" charset="-128"/>
              <a:ea typeface="メイリオ" panose="020B0604030504040204" pitchFamily="50" charset="-128"/>
            </a:endParaRPr>
          </a:p>
        </p:txBody>
      </p:sp>
      <p:sp>
        <p:nvSpPr>
          <p:cNvPr id="6" name="テキスト ボックス 5">
            <a:extLst>
              <a:ext uri="{FF2B5EF4-FFF2-40B4-BE49-F238E27FC236}">
                <a16:creationId xmlns:a16="http://schemas.microsoft.com/office/drawing/2014/main" id="{C955A7B7-6F90-4D09-9D39-2E0A9743FC7C}"/>
              </a:ext>
            </a:extLst>
          </p:cNvPr>
          <p:cNvSpPr txBox="1"/>
          <p:nvPr/>
        </p:nvSpPr>
        <p:spPr>
          <a:xfrm>
            <a:off x="1615381" y="4869160"/>
            <a:ext cx="2486578" cy="584775"/>
          </a:xfrm>
          <a:prstGeom prst="rect">
            <a:avLst/>
          </a:prstGeom>
          <a:noFill/>
        </p:spPr>
        <p:txBody>
          <a:bodyPr wrap="none" rtlCol="0">
            <a:spAutoFit/>
          </a:bodyPr>
          <a:lstStyle/>
          <a:p>
            <a:pPr marL="285750" indent="-285750">
              <a:buFont typeface="Wingdings" panose="05000000000000000000" pitchFamily="2" charset="2"/>
              <a:buChar char="ü"/>
            </a:pPr>
            <a:r>
              <a:rPr kumimoji="1" lang="ja-JP" altLang="en-US" dirty="0">
                <a:latin typeface="メイリオ" panose="020B0604030504040204" pitchFamily="50" charset="-128"/>
                <a:ea typeface="メイリオ" panose="020B0604030504040204" pitchFamily="50" charset="-128"/>
              </a:rPr>
              <a:t>読み込み処理が遅い</a:t>
            </a:r>
            <a:endParaRPr kumimoji="1" lang="en-US" altLang="ja-JP" dirty="0">
              <a:latin typeface="メイリオ" panose="020B0604030504040204" pitchFamily="50" charset="-128"/>
              <a:ea typeface="メイリオ" panose="020B0604030504040204" pitchFamily="50" charset="-128"/>
            </a:endParaRPr>
          </a:p>
          <a:p>
            <a:pPr marL="285750" indent="-285750">
              <a:buFont typeface="Wingdings" panose="05000000000000000000" pitchFamily="2" charset="2"/>
              <a:buChar char="ü"/>
            </a:pPr>
            <a:r>
              <a:rPr lang="ja-JP" altLang="en-US" dirty="0">
                <a:latin typeface="メイリオ" panose="020B0604030504040204" pitchFamily="50" charset="-128"/>
                <a:ea typeface="メイリオ" panose="020B0604030504040204" pitchFamily="50" charset="-128"/>
              </a:rPr>
              <a:t>書き込みが止まる </a:t>
            </a:r>
            <a:r>
              <a:rPr lang="en-US" altLang="ja-JP" dirty="0" err="1">
                <a:latin typeface="メイリオ" panose="020B0604030504040204" pitchFamily="50" charset="-128"/>
                <a:ea typeface="メイリオ" panose="020B0604030504040204" pitchFamily="50" charset="-128"/>
              </a:rPr>
              <a:t>etc</a:t>
            </a:r>
            <a:endParaRPr kumimoji="1" lang="ja-JP" altLang="en-US" dirty="0">
              <a:latin typeface="メイリオ" panose="020B0604030504040204" pitchFamily="50" charset="-128"/>
              <a:ea typeface="メイリオ" panose="020B0604030504040204" pitchFamily="50" charset="-128"/>
            </a:endParaRPr>
          </a:p>
        </p:txBody>
      </p:sp>
      <p:sp>
        <p:nvSpPr>
          <p:cNvPr id="7" name="矢印: 右 6">
            <a:extLst>
              <a:ext uri="{FF2B5EF4-FFF2-40B4-BE49-F238E27FC236}">
                <a16:creationId xmlns:a16="http://schemas.microsoft.com/office/drawing/2014/main" id="{F35F4DE5-4017-4175-9D00-E3250C338E63}"/>
              </a:ext>
            </a:extLst>
          </p:cNvPr>
          <p:cNvSpPr/>
          <p:nvPr/>
        </p:nvSpPr>
        <p:spPr bwMode="auto">
          <a:xfrm>
            <a:off x="4698569" y="3193157"/>
            <a:ext cx="864096" cy="1440160"/>
          </a:xfrm>
          <a:prstGeom prst="rightArrow">
            <a:avLst/>
          </a:prstGeom>
          <a:solidFill>
            <a:schemeClr val="accent2"/>
          </a:solidFill>
          <a:ln w="12700" cap="flat" cmpd="sng" algn="ctr">
            <a:solidFill>
              <a:schemeClr val="accent1"/>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ja-JP" altLang="en-US" sz="1600" b="0" i="0" u="none" strike="noStrike" cap="none" normalizeH="0" baseline="0">
              <a:ln>
                <a:noFill/>
              </a:ln>
              <a:solidFill>
                <a:schemeClr val="tx1"/>
              </a:solidFill>
              <a:effectLst/>
              <a:latin typeface="ＭＳ Ｐゴシック" pitchFamily="50" charset="-128"/>
              <a:ea typeface="ＭＳ Ｐゴシック" pitchFamily="50" charset="-128"/>
            </a:endParaRPr>
          </a:p>
        </p:txBody>
      </p:sp>
      <p:sp>
        <p:nvSpPr>
          <p:cNvPr id="19" name="テキスト ボックス 18">
            <a:extLst>
              <a:ext uri="{FF2B5EF4-FFF2-40B4-BE49-F238E27FC236}">
                <a16:creationId xmlns:a16="http://schemas.microsoft.com/office/drawing/2014/main" id="{86060DA0-61BA-49F4-AE4D-24E738217109}"/>
              </a:ext>
            </a:extLst>
          </p:cNvPr>
          <p:cNvSpPr txBox="1"/>
          <p:nvPr/>
        </p:nvSpPr>
        <p:spPr>
          <a:xfrm>
            <a:off x="5601072" y="3574683"/>
            <a:ext cx="3961341" cy="584775"/>
          </a:xfrm>
          <a:prstGeom prst="rect">
            <a:avLst/>
          </a:prstGeom>
          <a:noFill/>
        </p:spPr>
        <p:txBody>
          <a:bodyPr wrap="none" rtlCol="0">
            <a:spAutoFit/>
          </a:bodyPr>
          <a:lstStyle/>
          <a:p>
            <a:pPr marL="285750" indent="-285750">
              <a:buFont typeface="Wingdings" panose="05000000000000000000" pitchFamily="2" charset="2"/>
              <a:buChar char="ü"/>
            </a:pPr>
            <a:r>
              <a:rPr kumimoji="1" lang="ja-JP" altLang="en-US" dirty="0">
                <a:latin typeface="メイリオ" panose="020B0604030504040204" pitchFamily="50" charset="-128"/>
                <a:ea typeface="メイリオ" panose="020B0604030504040204" pitchFamily="50" charset="-128"/>
              </a:rPr>
              <a:t>スケーリングによってパフォーマンス</a:t>
            </a:r>
            <a:br>
              <a:rPr lang="en-US" altLang="ja-JP" dirty="0">
                <a:latin typeface="メイリオ" panose="020B0604030504040204" pitchFamily="50" charset="-128"/>
                <a:ea typeface="メイリオ" panose="020B0604030504040204" pitchFamily="50" charset="-128"/>
              </a:rPr>
            </a:br>
            <a:r>
              <a:rPr lang="ja-JP" altLang="en-US" dirty="0">
                <a:latin typeface="メイリオ" panose="020B0604030504040204" pitchFamily="50" charset="-128"/>
                <a:ea typeface="メイリオ" panose="020B0604030504040204" pitchFamily="50" charset="-128"/>
              </a:rPr>
              <a:t>を向上させる</a:t>
            </a:r>
            <a:endParaRPr lang="en-US" altLang="ja-JP"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596440834"/>
      </p:ext>
    </p:extLst>
  </p:cSld>
  <p:clrMapOvr>
    <a:masterClrMapping/>
  </p:clrMapOvr>
  <mc:AlternateContent xmlns:mc="http://schemas.openxmlformats.org/markup-compatibility/2006" xmlns:p14="http://schemas.microsoft.com/office/powerpoint/2010/main">
    <mc:Choice Requires="p14">
      <p:transition spd="slow" p14:dur="2000" advTm="34406"/>
    </mc:Choice>
    <mc:Fallback xmlns="">
      <p:transition spd="slow" advTm="34406"/>
    </mc:Fallback>
  </mc:AlternateContent>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タイトル 1">
            <a:extLst>
              <a:ext uri="{FF2B5EF4-FFF2-40B4-BE49-F238E27FC236}">
                <a16:creationId xmlns:a16="http://schemas.microsoft.com/office/drawing/2014/main" id="{48F80BE1-D063-4240-BFC7-C8D243720250}"/>
              </a:ext>
            </a:extLst>
          </p:cNvPr>
          <p:cNvSpPr txBox="1">
            <a:spLocks/>
          </p:cNvSpPr>
          <p:nvPr/>
        </p:nvSpPr>
        <p:spPr bwMode="auto">
          <a:xfrm>
            <a:off x="631222" y="201863"/>
            <a:ext cx="8642258" cy="50208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rtl="0" fontAlgn="base">
              <a:lnSpc>
                <a:spcPct val="90000"/>
              </a:lnSpc>
              <a:spcBef>
                <a:spcPct val="0"/>
              </a:spcBef>
              <a:spcAft>
                <a:spcPct val="0"/>
              </a:spcAft>
              <a:defRPr kumimoji="1" sz="2000">
                <a:solidFill>
                  <a:schemeClr val="tx2"/>
                </a:solidFill>
                <a:latin typeface="游明朝" panose="02020400000000000000" pitchFamily="18" charset="-128"/>
                <a:ea typeface="游明朝" panose="02020400000000000000" pitchFamily="18" charset="-128"/>
                <a:cs typeface="+mj-cs"/>
              </a:defRPr>
            </a:lvl1pPr>
            <a:lvl2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2pPr>
            <a:lvl3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3pPr>
            <a:lvl4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4pPr>
            <a:lvl5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5pPr>
            <a:lvl6pPr marL="4572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6pPr>
            <a:lvl7pPr marL="9144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7pPr>
            <a:lvl8pPr marL="13716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8pPr>
            <a:lvl9pPr marL="18288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9pPr>
          </a:lstStyle>
          <a:p>
            <a:pPr marL="0" indent="0" algn="l">
              <a:buNone/>
            </a:pPr>
            <a:r>
              <a:rPr lang="ja-JP" altLang="en-US" sz="3000" dirty="0">
                <a:solidFill>
                  <a:schemeClr val="tx1"/>
                </a:solidFill>
                <a:latin typeface="メイリオ" panose="020B0604030504040204" pitchFamily="50" charset="-128"/>
                <a:ea typeface="メイリオ" panose="020B0604030504040204" pitchFamily="50" charset="-128"/>
              </a:rPr>
              <a:t>スケーリングのタイプ</a:t>
            </a:r>
            <a:endParaRPr lang="en-US" altLang="ja-JP" sz="3000" dirty="0">
              <a:solidFill>
                <a:schemeClr val="tx1"/>
              </a:solidFill>
              <a:latin typeface="メイリオ" panose="020B0604030504040204" pitchFamily="50" charset="-128"/>
              <a:ea typeface="メイリオ" panose="020B0604030504040204" pitchFamily="50" charset="-128"/>
            </a:endParaRPr>
          </a:p>
        </p:txBody>
      </p:sp>
      <p:sp>
        <p:nvSpPr>
          <p:cNvPr id="5" name="コンテンツ プレースホルダー 2">
            <a:extLst>
              <a:ext uri="{FF2B5EF4-FFF2-40B4-BE49-F238E27FC236}">
                <a16:creationId xmlns:a16="http://schemas.microsoft.com/office/drawing/2014/main" id="{4223C7E6-23C7-4433-B315-D26905B0474C}"/>
              </a:ext>
            </a:extLst>
          </p:cNvPr>
          <p:cNvSpPr txBox="1">
            <a:spLocks/>
          </p:cNvSpPr>
          <p:nvPr/>
        </p:nvSpPr>
        <p:spPr>
          <a:xfrm>
            <a:off x="631222" y="799401"/>
            <a:ext cx="8858282" cy="325343"/>
          </a:xfrm>
          <a:prstGeom prst="rect">
            <a:avLst/>
          </a:prstGeom>
        </p:spPr>
        <p:txBody>
          <a:bodyPr vert="horz" lIns="74295" tIns="37148" rIns="74295" bIns="37148" rtlCol="0">
            <a:noAutofit/>
          </a:bodyPr>
          <a:lstStyle>
            <a:lvl1pPr marL="228600" indent="-228600" algn="l" defTabSz="914400" rtl="0" eaLnBrk="1" latinLnBrk="0" hangingPunct="1">
              <a:lnSpc>
                <a:spcPct val="90000"/>
              </a:lnSpc>
              <a:spcBef>
                <a:spcPts val="1000"/>
              </a:spcBef>
              <a:buFont typeface="Wingdings 2" pitchFamily="18" charset="2"/>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2" pitchFamily="18" charset="2"/>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2" pitchFamily="18" charset="2"/>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5pPr>
            <a:lvl6pPr marL="25146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6pPr>
            <a:lvl7pPr marL="29718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7pPr>
            <a:lvl8pPr marL="34290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8pPr>
            <a:lvl9pPr marL="38862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9pPr>
          </a:lstStyle>
          <a:p>
            <a:pPr marL="0" indent="0">
              <a:buNone/>
            </a:pPr>
            <a:r>
              <a:rPr lang="ja-JP" altLang="en-US" sz="2400" kern="0" dirty="0">
                <a:solidFill>
                  <a:srgbClr val="002060"/>
                </a:solidFill>
                <a:latin typeface="メイリオ" panose="020B0604030504040204" pitchFamily="50" charset="-128"/>
                <a:ea typeface="メイリオ" panose="020B0604030504040204" pitchFamily="50" charset="-128"/>
              </a:rPr>
              <a:t>スケールアップとスケールアウトを実行して</a:t>
            </a:r>
            <a:r>
              <a:rPr lang="en-US" altLang="ja-JP" sz="2400" kern="0" dirty="0">
                <a:solidFill>
                  <a:srgbClr val="002060"/>
                </a:solidFill>
                <a:latin typeface="メイリオ" panose="020B0604030504040204" pitchFamily="50" charset="-128"/>
                <a:ea typeface="メイリオ" panose="020B0604030504040204" pitchFamily="50" charset="-128"/>
              </a:rPr>
              <a:t>RDS</a:t>
            </a:r>
            <a:r>
              <a:rPr lang="ja-JP" altLang="en-US" sz="2400" kern="0" dirty="0">
                <a:solidFill>
                  <a:srgbClr val="002060"/>
                </a:solidFill>
                <a:latin typeface="メイリオ" panose="020B0604030504040204" pitchFamily="50" charset="-128"/>
                <a:ea typeface="メイリオ" panose="020B0604030504040204" pitchFamily="50" charset="-128"/>
              </a:rPr>
              <a:t>のパフォーマンスを向上させる。</a:t>
            </a:r>
            <a:endParaRPr lang="en-US" altLang="ja-JP" sz="2400" kern="0" dirty="0">
              <a:solidFill>
                <a:srgbClr val="002060"/>
              </a:solidFill>
              <a:latin typeface="メイリオ" panose="020B0604030504040204" pitchFamily="50" charset="-128"/>
              <a:ea typeface="メイリオ" panose="020B0604030504040204" pitchFamily="50" charset="-128"/>
            </a:endParaRPr>
          </a:p>
        </p:txBody>
      </p:sp>
      <p:sp>
        <p:nvSpPr>
          <p:cNvPr id="17" name="コンテンツ プレースホルダー 2">
            <a:extLst>
              <a:ext uri="{FF2B5EF4-FFF2-40B4-BE49-F238E27FC236}">
                <a16:creationId xmlns:a16="http://schemas.microsoft.com/office/drawing/2014/main" id="{84324C86-91E8-4420-AECC-CDE2864C9084}"/>
              </a:ext>
            </a:extLst>
          </p:cNvPr>
          <p:cNvSpPr txBox="1">
            <a:spLocks/>
          </p:cNvSpPr>
          <p:nvPr/>
        </p:nvSpPr>
        <p:spPr bwMode="auto">
          <a:xfrm>
            <a:off x="920552" y="3284984"/>
            <a:ext cx="3888432" cy="1008112"/>
          </a:xfrm>
          <a:prstGeom prst="rect">
            <a:avLst/>
          </a:prstGeom>
          <a:solidFill>
            <a:schemeClr val="bg1"/>
          </a:solidFill>
          <a:ln w="9525">
            <a:solidFill>
              <a:srgbClr val="F0861E"/>
            </a:solid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pPr algn="ctr"/>
            <a:r>
              <a:rPr lang="en-US" altLang="ja-JP" dirty="0">
                <a:latin typeface="メイリオ" panose="020B0604030504040204" pitchFamily="50" charset="-128"/>
                <a:ea typeface="メイリオ" panose="020B0604030504040204" pitchFamily="50" charset="-128"/>
              </a:rPr>
              <a:t>【</a:t>
            </a:r>
            <a:r>
              <a:rPr lang="ja-JP" altLang="en-US" dirty="0">
                <a:latin typeface="メイリオ" panose="020B0604030504040204" pitchFamily="50" charset="-128"/>
                <a:ea typeface="メイリオ" panose="020B0604030504040204" pitchFamily="50" charset="-128"/>
              </a:rPr>
              <a:t>拡張方法</a:t>
            </a:r>
            <a:r>
              <a:rPr lang="en-US" altLang="ja-JP" dirty="0">
                <a:latin typeface="メイリオ" panose="020B0604030504040204" pitchFamily="50" charset="-128"/>
                <a:ea typeface="メイリオ" panose="020B0604030504040204" pitchFamily="50" charset="-128"/>
              </a:rPr>
              <a:t>】</a:t>
            </a:r>
          </a:p>
          <a:p>
            <a:r>
              <a:rPr lang="ja-JP" altLang="en-US" dirty="0">
                <a:latin typeface="メイリオ" panose="020B0604030504040204" pitchFamily="50" charset="-128"/>
                <a:ea typeface="メイリオ" panose="020B0604030504040204" pitchFamily="50" charset="-128"/>
              </a:rPr>
              <a:t>スケールアップ：メモリや</a:t>
            </a:r>
            <a:r>
              <a:rPr lang="en-US" altLang="ja-JP" dirty="0">
                <a:latin typeface="メイリオ" panose="020B0604030504040204" pitchFamily="50" charset="-128"/>
                <a:ea typeface="メイリオ" panose="020B0604030504040204" pitchFamily="50" charset="-128"/>
              </a:rPr>
              <a:t>CPU</a:t>
            </a:r>
            <a:r>
              <a:rPr lang="ja-JP" altLang="en-US" dirty="0">
                <a:latin typeface="メイリオ" panose="020B0604030504040204" pitchFamily="50" charset="-128"/>
                <a:ea typeface="メイリオ" panose="020B0604030504040204" pitchFamily="50" charset="-128"/>
              </a:rPr>
              <a:t>の追加・増強</a:t>
            </a:r>
            <a:endParaRPr lang="en-US" altLang="ja-JP" dirty="0">
              <a:latin typeface="メイリオ" panose="020B0604030504040204" pitchFamily="50" charset="-128"/>
              <a:ea typeface="メイリオ" panose="020B0604030504040204" pitchFamily="50" charset="-128"/>
            </a:endParaRPr>
          </a:p>
        </p:txBody>
      </p:sp>
      <p:sp>
        <p:nvSpPr>
          <p:cNvPr id="18" name="コンテンツ プレースホルダー 2">
            <a:extLst>
              <a:ext uri="{FF2B5EF4-FFF2-40B4-BE49-F238E27FC236}">
                <a16:creationId xmlns:a16="http://schemas.microsoft.com/office/drawing/2014/main" id="{9EABB522-ABAC-4100-8A16-5BD3DEB8549C}"/>
              </a:ext>
            </a:extLst>
          </p:cNvPr>
          <p:cNvSpPr txBox="1">
            <a:spLocks/>
          </p:cNvSpPr>
          <p:nvPr/>
        </p:nvSpPr>
        <p:spPr bwMode="auto">
          <a:xfrm>
            <a:off x="920552" y="2276872"/>
            <a:ext cx="3888432" cy="859072"/>
          </a:xfrm>
          <a:prstGeom prst="rect">
            <a:avLst/>
          </a:prstGeom>
          <a:solidFill>
            <a:srgbClr val="F0861E"/>
          </a:solidFill>
          <a:ln w="9525">
            <a:no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pPr algn="ctr"/>
            <a:r>
              <a:rPr lang="ja-JP" altLang="en-US" sz="2000" b="1" kern="0" dirty="0">
                <a:solidFill>
                  <a:schemeClr val="bg1"/>
                </a:solidFill>
                <a:latin typeface="メイリオ" panose="020B0604030504040204" pitchFamily="50" charset="-128"/>
                <a:ea typeface="メイリオ" panose="020B0604030504040204" pitchFamily="50" charset="-128"/>
              </a:rPr>
              <a:t>垂直スケーリング</a:t>
            </a:r>
            <a:endParaRPr lang="en-US" altLang="ja-JP" sz="2000" b="1" kern="0" dirty="0">
              <a:solidFill>
                <a:schemeClr val="bg1"/>
              </a:solidFill>
              <a:latin typeface="メイリオ" panose="020B0604030504040204" pitchFamily="50" charset="-128"/>
              <a:ea typeface="メイリオ" panose="020B0604030504040204" pitchFamily="50" charset="-128"/>
            </a:endParaRPr>
          </a:p>
        </p:txBody>
      </p:sp>
      <p:sp>
        <p:nvSpPr>
          <p:cNvPr id="20" name="コンテンツ プレースホルダー 2">
            <a:extLst>
              <a:ext uri="{FF2B5EF4-FFF2-40B4-BE49-F238E27FC236}">
                <a16:creationId xmlns:a16="http://schemas.microsoft.com/office/drawing/2014/main" id="{BBFB94EA-8FD2-46C2-A533-167FD05A2111}"/>
              </a:ext>
            </a:extLst>
          </p:cNvPr>
          <p:cNvSpPr txBox="1">
            <a:spLocks/>
          </p:cNvSpPr>
          <p:nvPr/>
        </p:nvSpPr>
        <p:spPr bwMode="auto">
          <a:xfrm>
            <a:off x="5025008" y="2276872"/>
            <a:ext cx="3888432" cy="859072"/>
          </a:xfrm>
          <a:prstGeom prst="rect">
            <a:avLst/>
          </a:prstGeom>
          <a:solidFill>
            <a:srgbClr val="F0861E"/>
          </a:solidFill>
          <a:ln w="9525">
            <a:no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pPr algn="ctr"/>
            <a:r>
              <a:rPr lang="ja-JP" altLang="en-US" sz="2000" b="1" kern="0" dirty="0">
                <a:solidFill>
                  <a:schemeClr val="bg1"/>
                </a:solidFill>
                <a:latin typeface="メイリオ" panose="020B0604030504040204" pitchFamily="50" charset="-128"/>
                <a:ea typeface="メイリオ" panose="020B0604030504040204" pitchFamily="50" charset="-128"/>
              </a:rPr>
              <a:t>水平スケーリング</a:t>
            </a:r>
            <a:endParaRPr lang="en-US" altLang="ja-JP" sz="2000" b="1" kern="0" dirty="0">
              <a:solidFill>
                <a:schemeClr val="bg1"/>
              </a:solidFill>
              <a:latin typeface="メイリオ" panose="020B0604030504040204" pitchFamily="50" charset="-128"/>
              <a:ea typeface="メイリオ" panose="020B0604030504040204" pitchFamily="50" charset="-128"/>
            </a:endParaRPr>
          </a:p>
        </p:txBody>
      </p:sp>
      <p:sp>
        <p:nvSpPr>
          <p:cNvPr id="48" name="コンテンツ プレースホルダー 2">
            <a:extLst>
              <a:ext uri="{FF2B5EF4-FFF2-40B4-BE49-F238E27FC236}">
                <a16:creationId xmlns:a16="http://schemas.microsoft.com/office/drawing/2014/main" id="{87711C4C-E838-4055-B15C-EABA385235C1}"/>
              </a:ext>
            </a:extLst>
          </p:cNvPr>
          <p:cNvSpPr txBox="1">
            <a:spLocks/>
          </p:cNvSpPr>
          <p:nvPr/>
        </p:nvSpPr>
        <p:spPr bwMode="auto">
          <a:xfrm>
            <a:off x="920552" y="4365104"/>
            <a:ext cx="3888432" cy="1008112"/>
          </a:xfrm>
          <a:prstGeom prst="rect">
            <a:avLst/>
          </a:prstGeom>
          <a:solidFill>
            <a:schemeClr val="bg1"/>
          </a:solidFill>
          <a:ln w="9525">
            <a:solidFill>
              <a:srgbClr val="F0861E"/>
            </a:solid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pPr algn="ctr"/>
            <a:r>
              <a:rPr lang="en-US" altLang="ja-JP" dirty="0">
                <a:latin typeface="メイリオ" panose="020B0604030504040204" pitchFamily="50" charset="-128"/>
                <a:ea typeface="メイリオ" panose="020B0604030504040204" pitchFamily="50" charset="-128"/>
              </a:rPr>
              <a:t>【</a:t>
            </a:r>
            <a:r>
              <a:rPr lang="ja-JP" altLang="en-US" dirty="0">
                <a:latin typeface="メイリオ" panose="020B0604030504040204" pitchFamily="50" charset="-128"/>
                <a:ea typeface="メイリオ" panose="020B0604030504040204" pitchFamily="50" charset="-128"/>
              </a:rPr>
              <a:t>低減方法</a:t>
            </a:r>
            <a:r>
              <a:rPr lang="en-US" altLang="ja-JP" dirty="0">
                <a:latin typeface="メイリオ" panose="020B0604030504040204" pitchFamily="50" charset="-128"/>
                <a:ea typeface="メイリオ" panose="020B0604030504040204" pitchFamily="50" charset="-128"/>
              </a:rPr>
              <a:t>】</a:t>
            </a:r>
          </a:p>
          <a:p>
            <a:r>
              <a:rPr lang="ja-JP" altLang="en-US" dirty="0">
                <a:latin typeface="メイリオ" panose="020B0604030504040204" pitchFamily="50" charset="-128"/>
                <a:ea typeface="メイリオ" panose="020B0604030504040204" pitchFamily="50" charset="-128"/>
              </a:rPr>
              <a:t>スケールダウン：メモリや</a:t>
            </a:r>
            <a:r>
              <a:rPr lang="en-US" altLang="ja-JP" dirty="0">
                <a:latin typeface="メイリオ" panose="020B0604030504040204" pitchFamily="50" charset="-128"/>
                <a:ea typeface="メイリオ" panose="020B0604030504040204" pitchFamily="50" charset="-128"/>
              </a:rPr>
              <a:t>CPU</a:t>
            </a:r>
            <a:r>
              <a:rPr lang="ja-JP" altLang="en-US" dirty="0">
                <a:latin typeface="メイリオ" panose="020B0604030504040204" pitchFamily="50" charset="-128"/>
                <a:ea typeface="メイリオ" panose="020B0604030504040204" pitchFamily="50" charset="-128"/>
              </a:rPr>
              <a:t>の削減・低性能化</a:t>
            </a:r>
            <a:endParaRPr lang="en-US" altLang="ja-JP" dirty="0">
              <a:latin typeface="メイリオ" panose="020B0604030504040204" pitchFamily="50" charset="-128"/>
              <a:ea typeface="メイリオ" panose="020B0604030504040204" pitchFamily="50" charset="-128"/>
            </a:endParaRPr>
          </a:p>
        </p:txBody>
      </p:sp>
      <p:sp>
        <p:nvSpPr>
          <p:cNvPr id="49" name="コンテンツ プレースホルダー 2">
            <a:extLst>
              <a:ext uri="{FF2B5EF4-FFF2-40B4-BE49-F238E27FC236}">
                <a16:creationId xmlns:a16="http://schemas.microsoft.com/office/drawing/2014/main" id="{48BF52DE-F74C-4194-8B94-E71AD1F16F21}"/>
              </a:ext>
            </a:extLst>
          </p:cNvPr>
          <p:cNvSpPr txBox="1">
            <a:spLocks/>
          </p:cNvSpPr>
          <p:nvPr/>
        </p:nvSpPr>
        <p:spPr bwMode="auto">
          <a:xfrm>
            <a:off x="5025008" y="3284984"/>
            <a:ext cx="3888432" cy="1008112"/>
          </a:xfrm>
          <a:prstGeom prst="rect">
            <a:avLst/>
          </a:prstGeom>
          <a:solidFill>
            <a:schemeClr val="bg1"/>
          </a:solidFill>
          <a:ln w="9525">
            <a:solidFill>
              <a:srgbClr val="F0861E"/>
            </a:solid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pPr algn="ctr"/>
            <a:r>
              <a:rPr lang="en-US" altLang="ja-JP" dirty="0">
                <a:latin typeface="メイリオ" panose="020B0604030504040204" pitchFamily="50" charset="-128"/>
                <a:ea typeface="メイリオ" panose="020B0604030504040204" pitchFamily="50" charset="-128"/>
              </a:rPr>
              <a:t>【</a:t>
            </a:r>
            <a:r>
              <a:rPr lang="ja-JP" altLang="en-US" dirty="0">
                <a:latin typeface="メイリオ" panose="020B0604030504040204" pitchFamily="50" charset="-128"/>
                <a:ea typeface="メイリオ" panose="020B0604030504040204" pitchFamily="50" charset="-128"/>
              </a:rPr>
              <a:t>拡張方法</a:t>
            </a:r>
            <a:r>
              <a:rPr lang="en-US" altLang="ja-JP" dirty="0">
                <a:latin typeface="メイリオ" panose="020B0604030504040204" pitchFamily="50" charset="-128"/>
                <a:ea typeface="メイリオ" panose="020B0604030504040204" pitchFamily="50" charset="-128"/>
              </a:rPr>
              <a:t>】</a:t>
            </a:r>
          </a:p>
          <a:p>
            <a:r>
              <a:rPr lang="ja-JP" altLang="en-US" dirty="0">
                <a:latin typeface="メイリオ" panose="020B0604030504040204" pitchFamily="50" charset="-128"/>
                <a:ea typeface="メイリオ" panose="020B0604030504040204" pitchFamily="50" charset="-128"/>
              </a:rPr>
              <a:t>スケールアウト：処理する機器／サーバー台数を増加する</a:t>
            </a:r>
            <a:endParaRPr lang="en-US" altLang="ja-JP" dirty="0">
              <a:latin typeface="メイリオ" panose="020B0604030504040204" pitchFamily="50" charset="-128"/>
              <a:ea typeface="メイリオ" panose="020B0604030504040204" pitchFamily="50" charset="-128"/>
            </a:endParaRPr>
          </a:p>
        </p:txBody>
      </p:sp>
      <p:sp>
        <p:nvSpPr>
          <p:cNvPr id="50" name="コンテンツ プレースホルダー 2">
            <a:extLst>
              <a:ext uri="{FF2B5EF4-FFF2-40B4-BE49-F238E27FC236}">
                <a16:creationId xmlns:a16="http://schemas.microsoft.com/office/drawing/2014/main" id="{4E444EA5-E289-4781-82CE-E12D0CB98005}"/>
              </a:ext>
            </a:extLst>
          </p:cNvPr>
          <p:cNvSpPr txBox="1">
            <a:spLocks/>
          </p:cNvSpPr>
          <p:nvPr/>
        </p:nvSpPr>
        <p:spPr bwMode="auto">
          <a:xfrm>
            <a:off x="5025008" y="4365104"/>
            <a:ext cx="3888432" cy="1008112"/>
          </a:xfrm>
          <a:prstGeom prst="rect">
            <a:avLst/>
          </a:prstGeom>
          <a:solidFill>
            <a:schemeClr val="bg1"/>
          </a:solidFill>
          <a:ln w="9525">
            <a:solidFill>
              <a:srgbClr val="F0861E"/>
            </a:solid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pPr algn="ctr"/>
            <a:r>
              <a:rPr lang="en-US" altLang="ja-JP" dirty="0">
                <a:latin typeface="メイリオ" panose="020B0604030504040204" pitchFamily="50" charset="-128"/>
                <a:ea typeface="メイリオ" panose="020B0604030504040204" pitchFamily="50" charset="-128"/>
              </a:rPr>
              <a:t>【</a:t>
            </a:r>
            <a:r>
              <a:rPr lang="ja-JP" altLang="en-US" dirty="0">
                <a:latin typeface="メイリオ" panose="020B0604030504040204" pitchFamily="50" charset="-128"/>
                <a:ea typeface="メイリオ" panose="020B0604030504040204" pitchFamily="50" charset="-128"/>
              </a:rPr>
              <a:t>低減方法</a:t>
            </a:r>
            <a:r>
              <a:rPr lang="en-US" altLang="ja-JP" dirty="0">
                <a:latin typeface="メイリオ" panose="020B0604030504040204" pitchFamily="50" charset="-128"/>
                <a:ea typeface="メイリオ" panose="020B0604030504040204" pitchFamily="50" charset="-128"/>
              </a:rPr>
              <a:t>】</a:t>
            </a:r>
          </a:p>
          <a:p>
            <a:r>
              <a:rPr lang="ja-JP" altLang="en-US" dirty="0">
                <a:latin typeface="メイリオ" panose="020B0604030504040204" pitchFamily="50" charset="-128"/>
                <a:ea typeface="メイリオ" panose="020B0604030504040204" pitchFamily="50" charset="-128"/>
              </a:rPr>
              <a:t>スケールイン：処理する機器／サーバー台数を低減する</a:t>
            </a:r>
            <a:endParaRPr lang="en-US" altLang="ja-JP"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508046363"/>
      </p:ext>
    </p:extLst>
  </p:cSld>
  <p:clrMapOvr>
    <a:masterClrMapping/>
  </p:clrMapOvr>
  <mc:AlternateContent xmlns:mc="http://schemas.openxmlformats.org/markup-compatibility/2006" xmlns:p14="http://schemas.microsoft.com/office/powerpoint/2010/main">
    <mc:Choice Requires="p14">
      <p:transition spd="slow" p14:dur="2000" advTm="96492"/>
    </mc:Choice>
    <mc:Fallback xmlns="">
      <p:transition spd="slow" advTm="96492"/>
    </mc:Fallback>
  </mc:AlternateContent>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タイトル 1">
            <a:extLst>
              <a:ext uri="{FF2B5EF4-FFF2-40B4-BE49-F238E27FC236}">
                <a16:creationId xmlns:a16="http://schemas.microsoft.com/office/drawing/2014/main" id="{48F80BE1-D063-4240-BFC7-C8D243720250}"/>
              </a:ext>
            </a:extLst>
          </p:cNvPr>
          <p:cNvSpPr txBox="1">
            <a:spLocks/>
          </p:cNvSpPr>
          <p:nvPr/>
        </p:nvSpPr>
        <p:spPr bwMode="auto">
          <a:xfrm>
            <a:off x="631222" y="201863"/>
            <a:ext cx="8642258" cy="50208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rtl="0" fontAlgn="base">
              <a:lnSpc>
                <a:spcPct val="90000"/>
              </a:lnSpc>
              <a:spcBef>
                <a:spcPct val="0"/>
              </a:spcBef>
              <a:spcAft>
                <a:spcPct val="0"/>
              </a:spcAft>
              <a:defRPr kumimoji="1" sz="2000">
                <a:solidFill>
                  <a:schemeClr val="tx2"/>
                </a:solidFill>
                <a:latin typeface="游明朝" panose="02020400000000000000" pitchFamily="18" charset="-128"/>
                <a:ea typeface="游明朝" panose="02020400000000000000" pitchFamily="18" charset="-128"/>
                <a:cs typeface="+mj-cs"/>
              </a:defRPr>
            </a:lvl1pPr>
            <a:lvl2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2pPr>
            <a:lvl3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3pPr>
            <a:lvl4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4pPr>
            <a:lvl5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5pPr>
            <a:lvl6pPr marL="4572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6pPr>
            <a:lvl7pPr marL="9144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7pPr>
            <a:lvl8pPr marL="13716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8pPr>
            <a:lvl9pPr marL="18288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9pPr>
          </a:lstStyle>
          <a:p>
            <a:pPr marL="0" indent="0" algn="l">
              <a:buNone/>
            </a:pPr>
            <a:r>
              <a:rPr lang="ja-JP" altLang="en-US" sz="3000" dirty="0">
                <a:solidFill>
                  <a:schemeClr val="tx1"/>
                </a:solidFill>
                <a:latin typeface="メイリオ" panose="020B0604030504040204" pitchFamily="50" charset="-128"/>
                <a:ea typeface="メイリオ" panose="020B0604030504040204" pitchFamily="50" charset="-128"/>
              </a:rPr>
              <a:t>スケーリングのタイプ</a:t>
            </a:r>
            <a:endParaRPr lang="en-US" altLang="ja-JP" sz="3000" dirty="0">
              <a:solidFill>
                <a:schemeClr val="tx1"/>
              </a:solidFill>
              <a:latin typeface="メイリオ" panose="020B0604030504040204" pitchFamily="50" charset="-128"/>
              <a:ea typeface="メイリオ" panose="020B0604030504040204" pitchFamily="50" charset="-128"/>
            </a:endParaRPr>
          </a:p>
        </p:txBody>
      </p:sp>
      <p:sp>
        <p:nvSpPr>
          <p:cNvPr id="5" name="コンテンツ プレースホルダー 2">
            <a:extLst>
              <a:ext uri="{FF2B5EF4-FFF2-40B4-BE49-F238E27FC236}">
                <a16:creationId xmlns:a16="http://schemas.microsoft.com/office/drawing/2014/main" id="{4223C7E6-23C7-4433-B315-D26905B0474C}"/>
              </a:ext>
            </a:extLst>
          </p:cNvPr>
          <p:cNvSpPr txBox="1">
            <a:spLocks/>
          </p:cNvSpPr>
          <p:nvPr/>
        </p:nvSpPr>
        <p:spPr>
          <a:xfrm>
            <a:off x="631222" y="799401"/>
            <a:ext cx="8858282" cy="325343"/>
          </a:xfrm>
          <a:prstGeom prst="rect">
            <a:avLst/>
          </a:prstGeom>
        </p:spPr>
        <p:txBody>
          <a:bodyPr vert="horz" lIns="74295" tIns="37148" rIns="74295" bIns="37148" rtlCol="0">
            <a:noAutofit/>
          </a:bodyPr>
          <a:lstStyle>
            <a:lvl1pPr marL="228600" indent="-228600" algn="l" defTabSz="914400" rtl="0" eaLnBrk="1" latinLnBrk="0" hangingPunct="1">
              <a:lnSpc>
                <a:spcPct val="90000"/>
              </a:lnSpc>
              <a:spcBef>
                <a:spcPts val="1000"/>
              </a:spcBef>
              <a:buFont typeface="Wingdings 2" pitchFamily="18" charset="2"/>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2" pitchFamily="18" charset="2"/>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2" pitchFamily="18" charset="2"/>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5pPr>
            <a:lvl6pPr marL="25146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6pPr>
            <a:lvl7pPr marL="29718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7pPr>
            <a:lvl8pPr marL="34290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8pPr>
            <a:lvl9pPr marL="38862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9pPr>
          </a:lstStyle>
          <a:p>
            <a:pPr marL="0" indent="0">
              <a:buNone/>
            </a:pPr>
            <a:r>
              <a:rPr lang="ja-JP" altLang="en-US" sz="2400" kern="0" dirty="0">
                <a:solidFill>
                  <a:srgbClr val="002060"/>
                </a:solidFill>
                <a:latin typeface="メイリオ" panose="020B0604030504040204" pitchFamily="50" charset="-128"/>
                <a:ea typeface="メイリオ" panose="020B0604030504040204" pitchFamily="50" charset="-128"/>
              </a:rPr>
              <a:t>スケーリングタイプは垂直スケーリングと水平スケーリングの</a:t>
            </a:r>
            <a:r>
              <a:rPr lang="en-US" altLang="ja-JP" sz="2400" kern="0" dirty="0">
                <a:solidFill>
                  <a:srgbClr val="002060"/>
                </a:solidFill>
                <a:latin typeface="メイリオ" panose="020B0604030504040204" pitchFamily="50" charset="-128"/>
                <a:ea typeface="メイリオ" panose="020B0604030504040204" pitchFamily="50" charset="-128"/>
              </a:rPr>
              <a:t>2</a:t>
            </a:r>
            <a:r>
              <a:rPr lang="ja-JP" altLang="en-US" sz="2400" kern="0" dirty="0">
                <a:solidFill>
                  <a:srgbClr val="002060"/>
                </a:solidFill>
                <a:latin typeface="メイリオ" panose="020B0604030504040204" pitchFamily="50" charset="-128"/>
                <a:ea typeface="メイリオ" panose="020B0604030504040204" pitchFamily="50" charset="-128"/>
              </a:rPr>
              <a:t>タイプがある。</a:t>
            </a:r>
            <a:endParaRPr lang="en-US" altLang="ja-JP" sz="2400" kern="0" dirty="0">
              <a:solidFill>
                <a:srgbClr val="002060"/>
              </a:solidFill>
              <a:latin typeface="メイリオ" panose="020B0604030504040204" pitchFamily="50" charset="-128"/>
              <a:ea typeface="メイリオ" panose="020B0604030504040204" pitchFamily="50" charset="-128"/>
            </a:endParaRPr>
          </a:p>
        </p:txBody>
      </p:sp>
      <p:sp>
        <p:nvSpPr>
          <p:cNvPr id="17" name="コンテンツ プレースホルダー 2">
            <a:extLst>
              <a:ext uri="{FF2B5EF4-FFF2-40B4-BE49-F238E27FC236}">
                <a16:creationId xmlns:a16="http://schemas.microsoft.com/office/drawing/2014/main" id="{84324C86-91E8-4420-AECC-CDE2864C9084}"/>
              </a:ext>
            </a:extLst>
          </p:cNvPr>
          <p:cNvSpPr txBox="1">
            <a:spLocks/>
          </p:cNvSpPr>
          <p:nvPr/>
        </p:nvSpPr>
        <p:spPr bwMode="auto">
          <a:xfrm>
            <a:off x="920552" y="3284984"/>
            <a:ext cx="3888432" cy="1008112"/>
          </a:xfrm>
          <a:prstGeom prst="rect">
            <a:avLst/>
          </a:prstGeom>
          <a:solidFill>
            <a:schemeClr val="accent2">
              <a:lumMod val="20000"/>
              <a:lumOff val="80000"/>
            </a:schemeClr>
          </a:solidFill>
          <a:ln w="9525">
            <a:solidFill>
              <a:srgbClr val="F0861E"/>
            </a:solid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pPr algn="ctr"/>
            <a:r>
              <a:rPr lang="en-US" altLang="ja-JP" dirty="0">
                <a:latin typeface="メイリオ" panose="020B0604030504040204" pitchFamily="50" charset="-128"/>
                <a:ea typeface="メイリオ" panose="020B0604030504040204" pitchFamily="50" charset="-128"/>
              </a:rPr>
              <a:t>【</a:t>
            </a:r>
            <a:r>
              <a:rPr lang="ja-JP" altLang="en-US" dirty="0">
                <a:latin typeface="メイリオ" panose="020B0604030504040204" pitchFamily="50" charset="-128"/>
                <a:ea typeface="メイリオ" panose="020B0604030504040204" pitchFamily="50" charset="-128"/>
              </a:rPr>
              <a:t>拡張方法</a:t>
            </a:r>
            <a:r>
              <a:rPr lang="en-US" altLang="ja-JP" dirty="0">
                <a:latin typeface="メイリオ" panose="020B0604030504040204" pitchFamily="50" charset="-128"/>
                <a:ea typeface="メイリオ" panose="020B0604030504040204" pitchFamily="50" charset="-128"/>
              </a:rPr>
              <a:t>】</a:t>
            </a:r>
          </a:p>
          <a:p>
            <a:r>
              <a:rPr lang="ja-JP" altLang="en-US" dirty="0">
                <a:latin typeface="メイリオ" panose="020B0604030504040204" pitchFamily="50" charset="-128"/>
                <a:ea typeface="メイリオ" panose="020B0604030504040204" pitchFamily="50" charset="-128"/>
              </a:rPr>
              <a:t>スケールアップ：メモリや</a:t>
            </a:r>
            <a:r>
              <a:rPr lang="en-US" altLang="ja-JP" dirty="0">
                <a:latin typeface="メイリオ" panose="020B0604030504040204" pitchFamily="50" charset="-128"/>
                <a:ea typeface="メイリオ" panose="020B0604030504040204" pitchFamily="50" charset="-128"/>
              </a:rPr>
              <a:t>CPU</a:t>
            </a:r>
            <a:r>
              <a:rPr lang="ja-JP" altLang="en-US" dirty="0">
                <a:latin typeface="メイリオ" panose="020B0604030504040204" pitchFamily="50" charset="-128"/>
                <a:ea typeface="メイリオ" panose="020B0604030504040204" pitchFamily="50" charset="-128"/>
              </a:rPr>
              <a:t>の追加・増強</a:t>
            </a:r>
            <a:endParaRPr lang="en-US" altLang="ja-JP" dirty="0">
              <a:latin typeface="メイリオ" panose="020B0604030504040204" pitchFamily="50" charset="-128"/>
              <a:ea typeface="メイリオ" panose="020B0604030504040204" pitchFamily="50" charset="-128"/>
            </a:endParaRPr>
          </a:p>
        </p:txBody>
      </p:sp>
      <p:sp>
        <p:nvSpPr>
          <p:cNvPr id="18" name="コンテンツ プレースホルダー 2">
            <a:extLst>
              <a:ext uri="{FF2B5EF4-FFF2-40B4-BE49-F238E27FC236}">
                <a16:creationId xmlns:a16="http://schemas.microsoft.com/office/drawing/2014/main" id="{9EABB522-ABAC-4100-8A16-5BD3DEB8549C}"/>
              </a:ext>
            </a:extLst>
          </p:cNvPr>
          <p:cNvSpPr txBox="1">
            <a:spLocks/>
          </p:cNvSpPr>
          <p:nvPr/>
        </p:nvSpPr>
        <p:spPr bwMode="auto">
          <a:xfrm>
            <a:off x="920552" y="2276872"/>
            <a:ext cx="3888432" cy="859072"/>
          </a:xfrm>
          <a:prstGeom prst="rect">
            <a:avLst/>
          </a:prstGeom>
          <a:solidFill>
            <a:srgbClr val="F0861E"/>
          </a:solidFill>
          <a:ln w="9525">
            <a:no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pPr algn="ctr"/>
            <a:r>
              <a:rPr lang="ja-JP" altLang="en-US" sz="2000" b="1" kern="0" dirty="0">
                <a:solidFill>
                  <a:schemeClr val="bg1"/>
                </a:solidFill>
                <a:latin typeface="メイリオ" panose="020B0604030504040204" pitchFamily="50" charset="-128"/>
                <a:ea typeface="メイリオ" panose="020B0604030504040204" pitchFamily="50" charset="-128"/>
              </a:rPr>
              <a:t>垂直スケーリング</a:t>
            </a:r>
            <a:endParaRPr lang="en-US" altLang="ja-JP" sz="2000" b="1" kern="0" dirty="0">
              <a:solidFill>
                <a:schemeClr val="bg1"/>
              </a:solidFill>
              <a:latin typeface="メイリオ" panose="020B0604030504040204" pitchFamily="50" charset="-128"/>
              <a:ea typeface="メイリオ" panose="020B0604030504040204" pitchFamily="50" charset="-128"/>
            </a:endParaRPr>
          </a:p>
        </p:txBody>
      </p:sp>
      <p:sp>
        <p:nvSpPr>
          <p:cNvPr id="20" name="コンテンツ プレースホルダー 2">
            <a:extLst>
              <a:ext uri="{FF2B5EF4-FFF2-40B4-BE49-F238E27FC236}">
                <a16:creationId xmlns:a16="http://schemas.microsoft.com/office/drawing/2014/main" id="{BBFB94EA-8FD2-46C2-A533-167FD05A2111}"/>
              </a:ext>
            </a:extLst>
          </p:cNvPr>
          <p:cNvSpPr txBox="1">
            <a:spLocks/>
          </p:cNvSpPr>
          <p:nvPr/>
        </p:nvSpPr>
        <p:spPr bwMode="auto">
          <a:xfrm>
            <a:off x="5025008" y="2276872"/>
            <a:ext cx="3888432" cy="859072"/>
          </a:xfrm>
          <a:prstGeom prst="rect">
            <a:avLst/>
          </a:prstGeom>
          <a:solidFill>
            <a:srgbClr val="F0861E"/>
          </a:solidFill>
          <a:ln w="9525">
            <a:no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pPr algn="ctr"/>
            <a:r>
              <a:rPr lang="ja-JP" altLang="en-US" sz="2000" b="1" kern="0" dirty="0">
                <a:solidFill>
                  <a:schemeClr val="bg1"/>
                </a:solidFill>
                <a:latin typeface="メイリオ" panose="020B0604030504040204" pitchFamily="50" charset="-128"/>
                <a:ea typeface="メイリオ" panose="020B0604030504040204" pitchFamily="50" charset="-128"/>
              </a:rPr>
              <a:t>水平スケーリング</a:t>
            </a:r>
            <a:endParaRPr lang="en-US" altLang="ja-JP" sz="2000" b="1" kern="0" dirty="0">
              <a:solidFill>
                <a:schemeClr val="bg1"/>
              </a:solidFill>
              <a:latin typeface="メイリオ" panose="020B0604030504040204" pitchFamily="50" charset="-128"/>
              <a:ea typeface="メイリオ" panose="020B0604030504040204" pitchFamily="50" charset="-128"/>
            </a:endParaRPr>
          </a:p>
        </p:txBody>
      </p:sp>
      <p:sp>
        <p:nvSpPr>
          <p:cNvPr id="48" name="コンテンツ プレースホルダー 2">
            <a:extLst>
              <a:ext uri="{FF2B5EF4-FFF2-40B4-BE49-F238E27FC236}">
                <a16:creationId xmlns:a16="http://schemas.microsoft.com/office/drawing/2014/main" id="{87711C4C-E838-4055-B15C-EABA385235C1}"/>
              </a:ext>
            </a:extLst>
          </p:cNvPr>
          <p:cNvSpPr txBox="1">
            <a:spLocks/>
          </p:cNvSpPr>
          <p:nvPr/>
        </p:nvSpPr>
        <p:spPr bwMode="auto">
          <a:xfrm>
            <a:off x="920552" y="4365104"/>
            <a:ext cx="3888432" cy="1008112"/>
          </a:xfrm>
          <a:prstGeom prst="rect">
            <a:avLst/>
          </a:prstGeom>
          <a:solidFill>
            <a:schemeClr val="bg1"/>
          </a:solidFill>
          <a:ln w="9525">
            <a:solidFill>
              <a:srgbClr val="F0861E"/>
            </a:solid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pPr algn="ctr"/>
            <a:r>
              <a:rPr lang="en-US" altLang="ja-JP" dirty="0">
                <a:latin typeface="メイリオ" panose="020B0604030504040204" pitchFamily="50" charset="-128"/>
                <a:ea typeface="メイリオ" panose="020B0604030504040204" pitchFamily="50" charset="-128"/>
              </a:rPr>
              <a:t>【</a:t>
            </a:r>
            <a:r>
              <a:rPr lang="ja-JP" altLang="en-US" dirty="0">
                <a:latin typeface="メイリオ" panose="020B0604030504040204" pitchFamily="50" charset="-128"/>
                <a:ea typeface="メイリオ" panose="020B0604030504040204" pitchFamily="50" charset="-128"/>
              </a:rPr>
              <a:t>低減方法</a:t>
            </a:r>
            <a:r>
              <a:rPr lang="en-US" altLang="ja-JP" dirty="0">
                <a:latin typeface="メイリオ" panose="020B0604030504040204" pitchFamily="50" charset="-128"/>
                <a:ea typeface="メイリオ" panose="020B0604030504040204" pitchFamily="50" charset="-128"/>
              </a:rPr>
              <a:t>】</a:t>
            </a:r>
          </a:p>
          <a:p>
            <a:r>
              <a:rPr lang="ja-JP" altLang="en-US" dirty="0">
                <a:latin typeface="メイリオ" panose="020B0604030504040204" pitchFamily="50" charset="-128"/>
                <a:ea typeface="メイリオ" panose="020B0604030504040204" pitchFamily="50" charset="-128"/>
              </a:rPr>
              <a:t>スケールダウン：メモリや</a:t>
            </a:r>
            <a:r>
              <a:rPr lang="en-US" altLang="ja-JP" dirty="0">
                <a:latin typeface="メイリオ" panose="020B0604030504040204" pitchFamily="50" charset="-128"/>
                <a:ea typeface="メイリオ" panose="020B0604030504040204" pitchFamily="50" charset="-128"/>
              </a:rPr>
              <a:t>CPU</a:t>
            </a:r>
            <a:r>
              <a:rPr lang="ja-JP" altLang="en-US" dirty="0">
                <a:latin typeface="メイリオ" panose="020B0604030504040204" pitchFamily="50" charset="-128"/>
                <a:ea typeface="メイリオ" panose="020B0604030504040204" pitchFamily="50" charset="-128"/>
              </a:rPr>
              <a:t>の削減・低性能化</a:t>
            </a:r>
            <a:endParaRPr lang="en-US" altLang="ja-JP" dirty="0">
              <a:latin typeface="メイリオ" panose="020B0604030504040204" pitchFamily="50" charset="-128"/>
              <a:ea typeface="メイリオ" panose="020B0604030504040204" pitchFamily="50" charset="-128"/>
            </a:endParaRPr>
          </a:p>
        </p:txBody>
      </p:sp>
      <p:sp>
        <p:nvSpPr>
          <p:cNvPr id="49" name="コンテンツ プレースホルダー 2">
            <a:extLst>
              <a:ext uri="{FF2B5EF4-FFF2-40B4-BE49-F238E27FC236}">
                <a16:creationId xmlns:a16="http://schemas.microsoft.com/office/drawing/2014/main" id="{48BF52DE-F74C-4194-8B94-E71AD1F16F21}"/>
              </a:ext>
            </a:extLst>
          </p:cNvPr>
          <p:cNvSpPr txBox="1">
            <a:spLocks/>
          </p:cNvSpPr>
          <p:nvPr/>
        </p:nvSpPr>
        <p:spPr bwMode="auto">
          <a:xfrm>
            <a:off x="5025008" y="3284984"/>
            <a:ext cx="3888432" cy="1008112"/>
          </a:xfrm>
          <a:prstGeom prst="rect">
            <a:avLst/>
          </a:prstGeom>
          <a:solidFill>
            <a:schemeClr val="accent2">
              <a:lumMod val="20000"/>
              <a:lumOff val="80000"/>
            </a:schemeClr>
          </a:solidFill>
          <a:ln w="9525">
            <a:solidFill>
              <a:srgbClr val="F0861E"/>
            </a:solid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pPr algn="ctr"/>
            <a:r>
              <a:rPr lang="en-US" altLang="ja-JP" dirty="0">
                <a:latin typeface="メイリオ" panose="020B0604030504040204" pitchFamily="50" charset="-128"/>
                <a:ea typeface="メイリオ" panose="020B0604030504040204" pitchFamily="50" charset="-128"/>
              </a:rPr>
              <a:t>【</a:t>
            </a:r>
            <a:r>
              <a:rPr lang="ja-JP" altLang="en-US" dirty="0">
                <a:latin typeface="メイリオ" panose="020B0604030504040204" pitchFamily="50" charset="-128"/>
                <a:ea typeface="メイリオ" panose="020B0604030504040204" pitchFamily="50" charset="-128"/>
              </a:rPr>
              <a:t>拡張方法</a:t>
            </a:r>
            <a:r>
              <a:rPr lang="en-US" altLang="ja-JP" dirty="0">
                <a:latin typeface="メイリオ" panose="020B0604030504040204" pitchFamily="50" charset="-128"/>
                <a:ea typeface="メイリオ" panose="020B0604030504040204" pitchFamily="50" charset="-128"/>
              </a:rPr>
              <a:t>】</a:t>
            </a:r>
          </a:p>
          <a:p>
            <a:r>
              <a:rPr lang="ja-JP" altLang="en-US" dirty="0">
                <a:latin typeface="メイリオ" panose="020B0604030504040204" pitchFamily="50" charset="-128"/>
                <a:ea typeface="メイリオ" panose="020B0604030504040204" pitchFamily="50" charset="-128"/>
              </a:rPr>
              <a:t>スケールアウト：処理する機器／サーバー台数を増加する</a:t>
            </a:r>
            <a:endParaRPr lang="en-US" altLang="ja-JP" dirty="0">
              <a:latin typeface="メイリオ" panose="020B0604030504040204" pitchFamily="50" charset="-128"/>
              <a:ea typeface="メイリオ" panose="020B0604030504040204" pitchFamily="50" charset="-128"/>
            </a:endParaRPr>
          </a:p>
        </p:txBody>
      </p:sp>
      <p:sp>
        <p:nvSpPr>
          <p:cNvPr id="50" name="コンテンツ プレースホルダー 2">
            <a:extLst>
              <a:ext uri="{FF2B5EF4-FFF2-40B4-BE49-F238E27FC236}">
                <a16:creationId xmlns:a16="http://schemas.microsoft.com/office/drawing/2014/main" id="{4E444EA5-E289-4781-82CE-E12D0CB98005}"/>
              </a:ext>
            </a:extLst>
          </p:cNvPr>
          <p:cNvSpPr txBox="1">
            <a:spLocks/>
          </p:cNvSpPr>
          <p:nvPr/>
        </p:nvSpPr>
        <p:spPr bwMode="auto">
          <a:xfrm>
            <a:off x="5025008" y="4365104"/>
            <a:ext cx="3888432" cy="1008112"/>
          </a:xfrm>
          <a:prstGeom prst="rect">
            <a:avLst/>
          </a:prstGeom>
          <a:solidFill>
            <a:schemeClr val="bg1"/>
          </a:solidFill>
          <a:ln w="9525">
            <a:solidFill>
              <a:srgbClr val="F0861E"/>
            </a:solid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pPr algn="ctr"/>
            <a:r>
              <a:rPr lang="en-US" altLang="ja-JP" dirty="0">
                <a:latin typeface="メイリオ" panose="020B0604030504040204" pitchFamily="50" charset="-128"/>
                <a:ea typeface="メイリオ" panose="020B0604030504040204" pitchFamily="50" charset="-128"/>
              </a:rPr>
              <a:t>【</a:t>
            </a:r>
            <a:r>
              <a:rPr lang="ja-JP" altLang="en-US" dirty="0">
                <a:latin typeface="メイリオ" panose="020B0604030504040204" pitchFamily="50" charset="-128"/>
                <a:ea typeface="メイリオ" panose="020B0604030504040204" pitchFamily="50" charset="-128"/>
              </a:rPr>
              <a:t>低減方法</a:t>
            </a:r>
            <a:r>
              <a:rPr lang="en-US" altLang="ja-JP" dirty="0">
                <a:latin typeface="メイリオ" panose="020B0604030504040204" pitchFamily="50" charset="-128"/>
                <a:ea typeface="メイリオ" panose="020B0604030504040204" pitchFamily="50" charset="-128"/>
              </a:rPr>
              <a:t>】</a:t>
            </a:r>
          </a:p>
          <a:p>
            <a:r>
              <a:rPr lang="ja-JP" altLang="en-US" dirty="0">
                <a:latin typeface="メイリオ" panose="020B0604030504040204" pitchFamily="50" charset="-128"/>
                <a:ea typeface="メイリオ" panose="020B0604030504040204" pitchFamily="50" charset="-128"/>
              </a:rPr>
              <a:t>スケールイン：処理する機器／サーバー台数を低減する</a:t>
            </a:r>
            <a:endParaRPr lang="en-US" altLang="ja-JP"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714852706"/>
      </p:ext>
    </p:extLst>
  </p:cSld>
  <p:clrMapOvr>
    <a:masterClrMapping/>
  </p:clrMapOvr>
  <mc:AlternateContent xmlns:mc="http://schemas.openxmlformats.org/markup-compatibility/2006" xmlns:p14="http://schemas.microsoft.com/office/powerpoint/2010/main">
    <mc:Choice Requires="p14">
      <p:transition spd="slow" p14:dur="2000" advTm="20836"/>
    </mc:Choice>
    <mc:Fallback xmlns="">
      <p:transition spd="slow" advTm="20836"/>
    </mc:Fallback>
  </mc:AlternateContent>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タイトル 1">
            <a:extLst>
              <a:ext uri="{FF2B5EF4-FFF2-40B4-BE49-F238E27FC236}">
                <a16:creationId xmlns:a16="http://schemas.microsoft.com/office/drawing/2014/main" id="{48F80BE1-D063-4240-BFC7-C8D243720250}"/>
              </a:ext>
            </a:extLst>
          </p:cNvPr>
          <p:cNvSpPr txBox="1">
            <a:spLocks/>
          </p:cNvSpPr>
          <p:nvPr/>
        </p:nvSpPr>
        <p:spPr bwMode="auto">
          <a:xfrm>
            <a:off x="631222" y="201863"/>
            <a:ext cx="8642258" cy="50208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rtl="0" fontAlgn="base">
              <a:lnSpc>
                <a:spcPct val="90000"/>
              </a:lnSpc>
              <a:spcBef>
                <a:spcPct val="0"/>
              </a:spcBef>
              <a:spcAft>
                <a:spcPct val="0"/>
              </a:spcAft>
              <a:defRPr kumimoji="1" sz="2000">
                <a:solidFill>
                  <a:schemeClr val="tx2"/>
                </a:solidFill>
                <a:latin typeface="游明朝" panose="02020400000000000000" pitchFamily="18" charset="-128"/>
                <a:ea typeface="游明朝" panose="02020400000000000000" pitchFamily="18" charset="-128"/>
                <a:cs typeface="+mj-cs"/>
              </a:defRPr>
            </a:lvl1pPr>
            <a:lvl2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2pPr>
            <a:lvl3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3pPr>
            <a:lvl4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4pPr>
            <a:lvl5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5pPr>
            <a:lvl6pPr marL="4572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6pPr>
            <a:lvl7pPr marL="9144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7pPr>
            <a:lvl8pPr marL="13716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8pPr>
            <a:lvl9pPr marL="18288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9pPr>
          </a:lstStyle>
          <a:p>
            <a:pPr marL="0" indent="0" algn="l">
              <a:buNone/>
            </a:pPr>
            <a:r>
              <a:rPr lang="ja-JP" altLang="en-US" sz="3000" dirty="0">
                <a:solidFill>
                  <a:schemeClr val="tx1"/>
                </a:solidFill>
                <a:latin typeface="メイリオ" panose="020B0604030504040204" pitchFamily="50" charset="-128"/>
                <a:ea typeface="メイリオ" panose="020B0604030504040204" pitchFamily="50" charset="-128"/>
              </a:rPr>
              <a:t>スケールアップ</a:t>
            </a:r>
            <a:endParaRPr lang="en-US" altLang="ja-JP" sz="3000" dirty="0">
              <a:solidFill>
                <a:schemeClr val="tx1"/>
              </a:solidFill>
              <a:latin typeface="メイリオ" panose="020B0604030504040204" pitchFamily="50" charset="-128"/>
              <a:ea typeface="メイリオ" panose="020B0604030504040204" pitchFamily="50" charset="-128"/>
            </a:endParaRPr>
          </a:p>
        </p:txBody>
      </p:sp>
      <p:sp>
        <p:nvSpPr>
          <p:cNvPr id="5" name="コンテンツ プレースホルダー 2">
            <a:extLst>
              <a:ext uri="{FF2B5EF4-FFF2-40B4-BE49-F238E27FC236}">
                <a16:creationId xmlns:a16="http://schemas.microsoft.com/office/drawing/2014/main" id="{4223C7E6-23C7-4433-B315-D26905B0474C}"/>
              </a:ext>
            </a:extLst>
          </p:cNvPr>
          <p:cNvSpPr txBox="1">
            <a:spLocks/>
          </p:cNvSpPr>
          <p:nvPr/>
        </p:nvSpPr>
        <p:spPr>
          <a:xfrm>
            <a:off x="631222" y="799401"/>
            <a:ext cx="8858282" cy="325343"/>
          </a:xfrm>
          <a:prstGeom prst="rect">
            <a:avLst/>
          </a:prstGeom>
        </p:spPr>
        <p:txBody>
          <a:bodyPr vert="horz" lIns="74295" tIns="37148" rIns="74295" bIns="37148" rtlCol="0">
            <a:noAutofit/>
          </a:bodyPr>
          <a:lstStyle>
            <a:lvl1pPr marL="228600" indent="-228600" algn="l" defTabSz="914400" rtl="0" eaLnBrk="1" latinLnBrk="0" hangingPunct="1">
              <a:lnSpc>
                <a:spcPct val="90000"/>
              </a:lnSpc>
              <a:spcBef>
                <a:spcPts val="1000"/>
              </a:spcBef>
              <a:buFont typeface="Wingdings 2" pitchFamily="18" charset="2"/>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2" pitchFamily="18" charset="2"/>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2" pitchFamily="18" charset="2"/>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5pPr>
            <a:lvl6pPr marL="25146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6pPr>
            <a:lvl7pPr marL="29718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7pPr>
            <a:lvl8pPr marL="34290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8pPr>
            <a:lvl9pPr marL="38862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9pPr>
          </a:lstStyle>
          <a:p>
            <a:pPr marL="0" indent="0">
              <a:buNone/>
            </a:pPr>
            <a:r>
              <a:rPr lang="ja-JP" altLang="en-US" sz="2400" kern="0" dirty="0">
                <a:solidFill>
                  <a:srgbClr val="002060"/>
                </a:solidFill>
                <a:latin typeface="メイリオ" panose="020B0604030504040204" pitchFamily="50" charset="-128"/>
                <a:ea typeface="メイリオ" panose="020B0604030504040204" pitchFamily="50" charset="-128"/>
              </a:rPr>
              <a:t>インスタンスタイプやサイズを変更することでスケールアップによるパフォーマンス向上を実施</a:t>
            </a:r>
            <a:endParaRPr lang="en-US" altLang="ja-JP" sz="2400" kern="0" dirty="0">
              <a:solidFill>
                <a:srgbClr val="002060"/>
              </a:solidFill>
              <a:latin typeface="メイリオ" panose="020B0604030504040204" pitchFamily="50" charset="-128"/>
              <a:ea typeface="メイリオ" panose="020B0604030504040204" pitchFamily="50" charset="-128"/>
            </a:endParaRPr>
          </a:p>
        </p:txBody>
      </p:sp>
      <p:sp>
        <p:nvSpPr>
          <p:cNvPr id="13" name="コンテンツ プレースホルダー 2">
            <a:extLst>
              <a:ext uri="{FF2B5EF4-FFF2-40B4-BE49-F238E27FC236}">
                <a16:creationId xmlns:a16="http://schemas.microsoft.com/office/drawing/2014/main" id="{601F4A91-868C-4152-807E-D9DA073F1D0F}"/>
              </a:ext>
            </a:extLst>
          </p:cNvPr>
          <p:cNvSpPr txBox="1">
            <a:spLocks/>
          </p:cNvSpPr>
          <p:nvPr/>
        </p:nvSpPr>
        <p:spPr bwMode="auto">
          <a:xfrm>
            <a:off x="3872871" y="2276872"/>
            <a:ext cx="5040560" cy="1008112"/>
          </a:xfrm>
          <a:prstGeom prst="rect">
            <a:avLst/>
          </a:prstGeom>
          <a:solidFill>
            <a:schemeClr val="bg1"/>
          </a:solidFill>
          <a:ln w="9525">
            <a:solidFill>
              <a:srgbClr val="0070C0"/>
            </a:solid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r>
              <a:rPr lang="ja-JP" altLang="en-US" kern="0" dirty="0">
                <a:solidFill>
                  <a:schemeClr val="bg2"/>
                </a:solidFill>
                <a:latin typeface="メイリオ" panose="020B0604030504040204" pitchFamily="50" charset="-128"/>
                <a:ea typeface="メイリオ" panose="020B0604030504040204" pitchFamily="50" charset="-128"/>
              </a:rPr>
              <a:t>現在の</a:t>
            </a:r>
            <a:r>
              <a:rPr lang="en-US" altLang="ja-JP" kern="0" dirty="0">
                <a:solidFill>
                  <a:schemeClr val="bg2"/>
                </a:solidFill>
                <a:latin typeface="メイリオ" panose="020B0604030504040204" pitchFamily="50" charset="-128"/>
                <a:ea typeface="メイリオ" panose="020B0604030504040204" pitchFamily="50" charset="-128"/>
              </a:rPr>
              <a:t>DB</a:t>
            </a:r>
            <a:r>
              <a:rPr lang="ja-JP" altLang="en-US" kern="0" dirty="0">
                <a:solidFill>
                  <a:schemeClr val="bg2"/>
                </a:solidFill>
                <a:latin typeface="メイリオ" panose="020B0604030504040204" pitchFamily="50" charset="-128"/>
                <a:ea typeface="メイリオ" panose="020B0604030504040204" pitchFamily="50" charset="-128"/>
              </a:rPr>
              <a:t>インスタンスタイプに対してサイズを高性能なものに変更することで、パフォーマンスを向上させる。</a:t>
            </a:r>
            <a:endParaRPr lang="en-US" altLang="ja-JP" kern="0" dirty="0">
              <a:solidFill>
                <a:schemeClr val="bg2"/>
              </a:solidFill>
              <a:latin typeface="メイリオ" panose="020B0604030504040204" pitchFamily="50" charset="-128"/>
              <a:ea typeface="メイリオ" panose="020B0604030504040204" pitchFamily="50" charset="-128"/>
            </a:endParaRPr>
          </a:p>
        </p:txBody>
      </p:sp>
      <p:sp>
        <p:nvSpPr>
          <p:cNvPr id="14" name="コンテンツ プレースホルダー 2">
            <a:extLst>
              <a:ext uri="{FF2B5EF4-FFF2-40B4-BE49-F238E27FC236}">
                <a16:creationId xmlns:a16="http://schemas.microsoft.com/office/drawing/2014/main" id="{464C48CD-9934-4576-B7DD-306672AFF506}"/>
              </a:ext>
            </a:extLst>
          </p:cNvPr>
          <p:cNvSpPr txBox="1">
            <a:spLocks/>
          </p:cNvSpPr>
          <p:nvPr/>
        </p:nvSpPr>
        <p:spPr bwMode="auto">
          <a:xfrm>
            <a:off x="1136567" y="2276872"/>
            <a:ext cx="2664296" cy="1008112"/>
          </a:xfrm>
          <a:prstGeom prst="rect">
            <a:avLst/>
          </a:prstGeom>
          <a:solidFill>
            <a:schemeClr val="bg2">
              <a:lumMod val="50000"/>
              <a:lumOff val="50000"/>
            </a:schemeClr>
          </a:solidFill>
          <a:ln w="9525">
            <a:no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pPr algn="ctr"/>
            <a:r>
              <a:rPr lang="ja-JP" altLang="en-US" b="1" kern="0" dirty="0">
                <a:solidFill>
                  <a:schemeClr val="bg1"/>
                </a:solidFill>
                <a:latin typeface="メイリオ" panose="020B0604030504040204" pitchFamily="50" charset="-128"/>
                <a:ea typeface="メイリオ" panose="020B0604030504040204" pitchFamily="50" charset="-128"/>
              </a:rPr>
              <a:t>インスタンスサイズの変更</a:t>
            </a:r>
            <a:endParaRPr lang="en-US" altLang="ja-JP" b="1" kern="0" dirty="0">
              <a:solidFill>
                <a:schemeClr val="bg1"/>
              </a:solidFill>
              <a:latin typeface="メイリオ" panose="020B0604030504040204" pitchFamily="50" charset="-128"/>
              <a:ea typeface="メイリオ" panose="020B0604030504040204" pitchFamily="50" charset="-128"/>
            </a:endParaRPr>
          </a:p>
        </p:txBody>
      </p:sp>
      <p:sp>
        <p:nvSpPr>
          <p:cNvPr id="15" name="コンテンツ プレースホルダー 2">
            <a:extLst>
              <a:ext uri="{FF2B5EF4-FFF2-40B4-BE49-F238E27FC236}">
                <a16:creationId xmlns:a16="http://schemas.microsoft.com/office/drawing/2014/main" id="{C5DFF731-2613-47AB-BB6C-4275D39BEED4}"/>
              </a:ext>
            </a:extLst>
          </p:cNvPr>
          <p:cNvSpPr txBox="1">
            <a:spLocks/>
          </p:cNvSpPr>
          <p:nvPr/>
        </p:nvSpPr>
        <p:spPr bwMode="auto">
          <a:xfrm>
            <a:off x="3872871" y="3356992"/>
            <a:ext cx="5040560" cy="1008112"/>
          </a:xfrm>
          <a:prstGeom prst="rect">
            <a:avLst/>
          </a:prstGeom>
          <a:solidFill>
            <a:schemeClr val="bg1"/>
          </a:solidFill>
          <a:ln w="9525">
            <a:solidFill>
              <a:srgbClr val="0070C0"/>
            </a:solid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r>
              <a:rPr lang="ja-JP" altLang="en-US" kern="0" dirty="0">
                <a:solidFill>
                  <a:schemeClr val="bg2"/>
                </a:solidFill>
                <a:latin typeface="メイリオ" panose="020B0604030504040204" pitchFamily="50" charset="-128"/>
                <a:ea typeface="メイリオ" panose="020B0604030504040204" pitchFamily="50" charset="-128"/>
              </a:rPr>
              <a:t>現在の</a:t>
            </a:r>
            <a:r>
              <a:rPr lang="en-US" altLang="ja-JP" kern="0" dirty="0">
                <a:solidFill>
                  <a:schemeClr val="bg2"/>
                </a:solidFill>
                <a:latin typeface="メイリオ" panose="020B0604030504040204" pitchFamily="50" charset="-128"/>
                <a:ea typeface="メイリオ" panose="020B0604030504040204" pitchFamily="50" charset="-128"/>
              </a:rPr>
              <a:t>DB</a:t>
            </a:r>
            <a:r>
              <a:rPr lang="ja-JP" altLang="en-US" kern="0" dirty="0">
                <a:solidFill>
                  <a:schemeClr val="bg2"/>
                </a:solidFill>
                <a:latin typeface="メイリオ" panose="020B0604030504040204" pitchFamily="50" charset="-128"/>
                <a:ea typeface="メイリオ" panose="020B0604030504040204" pitchFamily="50" charset="-128"/>
              </a:rPr>
              <a:t>利用方式に適した</a:t>
            </a:r>
            <a:r>
              <a:rPr lang="en-US" altLang="ja-JP" kern="0" dirty="0">
                <a:solidFill>
                  <a:schemeClr val="bg2"/>
                </a:solidFill>
                <a:latin typeface="メイリオ" panose="020B0604030504040204" pitchFamily="50" charset="-128"/>
                <a:ea typeface="メイリオ" panose="020B0604030504040204" pitchFamily="50" charset="-128"/>
              </a:rPr>
              <a:t>DB</a:t>
            </a:r>
            <a:r>
              <a:rPr lang="ja-JP" altLang="en-US" kern="0" dirty="0">
                <a:solidFill>
                  <a:schemeClr val="bg2"/>
                </a:solidFill>
                <a:latin typeface="メイリオ" panose="020B0604030504040204" pitchFamily="50" charset="-128"/>
                <a:ea typeface="メイリオ" panose="020B0604030504040204" pitchFamily="50" charset="-128"/>
              </a:rPr>
              <a:t>インスタンスタイプがある場合は、そのタイプに変更する。</a:t>
            </a:r>
            <a:endParaRPr lang="en-US" altLang="ja-JP" kern="0" dirty="0">
              <a:solidFill>
                <a:schemeClr val="bg2"/>
              </a:solidFill>
              <a:latin typeface="メイリオ" panose="020B0604030504040204" pitchFamily="50" charset="-128"/>
              <a:ea typeface="メイリオ" panose="020B0604030504040204" pitchFamily="50" charset="-128"/>
            </a:endParaRPr>
          </a:p>
        </p:txBody>
      </p:sp>
      <p:sp>
        <p:nvSpPr>
          <p:cNvPr id="16" name="コンテンツ プレースホルダー 2">
            <a:extLst>
              <a:ext uri="{FF2B5EF4-FFF2-40B4-BE49-F238E27FC236}">
                <a16:creationId xmlns:a16="http://schemas.microsoft.com/office/drawing/2014/main" id="{A2E33D4F-A176-42FA-8F1D-BDB98B78D6ED}"/>
              </a:ext>
            </a:extLst>
          </p:cNvPr>
          <p:cNvSpPr txBox="1">
            <a:spLocks/>
          </p:cNvSpPr>
          <p:nvPr/>
        </p:nvSpPr>
        <p:spPr bwMode="auto">
          <a:xfrm>
            <a:off x="1136567" y="3356992"/>
            <a:ext cx="2664296" cy="1008112"/>
          </a:xfrm>
          <a:prstGeom prst="rect">
            <a:avLst/>
          </a:prstGeom>
          <a:solidFill>
            <a:schemeClr val="bg2">
              <a:lumMod val="50000"/>
              <a:lumOff val="50000"/>
            </a:schemeClr>
          </a:solidFill>
          <a:ln w="9525">
            <a:no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pPr algn="ctr"/>
            <a:r>
              <a:rPr lang="ja-JP" altLang="en-US" b="1" kern="0" dirty="0">
                <a:solidFill>
                  <a:schemeClr val="bg1"/>
                </a:solidFill>
                <a:latin typeface="メイリオ" panose="020B0604030504040204" pitchFamily="50" charset="-128"/>
                <a:ea typeface="メイリオ" panose="020B0604030504040204" pitchFamily="50" charset="-128"/>
              </a:rPr>
              <a:t>インスタンスタイプの変更</a:t>
            </a:r>
            <a:endParaRPr lang="en-US" altLang="ja-JP" b="1" kern="0" dirty="0">
              <a:solidFill>
                <a:schemeClr val="bg1"/>
              </a:solidFill>
              <a:latin typeface="メイリオ" panose="020B0604030504040204" pitchFamily="50" charset="-128"/>
              <a:ea typeface="メイリオ" panose="020B0604030504040204" pitchFamily="50" charset="-128"/>
            </a:endParaRPr>
          </a:p>
        </p:txBody>
      </p:sp>
      <p:sp>
        <p:nvSpPr>
          <p:cNvPr id="21" name="コンテンツ プレースホルダー 2">
            <a:extLst>
              <a:ext uri="{FF2B5EF4-FFF2-40B4-BE49-F238E27FC236}">
                <a16:creationId xmlns:a16="http://schemas.microsoft.com/office/drawing/2014/main" id="{16B6ABDD-06C5-45F1-8FD8-BF511993E5A6}"/>
              </a:ext>
            </a:extLst>
          </p:cNvPr>
          <p:cNvSpPr txBox="1">
            <a:spLocks/>
          </p:cNvSpPr>
          <p:nvPr/>
        </p:nvSpPr>
        <p:spPr bwMode="auto">
          <a:xfrm>
            <a:off x="3872871" y="4437112"/>
            <a:ext cx="5040560" cy="1008112"/>
          </a:xfrm>
          <a:prstGeom prst="rect">
            <a:avLst/>
          </a:prstGeom>
          <a:solidFill>
            <a:schemeClr val="bg1"/>
          </a:solidFill>
          <a:ln w="9525">
            <a:solidFill>
              <a:srgbClr val="0070C0"/>
            </a:solid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r>
              <a:rPr lang="ja-JP" altLang="en-US" kern="0" dirty="0">
                <a:solidFill>
                  <a:schemeClr val="bg2"/>
                </a:solidFill>
                <a:latin typeface="メイリオ" panose="020B0604030504040204" pitchFamily="50" charset="-128"/>
                <a:ea typeface="メイリオ" panose="020B0604030504040204" pitchFamily="50" charset="-128"/>
              </a:rPr>
              <a:t>ストレージタイプを高性能なタイプ（</a:t>
            </a:r>
            <a:r>
              <a:rPr lang="en-US" altLang="ja-JP" kern="0" dirty="0">
                <a:solidFill>
                  <a:schemeClr val="bg2"/>
                </a:solidFill>
                <a:latin typeface="メイリオ" panose="020B0604030504040204" pitchFamily="50" charset="-128"/>
                <a:ea typeface="メイリオ" panose="020B0604030504040204" pitchFamily="50" charset="-128"/>
              </a:rPr>
              <a:t>I/O</a:t>
            </a:r>
            <a:r>
              <a:rPr lang="ja-JP" altLang="en-US" kern="0" dirty="0">
                <a:solidFill>
                  <a:schemeClr val="bg2"/>
                </a:solidFill>
                <a:latin typeface="メイリオ" panose="020B0604030504040204" pitchFamily="50" charset="-128"/>
                <a:ea typeface="メイリオ" panose="020B0604030504040204" pitchFamily="50" charset="-128"/>
              </a:rPr>
              <a:t>処理が多い場合は</a:t>
            </a:r>
            <a:r>
              <a:rPr lang="en-US" altLang="ja-JP" kern="0" dirty="0">
                <a:solidFill>
                  <a:schemeClr val="bg2"/>
                </a:solidFill>
                <a:latin typeface="メイリオ" panose="020B0604030504040204" pitchFamily="50" charset="-128"/>
                <a:ea typeface="メイリオ" panose="020B0604030504040204" pitchFamily="50" charset="-128"/>
              </a:rPr>
              <a:t>IOPS</a:t>
            </a:r>
            <a:r>
              <a:rPr lang="ja-JP" altLang="en-US" kern="0" dirty="0">
                <a:solidFill>
                  <a:schemeClr val="bg2"/>
                </a:solidFill>
                <a:latin typeface="メイリオ" panose="020B0604030504040204" pitchFamily="50" charset="-128"/>
                <a:ea typeface="メイリオ" panose="020B0604030504040204" pitchFamily="50" charset="-128"/>
              </a:rPr>
              <a:t>）に変更する。</a:t>
            </a:r>
            <a:endParaRPr lang="en-US" altLang="ja-JP" kern="0" dirty="0">
              <a:solidFill>
                <a:schemeClr val="bg2"/>
              </a:solidFill>
              <a:latin typeface="メイリオ" panose="020B0604030504040204" pitchFamily="50" charset="-128"/>
              <a:ea typeface="メイリオ" panose="020B0604030504040204" pitchFamily="50" charset="-128"/>
            </a:endParaRPr>
          </a:p>
        </p:txBody>
      </p:sp>
      <p:sp>
        <p:nvSpPr>
          <p:cNvPr id="22" name="コンテンツ プレースホルダー 2">
            <a:extLst>
              <a:ext uri="{FF2B5EF4-FFF2-40B4-BE49-F238E27FC236}">
                <a16:creationId xmlns:a16="http://schemas.microsoft.com/office/drawing/2014/main" id="{5B564D16-BA76-4CE2-8951-4CFCB95D0CFA}"/>
              </a:ext>
            </a:extLst>
          </p:cNvPr>
          <p:cNvSpPr txBox="1">
            <a:spLocks/>
          </p:cNvSpPr>
          <p:nvPr/>
        </p:nvSpPr>
        <p:spPr bwMode="auto">
          <a:xfrm>
            <a:off x="1136567" y="4437112"/>
            <a:ext cx="2664296" cy="1008112"/>
          </a:xfrm>
          <a:prstGeom prst="rect">
            <a:avLst/>
          </a:prstGeom>
          <a:solidFill>
            <a:schemeClr val="bg2">
              <a:lumMod val="50000"/>
              <a:lumOff val="50000"/>
            </a:schemeClr>
          </a:solidFill>
          <a:ln w="9525">
            <a:no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pPr algn="ctr"/>
            <a:r>
              <a:rPr lang="ja-JP" altLang="en-US" b="1" kern="0" dirty="0">
                <a:solidFill>
                  <a:schemeClr val="bg1"/>
                </a:solidFill>
                <a:latin typeface="メイリオ" panose="020B0604030504040204" pitchFamily="50" charset="-128"/>
                <a:ea typeface="メイリオ" panose="020B0604030504040204" pitchFamily="50" charset="-128"/>
              </a:rPr>
              <a:t>ストレージタイプの変更</a:t>
            </a:r>
            <a:endParaRPr lang="en-US" altLang="ja-JP" b="1" kern="0" dirty="0">
              <a:solidFill>
                <a:schemeClr val="bg1"/>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892868309"/>
      </p:ext>
    </p:extLst>
  </p:cSld>
  <p:clrMapOvr>
    <a:masterClrMapping/>
  </p:clrMapOvr>
  <mc:AlternateContent xmlns:mc="http://schemas.openxmlformats.org/markup-compatibility/2006" xmlns:p14="http://schemas.microsoft.com/office/powerpoint/2010/main">
    <mc:Choice Requires="p14">
      <p:transition spd="slow" p14:dur="2000" advTm="120446"/>
    </mc:Choice>
    <mc:Fallback xmlns="">
      <p:transition spd="slow" advTm="120446"/>
    </mc:Fallback>
  </mc:AlternateContent>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タイトル 1">
            <a:extLst>
              <a:ext uri="{FF2B5EF4-FFF2-40B4-BE49-F238E27FC236}">
                <a16:creationId xmlns:a16="http://schemas.microsoft.com/office/drawing/2014/main" id="{48F80BE1-D063-4240-BFC7-C8D243720250}"/>
              </a:ext>
            </a:extLst>
          </p:cNvPr>
          <p:cNvSpPr txBox="1">
            <a:spLocks/>
          </p:cNvSpPr>
          <p:nvPr/>
        </p:nvSpPr>
        <p:spPr bwMode="auto">
          <a:xfrm>
            <a:off x="631222" y="201863"/>
            <a:ext cx="8642258" cy="50208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rtl="0" fontAlgn="base">
              <a:lnSpc>
                <a:spcPct val="90000"/>
              </a:lnSpc>
              <a:spcBef>
                <a:spcPct val="0"/>
              </a:spcBef>
              <a:spcAft>
                <a:spcPct val="0"/>
              </a:spcAft>
              <a:defRPr kumimoji="1" sz="2000">
                <a:solidFill>
                  <a:schemeClr val="tx2"/>
                </a:solidFill>
                <a:latin typeface="游明朝" panose="02020400000000000000" pitchFamily="18" charset="-128"/>
                <a:ea typeface="游明朝" panose="02020400000000000000" pitchFamily="18" charset="-128"/>
                <a:cs typeface="+mj-cs"/>
              </a:defRPr>
            </a:lvl1pPr>
            <a:lvl2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2pPr>
            <a:lvl3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3pPr>
            <a:lvl4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4pPr>
            <a:lvl5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5pPr>
            <a:lvl6pPr marL="4572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6pPr>
            <a:lvl7pPr marL="9144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7pPr>
            <a:lvl8pPr marL="13716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8pPr>
            <a:lvl9pPr marL="18288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9pPr>
          </a:lstStyle>
          <a:p>
            <a:pPr algn="l"/>
            <a:r>
              <a:rPr lang="ja-JP" altLang="en-US" sz="3000" dirty="0">
                <a:latin typeface="メイリオ" panose="020B0604030504040204" pitchFamily="50" charset="-128"/>
                <a:ea typeface="メイリオ" panose="020B0604030504040204" pitchFamily="50" charset="-128"/>
              </a:rPr>
              <a:t>インスタンスタイプ</a:t>
            </a:r>
            <a:endParaRPr lang="en-US" altLang="ja-JP" sz="3000" dirty="0">
              <a:latin typeface="メイリオ" panose="020B0604030504040204" pitchFamily="50" charset="-128"/>
              <a:ea typeface="メイリオ" panose="020B0604030504040204" pitchFamily="50" charset="-128"/>
            </a:endParaRPr>
          </a:p>
        </p:txBody>
      </p:sp>
      <p:sp>
        <p:nvSpPr>
          <p:cNvPr id="2" name="正方形/長方形 1">
            <a:extLst>
              <a:ext uri="{FF2B5EF4-FFF2-40B4-BE49-F238E27FC236}">
                <a16:creationId xmlns:a16="http://schemas.microsoft.com/office/drawing/2014/main" id="{43969C72-ED17-42D5-84AA-A1CA5626FE84}"/>
              </a:ext>
            </a:extLst>
          </p:cNvPr>
          <p:cNvSpPr/>
          <p:nvPr/>
        </p:nvSpPr>
        <p:spPr>
          <a:xfrm>
            <a:off x="713819" y="2684427"/>
            <a:ext cx="7669501" cy="727122"/>
          </a:xfrm>
          <a:prstGeom prst="rect">
            <a:avLst/>
          </a:prstGeom>
        </p:spPr>
        <p:txBody>
          <a:bodyPr wrap="square">
            <a:spAutoFit/>
          </a:bodyPr>
          <a:lstStyle/>
          <a:p>
            <a:pPr algn="ctr">
              <a:lnSpc>
                <a:spcPct val="150000"/>
              </a:lnSpc>
            </a:pPr>
            <a:r>
              <a:rPr lang="en-US" altLang="ja-JP" sz="3000" dirty="0">
                <a:solidFill>
                  <a:schemeClr val="bg2"/>
                </a:solidFill>
                <a:latin typeface="メイリオ" panose="020B0604030504040204" pitchFamily="50" charset="-128"/>
                <a:ea typeface="メイリオ" panose="020B0604030504040204" pitchFamily="50" charset="-128"/>
              </a:rPr>
              <a:t>db.</a:t>
            </a:r>
            <a:r>
              <a:rPr lang="en-US" altLang="ja-JP" sz="3000" dirty="0">
                <a:solidFill>
                  <a:srgbClr val="FF0000"/>
                </a:solidFill>
                <a:latin typeface="メイリオ" panose="020B0604030504040204" pitchFamily="50" charset="-128"/>
                <a:ea typeface="メイリオ" panose="020B0604030504040204" pitchFamily="50" charset="-128"/>
              </a:rPr>
              <a:t>t</a:t>
            </a:r>
            <a:r>
              <a:rPr lang="en-US" altLang="ja-JP" sz="3000" dirty="0">
                <a:solidFill>
                  <a:schemeClr val="accent6"/>
                </a:solidFill>
                <a:latin typeface="メイリオ" panose="020B0604030504040204" pitchFamily="50" charset="-128"/>
                <a:ea typeface="メイリオ" panose="020B0604030504040204" pitchFamily="50" charset="-128"/>
              </a:rPr>
              <a:t>2</a:t>
            </a:r>
            <a:r>
              <a:rPr lang="en-US" altLang="ja-JP" sz="3000" dirty="0">
                <a:latin typeface="メイリオ" panose="020B0604030504040204" pitchFamily="50" charset="-128"/>
                <a:ea typeface="メイリオ" panose="020B0604030504040204" pitchFamily="50" charset="-128"/>
              </a:rPr>
              <a:t>.micro</a:t>
            </a:r>
          </a:p>
        </p:txBody>
      </p:sp>
      <p:sp>
        <p:nvSpPr>
          <p:cNvPr id="3" name="右中かっこ 2">
            <a:extLst>
              <a:ext uri="{FF2B5EF4-FFF2-40B4-BE49-F238E27FC236}">
                <a16:creationId xmlns:a16="http://schemas.microsoft.com/office/drawing/2014/main" id="{F52AC4D4-4C33-4F48-A785-755AAE1249EA}"/>
              </a:ext>
            </a:extLst>
          </p:cNvPr>
          <p:cNvSpPr/>
          <p:nvPr/>
        </p:nvSpPr>
        <p:spPr bwMode="auto">
          <a:xfrm rot="5400000">
            <a:off x="4102713" y="3204448"/>
            <a:ext cx="360040" cy="531674"/>
          </a:xfrm>
          <a:prstGeom prst="rightBrace">
            <a:avLst/>
          </a:prstGeom>
          <a:noFill/>
          <a:ln w="12700" cap="flat" cmpd="sng" algn="ctr">
            <a:solidFill>
              <a:schemeClr val="tx1"/>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ja-JP" altLang="en-US" sz="1600" b="0" i="0" u="none" strike="noStrike" cap="none" normalizeH="0" baseline="0">
              <a:ln>
                <a:noFill/>
              </a:ln>
              <a:solidFill>
                <a:schemeClr val="tx1"/>
              </a:solidFill>
              <a:effectLst/>
              <a:latin typeface="ＭＳ Ｐゴシック" pitchFamily="50" charset="-128"/>
              <a:ea typeface="ＭＳ Ｐゴシック" pitchFamily="50" charset="-128"/>
            </a:endParaRPr>
          </a:p>
        </p:txBody>
      </p:sp>
      <p:sp>
        <p:nvSpPr>
          <p:cNvPr id="4" name="テキスト ボックス 3">
            <a:extLst>
              <a:ext uri="{FF2B5EF4-FFF2-40B4-BE49-F238E27FC236}">
                <a16:creationId xmlns:a16="http://schemas.microsoft.com/office/drawing/2014/main" id="{66734A67-8D51-4376-A9AB-5D45808B71D7}"/>
              </a:ext>
            </a:extLst>
          </p:cNvPr>
          <p:cNvSpPr txBox="1"/>
          <p:nvPr/>
        </p:nvSpPr>
        <p:spPr>
          <a:xfrm>
            <a:off x="3080792" y="3678832"/>
            <a:ext cx="1952779" cy="584775"/>
          </a:xfrm>
          <a:prstGeom prst="rect">
            <a:avLst/>
          </a:prstGeom>
          <a:noFill/>
        </p:spPr>
        <p:txBody>
          <a:bodyPr wrap="none" rtlCol="0">
            <a:spAutoFit/>
          </a:bodyPr>
          <a:lstStyle/>
          <a:p>
            <a:r>
              <a:rPr kumimoji="1" lang="ja-JP" altLang="en-US" dirty="0">
                <a:solidFill>
                  <a:srgbClr val="FF0000"/>
                </a:solidFill>
              </a:rPr>
              <a:t>ファミリー</a:t>
            </a:r>
            <a:r>
              <a:rPr kumimoji="1" lang="ja-JP" altLang="en-US" dirty="0"/>
              <a:t>と</a:t>
            </a:r>
            <a:r>
              <a:rPr kumimoji="1" lang="ja-JP" altLang="en-US" dirty="0">
                <a:solidFill>
                  <a:schemeClr val="accent6"/>
                </a:solidFill>
              </a:rPr>
              <a:t>世代</a:t>
            </a:r>
            <a:endParaRPr kumimoji="1" lang="en-US" altLang="ja-JP" dirty="0">
              <a:solidFill>
                <a:schemeClr val="accent6"/>
              </a:solidFill>
            </a:endParaRPr>
          </a:p>
          <a:p>
            <a:r>
              <a:rPr lang="ja-JP" altLang="en-US" dirty="0">
                <a:solidFill>
                  <a:schemeClr val="bg2"/>
                </a:solidFill>
              </a:rPr>
              <a:t>＝インスタンスタイプ</a:t>
            </a:r>
            <a:endParaRPr kumimoji="1" lang="ja-JP" altLang="en-US" dirty="0">
              <a:solidFill>
                <a:schemeClr val="bg2"/>
              </a:solidFill>
            </a:endParaRPr>
          </a:p>
        </p:txBody>
      </p:sp>
      <p:sp>
        <p:nvSpPr>
          <p:cNvPr id="10" name="コンテンツ プレースホルダー 2">
            <a:extLst>
              <a:ext uri="{FF2B5EF4-FFF2-40B4-BE49-F238E27FC236}">
                <a16:creationId xmlns:a16="http://schemas.microsoft.com/office/drawing/2014/main" id="{4DD24456-4964-48A4-A5D7-ED0878B25212}"/>
              </a:ext>
            </a:extLst>
          </p:cNvPr>
          <p:cNvSpPr txBox="1">
            <a:spLocks/>
          </p:cNvSpPr>
          <p:nvPr/>
        </p:nvSpPr>
        <p:spPr>
          <a:xfrm>
            <a:off x="631222" y="799401"/>
            <a:ext cx="8858282" cy="325343"/>
          </a:xfrm>
          <a:prstGeom prst="rect">
            <a:avLst/>
          </a:prstGeom>
        </p:spPr>
        <p:txBody>
          <a:bodyPr vert="horz" lIns="74295" tIns="37148" rIns="74295" bIns="37148" rtlCol="0">
            <a:noAutofit/>
          </a:bodyPr>
          <a:lstStyle>
            <a:lvl1pPr marL="228600" indent="-228600" algn="l" defTabSz="914400" rtl="0" eaLnBrk="1" latinLnBrk="0" hangingPunct="1">
              <a:lnSpc>
                <a:spcPct val="90000"/>
              </a:lnSpc>
              <a:spcBef>
                <a:spcPts val="1000"/>
              </a:spcBef>
              <a:buFont typeface="Wingdings 2" pitchFamily="18" charset="2"/>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2" pitchFamily="18" charset="2"/>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2" pitchFamily="18" charset="2"/>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5pPr>
            <a:lvl6pPr marL="25146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6pPr>
            <a:lvl7pPr marL="29718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7pPr>
            <a:lvl8pPr marL="34290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8pPr>
            <a:lvl9pPr marL="38862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9pPr>
          </a:lstStyle>
          <a:p>
            <a:pPr marL="0" indent="0">
              <a:buNone/>
            </a:pPr>
            <a:r>
              <a:rPr lang="ja-JP" altLang="en-US" sz="2400" kern="0" dirty="0">
                <a:solidFill>
                  <a:srgbClr val="002060"/>
                </a:solidFill>
                <a:latin typeface="メイリオ" panose="020B0604030504040204" pitchFamily="50" charset="-128"/>
                <a:ea typeface="メイリオ" panose="020B0604030504040204" pitchFamily="50" charset="-128"/>
              </a:rPr>
              <a:t>最初の</a:t>
            </a:r>
            <a:r>
              <a:rPr lang="en-US" altLang="ja-JP" sz="2400" kern="0" dirty="0">
                <a:solidFill>
                  <a:srgbClr val="002060"/>
                </a:solidFill>
                <a:latin typeface="メイリオ" panose="020B0604030504040204" pitchFamily="50" charset="-128"/>
                <a:ea typeface="メイリオ" panose="020B0604030504040204" pitchFamily="50" charset="-128"/>
              </a:rPr>
              <a:t>DB</a:t>
            </a:r>
            <a:r>
              <a:rPr lang="ja-JP" altLang="en-US" sz="2400" kern="0" dirty="0">
                <a:solidFill>
                  <a:srgbClr val="002060"/>
                </a:solidFill>
                <a:latin typeface="メイリオ" panose="020B0604030504040204" pitchFamily="50" charset="-128"/>
                <a:ea typeface="メイリオ" panose="020B0604030504040204" pitchFamily="50" charset="-128"/>
              </a:rPr>
              <a:t>が</a:t>
            </a:r>
            <a:r>
              <a:rPr lang="en-US" altLang="ja-JP" sz="2400" kern="0" dirty="0">
                <a:solidFill>
                  <a:srgbClr val="002060"/>
                </a:solidFill>
                <a:latin typeface="メイリオ" panose="020B0604030504040204" pitchFamily="50" charset="-128"/>
                <a:ea typeface="メイリオ" panose="020B0604030504040204" pitchFamily="50" charset="-128"/>
              </a:rPr>
              <a:t>DB</a:t>
            </a:r>
            <a:r>
              <a:rPr lang="ja-JP" altLang="en-US" sz="2400" kern="0" dirty="0">
                <a:solidFill>
                  <a:srgbClr val="002060"/>
                </a:solidFill>
                <a:latin typeface="メイリオ" panose="020B0604030504040204" pitchFamily="50" charset="-128"/>
                <a:ea typeface="メイリオ" panose="020B0604030504040204" pitchFamily="50" charset="-128"/>
              </a:rPr>
              <a:t>インスタンスであることを表し、そのあとのアルファベットと番号がインスタンスタイプを表している。</a:t>
            </a:r>
            <a:endParaRPr lang="en-US" altLang="ja-JP" sz="2400" kern="0" dirty="0">
              <a:solidFill>
                <a:srgbClr val="002060"/>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504903133"/>
      </p:ext>
    </p:extLst>
  </p:cSld>
  <p:clrMapOvr>
    <a:masterClrMapping/>
  </p:clrMapOvr>
  <mc:AlternateContent xmlns:mc="http://schemas.openxmlformats.org/markup-compatibility/2006" xmlns:p14="http://schemas.microsoft.com/office/powerpoint/2010/main">
    <mc:Choice Requires="p14">
      <p:transition spd="slow" p14:dur="2000" advTm="57862"/>
    </mc:Choice>
    <mc:Fallback xmlns="">
      <p:transition spd="slow" advTm="57862"/>
    </mc:Fallback>
  </mc:AlternateContent>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タイトル 1">
            <a:extLst>
              <a:ext uri="{FF2B5EF4-FFF2-40B4-BE49-F238E27FC236}">
                <a16:creationId xmlns:a16="http://schemas.microsoft.com/office/drawing/2014/main" id="{48F80BE1-D063-4240-BFC7-C8D243720250}"/>
              </a:ext>
            </a:extLst>
          </p:cNvPr>
          <p:cNvSpPr txBox="1">
            <a:spLocks/>
          </p:cNvSpPr>
          <p:nvPr/>
        </p:nvSpPr>
        <p:spPr bwMode="auto">
          <a:xfrm>
            <a:off x="631222" y="201863"/>
            <a:ext cx="8642258" cy="50208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rtl="0" fontAlgn="base">
              <a:lnSpc>
                <a:spcPct val="90000"/>
              </a:lnSpc>
              <a:spcBef>
                <a:spcPct val="0"/>
              </a:spcBef>
              <a:spcAft>
                <a:spcPct val="0"/>
              </a:spcAft>
              <a:defRPr kumimoji="1" sz="2000">
                <a:solidFill>
                  <a:schemeClr val="tx2"/>
                </a:solidFill>
                <a:latin typeface="游明朝" panose="02020400000000000000" pitchFamily="18" charset="-128"/>
                <a:ea typeface="游明朝" panose="02020400000000000000" pitchFamily="18" charset="-128"/>
                <a:cs typeface="+mj-cs"/>
              </a:defRPr>
            </a:lvl1pPr>
            <a:lvl2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2pPr>
            <a:lvl3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3pPr>
            <a:lvl4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4pPr>
            <a:lvl5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5pPr>
            <a:lvl6pPr marL="4572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6pPr>
            <a:lvl7pPr marL="9144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7pPr>
            <a:lvl8pPr marL="13716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8pPr>
            <a:lvl9pPr marL="18288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9pPr>
          </a:lstStyle>
          <a:p>
            <a:pPr algn="l"/>
            <a:r>
              <a:rPr lang="ja-JP" altLang="en-US" sz="3000" dirty="0">
                <a:latin typeface="メイリオ" panose="020B0604030504040204" pitchFamily="50" charset="-128"/>
                <a:ea typeface="メイリオ" panose="020B0604030504040204" pitchFamily="50" charset="-128"/>
              </a:rPr>
              <a:t>インスタンスサイズ</a:t>
            </a:r>
            <a:endParaRPr lang="en-US" altLang="ja-JP" sz="3000" dirty="0">
              <a:latin typeface="メイリオ" panose="020B0604030504040204" pitchFamily="50" charset="-128"/>
              <a:ea typeface="メイリオ" panose="020B0604030504040204" pitchFamily="50" charset="-128"/>
            </a:endParaRPr>
          </a:p>
        </p:txBody>
      </p:sp>
      <p:sp>
        <p:nvSpPr>
          <p:cNvPr id="2" name="正方形/長方形 1">
            <a:extLst>
              <a:ext uri="{FF2B5EF4-FFF2-40B4-BE49-F238E27FC236}">
                <a16:creationId xmlns:a16="http://schemas.microsoft.com/office/drawing/2014/main" id="{43969C72-ED17-42D5-84AA-A1CA5626FE84}"/>
              </a:ext>
            </a:extLst>
          </p:cNvPr>
          <p:cNvSpPr/>
          <p:nvPr/>
        </p:nvSpPr>
        <p:spPr>
          <a:xfrm>
            <a:off x="713819" y="2684427"/>
            <a:ext cx="7669501" cy="727122"/>
          </a:xfrm>
          <a:prstGeom prst="rect">
            <a:avLst/>
          </a:prstGeom>
        </p:spPr>
        <p:txBody>
          <a:bodyPr wrap="square">
            <a:spAutoFit/>
          </a:bodyPr>
          <a:lstStyle/>
          <a:p>
            <a:pPr algn="ctr">
              <a:lnSpc>
                <a:spcPct val="150000"/>
              </a:lnSpc>
            </a:pPr>
            <a:r>
              <a:rPr lang="en-US" altLang="ja-JP" sz="3000" dirty="0">
                <a:solidFill>
                  <a:schemeClr val="bg2"/>
                </a:solidFill>
                <a:latin typeface="メイリオ" panose="020B0604030504040204" pitchFamily="50" charset="-128"/>
                <a:ea typeface="メイリオ" panose="020B0604030504040204" pitchFamily="50" charset="-128"/>
              </a:rPr>
              <a:t>db.</a:t>
            </a:r>
            <a:r>
              <a:rPr lang="en-US" altLang="ja-JP" sz="3000" dirty="0">
                <a:solidFill>
                  <a:srgbClr val="FF0000"/>
                </a:solidFill>
                <a:latin typeface="メイリオ" panose="020B0604030504040204" pitchFamily="50" charset="-128"/>
                <a:ea typeface="メイリオ" panose="020B0604030504040204" pitchFamily="50" charset="-128"/>
              </a:rPr>
              <a:t>t</a:t>
            </a:r>
            <a:r>
              <a:rPr lang="en-US" altLang="ja-JP" sz="3000" dirty="0">
                <a:solidFill>
                  <a:schemeClr val="accent6"/>
                </a:solidFill>
                <a:latin typeface="メイリオ" panose="020B0604030504040204" pitchFamily="50" charset="-128"/>
                <a:ea typeface="メイリオ" panose="020B0604030504040204" pitchFamily="50" charset="-128"/>
              </a:rPr>
              <a:t>2</a:t>
            </a:r>
            <a:r>
              <a:rPr lang="en-US" altLang="ja-JP" sz="3000" dirty="0">
                <a:latin typeface="メイリオ" panose="020B0604030504040204" pitchFamily="50" charset="-128"/>
                <a:ea typeface="メイリオ" panose="020B0604030504040204" pitchFamily="50" charset="-128"/>
              </a:rPr>
              <a:t>.micro</a:t>
            </a:r>
          </a:p>
        </p:txBody>
      </p:sp>
      <p:sp>
        <p:nvSpPr>
          <p:cNvPr id="3" name="右中かっこ 2">
            <a:extLst>
              <a:ext uri="{FF2B5EF4-FFF2-40B4-BE49-F238E27FC236}">
                <a16:creationId xmlns:a16="http://schemas.microsoft.com/office/drawing/2014/main" id="{F52AC4D4-4C33-4F48-A785-755AAE1249EA}"/>
              </a:ext>
            </a:extLst>
          </p:cNvPr>
          <p:cNvSpPr/>
          <p:nvPr/>
        </p:nvSpPr>
        <p:spPr bwMode="auto">
          <a:xfrm rot="5400000">
            <a:off x="4102713" y="3204448"/>
            <a:ext cx="360040" cy="531674"/>
          </a:xfrm>
          <a:prstGeom prst="rightBrace">
            <a:avLst/>
          </a:prstGeom>
          <a:noFill/>
          <a:ln w="12700" cap="flat" cmpd="sng" algn="ctr">
            <a:solidFill>
              <a:schemeClr val="tx1"/>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ja-JP" altLang="en-US" sz="1600" b="0" i="0" u="none" strike="noStrike" cap="none" normalizeH="0" baseline="0">
              <a:ln>
                <a:noFill/>
              </a:ln>
              <a:solidFill>
                <a:schemeClr val="tx1"/>
              </a:solidFill>
              <a:effectLst/>
              <a:latin typeface="ＭＳ Ｐゴシック" pitchFamily="50" charset="-128"/>
              <a:ea typeface="ＭＳ Ｐゴシック" pitchFamily="50" charset="-128"/>
            </a:endParaRPr>
          </a:p>
        </p:txBody>
      </p:sp>
      <p:sp>
        <p:nvSpPr>
          <p:cNvPr id="7" name="右中かっこ 6">
            <a:extLst>
              <a:ext uri="{FF2B5EF4-FFF2-40B4-BE49-F238E27FC236}">
                <a16:creationId xmlns:a16="http://schemas.microsoft.com/office/drawing/2014/main" id="{89D86138-48AF-4073-8A3A-8342D7C59A8C}"/>
              </a:ext>
            </a:extLst>
          </p:cNvPr>
          <p:cNvSpPr/>
          <p:nvPr/>
        </p:nvSpPr>
        <p:spPr bwMode="auto">
          <a:xfrm rot="5400000">
            <a:off x="5097015" y="2858218"/>
            <a:ext cx="360041" cy="1224136"/>
          </a:xfrm>
          <a:prstGeom prst="rightBrace">
            <a:avLst/>
          </a:prstGeom>
          <a:noFill/>
          <a:ln w="12700" cap="flat" cmpd="sng" algn="ctr">
            <a:solidFill>
              <a:schemeClr val="tx1"/>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ja-JP" altLang="en-US" sz="1600" b="0" i="0" u="none" strike="noStrike" cap="none" normalizeH="0" baseline="0">
              <a:ln>
                <a:noFill/>
              </a:ln>
              <a:solidFill>
                <a:schemeClr val="tx1"/>
              </a:solidFill>
              <a:effectLst/>
              <a:latin typeface="ＭＳ Ｐゴシック" pitchFamily="50" charset="-128"/>
              <a:ea typeface="ＭＳ Ｐゴシック" pitchFamily="50" charset="-128"/>
            </a:endParaRPr>
          </a:p>
        </p:txBody>
      </p:sp>
      <p:sp>
        <p:nvSpPr>
          <p:cNvPr id="4" name="テキスト ボックス 3">
            <a:extLst>
              <a:ext uri="{FF2B5EF4-FFF2-40B4-BE49-F238E27FC236}">
                <a16:creationId xmlns:a16="http://schemas.microsoft.com/office/drawing/2014/main" id="{66734A67-8D51-4376-A9AB-5D45808B71D7}"/>
              </a:ext>
            </a:extLst>
          </p:cNvPr>
          <p:cNvSpPr txBox="1"/>
          <p:nvPr/>
        </p:nvSpPr>
        <p:spPr>
          <a:xfrm>
            <a:off x="3080792" y="3678832"/>
            <a:ext cx="1952779" cy="584775"/>
          </a:xfrm>
          <a:prstGeom prst="rect">
            <a:avLst/>
          </a:prstGeom>
          <a:noFill/>
        </p:spPr>
        <p:txBody>
          <a:bodyPr wrap="none" rtlCol="0">
            <a:spAutoFit/>
          </a:bodyPr>
          <a:lstStyle/>
          <a:p>
            <a:r>
              <a:rPr kumimoji="1" lang="ja-JP" altLang="en-US" dirty="0">
                <a:solidFill>
                  <a:srgbClr val="FF0000"/>
                </a:solidFill>
              </a:rPr>
              <a:t>ファミリー</a:t>
            </a:r>
            <a:r>
              <a:rPr kumimoji="1" lang="ja-JP" altLang="en-US" dirty="0"/>
              <a:t>と</a:t>
            </a:r>
            <a:r>
              <a:rPr kumimoji="1" lang="ja-JP" altLang="en-US" dirty="0">
                <a:solidFill>
                  <a:schemeClr val="accent6"/>
                </a:solidFill>
              </a:rPr>
              <a:t>世代</a:t>
            </a:r>
            <a:endParaRPr kumimoji="1" lang="en-US" altLang="ja-JP" dirty="0">
              <a:solidFill>
                <a:schemeClr val="accent6"/>
              </a:solidFill>
            </a:endParaRPr>
          </a:p>
          <a:p>
            <a:r>
              <a:rPr lang="ja-JP" altLang="en-US" dirty="0">
                <a:solidFill>
                  <a:schemeClr val="bg2"/>
                </a:solidFill>
              </a:rPr>
              <a:t>＝インスタンスタイプ</a:t>
            </a:r>
            <a:endParaRPr kumimoji="1" lang="ja-JP" altLang="en-US" dirty="0">
              <a:solidFill>
                <a:schemeClr val="bg2"/>
              </a:solidFill>
            </a:endParaRPr>
          </a:p>
        </p:txBody>
      </p:sp>
      <p:sp>
        <p:nvSpPr>
          <p:cNvPr id="9" name="テキスト ボックス 8">
            <a:extLst>
              <a:ext uri="{FF2B5EF4-FFF2-40B4-BE49-F238E27FC236}">
                <a16:creationId xmlns:a16="http://schemas.microsoft.com/office/drawing/2014/main" id="{31DA8425-2857-4E19-AF03-0439BFE04668}"/>
              </a:ext>
            </a:extLst>
          </p:cNvPr>
          <p:cNvSpPr txBox="1"/>
          <p:nvPr/>
        </p:nvSpPr>
        <p:spPr>
          <a:xfrm>
            <a:off x="4652762" y="3678832"/>
            <a:ext cx="2018501" cy="338554"/>
          </a:xfrm>
          <a:prstGeom prst="rect">
            <a:avLst/>
          </a:prstGeom>
          <a:noFill/>
        </p:spPr>
        <p:txBody>
          <a:bodyPr wrap="none" rtlCol="0">
            <a:spAutoFit/>
          </a:bodyPr>
          <a:lstStyle/>
          <a:p>
            <a:r>
              <a:rPr kumimoji="1" lang="ja-JP" altLang="en-US" dirty="0"/>
              <a:t>インスタンスのサイズ</a:t>
            </a:r>
          </a:p>
        </p:txBody>
      </p:sp>
      <p:sp>
        <p:nvSpPr>
          <p:cNvPr id="10" name="コンテンツ プレースホルダー 2">
            <a:extLst>
              <a:ext uri="{FF2B5EF4-FFF2-40B4-BE49-F238E27FC236}">
                <a16:creationId xmlns:a16="http://schemas.microsoft.com/office/drawing/2014/main" id="{C55D8365-5BA9-489C-83F5-085E84C974B0}"/>
              </a:ext>
            </a:extLst>
          </p:cNvPr>
          <p:cNvSpPr txBox="1">
            <a:spLocks/>
          </p:cNvSpPr>
          <p:nvPr/>
        </p:nvSpPr>
        <p:spPr>
          <a:xfrm>
            <a:off x="631222" y="799401"/>
            <a:ext cx="8858282" cy="325343"/>
          </a:xfrm>
          <a:prstGeom prst="rect">
            <a:avLst/>
          </a:prstGeom>
        </p:spPr>
        <p:txBody>
          <a:bodyPr vert="horz" lIns="74295" tIns="37148" rIns="74295" bIns="37148" rtlCol="0">
            <a:noAutofit/>
          </a:bodyPr>
          <a:lstStyle>
            <a:lvl1pPr marL="228600" indent="-228600" algn="l" defTabSz="914400" rtl="0" eaLnBrk="1" latinLnBrk="0" hangingPunct="1">
              <a:lnSpc>
                <a:spcPct val="90000"/>
              </a:lnSpc>
              <a:spcBef>
                <a:spcPts val="1000"/>
              </a:spcBef>
              <a:buFont typeface="Wingdings 2" pitchFamily="18" charset="2"/>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2" pitchFamily="18" charset="2"/>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2" pitchFamily="18" charset="2"/>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5pPr>
            <a:lvl6pPr marL="25146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6pPr>
            <a:lvl7pPr marL="29718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7pPr>
            <a:lvl8pPr marL="34290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8pPr>
            <a:lvl9pPr marL="38862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9pPr>
          </a:lstStyle>
          <a:p>
            <a:pPr marL="0" indent="0">
              <a:buNone/>
            </a:pPr>
            <a:r>
              <a:rPr lang="ja-JP" altLang="en-US" sz="2400" kern="0" dirty="0">
                <a:solidFill>
                  <a:srgbClr val="002060"/>
                </a:solidFill>
                <a:latin typeface="メイリオ" panose="020B0604030504040204" pitchFamily="50" charset="-128"/>
                <a:ea typeface="メイリオ" panose="020B0604030504040204" pitchFamily="50" charset="-128"/>
              </a:rPr>
              <a:t>インスタンスタイプの後に続き大きさ（</a:t>
            </a:r>
            <a:r>
              <a:rPr lang="en-US" altLang="ja-JP" sz="2400" kern="0" dirty="0">
                <a:solidFill>
                  <a:srgbClr val="002060"/>
                </a:solidFill>
                <a:latin typeface="メイリオ" panose="020B0604030504040204" pitchFamily="50" charset="-128"/>
                <a:ea typeface="メイリオ" panose="020B0604030504040204" pitchFamily="50" charset="-128"/>
              </a:rPr>
              <a:t>micro / large</a:t>
            </a:r>
            <a:r>
              <a:rPr lang="ja-JP" altLang="en-US" sz="2400" kern="0" dirty="0">
                <a:solidFill>
                  <a:srgbClr val="002060"/>
                </a:solidFill>
                <a:latin typeface="メイリオ" panose="020B0604030504040204" pitchFamily="50" charset="-128"/>
                <a:ea typeface="メイリオ" panose="020B0604030504040204" pitchFamily="50" charset="-128"/>
              </a:rPr>
              <a:t>など）の表示がインスタンスサイズとなる。</a:t>
            </a:r>
            <a:endParaRPr lang="en-US" altLang="ja-JP" sz="2400" kern="0" dirty="0">
              <a:solidFill>
                <a:srgbClr val="002060"/>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838596726"/>
      </p:ext>
    </p:extLst>
  </p:cSld>
  <p:clrMapOvr>
    <a:masterClrMapping/>
  </p:clrMapOvr>
  <mc:AlternateContent xmlns:mc="http://schemas.openxmlformats.org/markup-compatibility/2006" xmlns:p14="http://schemas.microsoft.com/office/powerpoint/2010/main">
    <mc:Choice Requires="p14">
      <p:transition spd="slow" p14:dur="2000" advTm="33816"/>
    </mc:Choice>
    <mc:Fallback xmlns="">
      <p:transition spd="slow" advTm="33816"/>
    </mc:Fallback>
  </mc:AlternateContent>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タイトル 1">
            <a:extLst>
              <a:ext uri="{FF2B5EF4-FFF2-40B4-BE49-F238E27FC236}">
                <a16:creationId xmlns:a16="http://schemas.microsoft.com/office/drawing/2014/main" id="{48F80BE1-D063-4240-BFC7-C8D243720250}"/>
              </a:ext>
            </a:extLst>
          </p:cNvPr>
          <p:cNvSpPr txBox="1">
            <a:spLocks/>
          </p:cNvSpPr>
          <p:nvPr/>
        </p:nvSpPr>
        <p:spPr bwMode="auto">
          <a:xfrm>
            <a:off x="631222" y="201863"/>
            <a:ext cx="8642258" cy="50208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rtl="0" fontAlgn="base">
              <a:lnSpc>
                <a:spcPct val="90000"/>
              </a:lnSpc>
              <a:spcBef>
                <a:spcPct val="0"/>
              </a:spcBef>
              <a:spcAft>
                <a:spcPct val="0"/>
              </a:spcAft>
              <a:defRPr kumimoji="1" sz="2000">
                <a:solidFill>
                  <a:schemeClr val="tx2"/>
                </a:solidFill>
                <a:latin typeface="游明朝" panose="02020400000000000000" pitchFamily="18" charset="-128"/>
                <a:ea typeface="游明朝" panose="02020400000000000000" pitchFamily="18" charset="-128"/>
                <a:cs typeface="+mj-cs"/>
              </a:defRPr>
            </a:lvl1pPr>
            <a:lvl2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2pPr>
            <a:lvl3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3pPr>
            <a:lvl4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4pPr>
            <a:lvl5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5pPr>
            <a:lvl6pPr marL="4572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6pPr>
            <a:lvl7pPr marL="9144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7pPr>
            <a:lvl8pPr marL="13716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8pPr>
            <a:lvl9pPr marL="18288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9pPr>
          </a:lstStyle>
          <a:p>
            <a:pPr algn="l"/>
            <a:r>
              <a:rPr lang="ja-JP" altLang="en-US" sz="3000" dirty="0">
                <a:latin typeface="メイリオ" panose="020B0604030504040204" pitchFamily="50" charset="-128"/>
                <a:ea typeface="メイリオ" panose="020B0604030504040204" pitchFamily="50" charset="-128"/>
              </a:rPr>
              <a:t>インスタンスタイプとサイズ</a:t>
            </a:r>
            <a:endParaRPr lang="en-US" altLang="ja-JP" sz="3000" dirty="0">
              <a:latin typeface="メイリオ" panose="020B0604030504040204" pitchFamily="50" charset="-128"/>
              <a:ea typeface="メイリオ" panose="020B0604030504040204" pitchFamily="50" charset="-128"/>
            </a:endParaRPr>
          </a:p>
        </p:txBody>
      </p:sp>
      <p:sp>
        <p:nvSpPr>
          <p:cNvPr id="7" name="コンテンツ プレースホルダー 2">
            <a:extLst>
              <a:ext uri="{FF2B5EF4-FFF2-40B4-BE49-F238E27FC236}">
                <a16:creationId xmlns:a16="http://schemas.microsoft.com/office/drawing/2014/main" id="{81D0FA23-D8F4-4063-9F7E-99DA8DC76447}"/>
              </a:ext>
            </a:extLst>
          </p:cNvPr>
          <p:cNvSpPr txBox="1">
            <a:spLocks/>
          </p:cNvSpPr>
          <p:nvPr/>
        </p:nvSpPr>
        <p:spPr bwMode="auto">
          <a:xfrm>
            <a:off x="3944888" y="3933056"/>
            <a:ext cx="5040560" cy="1008112"/>
          </a:xfrm>
          <a:prstGeom prst="rect">
            <a:avLst/>
          </a:prstGeom>
          <a:solidFill>
            <a:schemeClr val="bg1"/>
          </a:solidFill>
          <a:ln w="9525">
            <a:solidFill>
              <a:srgbClr val="0070C0"/>
            </a:solid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r>
              <a:rPr lang="ja-JP" altLang="en-US" kern="0" dirty="0">
                <a:solidFill>
                  <a:schemeClr val="bg2"/>
                </a:solidFill>
                <a:latin typeface="メイリオ" panose="020B0604030504040204" pitchFamily="50" charset="-128"/>
                <a:ea typeface="メイリオ" panose="020B0604030504040204" pitchFamily="50" charset="-128"/>
              </a:rPr>
              <a:t>インスタンスのパフォーマンスを決定する。</a:t>
            </a:r>
            <a:endParaRPr lang="en-US" altLang="ja-JP" kern="0" dirty="0">
              <a:solidFill>
                <a:schemeClr val="bg2"/>
              </a:solidFill>
              <a:latin typeface="メイリオ" panose="020B0604030504040204" pitchFamily="50" charset="-128"/>
              <a:ea typeface="メイリオ" panose="020B0604030504040204" pitchFamily="50" charset="-128"/>
            </a:endParaRPr>
          </a:p>
        </p:txBody>
      </p:sp>
      <p:sp>
        <p:nvSpPr>
          <p:cNvPr id="8" name="コンテンツ プレースホルダー 2">
            <a:extLst>
              <a:ext uri="{FF2B5EF4-FFF2-40B4-BE49-F238E27FC236}">
                <a16:creationId xmlns:a16="http://schemas.microsoft.com/office/drawing/2014/main" id="{F330AE76-5A7A-47D2-92A9-8D95C6796D9E}"/>
              </a:ext>
            </a:extLst>
          </p:cNvPr>
          <p:cNvSpPr txBox="1">
            <a:spLocks/>
          </p:cNvSpPr>
          <p:nvPr/>
        </p:nvSpPr>
        <p:spPr bwMode="auto">
          <a:xfrm>
            <a:off x="1208584" y="3933056"/>
            <a:ext cx="2664296" cy="1008112"/>
          </a:xfrm>
          <a:prstGeom prst="rect">
            <a:avLst/>
          </a:prstGeom>
          <a:solidFill>
            <a:schemeClr val="bg2">
              <a:lumMod val="50000"/>
              <a:lumOff val="50000"/>
            </a:schemeClr>
          </a:solidFill>
          <a:ln w="9525">
            <a:no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pPr algn="ctr"/>
            <a:r>
              <a:rPr lang="ja-JP" altLang="en-US" b="1" kern="0" dirty="0">
                <a:solidFill>
                  <a:schemeClr val="bg1"/>
                </a:solidFill>
                <a:latin typeface="メイリオ" panose="020B0604030504040204" pitchFamily="50" charset="-128"/>
                <a:ea typeface="メイリオ" panose="020B0604030504040204" pitchFamily="50" charset="-128"/>
              </a:rPr>
              <a:t>インスタンスサイズの変更</a:t>
            </a:r>
            <a:endParaRPr lang="en-US" altLang="ja-JP" b="1" kern="0" dirty="0">
              <a:solidFill>
                <a:schemeClr val="bg1"/>
              </a:solidFill>
              <a:latin typeface="メイリオ" panose="020B0604030504040204" pitchFamily="50" charset="-128"/>
              <a:ea typeface="メイリオ" panose="020B0604030504040204" pitchFamily="50" charset="-128"/>
            </a:endParaRPr>
          </a:p>
        </p:txBody>
      </p:sp>
      <p:sp>
        <p:nvSpPr>
          <p:cNvPr id="9" name="コンテンツ プレースホルダー 2">
            <a:extLst>
              <a:ext uri="{FF2B5EF4-FFF2-40B4-BE49-F238E27FC236}">
                <a16:creationId xmlns:a16="http://schemas.microsoft.com/office/drawing/2014/main" id="{9674DCCF-8F62-4353-88D5-A2DFB8A1F7DB}"/>
              </a:ext>
            </a:extLst>
          </p:cNvPr>
          <p:cNvSpPr txBox="1">
            <a:spLocks/>
          </p:cNvSpPr>
          <p:nvPr/>
        </p:nvSpPr>
        <p:spPr bwMode="auto">
          <a:xfrm>
            <a:off x="3944888" y="2852936"/>
            <a:ext cx="5040560" cy="1008112"/>
          </a:xfrm>
          <a:prstGeom prst="rect">
            <a:avLst/>
          </a:prstGeom>
          <a:solidFill>
            <a:schemeClr val="bg1"/>
          </a:solidFill>
          <a:ln w="9525">
            <a:solidFill>
              <a:srgbClr val="0070C0"/>
            </a:solid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r>
              <a:rPr lang="ja-JP" altLang="en-US" kern="0" dirty="0">
                <a:solidFill>
                  <a:schemeClr val="bg2"/>
                </a:solidFill>
                <a:latin typeface="メイリオ" panose="020B0604030504040204" pitchFamily="50" charset="-128"/>
                <a:ea typeface="メイリオ" panose="020B0604030504040204" pitchFamily="50" charset="-128"/>
              </a:rPr>
              <a:t>インスタンスの得意とする性能領域を決定する。</a:t>
            </a:r>
            <a:endParaRPr lang="en-US" altLang="ja-JP" kern="0" dirty="0">
              <a:solidFill>
                <a:schemeClr val="bg2"/>
              </a:solidFill>
              <a:latin typeface="メイリオ" panose="020B0604030504040204" pitchFamily="50" charset="-128"/>
              <a:ea typeface="メイリオ" panose="020B0604030504040204" pitchFamily="50" charset="-128"/>
            </a:endParaRPr>
          </a:p>
        </p:txBody>
      </p:sp>
      <p:sp>
        <p:nvSpPr>
          <p:cNvPr id="10" name="コンテンツ プレースホルダー 2">
            <a:extLst>
              <a:ext uri="{FF2B5EF4-FFF2-40B4-BE49-F238E27FC236}">
                <a16:creationId xmlns:a16="http://schemas.microsoft.com/office/drawing/2014/main" id="{F3293B5E-A593-4AD4-B3B6-C7AD70A05EDD}"/>
              </a:ext>
            </a:extLst>
          </p:cNvPr>
          <p:cNvSpPr txBox="1">
            <a:spLocks/>
          </p:cNvSpPr>
          <p:nvPr/>
        </p:nvSpPr>
        <p:spPr bwMode="auto">
          <a:xfrm>
            <a:off x="1208584" y="2852936"/>
            <a:ext cx="2664296" cy="1008112"/>
          </a:xfrm>
          <a:prstGeom prst="rect">
            <a:avLst/>
          </a:prstGeom>
          <a:solidFill>
            <a:schemeClr val="bg2">
              <a:lumMod val="50000"/>
              <a:lumOff val="50000"/>
            </a:schemeClr>
          </a:solidFill>
          <a:ln w="9525">
            <a:no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pPr algn="ctr"/>
            <a:r>
              <a:rPr lang="ja-JP" altLang="en-US" b="1" kern="0" dirty="0">
                <a:solidFill>
                  <a:schemeClr val="bg1"/>
                </a:solidFill>
                <a:latin typeface="メイリオ" panose="020B0604030504040204" pitchFamily="50" charset="-128"/>
                <a:ea typeface="メイリオ" panose="020B0604030504040204" pitchFamily="50" charset="-128"/>
              </a:rPr>
              <a:t>インスタンスタイプ</a:t>
            </a:r>
            <a:endParaRPr lang="en-US" altLang="ja-JP" b="1" kern="0" dirty="0">
              <a:solidFill>
                <a:schemeClr val="bg1"/>
              </a:solidFill>
              <a:latin typeface="メイリオ" panose="020B0604030504040204" pitchFamily="50" charset="-128"/>
              <a:ea typeface="メイリオ" panose="020B0604030504040204" pitchFamily="50" charset="-128"/>
            </a:endParaRPr>
          </a:p>
        </p:txBody>
      </p:sp>
      <p:sp>
        <p:nvSpPr>
          <p:cNvPr id="11" name="コンテンツ プレースホルダー 2">
            <a:extLst>
              <a:ext uri="{FF2B5EF4-FFF2-40B4-BE49-F238E27FC236}">
                <a16:creationId xmlns:a16="http://schemas.microsoft.com/office/drawing/2014/main" id="{B4D04501-C0D1-470A-A870-5B17EFBBB59E}"/>
              </a:ext>
            </a:extLst>
          </p:cNvPr>
          <p:cNvSpPr txBox="1">
            <a:spLocks/>
          </p:cNvSpPr>
          <p:nvPr/>
        </p:nvSpPr>
        <p:spPr>
          <a:xfrm>
            <a:off x="631222" y="799401"/>
            <a:ext cx="8858282" cy="325343"/>
          </a:xfrm>
          <a:prstGeom prst="rect">
            <a:avLst/>
          </a:prstGeom>
        </p:spPr>
        <p:txBody>
          <a:bodyPr vert="horz" lIns="74295" tIns="37148" rIns="74295" bIns="37148" rtlCol="0">
            <a:noAutofit/>
          </a:bodyPr>
          <a:lstStyle>
            <a:lvl1pPr marL="228600" indent="-228600" algn="l" defTabSz="914400" rtl="0" eaLnBrk="1" latinLnBrk="0" hangingPunct="1">
              <a:lnSpc>
                <a:spcPct val="90000"/>
              </a:lnSpc>
              <a:spcBef>
                <a:spcPts val="1000"/>
              </a:spcBef>
              <a:buFont typeface="Wingdings 2" pitchFamily="18" charset="2"/>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2" pitchFamily="18" charset="2"/>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2" pitchFamily="18" charset="2"/>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5pPr>
            <a:lvl6pPr marL="25146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6pPr>
            <a:lvl7pPr marL="29718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7pPr>
            <a:lvl8pPr marL="34290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8pPr>
            <a:lvl9pPr marL="38862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9pPr>
          </a:lstStyle>
          <a:p>
            <a:pPr marL="0" indent="0">
              <a:buNone/>
            </a:pPr>
            <a:r>
              <a:rPr lang="ja-JP" altLang="en-US" sz="2400" kern="0" dirty="0">
                <a:solidFill>
                  <a:srgbClr val="002060"/>
                </a:solidFill>
                <a:latin typeface="メイリオ" panose="020B0604030504040204" pitchFamily="50" charset="-128"/>
                <a:ea typeface="メイリオ" panose="020B0604030504040204" pitchFamily="50" charset="-128"/>
              </a:rPr>
              <a:t>インスタンスタイプが得意な性能領域を決定し、インスタンスサイズがパフォーマンスを決定する。</a:t>
            </a:r>
            <a:endParaRPr lang="en-US" altLang="ja-JP" sz="2400" kern="0" dirty="0">
              <a:solidFill>
                <a:srgbClr val="002060"/>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449950557"/>
      </p:ext>
    </p:extLst>
  </p:cSld>
  <p:clrMapOvr>
    <a:masterClrMapping/>
  </p:clrMapOvr>
  <mc:AlternateContent xmlns:mc="http://schemas.openxmlformats.org/markup-compatibility/2006" xmlns:p14="http://schemas.microsoft.com/office/powerpoint/2010/main">
    <mc:Choice Requires="p14">
      <p:transition spd="slow" p14:dur="2000" advTm="19690"/>
    </mc:Choice>
    <mc:Fallback xmlns="">
      <p:transition spd="slow" advTm="19690"/>
    </mc:Fallback>
  </mc:AlternateContent>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タイトル 1">
            <a:extLst>
              <a:ext uri="{FF2B5EF4-FFF2-40B4-BE49-F238E27FC236}">
                <a16:creationId xmlns:a16="http://schemas.microsoft.com/office/drawing/2014/main" id="{48F80BE1-D063-4240-BFC7-C8D243720250}"/>
              </a:ext>
            </a:extLst>
          </p:cNvPr>
          <p:cNvSpPr txBox="1">
            <a:spLocks/>
          </p:cNvSpPr>
          <p:nvPr/>
        </p:nvSpPr>
        <p:spPr bwMode="auto">
          <a:xfrm>
            <a:off x="631222" y="201863"/>
            <a:ext cx="8642258" cy="50208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rtl="0" fontAlgn="base">
              <a:lnSpc>
                <a:spcPct val="90000"/>
              </a:lnSpc>
              <a:spcBef>
                <a:spcPct val="0"/>
              </a:spcBef>
              <a:spcAft>
                <a:spcPct val="0"/>
              </a:spcAft>
              <a:defRPr kumimoji="1" sz="2000">
                <a:solidFill>
                  <a:schemeClr val="tx2"/>
                </a:solidFill>
                <a:latin typeface="游明朝" panose="02020400000000000000" pitchFamily="18" charset="-128"/>
                <a:ea typeface="游明朝" panose="02020400000000000000" pitchFamily="18" charset="-128"/>
                <a:cs typeface="+mj-cs"/>
              </a:defRPr>
            </a:lvl1pPr>
            <a:lvl2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2pPr>
            <a:lvl3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3pPr>
            <a:lvl4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4pPr>
            <a:lvl5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5pPr>
            <a:lvl6pPr marL="4572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6pPr>
            <a:lvl7pPr marL="9144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7pPr>
            <a:lvl8pPr marL="13716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8pPr>
            <a:lvl9pPr marL="18288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9pPr>
          </a:lstStyle>
          <a:p>
            <a:pPr algn="l"/>
            <a:r>
              <a:rPr lang="ja-JP" altLang="en-US" sz="3000" dirty="0">
                <a:latin typeface="メイリオ" panose="020B0604030504040204" pitchFamily="50" charset="-128"/>
                <a:ea typeface="メイリオ" panose="020B0604030504040204" pitchFamily="50" charset="-128"/>
              </a:rPr>
              <a:t>インスタンスタイプとサイズ</a:t>
            </a:r>
            <a:endParaRPr lang="en-US" altLang="ja-JP" sz="3000" dirty="0">
              <a:latin typeface="メイリオ" panose="020B0604030504040204" pitchFamily="50" charset="-128"/>
              <a:ea typeface="メイリオ" panose="020B0604030504040204" pitchFamily="50" charset="-128"/>
            </a:endParaRPr>
          </a:p>
        </p:txBody>
      </p:sp>
      <p:sp>
        <p:nvSpPr>
          <p:cNvPr id="37" name="コンテンツ プレースホルダー 2">
            <a:extLst>
              <a:ext uri="{FF2B5EF4-FFF2-40B4-BE49-F238E27FC236}">
                <a16:creationId xmlns:a16="http://schemas.microsoft.com/office/drawing/2014/main" id="{2DC1489D-7AED-4EB8-B650-CDD4C4BDCEE3}"/>
              </a:ext>
            </a:extLst>
          </p:cNvPr>
          <p:cNvSpPr txBox="1">
            <a:spLocks/>
          </p:cNvSpPr>
          <p:nvPr/>
        </p:nvSpPr>
        <p:spPr>
          <a:xfrm>
            <a:off x="631222" y="692696"/>
            <a:ext cx="9002298" cy="325343"/>
          </a:xfrm>
          <a:prstGeom prst="rect">
            <a:avLst/>
          </a:prstGeom>
        </p:spPr>
        <p:txBody>
          <a:bodyPr vert="horz" lIns="74295" tIns="37148" rIns="74295" bIns="37148" rtlCol="0">
            <a:noAutofit/>
          </a:bodyPr>
          <a:lstStyle>
            <a:lvl1pPr marL="228600" indent="-228600" algn="l" defTabSz="914400" rtl="0" eaLnBrk="1" latinLnBrk="0" hangingPunct="1">
              <a:lnSpc>
                <a:spcPct val="90000"/>
              </a:lnSpc>
              <a:spcBef>
                <a:spcPts val="1000"/>
              </a:spcBef>
              <a:buFont typeface="Wingdings 2" pitchFamily="18" charset="2"/>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2" pitchFamily="18" charset="2"/>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2" pitchFamily="18" charset="2"/>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5pPr>
            <a:lvl6pPr marL="25146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6pPr>
            <a:lvl7pPr marL="29718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7pPr>
            <a:lvl8pPr marL="34290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8pPr>
            <a:lvl9pPr marL="38862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9pPr>
          </a:lstStyle>
          <a:p>
            <a:pPr marL="0" indent="0">
              <a:buNone/>
            </a:pPr>
            <a:r>
              <a:rPr lang="en-US" altLang="ja-JP" sz="2400" dirty="0">
                <a:solidFill>
                  <a:srgbClr val="002060"/>
                </a:solidFill>
                <a:latin typeface="メイリオ" panose="020B0604030504040204" pitchFamily="50" charset="-128"/>
                <a:ea typeface="メイリオ" panose="020B0604030504040204" pitchFamily="50" charset="-128"/>
              </a:rPr>
              <a:t>DB</a:t>
            </a:r>
            <a:r>
              <a:rPr lang="ja-JP" altLang="en-US" sz="2400" dirty="0">
                <a:solidFill>
                  <a:srgbClr val="002060"/>
                </a:solidFill>
                <a:latin typeface="メイリオ" panose="020B0604030504040204" pitchFamily="50" charset="-128"/>
                <a:ea typeface="メイリオ" panose="020B0604030504040204" pitchFamily="50" charset="-128"/>
              </a:rPr>
              <a:t>インスタンスを起動する際に、インスタンスのタイプとサイズを選択して、性能を決定する。</a:t>
            </a:r>
            <a:endParaRPr lang="en-US" altLang="ja-JP" sz="2400" dirty="0">
              <a:solidFill>
                <a:srgbClr val="002060"/>
              </a:solidFill>
              <a:latin typeface="メイリオ" panose="020B0604030504040204" pitchFamily="50" charset="-128"/>
              <a:ea typeface="メイリオ" panose="020B0604030504040204" pitchFamily="50" charset="-128"/>
            </a:endParaRPr>
          </a:p>
        </p:txBody>
      </p:sp>
      <p:pic>
        <p:nvPicPr>
          <p:cNvPr id="1026" name="Picture 2">
            <a:extLst>
              <a:ext uri="{FF2B5EF4-FFF2-40B4-BE49-F238E27FC236}">
                <a16:creationId xmlns:a16="http://schemas.microsoft.com/office/drawing/2014/main" id="{7881122B-71DC-463E-AF79-2361F6F511D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81881" y="1628800"/>
            <a:ext cx="6942237" cy="4833274"/>
          </a:xfrm>
          <a:prstGeom prst="rect">
            <a:avLst/>
          </a:prstGeom>
          <a:noFill/>
          <a:ln>
            <a:solidFill>
              <a:srgbClr val="0070C0"/>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73633246"/>
      </p:ext>
    </p:extLst>
  </p:cSld>
  <p:clrMapOvr>
    <a:masterClrMapping/>
  </p:clrMapOvr>
  <mc:AlternateContent xmlns:mc="http://schemas.openxmlformats.org/markup-compatibility/2006" xmlns:p14="http://schemas.microsoft.com/office/powerpoint/2010/main">
    <mc:Choice Requires="p14">
      <p:transition spd="slow" p14:dur="2000" advTm="74602"/>
    </mc:Choice>
    <mc:Fallback xmlns="">
      <p:transition spd="slow" advTm="74602"/>
    </mc:Fallback>
  </mc:AlternateContent>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タイトル 1">
            <a:extLst>
              <a:ext uri="{FF2B5EF4-FFF2-40B4-BE49-F238E27FC236}">
                <a16:creationId xmlns:a16="http://schemas.microsoft.com/office/drawing/2014/main" id="{48F80BE1-D063-4240-BFC7-C8D243720250}"/>
              </a:ext>
            </a:extLst>
          </p:cNvPr>
          <p:cNvSpPr txBox="1">
            <a:spLocks/>
          </p:cNvSpPr>
          <p:nvPr/>
        </p:nvSpPr>
        <p:spPr bwMode="auto">
          <a:xfrm>
            <a:off x="631222" y="201863"/>
            <a:ext cx="8642258" cy="50208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rtl="0" fontAlgn="base">
              <a:lnSpc>
                <a:spcPct val="90000"/>
              </a:lnSpc>
              <a:spcBef>
                <a:spcPct val="0"/>
              </a:spcBef>
              <a:spcAft>
                <a:spcPct val="0"/>
              </a:spcAft>
              <a:defRPr kumimoji="1" sz="2000">
                <a:solidFill>
                  <a:schemeClr val="tx2"/>
                </a:solidFill>
                <a:latin typeface="游明朝" panose="02020400000000000000" pitchFamily="18" charset="-128"/>
                <a:ea typeface="游明朝" panose="02020400000000000000" pitchFamily="18" charset="-128"/>
                <a:cs typeface="+mj-cs"/>
              </a:defRPr>
            </a:lvl1pPr>
            <a:lvl2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2pPr>
            <a:lvl3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3pPr>
            <a:lvl4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4pPr>
            <a:lvl5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5pPr>
            <a:lvl6pPr marL="4572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6pPr>
            <a:lvl7pPr marL="9144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7pPr>
            <a:lvl8pPr marL="13716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8pPr>
            <a:lvl9pPr marL="18288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9pPr>
          </a:lstStyle>
          <a:p>
            <a:pPr algn="l"/>
            <a:r>
              <a:rPr lang="ja-JP" altLang="en-US" sz="3000" dirty="0">
                <a:latin typeface="メイリオ" panose="020B0604030504040204" pitchFamily="50" charset="-128"/>
                <a:ea typeface="メイリオ" panose="020B0604030504040204" pitchFamily="50" charset="-128"/>
              </a:rPr>
              <a:t>２つのインスタンスタイプ</a:t>
            </a:r>
            <a:endParaRPr lang="en-US" altLang="ja-JP" sz="3000" dirty="0">
              <a:latin typeface="メイリオ" panose="020B0604030504040204" pitchFamily="50" charset="-128"/>
              <a:ea typeface="メイリオ" panose="020B0604030504040204" pitchFamily="50" charset="-128"/>
            </a:endParaRPr>
          </a:p>
        </p:txBody>
      </p:sp>
      <p:sp>
        <p:nvSpPr>
          <p:cNvPr id="10" name="コンテンツ プレースホルダー 2">
            <a:extLst>
              <a:ext uri="{FF2B5EF4-FFF2-40B4-BE49-F238E27FC236}">
                <a16:creationId xmlns:a16="http://schemas.microsoft.com/office/drawing/2014/main" id="{4DD24456-4964-48A4-A5D7-ED0878B25212}"/>
              </a:ext>
            </a:extLst>
          </p:cNvPr>
          <p:cNvSpPr txBox="1">
            <a:spLocks/>
          </p:cNvSpPr>
          <p:nvPr/>
        </p:nvSpPr>
        <p:spPr>
          <a:xfrm>
            <a:off x="631222" y="799401"/>
            <a:ext cx="8858282" cy="325343"/>
          </a:xfrm>
          <a:prstGeom prst="rect">
            <a:avLst/>
          </a:prstGeom>
        </p:spPr>
        <p:txBody>
          <a:bodyPr vert="horz" lIns="74295" tIns="37148" rIns="74295" bIns="37148" rtlCol="0">
            <a:noAutofit/>
          </a:bodyPr>
          <a:lstStyle>
            <a:lvl1pPr marL="228600" indent="-228600" algn="l" defTabSz="914400" rtl="0" eaLnBrk="1" latinLnBrk="0" hangingPunct="1">
              <a:lnSpc>
                <a:spcPct val="90000"/>
              </a:lnSpc>
              <a:spcBef>
                <a:spcPts val="1000"/>
              </a:spcBef>
              <a:buFont typeface="Wingdings 2" pitchFamily="18" charset="2"/>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2" pitchFamily="18" charset="2"/>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2" pitchFamily="18" charset="2"/>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5pPr>
            <a:lvl6pPr marL="25146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6pPr>
            <a:lvl7pPr marL="29718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7pPr>
            <a:lvl8pPr marL="34290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8pPr>
            <a:lvl9pPr marL="38862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9pPr>
          </a:lstStyle>
          <a:p>
            <a:pPr marL="0" indent="0">
              <a:buNone/>
            </a:pPr>
            <a:r>
              <a:rPr lang="ja-JP" altLang="en-US" sz="2400" dirty="0">
                <a:solidFill>
                  <a:srgbClr val="002060"/>
                </a:solidFill>
                <a:latin typeface="メイリオ" panose="020B0604030504040204" pitchFamily="50" charset="-128"/>
                <a:ea typeface="メイリオ" panose="020B0604030504040204" pitchFamily="50" charset="-128"/>
              </a:rPr>
              <a:t>汎用タイプとメモリ最適化タイプから、ユースケースに合わせて、適したインスタンスタイプを選択する。</a:t>
            </a:r>
            <a:endParaRPr lang="en-US" altLang="ja-JP" sz="2400" kern="0" dirty="0">
              <a:solidFill>
                <a:srgbClr val="002060"/>
              </a:solidFill>
              <a:latin typeface="メイリオ" panose="020B0604030504040204" pitchFamily="50" charset="-128"/>
              <a:ea typeface="メイリオ" panose="020B0604030504040204" pitchFamily="50" charset="-128"/>
            </a:endParaRPr>
          </a:p>
        </p:txBody>
      </p:sp>
      <p:sp>
        <p:nvSpPr>
          <p:cNvPr id="17" name="コンテンツ プレースホルダー 2">
            <a:extLst>
              <a:ext uri="{FF2B5EF4-FFF2-40B4-BE49-F238E27FC236}">
                <a16:creationId xmlns:a16="http://schemas.microsoft.com/office/drawing/2014/main" id="{C071C368-ACA6-42B9-9555-AF9441877A69}"/>
              </a:ext>
            </a:extLst>
          </p:cNvPr>
          <p:cNvSpPr txBox="1">
            <a:spLocks/>
          </p:cNvSpPr>
          <p:nvPr/>
        </p:nvSpPr>
        <p:spPr bwMode="auto">
          <a:xfrm>
            <a:off x="3944888" y="3933056"/>
            <a:ext cx="5040560" cy="1512168"/>
          </a:xfrm>
          <a:prstGeom prst="rect">
            <a:avLst/>
          </a:prstGeom>
          <a:solidFill>
            <a:schemeClr val="bg1"/>
          </a:solidFill>
          <a:ln w="9525">
            <a:solidFill>
              <a:srgbClr val="0070C0"/>
            </a:solid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r>
              <a:rPr lang="ja-JP" altLang="en-US" dirty="0">
                <a:latin typeface="メイリオ" panose="020B0604030504040204" pitchFamily="50" charset="-128"/>
                <a:ea typeface="メイリオ" panose="020B0604030504040204" pitchFamily="50" charset="-128"/>
              </a:rPr>
              <a:t>メモリ内の大きいデータセットを処理するワークロードに対して高速なパフォーマンスを実現するように設計されたインスタンスタイプ</a:t>
            </a:r>
            <a:endParaRPr lang="en-US" altLang="ja-JP" dirty="0">
              <a:latin typeface="メイリオ" panose="020B0604030504040204" pitchFamily="50" charset="-128"/>
              <a:ea typeface="メイリオ" panose="020B0604030504040204" pitchFamily="50" charset="-128"/>
            </a:endParaRPr>
          </a:p>
          <a:p>
            <a:r>
              <a:rPr lang="ja-JP" altLang="en-US" kern="0" dirty="0">
                <a:solidFill>
                  <a:schemeClr val="bg2"/>
                </a:solidFill>
                <a:latin typeface="メイリオ" panose="020B0604030504040204" pitchFamily="50" charset="-128"/>
                <a:ea typeface="メイリオ" panose="020B0604030504040204" pitchFamily="50" charset="-128"/>
              </a:rPr>
              <a:t>高速データベースにはメモリ最適化を利用する。</a:t>
            </a:r>
            <a:endParaRPr lang="en-US" altLang="ja-JP" kern="0" dirty="0">
              <a:solidFill>
                <a:schemeClr val="bg2"/>
              </a:solidFill>
              <a:latin typeface="メイリオ" panose="020B0604030504040204" pitchFamily="50" charset="-128"/>
              <a:ea typeface="メイリオ" panose="020B0604030504040204" pitchFamily="50" charset="-128"/>
            </a:endParaRPr>
          </a:p>
        </p:txBody>
      </p:sp>
      <p:sp>
        <p:nvSpPr>
          <p:cNvPr id="18" name="コンテンツ プレースホルダー 2">
            <a:extLst>
              <a:ext uri="{FF2B5EF4-FFF2-40B4-BE49-F238E27FC236}">
                <a16:creationId xmlns:a16="http://schemas.microsoft.com/office/drawing/2014/main" id="{EA6130F5-6CA3-4799-8E73-10A20CF4992B}"/>
              </a:ext>
            </a:extLst>
          </p:cNvPr>
          <p:cNvSpPr txBox="1">
            <a:spLocks/>
          </p:cNvSpPr>
          <p:nvPr/>
        </p:nvSpPr>
        <p:spPr bwMode="auto">
          <a:xfrm>
            <a:off x="1208584" y="3933056"/>
            <a:ext cx="2664296" cy="1512168"/>
          </a:xfrm>
          <a:prstGeom prst="rect">
            <a:avLst/>
          </a:prstGeom>
          <a:solidFill>
            <a:schemeClr val="bg2">
              <a:lumMod val="50000"/>
              <a:lumOff val="50000"/>
            </a:schemeClr>
          </a:solidFill>
          <a:ln w="9525">
            <a:no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pPr algn="ctr"/>
            <a:r>
              <a:rPr lang="ja-JP" altLang="en-US" b="1" kern="0" dirty="0">
                <a:solidFill>
                  <a:schemeClr val="bg1"/>
                </a:solidFill>
                <a:latin typeface="メイリオ" panose="020B0604030504040204" pitchFamily="50" charset="-128"/>
                <a:ea typeface="メイリオ" panose="020B0604030504040204" pitchFamily="50" charset="-128"/>
              </a:rPr>
              <a:t>メモリ最適化</a:t>
            </a:r>
            <a:endParaRPr lang="en-US" altLang="ja-JP" b="1" kern="0" dirty="0">
              <a:solidFill>
                <a:schemeClr val="bg1"/>
              </a:solidFill>
              <a:latin typeface="メイリオ" panose="020B0604030504040204" pitchFamily="50" charset="-128"/>
              <a:ea typeface="メイリオ" panose="020B0604030504040204" pitchFamily="50" charset="-128"/>
            </a:endParaRPr>
          </a:p>
        </p:txBody>
      </p:sp>
      <p:sp>
        <p:nvSpPr>
          <p:cNvPr id="19" name="コンテンツ プレースホルダー 2">
            <a:extLst>
              <a:ext uri="{FF2B5EF4-FFF2-40B4-BE49-F238E27FC236}">
                <a16:creationId xmlns:a16="http://schemas.microsoft.com/office/drawing/2014/main" id="{859D27A3-AF75-4F84-A939-460FF2D61153}"/>
              </a:ext>
            </a:extLst>
          </p:cNvPr>
          <p:cNvSpPr txBox="1">
            <a:spLocks/>
          </p:cNvSpPr>
          <p:nvPr/>
        </p:nvSpPr>
        <p:spPr bwMode="auto">
          <a:xfrm>
            <a:off x="3944888" y="2348880"/>
            <a:ext cx="5040560" cy="1512168"/>
          </a:xfrm>
          <a:prstGeom prst="rect">
            <a:avLst/>
          </a:prstGeom>
          <a:solidFill>
            <a:schemeClr val="bg1"/>
          </a:solidFill>
          <a:ln w="9525">
            <a:solidFill>
              <a:srgbClr val="0070C0"/>
            </a:solid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r>
              <a:rPr lang="ja-JP" altLang="en-US" dirty="0">
                <a:latin typeface="メイリオ" panose="020B0604030504040204" pitchFamily="50" charset="-128"/>
                <a:ea typeface="メイリオ" panose="020B0604030504040204" pitchFamily="50" charset="-128"/>
              </a:rPr>
              <a:t>バランスの取れたコンピューティング、メモリ、ネットワークのリソースを提供し、多様なワークロードに使用できるインスタンスタイプ</a:t>
            </a:r>
            <a:endParaRPr lang="en-US" altLang="ja-JP" dirty="0">
              <a:latin typeface="メイリオ" panose="020B0604030504040204" pitchFamily="50" charset="-128"/>
              <a:ea typeface="メイリオ" panose="020B0604030504040204" pitchFamily="50" charset="-128"/>
            </a:endParaRPr>
          </a:p>
        </p:txBody>
      </p:sp>
      <p:sp>
        <p:nvSpPr>
          <p:cNvPr id="20" name="コンテンツ プレースホルダー 2">
            <a:extLst>
              <a:ext uri="{FF2B5EF4-FFF2-40B4-BE49-F238E27FC236}">
                <a16:creationId xmlns:a16="http://schemas.microsoft.com/office/drawing/2014/main" id="{E4FB8B8B-AFD4-48C0-AD5E-1F63BE9C1AD0}"/>
              </a:ext>
            </a:extLst>
          </p:cNvPr>
          <p:cNvSpPr txBox="1">
            <a:spLocks/>
          </p:cNvSpPr>
          <p:nvPr/>
        </p:nvSpPr>
        <p:spPr bwMode="auto">
          <a:xfrm>
            <a:off x="1208584" y="2348880"/>
            <a:ext cx="2664296" cy="1512168"/>
          </a:xfrm>
          <a:prstGeom prst="rect">
            <a:avLst/>
          </a:prstGeom>
          <a:solidFill>
            <a:schemeClr val="bg2">
              <a:lumMod val="50000"/>
              <a:lumOff val="50000"/>
            </a:schemeClr>
          </a:solidFill>
          <a:ln w="9525">
            <a:no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pPr algn="ctr"/>
            <a:r>
              <a:rPr lang="ja-JP" altLang="en-US" b="1" kern="0" dirty="0">
                <a:solidFill>
                  <a:schemeClr val="bg1"/>
                </a:solidFill>
                <a:latin typeface="メイリオ" panose="020B0604030504040204" pitchFamily="50" charset="-128"/>
                <a:ea typeface="メイリオ" panose="020B0604030504040204" pitchFamily="50" charset="-128"/>
              </a:rPr>
              <a:t>汎用</a:t>
            </a:r>
            <a:endParaRPr lang="en-US" altLang="ja-JP" b="1" kern="0" dirty="0">
              <a:solidFill>
                <a:schemeClr val="bg1"/>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360986282"/>
      </p:ext>
    </p:extLst>
  </p:cSld>
  <p:clrMapOvr>
    <a:masterClrMapping/>
  </p:clrMapOvr>
  <mc:AlternateContent xmlns:mc="http://schemas.openxmlformats.org/markup-compatibility/2006" xmlns:p14="http://schemas.microsoft.com/office/powerpoint/2010/main">
    <mc:Choice Requires="p14">
      <p:transition spd="slow" p14:dur="2000" advTm="64911"/>
    </mc:Choice>
    <mc:Fallback xmlns="">
      <p:transition spd="slow" advTm="64911"/>
    </mc:Fallback>
  </mc:AlternateContent>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タイトル 1">
            <a:extLst>
              <a:ext uri="{FF2B5EF4-FFF2-40B4-BE49-F238E27FC236}">
                <a16:creationId xmlns:a16="http://schemas.microsoft.com/office/drawing/2014/main" id="{48F80BE1-D063-4240-BFC7-C8D243720250}"/>
              </a:ext>
            </a:extLst>
          </p:cNvPr>
          <p:cNvSpPr txBox="1">
            <a:spLocks/>
          </p:cNvSpPr>
          <p:nvPr/>
        </p:nvSpPr>
        <p:spPr bwMode="auto">
          <a:xfrm>
            <a:off x="631222" y="201863"/>
            <a:ext cx="8642258" cy="50208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rtl="0" fontAlgn="base">
              <a:lnSpc>
                <a:spcPct val="90000"/>
              </a:lnSpc>
              <a:spcBef>
                <a:spcPct val="0"/>
              </a:spcBef>
              <a:spcAft>
                <a:spcPct val="0"/>
              </a:spcAft>
              <a:defRPr kumimoji="1" sz="2000">
                <a:solidFill>
                  <a:schemeClr val="tx2"/>
                </a:solidFill>
                <a:latin typeface="游明朝" panose="02020400000000000000" pitchFamily="18" charset="-128"/>
                <a:ea typeface="游明朝" panose="02020400000000000000" pitchFamily="18" charset="-128"/>
                <a:cs typeface="+mj-cs"/>
              </a:defRPr>
            </a:lvl1pPr>
            <a:lvl2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2pPr>
            <a:lvl3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3pPr>
            <a:lvl4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4pPr>
            <a:lvl5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5pPr>
            <a:lvl6pPr marL="4572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6pPr>
            <a:lvl7pPr marL="9144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7pPr>
            <a:lvl8pPr marL="13716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8pPr>
            <a:lvl9pPr marL="18288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9pPr>
          </a:lstStyle>
          <a:p>
            <a:pPr algn="l"/>
            <a:r>
              <a:rPr lang="ja-JP" altLang="en-US" sz="3000" dirty="0">
                <a:latin typeface="メイリオ" panose="020B0604030504040204" pitchFamily="50" charset="-128"/>
                <a:ea typeface="メイリオ" panose="020B0604030504040204" pitchFamily="50" charset="-128"/>
              </a:rPr>
              <a:t>インスタンスタイプ：汎用</a:t>
            </a:r>
            <a:endParaRPr lang="en-US" altLang="ja-JP" sz="3000" dirty="0">
              <a:latin typeface="メイリオ" panose="020B0604030504040204" pitchFamily="50" charset="-128"/>
              <a:ea typeface="メイリオ" panose="020B0604030504040204" pitchFamily="50" charset="-128"/>
            </a:endParaRPr>
          </a:p>
        </p:txBody>
      </p:sp>
      <p:sp>
        <p:nvSpPr>
          <p:cNvPr id="10" name="コンテンツ プレースホルダー 2">
            <a:extLst>
              <a:ext uri="{FF2B5EF4-FFF2-40B4-BE49-F238E27FC236}">
                <a16:creationId xmlns:a16="http://schemas.microsoft.com/office/drawing/2014/main" id="{4DD24456-4964-48A4-A5D7-ED0878B25212}"/>
              </a:ext>
            </a:extLst>
          </p:cNvPr>
          <p:cNvSpPr txBox="1">
            <a:spLocks/>
          </p:cNvSpPr>
          <p:nvPr/>
        </p:nvSpPr>
        <p:spPr>
          <a:xfrm>
            <a:off x="631222" y="799401"/>
            <a:ext cx="8858282" cy="325343"/>
          </a:xfrm>
          <a:prstGeom prst="rect">
            <a:avLst/>
          </a:prstGeom>
        </p:spPr>
        <p:txBody>
          <a:bodyPr vert="horz" lIns="74295" tIns="37148" rIns="74295" bIns="37148" rtlCol="0">
            <a:noAutofit/>
          </a:bodyPr>
          <a:lstStyle>
            <a:lvl1pPr marL="228600" indent="-228600" algn="l" defTabSz="914400" rtl="0" eaLnBrk="1" latinLnBrk="0" hangingPunct="1">
              <a:lnSpc>
                <a:spcPct val="90000"/>
              </a:lnSpc>
              <a:spcBef>
                <a:spcPts val="1000"/>
              </a:spcBef>
              <a:buFont typeface="Wingdings 2" pitchFamily="18" charset="2"/>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2" pitchFamily="18" charset="2"/>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2" pitchFamily="18" charset="2"/>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5pPr>
            <a:lvl6pPr marL="25146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6pPr>
            <a:lvl7pPr marL="29718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7pPr>
            <a:lvl8pPr marL="34290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8pPr>
            <a:lvl9pPr marL="38862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9pPr>
          </a:lstStyle>
          <a:p>
            <a:pPr marL="0" indent="0">
              <a:buNone/>
            </a:pPr>
            <a:r>
              <a:rPr lang="ja-JP" altLang="en-US" sz="2400" kern="0" dirty="0">
                <a:solidFill>
                  <a:srgbClr val="002060"/>
                </a:solidFill>
                <a:latin typeface="メイリオ" panose="020B0604030504040204" pitchFamily="50" charset="-128"/>
                <a:ea typeface="メイリオ" panose="020B0604030504040204" pitchFamily="50" charset="-128"/>
              </a:rPr>
              <a:t>バランスが取れた対応が可能な</a:t>
            </a:r>
            <a:r>
              <a:rPr lang="en-US" altLang="ja-JP" sz="2400" kern="0" dirty="0">
                <a:solidFill>
                  <a:srgbClr val="002060"/>
                </a:solidFill>
                <a:latin typeface="メイリオ" panose="020B0604030504040204" pitchFamily="50" charset="-128"/>
                <a:ea typeface="メイリオ" panose="020B0604030504040204" pitchFamily="50" charset="-128"/>
              </a:rPr>
              <a:t>M</a:t>
            </a:r>
            <a:r>
              <a:rPr lang="ja-JP" altLang="en-US" sz="2400" kern="0" dirty="0">
                <a:solidFill>
                  <a:srgbClr val="002060"/>
                </a:solidFill>
                <a:latin typeface="メイリオ" panose="020B0604030504040204" pitchFamily="50" charset="-128"/>
                <a:ea typeface="メイリオ" panose="020B0604030504040204" pitchFamily="50" charset="-128"/>
              </a:rPr>
              <a:t>ファミリーと、バーストパフォーマンスが提供される</a:t>
            </a:r>
            <a:r>
              <a:rPr lang="en-US" altLang="ja-JP" sz="2400" kern="0" dirty="0">
                <a:solidFill>
                  <a:srgbClr val="002060"/>
                </a:solidFill>
                <a:latin typeface="メイリオ" panose="020B0604030504040204" pitchFamily="50" charset="-128"/>
                <a:ea typeface="メイリオ" panose="020B0604030504040204" pitchFamily="50" charset="-128"/>
              </a:rPr>
              <a:t>T</a:t>
            </a:r>
            <a:r>
              <a:rPr lang="ja-JP" altLang="en-US" sz="2400" kern="0" dirty="0">
                <a:solidFill>
                  <a:srgbClr val="002060"/>
                </a:solidFill>
                <a:latin typeface="メイリオ" panose="020B0604030504040204" pitchFamily="50" charset="-128"/>
                <a:ea typeface="メイリオ" panose="020B0604030504040204" pitchFamily="50" charset="-128"/>
              </a:rPr>
              <a:t>ファミリーが利用可能</a:t>
            </a:r>
            <a:endParaRPr lang="en-US" altLang="ja-JP" sz="2400" kern="0" dirty="0">
              <a:solidFill>
                <a:srgbClr val="002060"/>
              </a:solidFill>
              <a:latin typeface="メイリオ" panose="020B0604030504040204" pitchFamily="50" charset="-128"/>
              <a:ea typeface="メイリオ" panose="020B0604030504040204" pitchFamily="50" charset="-128"/>
            </a:endParaRPr>
          </a:p>
        </p:txBody>
      </p:sp>
      <p:sp>
        <p:nvSpPr>
          <p:cNvPr id="8" name="コンテンツ プレースホルダー 2">
            <a:extLst>
              <a:ext uri="{FF2B5EF4-FFF2-40B4-BE49-F238E27FC236}">
                <a16:creationId xmlns:a16="http://schemas.microsoft.com/office/drawing/2014/main" id="{835CE6FE-EE2C-4942-BAD6-54EED03A5F1C}"/>
              </a:ext>
            </a:extLst>
          </p:cNvPr>
          <p:cNvSpPr txBox="1">
            <a:spLocks/>
          </p:cNvSpPr>
          <p:nvPr/>
        </p:nvSpPr>
        <p:spPr bwMode="auto">
          <a:xfrm>
            <a:off x="3916003" y="2996952"/>
            <a:ext cx="5040560" cy="1008112"/>
          </a:xfrm>
          <a:prstGeom prst="rect">
            <a:avLst/>
          </a:prstGeom>
          <a:solidFill>
            <a:schemeClr val="bg1"/>
          </a:solidFill>
          <a:ln w="9525">
            <a:solidFill>
              <a:srgbClr val="0070C0"/>
            </a:solid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r>
              <a:rPr lang="en-US" altLang="ja-JP" sz="1200" dirty="0">
                <a:latin typeface="メイリオ" panose="020B0604030504040204" pitchFamily="50" charset="-128"/>
                <a:ea typeface="メイリオ" panose="020B0604030504040204" pitchFamily="50" charset="-128"/>
              </a:rPr>
              <a:t>T2</a:t>
            </a:r>
            <a:r>
              <a:rPr lang="ja-JP" altLang="en-US" sz="1200" dirty="0">
                <a:latin typeface="メイリオ" panose="020B0604030504040204" pitchFamily="50" charset="-128"/>
                <a:ea typeface="メイリオ" panose="020B0604030504040204" pitchFamily="50" charset="-128"/>
              </a:rPr>
              <a:t>と同じく汎用バーストパフォーマンスインスタンス。</a:t>
            </a:r>
            <a:r>
              <a:rPr lang="en-US" altLang="ja-JP" sz="1200" dirty="0">
                <a:latin typeface="メイリオ" panose="020B0604030504040204" pitchFamily="50" charset="-128"/>
                <a:ea typeface="メイリオ" panose="020B0604030504040204" pitchFamily="50" charset="-128"/>
              </a:rPr>
              <a:t>T3 </a:t>
            </a:r>
            <a:r>
              <a:rPr lang="ja-JP" altLang="en-US" sz="1200" dirty="0">
                <a:latin typeface="メイリオ" panose="020B0604030504040204" pitchFamily="50" charset="-128"/>
                <a:ea typeface="メイリオ" panose="020B0604030504040204" pitchFamily="50" charset="-128"/>
              </a:rPr>
              <a:t>インスタンスはバランスの取れたコンピューティング、メモリ、およびネットワークのリソースを提供し、使用中に一時的なスパイクが生じる中程度の </a:t>
            </a:r>
            <a:r>
              <a:rPr lang="en-US" altLang="ja-JP" sz="1200" dirty="0">
                <a:latin typeface="メイリオ" panose="020B0604030504040204" pitchFamily="50" charset="-128"/>
                <a:ea typeface="メイリオ" panose="020B0604030504040204" pitchFamily="50" charset="-128"/>
              </a:rPr>
              <a:t>CPU </a:t>
            </a:r>
            <a:r>
              <a:rPr lang="ja-JP" altLang="en-US" sz="1200" dirty="0">
                <a:latin typeface="メイリオ" panose="020B0604030504040204" pitchFamily="50" charset="-128"/>
                <a:ea typeface="メイリオ" panose="020B0604030504040204" pitchFamily="50" charset="-128"/>
              </a:rPr>
              <a:t>使用率を持つデータベースワークロードに適している。</a:t>
            </a:r>
            <a:endParaRPr lang="en-US" altLang="ja-JP" sz="1200" kern="0" dirty="0">
              <a:solidFill>
                <a:schemeClr val="bg2"/>
              </a:solidFill>
              <a:latin typeface="メイリオ" panose="020B0604030504040204" pitchFamily="50" charset="-128"/>
              <a:ea typeface="メイリオ" panose="020B0604030504040204" pitchFamily="50" charset="-128"/>
            </a:endParaRPr>
          </a:p>
        </p:txBody>
      </p:sp>
      <p:sp>
        <p:nvSpPr>
          <p:cNvPr id="9" name="コンテンツ プレースホルダー 2">
            <a:extLst>
              <a:ext uri="{FF2B5EF4-FFF2-40B4-BE49-F238E27FC236}">
                <a16:creationId xmlns:a16="http://schemas.microsoft.com/office/drawing/2014/main" id="{FDE14943-D8A0-4FC1-974E-4A82CD2E34BC}"/>
              </a:ext>
            </a:extLst>
          </p:cNvPr>
          <p:cNvSpPr txBox="1">
            <a:spLocks/>
          </p:cNvSpPr>
          <p:nvPr/>
        </p:nvSpPr>
        <p:spPr bwMode="auto">
          <a:xfrm>
            <a:off x="1179699" y="2996952"/>
            <a:ext cx="2664296" cy="1008112"/>
          </a:xfrm>
          <a:prstGeom prst="rect">
            <a:avLst/>
          </a:prstGeom>
          <a:solidFill>
            <a:schemeClr val="bg2">
              <a:lumMod val="50000"/>
              <a:lumOff val="50000"/>
            </a:schemeClr>
          </a:solidFill>
          <a:ln w="9525">
            <a:no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pPr algn="ctr"/>
            <a:r>
              <a:rPr lang="en-US" altLang="ja-JP" b="1" dirty="0">
                <a:solidFill>
                  <a:schemeClr val="bg1"/>
                </a:solidFill>
                <a:latin typeface="メイリオ" panose="020B0604030504040204" pitchFamily="50" charset="-128"/>
                <a:ea typeface="メイリオ" panose="020B0604030504040204" pitchFamily="50" charset="-128"/>
              </a:rPr>
              <a:t>T3 </a:t>
            </a:r>
            <a:r>
              <a:rPr lang="ja-JP" altLang="en-US" b="1" dirty="0">
                <a:solidFill>
                  <a:schemeClr val="bg1"/>
                </a:solidFill>
                <a:latin typeface="メイリオ" panose="020B0604030504040204" pitchFamily="50" charset="-128"/>
                <a:ea typeface="メイリオ" panose="020B0604030504040204" pitchFamily="50" charset="-128"/>
              </a:rPr>
              <a:t>インスタンス</a:t>
            </a:r>
            <a:endParaRPr lang="en-US" altLang="ja-JP" b="1" kern="0" dirty="0">
              <a:solidFill>
                <a:schemeClr val="bg1"/>
              </a:solidFill>
              <a:latin typeface="メイリオ" panose="020B0604030504040204" pitchFamily="50" charset="-128"/>
              <a:ea typeface="メイリオ" panose="020B0604030504040204" pitchFamily="50" charset="-128"/>
            </a:endParaRPr>
          </a:p>
        </p:txBody>
      </p:sp>
      <p:sp>
        <p:nvSpPr>
          <p:cNvPr id="11" name="コンテンツ プレースホルダー 2">
            <a:extLst>
              <a:ext uri="{FF2B5EF4-FFF2-40B4-BE49-F238E27FC236}">
                <a16:creationId xmlns:a16="http://schemas.microsoft.com/office/drawing/2014/main" id="{4E86EBE6-3675-4E02-8A35-9805C3D54514}"/>
              </a:ext>
            </a:extLst>
          </p:cNvPr>
          <p:cNvSpPr txBox="1">
            <a:spLocks/>
          </p:cNvSpPr>
          <p:nvPr/>
        </p:nvSpPr>
        <p:spPr bwMode="auto">
          <a:xfrm>
            <a:off x="3916003" y="1916832"/>
            <a:ext cx="5040560" cy="1008112"/>
          </a:xfrm>
          <a:prstGeom prst="rect">
            <a:avLst/>
          </a:prstGeom>
          <a:solidFill>
            <a:schemeClr val="bg1"/>
          </a:solidFill>
          <a:ln w="9525">
            <a:solidFill>
              <a:srgbClr val="0070C0"/>
            </a:solid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r>
              <a:rPr lang="ja-JP" altLang="en-US" sz="1200" dirty="0">
                <a:latin typeface="メイリオ" panose="020B0604030504040204" pitchFamily="50" charset="-128"/>
                <a:ea typeface="メイリオ" panose="020B0604030504040204" pitchFamily="50" charset="-128"/>
              </a:rPr>
              <a:t>汎用バーストパフォーマンスインスタンス。ベースラインレベルの </a:t>
            </a:r>
            <a:r>
              <a:rPr lang="en-US" altLang="ja-JP" sz="1200" dirty="0">
                <a:latin typeface="メイリオ" panose="020B0604030504040204" pitchFamily="50" charset="-128"/>
                <a:ea typeface="メイリオ" panose="020B0604030504040204" pitchFamily="50" charset="-128"/>
              </a:rPr>
              <a:t>CPU </a:t>
            </a:r>
            <a:r>
              <a:rPr lang="ja-JP" altLang="en-US" sz="1200" dirty="0">
                <a:latin typeface="メイリオ" panose="020B0604030504040204" pitchFamily="50" charset="-128"/>
                <a:ea typeface="メイリオ" panose="020B0604030504040204" pitchFamily="50" charset="-128"/>
              </a:rPr>
              <a:t>パフォーマンスを提供し、ベースラインを超えてバーストする機能を有する。マイクロサービス、テストおよびステージングデータベースなど、さまざまなデータベースワークロードに適している。</a:t>
            </a:r>
            <a:endParaRPr lang="en-US" altLang="ja-JP" sz="1200" kern="0" dirty="0">
              <a:solidFill>
                <a:schemeClr val="bg2"/>
              </a:solidFill>
              <a:latin typeface="メイリオ" panose="020B0604030504040204" pitchFamily="50" charset="-128"/>
              <a:ea typeface="メイリオ" panose="020B0604030504040204" pitchFamily="50" charset="-128"/>
            </a:endParaRPr>
          </a:p>
        </p:txBody>
      </p:sp>
      <p:sp>
        <p:nvSpPr>
          <p:cNvPr id="12" name="コンテンツ プレースホルダー 2">
            <a:extLst>
              <a:ext uri="{FF2B5EF4-FFF2-40B4-BE49-F238E27FC236}">
                <a16:creationId xmlns:a16="http://schemas.microsoft.com/office/drawing/2014/main" id="{F9E6B248-71A2-4271-99ED-81C36A094AEA}"/>
              </a:ext>
            </a:extLst>
          </p:cNvPr>
          <p:cNvSpPr txBox="1">
            <a:spLocks/>
          </p:cNvSpPr>
          <p:nvPr/>
        </p:nvSpPr>
        <p:spPr bwMode="auto">
          <a:xfrm>
            <a:off x="1179699" y="1916832"/>
            <a:ext cx="2664296" cy="1008112"/>
          </a:xfrm>
          <a:prstGeom prst="rect">
            <a:avLst/>
          </a:prstGeom>
          <a:solidFill>
            <a:schemeClr val="bg2">
              <a:lumMod val="50000"/>
              <a:lumOff val="50000"/>
            </a:schemeClr>
          </a:solidFill>
          <a:ln w="9525">
            <a:no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pPr algn="ctr"/>
            <a:r>
              <a:rPr lang="en-US" altLang="ja-JP" b="1" dirty="0">
                <a:solidFill>
                  <a:schemeClr val="bg1"/>
                </a:solidFill>
                <a:latin typeface="メイリオ" panose="020B0604030504040204" pitchFamily="50" charset="-128"/>
                <a:ea typeface="メイリオ" panose="020B0604030504040204" pitchFamily="50" charset="-128"/>
              </a:rPr>
              <a:t>T2 </a:t>
            </a:r>
            <a:r>
              <a:rPr lang="ja-JP" altLang="en-US" b="1" dirty="0">
                <a:solidFill>
                  <a:schemeClr val="bg1"/>
                </a:solidFill>
                <a:latin typeface="メイリオ" panose="020B0604030504040204" pitchFamily="50" charset="-128"/>
                <a:ea typeface="メイリオ" panose="020B0604030504040204" pitchFamily="50" charset="-128"/>
              </a:rPr>
              <a:t>インスタンス</a:t>
            </a:r>
            <a:endParaRPr lang="en-US" altLang="ja-JP" b="1" kern="0" dirty="0">
              <a:solidFill>
                <a:schemeClr val="bg1"/>
              </a:solidFill>
              <a:latin typeface="メイリオ" panose="020B0604030504040204" pitchFamily="50" charset="-128"/>
              <a:ea typeface="メイリオ" panose="020B0604030504040204" pitchFamily="50" charset="-128"/>
            </a:endParaRPr>
          </a:p>
        </p:txBody>
      </p:sp>
      <p:sp>
        <p:nvSpPr>
          <p:cNvPr id="13" name="コンテンツ プレースホルダー 2">
            <a:extLst>
              <a:ext uri="{FF2B5EF4-FFF2-40B4-BE49-F238E27FC236}">
                <a16:creationId xmlns:a16="http://schemas.microsoft.com/office/drawing/2014/main" id="{61747215-442D-42C0-8FEA-B84DF6909CC0}"/>
              </a:ext>
            </a:extLst>
          </p:cNvPr>
          <p:cNvSpPr txBox="1">
            <a:spLocks/>
          </p:cNvSpPr>
          <p:nvPr/>
        </p:nvSpPr>
        <p:spPr bwMode="auto">
          <a:xfrm>
            <a:off x="3916003" y="5157192"/>
            <a:ext cx="5040560" cy="1008112"/>
          </a:xfrm>
          <a:prstGeom prst="rect">
            <a:avLst/>
          </a:prstGeom>
          <a:solidFill>
            <a:schemeClr val="bg1"/>
          </a:solidFill>
          <a:ln w="9525">
            <a:solidFill>
              <a:srgbClr val="0070C0"/>
            </a:solid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r>
              <a:rPr lang="ja-JP" altLang="en-US" sz="1200" dirty="0">
                <a:latin typeface="メイリオ" panose="020B0604030504040204" pitchFamily="50" charset="-128"/>
                <a:ea typeface="メイリオ" panose="020B0604030504040204" pitchFamily="50" charset="-128"/>
              </a:rPr>
              <a:t>最新世代の汎用インスタンスで、</a:t>
            </a:r>
            <a:r>
              <a:rPr lang="en-US" altLang="ja-JP" sz="1200" dirty="0">
                <a:latin typeface="メイリオ" panose="020B0604030504040204" pitchFamily="50" charset="-128"/>
                <a:ea typeface="メイリオ" panose="020B0604030504040204" pitchFamily="50" charset="-128"/>
              </a:rPr>
              <a:t>M4 </a:t>
            </a:r>
            <a:r>
              <a:rPr lang="ja-JP" altLang="en-US" sz="1200" dirty="0">
                <a:latin typeface="メイリオ" panose="020B0604030504040204" pitchFamily="50" charset="-128"/>
                <a:ea typeface="メイリオ" panose="020B0604030504040204" pitchFamily="50" charset="-128"/>
              </a:rPr>
              <a:t>よりも優れたパフォーマンスを提供する。バランスの取れたコンピューティング、メモリ、およびネットワークのリソースを提供し、さまざまなデータベースワークロードに適している。</a:t>
            </a:r>
            <a:endParaRPr lang="en-US" altLang="ja-JP" sz="1200" kern="0" dirty="0">
              <a:solidFill>
                <a:schemeClr val="bg2"/>
              </a:solidFill>
              <a:latin typeface="メイリオ" panose="020B0604030504040204" pitchFamily="50" charset="-128"/>
              <a:ea typeface="メイリオ" panose="020B0604030504040204" pitchFamily="50" charset="-128"/>
            </a:endParaRPr>
          </a:p>
        </p:txBody>
      </p:sp>
      <p:sp>
        <p:nvSpPr>
          <p:cNvPr id="14" name="コンテンツ プレースホルダー 2">
            <a:extLst>
              <a:ext uri="{FF2B5EF4-FFF2-40B4-BE49-F238E27FC236}">
                <a16:creationId xmlns:a16="http://schemas.microsoft.com/office/drawing/2014/main" id="{CBF324A9-A70B-40B8-9689-F55E5128C812}"/>
              </a:ext>
            </a:extLst>
          </p:cNvPr>
          <p:cNvSpPr txBox="1">
            <a:spLocks/>
          </p:cNvSpPr>
          <p:nvPr/>
        </p:nvSpPr>
        <p:spPr bwMode="auto">
          <a:xfrm>
            <a:off x="1179699" y="5157192"/>
            <a:ext cx="2664296" cy="1008112"/>
          </a:xfrm>
          <a:prstGeom prst="rect">
            <a:avLst/>
          </a:prstGeom>
          <a:solidFill>
            <a:schemeClr val="bg2">
              <a:lumMod val="50000"/>
              <a:lumOff val="50000"/>
            </a:schemeClr>
          </a:solidFill>
          <a:ln w="9525">
            <a:no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pPr algn="ctr"/>
            <a:r>
              <a:rPr lang="en-US" altLang="ja-JP" b="1" dirty="0">
                <a:solidFill>
                  <a:schemeClr val="bg1"/>
                </a:solidFill>
                <a:latin typeface="メイリオ" panose="020B0604030504040204" pitchFamily="50" charset="-128"/>
                <a:ea typeface="メイリオ" panose="020B0604030504040204" pitchFamily="50" charset="-128"/>
              </a:rPr>
              <a:t>M5 </a:t>
            </a:r>
            <a:r>
              <a:rPr lang="ja-JP" altLang="en-US" b="1" dirty="0">
                <a:solidFill>
                  <a:schemeClr val="bg1"/>
                </a:solidFill>
                <a:latin typeface="メイリオ" panose="020B0604030504040204" pitchFamily="50" charset="-128"/>
                <a:ea typeface="メイリオ" panose="020B0604030504040204" pitchFamily="50" charset="-128"/>
              </a:rPr>
              <a:t>インスタンス</a:t>
            </a:r>
            <a:endParaRPr lang="en-US" altLang="ja-JP" b="1" kern="0" dirty="0">
              <a:solidFill>
                <a:schemeClr val="bg1"/>
              </a:solidFill>
              <a:latin typeface="メイリオ" panose="020B0604030504040204" pitchFamily="50" charset="-128"/>
              <a:ea typeface="メイリオ" panose="020B0604030504040204" pitchFamily="50" charset="-128"/>
            </a:endParaRPr>
          </a:p>
        </p:txBody>
      </p:sp>
      <p:sp>
        <p:nvSpPr>
          <p:cNvPr id="15" name="コンテンツ プレースホルダー 2">
            <a:extLst>
              <a:ext uri="{FF2B5EF4-FFF2-40B4-BE49-F238E27FC236}">
                <a16:creationId xmlns:a16="http://schemas.microsoft.com/office/drawing/2014/main" id="{B2E1EE72-D511-464D-94BF-763F4350A7C5}"/>
              </a:ext>
            </a:extLst>
          </p:cNvPr>
          <p:cNvSpPr txBox="1">
            <a:spLocks/>
          </p:cNvSpPr>
          <p:nvPr/>
        </p:nvSpPr>
        <p:spPr bwMode="auto">
          <a:xfrm>
            <a:off x="3916003" y="4077072"/>
            <a:ext cx="5040560" cy="1008112"/>
          </a:xfrm>
          <a:prstGeom prst="rect">
            <a:avLst/>
          </a:prstGeom>
          <a:solidFill>
            <a:schemeClr val="bg1"/>
          </a:solidFill>
          <a:ln w="9525">
            <a:solidFill>
              <a:srgbClr val="0070C0"/>
            </a:solid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r>
              <a:rPr lang="ja-JP" altLang="en-US" sz="1200" dirty="0">
                <a:latin typeface="メイリオ" panose="020B0604030504040204" pitchFamily="50" charset="-128"/>
                <a:ea typeface="メイリオ" panose="020B0604030504040204" pitchFamily="50" charset="-128"/>
              </a:rPr>
              <a:t>バランスの取れたコンピューティング、メモリ、およびネットワークリソースを提供し、オープンソースまたはエンタープライズアプリケーション用の小規模および中規模データベースを含む、さまざまなデータベースワークロードに適している。</a:t>
            </a:r>
            <a:endParaRPr lang="en-US" altLang="ja-JP" sz="1200" kern="0" dirty="0">
              <a:solidFill>
                <a:schemeClr val="bg2"/>
              </a:solidFill>
              <a:latin typeface="メイリオ" panose="020B0604030504040204" pitchFamily="50" charset="-128"/>
              <a:ea typeface="メイリオ" panose="020B0604030504040204" pitchFamily="50" charset="-128"/>
            </a:endParaRPr>
          </a:p>
        </p:txBody>
      </p:sp>
      <p:sp>
        <p:nvSpPr>
          <p:cNvPr id="16" name="コンテンツ プレースホルダー 2">
            <a:extLst>
              <a:ext uri="{FF2B5EF4-FFF2-40B4-BE49-F238E27FC236}">
                <a16:creationId xmlns:a16="http://schemas.microsoft.com/office/drawing/2014/main" id="{D6038209-F6B6-43B0-B562-02D8B6A332B7}"/>
              </a:ext>
            </a:extLst>
          </p:cNvPr>
          <p:cNvSpPr txBox="1">
            <a:spLocks/>
          </p:cNvSpPr>
          <p:nvPr/>
        </p:nvSpPr>
        <p:spPr bwMode="auto">
          <a:xfrm>
            <a:off x="1179699" y="4077072"/>
            <a:ext cx="2664296" cy="1008112"/>
          </a:xfrm>
          <a:prstGeom prst="rect">
            <a:avLst/>
          </a:prstGeom>
          <a:solidFill>
            <a:schemeClr val="bg2">
              <a:lumMod val="50000"/>
              <a:lumOff val="50000"/>
            </a:schemeClr>
          </a:solidFill>
          <a:ln w="9525">
            <a:no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pPr algn="ctr"/>
            <a:r>
              <a:rPr lang="en-US" altLang="ja-JP" b="1" dirty="0">
                <a:solidFill>
                  <a:schemeClr val="bg1"/>
                </a:solidFill>
                <a:latin typeface="メイリオ" panose="020B0604030504040204" pitchFamily="50" charset="-128"/>
                <a:ea typeface="メイリオ" panose="020B0604030504040204" pitchFamily="50" charset="-128"/>
              </a:rPr>
              <a:t>M4 </a:t>
            </a:r>
            <a:r>
              <a:rPr lang="ja-JP" altLang="en-US" b="1" dirty="0">
                <a:solidFill>
                  <a:schemeClr val="bg1"/>
                </a:solidFill>
                <a:latin typeface="メイリオ" panose="020B0604030504040204" pitchFamily="50" charset="-128"/>
                <a:ea typeface="メイリオ" panose="020B0604030504040204" pitchFamily="50" charset="-128"/>
              </a:rPr>
              <a:t>インスタンス</a:t>
            </a:r>
            <a:endParaRPr lang="en-US" altLang="ja-JP" b="1" kern="0" dirty="0">
              <a:solidFill>
                <a:schemeClr val="bg1"/>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430573570"/>
      </p:ext>
    </p:extLst>
  </p:cSld>
  <p:clrMapOvr>
    <a:masterClrMapping/>
  </p:clrMapOvr>
  <mc:AlternateContent xmlns:mc="http://schemas.openxmlformats.org/markup-compatibility/2006" xmlns:p14="http://schemas.microsoft.com/office/powerpoint/2010/main">
    <mc:Choice Requires="p14">
      <p:transition spd="slow" p14:dur="2000" advTm="147100"/>
    </mc:Choice>
    <mc:Fallback xmlns="">
      <p:transition spd="slow" advTm="147100"/>
    </mc:Fallback>
  </mc:AlternateContent>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タイトル 1">
            <a:extLst>
              <a:ext uri="{FF2B5EF4-FFF2-40B4-BE49-F238E27FC236}">
                <a16:creationId xmlns:a16="http://schemas.microsoft.com/office/drawing/2014/main" id="{48F80BE1-D063-4240-BFC7-C8D243720250}"/>
              </a:ext>
            </a:extLst>
          </p:cNvPr>
          <p:cNvSpPr txBox="1">
            <a:spLocks/>
          </p:cNvSpPr>
          <p:nvPr/>
        </p:nvSpPr>
        <p:spPr bwMode="auto">
          <a:xfrm>
            <a:off x="631222" y="201863"/>
            <a:ext cx="8642258" cy="50208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rtl="0" fontAlgn="base">
              <a:lnSpc>
                <a:spcPct val="90000"/>
              </a:lnSpc>
              <a:spcBef>
                <a:spcPct val="0"/>
              </a:spcBef>
              <a:spcAft>
                <a:spcPct val="0"/>
              </a:spcAft>
              <a:defRPr kumimoji="1" sz="2000">
                <a:solidFill>
                  <a:schemeClr val="tx2"/>
                </a:solidFill>
                <a:latin typeface="游明朝" panose="02020400000000000000" pitchFamily="18" charset="-128"/>
                <a:ea typeface="游明朝" panose="02020400000000000000" pitchFamily="18" charset="-128"/>
                <a:cs typeface="+mj-cs"/>
              </a:defRPr>
            </a:lvl1pPr>
            <a:lvl2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2pPr>
            <a:lvl3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3pPr>
            <a:lvl4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4pPr>
            <a:lvl5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5pPr>
            <a:lvl6pPr marL="4572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6pPr>
            <a:lvl7pPr marL="9144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7pPr>
            <a:lvl8pPr marL="13716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8pPr>
            <a:lvl9pPr marL="18288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9pPr>
          </a:lstStyle>
          <a:p>
            <a:pPr algn="l"/>
            <a:r>
              <a:rPr lang="ja-JP" altLang="en-US" sz="3000" dirty="0">
                <a:latin typeface="メイリオ" panose="020B0604030504040204" pitchFamily="50" charset="-128"/>
                <a:ea typeface="メイリオ" panose="020B0604030504040204" pitchFamily="50" charset="-128"/>
              </a:rPr>
              <a:t>インスタンスタイプ：メモリ最適化</a:t>
            </a:r>
            <a:endParaRPr lang="en-US" altLang="ja-JP" sz="3000" dirty="0">
              <a:latin typeface="メイリオ" panose="020B0604030504040204" pitchFamily="50" charset="-128"/>
              <a:ea typeface="メイリオ" panose="020B0604030504040204" pitchFamily="50" charset="-128"/>
            </a:endParaRPr>
          </a:p>
        </p:txBody>
      </p:sp>
      <p:sp>
        <p:nvSpPr>
          <p:cNvPr id="10" name="コンテンツ プレースホルダー 2">
            <a:extLst>
              <a:ext uri="{FF2B5EF4-FFF2-40B4-BE49-F238E27FC236}">
                <a16:creationId xmlns:a16="http://schemas.microsoft.com/office/drawing/2014/main" id="{4DD24456-4964-48A4-A5D7-ED0878B25212}"/>
              </a:ext>
            </a:extLst>
          </p:cNvPr>
          <p:cNvSpPr txBox="1">
            <a:spLocks/>
          </p:cNvSpPr>
          <p:nvPr/>
        </p:nvSpPr>
        <p:spPr>
          <a:xfrm>
            <a:off x="631222" y="799401"/>
            <a:ext cx="8858282" cy="325343"/>
          </a:xfrm>
          <a:prstGeom prst="rect">
            <a:avLst/>
          </a:prstGeom>
        </p:spPr>
        <p:txBody>
          <a:bodyPr vert="horz" lIns="74295" tIns="37148" rIns="74295" bIns="37148" rtlCol="0">
            <a:noAutofit/>
          </a:bodyPr>
          <a:lstStyle>
            <a:lvl1pPr marL="228600" indent="-228600" algn="l" defTabSz="914400" rtl="0" eaLnBrk="1" latinLnBrk="0" hangingPunct="1">
              <a:lnSpc>
                <a:spcPct val="90000"/>
              </a:lnSpc>
              <a:spcBef>
                <a:spcPts val="1000"/>
              </a:spcBef>
              <a:buFont typeface="Wingdings 2" pitchFamily="18" charset="2"/>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2" pitchFamily="18" charset="2"/>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2" pitchFamily="18" charset="2"/>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5pPr>
            <a:lvl6pPr marL="25146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6pPr>
            <a:lvl7pPr marL="29718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7pPr>
            <a:lvl8pPr marL="34290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8pPr>
            <a:lvl9pPr marL="38862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9pPr>
          </a:lstStyle>
          <a:p>
            <a:pPr marL="0" indent="0">
              <a:buNone/>
            </a:pPr>
            <a:r>
              <a:rPr lang="ja-JP" altLang="en-US" sz="2400" kern="0" dirty="0">
                <a:solidFill>
                  <a:srgbClr val="002060"/>
                </a:solidFill>
                <a:latin typeface="メイリオ" panose="020B0604030504040204" pitchFamily="50" charset="-128"/>
                <a:ea typeface="メイリオ" panose="020B0604030504040204" pitchFamily="50" charset="-128"/>
              </a:rPr>
              <a:t>メモリ負荷の高い処理や高速データベース処理に利用する</a:t>
            </a:r>
            <a:endParaRPr lang="en-US" altLang="ja-JP" sz="2400" kern="0" dirty="0">
              <a:solidFill>
                <a:srgbClr val="002060"/>
              </a:solidFill>
              <a:latin typeface="メイリオ" panose="020B0604030504040204" pitchFamily="50" charset="-128"/>
              <a:ea typeface="メイリオ" panose="020B0604030504040204" pitchFamily="50" charset="-128"/>
            </a:endParaRPr>
          </a:p>
        </p:txBody>
      </p:sp>
      <p:sp>
        <p:nvSpPr>
          <p:cNvPr id="8" name="コンテンツ プレースホルダー 2">
            <a:extLst>
              <a:ext uri="{FF2B5EF4-FFF2-40B4-BE49-F238E27FC236}">
                <a16:creationId xmlns:a16="http://schemas.microsoft.com/office/drawing/2014/main" id="{835CE6FE-EE2C-4942-BAD6-54EED03A5F1C}"/>
              </a:ext>
            </a:extLst>
          </p:cNvPr>
          <p:cNvSpPr txBox="1">
            <a:spLocks/>
          </p:cNvSpPr>
          <p:nvPr/>
        </p:nvSpPr>
        <p:spPr bwMode="auto">
          <a:xfrm>
            <a:off x="3916003" y="2276872"/>
            <a:ext cx="5040560" cy="1008112"/>
          </a:xfrm>
          <a:prstGeom prst="rect">
            <a:avLst/>
          </a:prstGeom>
          <a:solidFill>
            <a:schemeClr val="bg1"/>
          </a:solidFill>
          <a:ln w="9525">
            <a:solidFill>
              <a:srgbClr val="0070C0"/>
            </a:solid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r>
              <a:rPr lang="en-US" altLang="ja-JP" sz="1200" dirty="0">
                <a:latin typeface="メイリオ" panose="020B0604030504040204" pitchFamily="50" charset="-128"/>
                <a:ea typeface="メイリオ" panose="020B0604030504040204" pitchFamily="50" charset="-128"/>
              </a:rPr>
              <a:t>R4 </a:t>
            </a:r>
            <a:r>
              <a:rPr lang="ja-JP" altLang="en-US" sz="1200" dirty="0">
                <a:latin typeface="メイリオ" panose="020B0604030504040204" pitchFamily="50" charset="-128"/>
                <a:ea typeface="メイリオ" panose="020B0604030504040204" pitchFamily="50" charset="-128"/>
              </a:rPr>
              <a:t>よりも </a:t>
            </a:r>
            <a:r>
              <a:rPr lang="en-US" altLang="ja-JP" sz="1200" dirty="0">
                <a:latin typeface="メイリオ" panose="020B0604030504040204" pitchFamily="50" charset="-128"/>
                <a:ea typeface="メイリオ" panose="020B0604030504040204" pitchFamily="50" charset="-128"/>
              </a:rPr>
              <a:t>vCPU </a:t>
            </a:r>
            <a:r>
              <a:rPr lang="ja-JP" altLang="en-US" sz="1200" dirty="0">
                <a:latin typeface="メイリオ" panose="020B0604030504040204" pitchFamily="50" charset="-128"/>
                <a:ea typeface="メイリオ" panose="020B0604030504040204" pitchFamily="50" charset="-128"/>
              </a:rPr>
              <a:t>あたり </a:t>
            </a:r>
            <a:r>
              <a:rPr lang="en-US" altLang="ja-JP" sz="1200" dirty="0">
                <a:latin typeface="メイリオ" panose="020B0604030504040204" pitchFamily="50" charset="-128"/>
                <a:ea typeface="メイリオ" panose="020B0604030504040204" pitchFamily="50" charset="-128"/>
              </a:rPr>
              <a:t>5</a:t>
            </a:r>
            <a:r>
              <a:rPr lang="ja-JP" altLang="en-US" sz="1200" dirty="0">
                <a:latin typeface="メイリオ" panose="020B0604030504040204" pitchFamily="50" charset="-128"/>
                <a:ea typeface="メイリオ" panose="020B0604030504040204" pitchFamily="50" charset="-128"/>
              </a:rPr>
              <a:t>％ 大きいメモリを提供する最新世代のメモリ最適化インスタンス。最大で </a:t>
            </a:r>
            <a:r>
              <a:rPr lang="en-US" altLang="ja-JP" sz="1200" dirty="0">
                <a:latin typeface="メイリオ" panose="020B0604030504040204" pitchFamily="50" charset="-128"/>
                <a:ea typeface="メイリオ" panose="020B0604030504040204" pitchFamily="50" charset="-128"/>
              </a:rPr>
              <a:t>768 </a:t>
            </a:r>
            <a:r>
              <a:rPr lang="en-US" altLang="ja-JP" sz="1200" dirty="0" err="1">
                <a:latin typeface="メイリオ" panose="020B0604030504040204" pitchFamily="50" charset="-128"/>
                <a:ea typeface="メイリオ" panose="020B0604030504040204" pitchFamily="50" charset="-128"/>
              </a:rPr>
              <a:t>GiB</a:t>
            </a:r>
            <a:r>
              <a:rPr lang="en-US" altLang="ja-JP" sz="1200" dirty="0">
                <a:latin typeface="メイリオ" panose="020B0604030504040204" pitchFamily="50" charset="-128"/>
                <a:ea typeface="メイリオ" panose="020B0604030504040204" pitchFamily="50" charset="-128"/>
              </a:rPr>
              <a:t> </a:t>
            </a:r>
            <a:r>
              <a:rPr lang="ja-JP" altLang="en-US" sz="1200" dirty="0">
                <a:latin typeface="メイリオ" panose="020B0604030504040204" pitchFamily="50" charset="-128"/>
                <a:ea typeface="メイリオ" panose="020B0604030504040204" pitchFamily="50" charset="-128"/>
              </a:rPr>
              <a:t>のメモリを提供する。</a:t>
            </a:r>
            <a:r>
              <a:rPr lang="en-US" altLang="ja-JP" sz="1200" dirty="0">
                <a:latin typeface="メイリオ" panose="020B0604030504040204" pitchFamily="50" charset="-128"/>
                <a:ea typeface="メイリオ" panose="020B0604030504040204" pitchFamily="50" charset="-128"/>
              </a:rPr>
              <a:t>R4 </a:t>
            </a:r>
            <a:r>
              <a:rPr lang="ja-JP" altLang="en-US" sz="1200" dirty="0">
                <a:latin typeface="メイリオ" panose="020B0604030504040204" pitchFamily="50" charset="-128"/>
                <a:ea typeface="メイリオ" panose="020B0604030504040204" pitchFamily="50" charset="-128"/>
              </a:rPr>
              <a:t>と比較して </a:t>
            </a:r>
            <a:r>
              <a:rPr lang="en-US" altLang="ja-JP" sz="1200" dirty="0" err="1">
                <a:latin typeface="メイリオ" panose="020B0604030504040204" pitchFamily="50" charset="-128"/>
                <a:ea typeface="メイリオ" panose="020B0604030504040204" pitchFamily="50" charset="-128"/>
              </a:rPr>
              <a:t>GiB</a:t>
            </a:r>
            <a:r>
              <a:rPr lang="en-US" altLang="ja-JP" sz="1200" dirty="0">
                <a:latin typeface="メイリオ" panose="020B0604030504040204" pitchFamily="50" charset="-128"/>
                <a:ea typeface="メイリオ" panose="020B0604030504040204" pitchFamily="50" charset="-128"/>
              </a:rPr>
              <a:t> </a:t>
            </a:r>
            <a:r>
              <a:rPr lang="ja-JP" altLang="en-US" sz="1200" dirty="0">
                <a:latin typeface="メイリオ" panose="020B0604030504040204" pitchFamily="50" charset="-128"/>
                <a:ea typeface="メイリオ" panose="020B0604030504040204" pitchFamily="50" charset="-128"/>
              </a:rPr>
              <a:t>ごとの価格が </a:t>
            </a:r>
            <a:r>
              <a:rPr lang="en-US" altLang="ja-JP" sz="1200" dirty="0">
                <a:latin typeface="メイリオ" panose="020B0604030504040204" pitchFamily="50" charset="-128"/>
                <a:ea typeface="メイリオ" panose="020B0604030504040204" pitchFamily="50" charset="-128"/>
              </a:rPr>
              <a:t>10% </a:t>
            </a:r>
            <a:r>
              <a:rPr lang="ja-JP" altLang="en-US" sz="1200" dirty="0">
                <a:latin typeface="メイリオ" panose="020B0604030504040204" pitchFamily="50" charset="-128"/>
                <a:ea typeface="メイリオ" panose="020B0604030504040204" pitchFamily="50" charset="-128"/>
              </a:rPr>
              <a:t>低く、</a:t>
            </a:r>
            <a:r>
              <a:rPr lang="en-US" altLang="ja-JP" sz="1200" dirty="0">
                <a:latin typeface="メイリオ" panose="020B0604030504040204" pitchFamily="50" charset="-128"/>
                <a:ea typeface="メイリオ" panose="020B0604030504040204" pitchFamily="50" charset="-128"/>
              </a:rPr>
              <a:t>CPU </a:t>
            </a:r>
            <a:r>
              <a:rPr lang="ja-JP" altLang="en-US" sz="1200" dirty="0">
                <a:latin typeface="メイリオ" panose="020B0604030504040204" pitchFamily="50" charset="-128"/>
                <a:ea typeface="メイリオ" panose="020B0604030504040204" pitchFamily="50" charset="-128"/>
              </a:rPr>
              <a:t>パフォーマンスも最大 </a:t>
            </a:r>
            <a:r>
              <a:rPr lang="en-US" altLang="ja-JP" sz="1200" dirty="0">
                <a:latin typeface="メイリオ" panose="020B0604030504040204" pitchFamily="50" charset="-128"/>
                <a:ea typeface="メイリオ" panose="020B0604030504040204" pitchFamily="50" charset="-128"/>
              </a:rPr>
              <a:t>20% </a:t>
            </a:r>
            <a:r>
              <a:rPr lang="ja-JP" altLang="en-US" sz="1200" dirty="0">
                <a:latin typeface="メイリオ" panose="020B0604030504040204" pitchFamily="50" charset="-128"/>
                <a:ea typeface="メイリオ" panose="020B0604030504040204" pitchFamily="50" charset="-128"/>
              </a:rPr>
              <a:t>高い。</a:t>
            </a:r>
            <a:endParaRPr lang="en-US" altLang="ja-JP" sz="1200" kern="0" dirty="0">
              <a:solidFill>
                <a:schemeClr val="bg2"/>
              </a:solidFill>
              <a:latin typeface="メイリオ" panose="020B0604030504040204" pitchFamily="50" charset="-128"/>
              <a:ea typeface="メイリオ" panose="020B0604030504040204" pitchFamily="50" charset="-128"/>
            </a:endParaRPr>
          </a:p>
        </p:txBody>
      </p:sp>
      <p:sp>
        <p:nvSpPr>
          <p:cNvPr id="9" name="コンテンツ プレースホルダー 2">
            <a:extLst>
              <a:ext uri="{FF2B5EF4-FFF2-40B4-BE49-F238E27FC236}">
                <a16:creationId xmlns:a16="http://schemas.microsoft.com/office/drawing/2014/main" id="{FDE14943-D8A0-4FC1-974E-4A82CD2E34BC}"/>
              </a:ext>
            </a:extLst>
          </p:cNvPr>
          <p:cNvSpPr txBox="1">
            <a:spLocks/>
          </p:cNvSpPr>
          <p:nvPr/>
        </p:nvSpPr>
        <p:spPr bwMode="auto">
          <a:xfrm>
            <a:off x="1179699" y="2276872"/>
            <a:ext cx="2664296" cy="1008112"/>
          </a:xfrm>
          <a:prstGeom prst="rect">
            <a:avLst/>
          </a:prstGeom>
          <a:solidFill>
            <a:schemeClr val="bg2">
              <a:lumMod val="50000"/>
              <a:lumOff val="50000"/>
            </a:schemeClr>
          </a:solidFill>
          <a:ln w="9525">
            <a:no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pPr algn="ctr"/>
            <a:r>
              <a:rPr lang="en-US" altLang="ja-JP" b="1" dirty="0">
                <a:solidFill>
                  <a:schemeClr val="bg1"/>
                </a:solidFill>
                <a:latin typeface="メイリオ" panose="020B0604030504040204" pitchFamily="50" charset="-128"/>
                <a:ea typeface="メイリオ" panose="020B0604030504040204" pitchFamily="50" charset="-128"/>
              </a:rPr>
              <a:t>R5 </a:t>
            </a:r>
            <a:r>
              <a:rPr lang="ja-JP" altLang="en-US" b="1" dirty="0">
                <a:solidFill>
                  <a:schemeClr val="bg1"/>
                </a:solidFill>
                <a:latin typeface="メイリオ" panose="020B0604030504040204" pitchFamily="50" charset="-128"/>
                <a:ea typeface="メイリオ" panose="020B0604030504040204" pitchFamily="50" charset="-128"/>
              </a:rPr>
              <a:t>インスタンス</a:t>
            </a:r>
            <a:endParaRPr lang="en-US" altLang="ja-JP" b="1" kern="0" dirty="0">
              <a:solidFill>
                <a:schemeClr val="bg1"/>
              </a:solidFill>
              <a:latin typeface="メイリオ" panose="020B0604030504040204" pitchFamily="50" charset="-128"/>
              <a:ea typeface="メイリオ" panose="020B0604030504040204" pitchFamily="50" charset="-128"/>
            </a:endParaRPr>
          </a:p>
        </p:txBody>
      </p:sp>
      <p:sp>
        <p:nvSpPr>
          <p:cNvPr id="11" name="コンテンツ プレースホルダー 2">
            <a:extLst>
              <a:ext uri="{FF2B5EF4-FFF2-40B4-BE49-F238E27FC236}">
                <a16:creationId xmlns:a16="http://schemas.microsoft.com/office/drawing/2014/main" id="{4E86EBE6-3675-4E02-8A35-9805C3D54514}"/>
              </a:ext>
            </a:extLst>
          </p:cNvPr>
          <p:cNvSpPr txBox="1">
            <a:spLocks/>
          </p:cNvSpPr>
          <p:nvPr/>
        </p:nvSpPr>
        <p:spPr bwMode="auto">
          <a:xfrm>
            <a:off x="3916003" y="1196752"/>
            <a:ext cx="5040560" cy="1008112"/>
          </a:xfrm>
          <a:prstGeom prst="rect">
            <a:avLst/>
          </a:prstGeom>
          <a:solidFill>
            <a:schemeClr val="bg1"/>
          </a:solidFill>
          <a:ln w="9525">
            <a:solidFill>
              <a:srgbClr val="0070C0"/>
            </a:solid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r>
              <a:rPr lang="ja-JP" altLang="en-US" sz="1200" dirty="0">
                <a:latin typeface="メイリオ" panose="020B0604030504040204" pitchFamily="50" charset="-128"/>
                <a:ea typeface="メイリオ" panose="020B0604030504040204" pitchFamily="50" charset="-128"/>
              </a:rPr>
              <a:t>メモリ負荷の高いデータベースワークロード向けに最適化されており、</a:t>
            </a:r>
            <a:r>
              <a:rPr lang="en-US" altLang="ja-JP" sz="1200" dirty="0">
                <a:latin typeface="メイリオ" panose="020B0604030504040204" pitchFamily="50" charset="-128"/>
                <a:ea typeface="メイリオ" panose="020B0604030504040204" pitchFamily="50" charset="-128"/>
              </a:rPr>
              <a:t>RAM </a:t>
            </a:r>
            <a:r>
              <a:rPr lang="en-US" altLang="ja-JP" sz="1200" dirty="0" err="1">
                <a:latin typeface="メイリオ" panose="020B0604030504040204" pitchFamily="50" charset="-128"/>
                <a:ea typeface="メイリオ" panose="020B0604030504040204" pitchFamily="50" charset="-128"/>
              </a:rPr>
              <a:t>GiB</a:t>
            </a:r>
            <a:r>
              <a:rPr lang="en-US" altLang="ja-JP" sz="1200" dirty="0">
                <a:latin typeface="メイリオ" panose="020B0604030504040204" pitchFamily="50" charset="-128"/>
                <a:ea typeface="メイリオ" panose="020B0604030504040204" pitchFamily="50" charset="-128"/>
              </a:rPr>
              <a:t> </a:t>
            </a:r>
            <a:r>
              <a:rPr lang="ja-JP" altLang="en-US" sz="1200" dirty="0">
                <a:latin typeface="メイリオ" panose="020B0604030504040204" pitchFamily="50" charset="-128"/>
                <a:ea typeface="メイリオ" panose="020B0604030504040204" pitchFamily="50" charset="-128"/>
              </a:rPr>
              <a:t>あたりのメモリ価格が </a:t>
            </a:r>
            <a:r>
              <a:rPr lang="en-US" altLang="ja-JP" sz="1200" dirty="0">
                <a:latin typeface="メイリオ" panose="020B0604030504040204" pitchFamily="50" charset="-128"/>
                <a:ea typeface="メイリオ" panose="020B0604030504040204" pitchFamily="50" charset="-128"/>
              </a:rPr>
              <a:t>R3 </a:t>
            </a:r>
            <a:r>
              <a:rPr lang="ja-JP" altLang="en-US" sz="1200" dirty="0">
                <a:latin typeface="メイリオ" panose="020B0604030504040204" pitchFamily="50" charset="-128"/>
                <a:ea typeface="メイリオ" panose="020B0604030504040204" pitchFamily="50" charset="-128"/>
              </a:rPr>
              <a:t>よりも安価</a:t>
            </a:r>
            <a:endParaRPr lang="en-US" altLang="ja-JP" sz="1200" kern="0" dirty="0">
              <a:solidFill>
                <a:schemeClr val="bg2"/>
              </a:solidFill>
              <a:latin typeface="メイリオ" panose="020B0604030504040204" pitchFamily="50" charset="-128"/>
              <a:ea typeface="メイリオ" panose="020B0604030504040204" pitchFamily="50" charset="-128"/>
            </a:endParaRPr>
          </a:p>
        </p:txBody>
      </p:sp>
      <p:sp>
        <p:nvSpPr>
          <p:cNvPr id="12" name="コンテンツ プレースホルダー 2">
            <a:extLst>
              <a:ext uri="{FF2B5EF4-FFF2-40B4-BE49-F238E27FC236}">
                <a16:creationId xmlns:a16="http://schemas.microsoft.com/office/drawing/2014/main" id="{F9E6B248-71A2-4271-99ED-81C36A094AEA}"/>
              </a:ext>
            </a:extLst>
          </p:cNvPr>
          <p:cNvSpPr txBox="1">
            <a:spLocks/>
          </p:cNvSpPr>
          <p:nvPr/>
        </p:nvSpPr>
        <p:spPr bwMode="auto">
          <a:xfrm>
            <a:off x="1179699" y="1196752"/>
            <a:ext cx="2664296" cy="1008112"/>
          </a:xfrm>
          <a:prstGeom prst="rect">
            <a:avLst/>
          </a:prstGeom>
          <a:solidFill>
            <a:schemeClr val="bg2">
              <a:lumMod val="50000"/>
              <a:lumOff val="50000"/>
            </a:schemeClr>
          </a:solidFill>
          <a:ln w="9525">
            <a:no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pPr algn="ctr"/>
            <a:r>
              <a:rPr lang="en-US" altLang="ja-JP" b="1" dirty="0">
                <a:solidFill>
                  <a:schemeClr val="bg1"/>
                </a:solidFill>
                <a:latin typeface="メイリオ" panose="020B0604030504040204" pitchFamily="50" charset="-128"/>
                <a:ea typeface="メイリオ" panose="020B0604030504040204" pitchFamily="50" charset="-128"/>
              </a:rPr>
              <a:t>R4 </a:t>
            </a:r>
            <a:r>
              <a:rPr lang="ja-JP" altLang="en-US" b="1" dirty="0">
                <a:solidFill>
                  <a:schemeClr val="bg1"/>
                </a:solidFill>
                <a:latin typeface="メイリオ" panose="020B0604030504040204" pitchFamily="50" charset="-128"/>
                <a:ea typeface="メイリオ" panose="020B0604030504040204" pitchFamily="50" charset="-128"/>
              </a:rPr>
              <a:t>インスタンス</a:t>
            </a:r>
            <a:endParaRPr lang="en-US" altLang="ja-JP" b="1" kern="0" dirty="0">
              <a:solidFill>
                <a:schemeClr val="bg1"/>
              </a:solidFill>
              <a:latin typeface="メイリオ" panose="020B0604030504040204" pitchFamily="50" charset="-128"/>
              <a:ea typeface="メイリオ" panose="020B0604030504040204" pitchFamily="50" charset="-128"/>
            </a:endParaRPr>
          </a:p>
        </p:txBody>
      </p:sp>
      <p:sp>
        <p:nvSpPr>
          <p:cNvPr id="13" name="コンテンツ プレースホルダー 2">
            <a:extLst>
              <a:ext uri="{FF2B5EF4-FFF2-40B4-BE49-F238E27FC236}">
                <a16:creationId xmlns:a16="http://schemas.microsoft.com/office/drawing/2014/main" id="{61747215-442D-42C0-8FEA-B84DF6909CC0}"/>
              </a:ext>
            </a:extLst>
          </p:cNvPr>
          <p:cNvSpPr txBox="1">
            <a:spLocks/>
          </p:cNvSpPr>
          <p:nvPr/>
        </p:nvSpPr>
        <p:spPr bwMode="auto">
          <a:xfrm>
            <a:off x="3916003" y="4437112"/>
            <a:ext cx="5040560" cy="1008112"/>
          </a:xfrm>
          <a:prstGeom prst="rect">
            <a:avLst/>
          </a:prstGeom>
          <a:solidFill>
            <a:schemeClr val="bg1"/>
          </a:solidFill>
          <a:ln w="9525">
            <a:solidFill>
              <a:srgbClr val="0070C0"/>
            </a:solid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r>
              <a:rPr lang="ja-JP" altLang="en-US" sz="1200" dirty="0">
                <a:latin typeface="メイリオ" panose="020B0604030504040204" pitchFamily="50" charset="-128"/>
                <a:ea typeface="メイリオ" panose="020B0604030504040204" pitchFamily="50" charset="-128"/>
              </a:rPr>
              <a:t>高性能データベース用に最適化されたインスタンス。</a:t>
            </a:r>
            <a:r>
              <a:rPr lang="en-US" altLang="ja-JP" sz="1200" dirty="0">
                <a:latin typeface="メイリオ" panose="020B0604030504040204" pitchFamily="50" charset="-128"/>
                <a:ea typeface="メイリオ" panose="020B0604030504040204" pitchFamily="50" charset="-128"/>
              </a:rPr>
              <a:t>X1e </a:t>
            </a:r>
            <a:r>
              <a:rPr lang="ja-JP" altLang="en-US" sz="1200" dirty="0">
                <a:latin typeface="メイリオ" panose="020B0604030504040204" pitchFamily="50" charset="-128"/>
                <a:ea typeface="メイリオ" panose="020B0604030504040204" pitchFamily="50" charset="-128"/>
              </a:rPr>
              <a:t>インスタンスは、</a:t>
            </a:r>
            <a:r>
              <a:rPr lang="en-US" altLang="ja-JP" sz="1200" dirty="0">
                <a:latin typeface="メイリオ" panose="020B0604030504040204" pitchFamily="50" charset="-128"/>
                <a:ea typeface="メイリオ" panose="020B0604030504040204" pitchFamily="50" charset="-128"/>
              </a:rPr>
              <a:t>Amazon RDS </a:t>
            </a:r>
            <a:r>
              <a:rPr lang="ja-JP" altLang="en-US" sz="1200" dirty="0">
                <a:latin typeface="メイリオ" panose="020B0604030504040204" pitchFamily="50" charset="-128"/>
                <a:ea typeface="メイリオ" panose="020B0604030504040204" pitchFamily="50" charset="-128"/>
              </a:rPr>
              <a:t>のインスタンスタイプの中でも </a:t>
            </a:r>
            <a:r>
              <a:rPr lang="en-US" altLang="ja-JP" sz="1200" dirty="0">
                <a:latin typeface="メイリオ" panose="020B0604030504040204" pitchFamily="50" charset="-128"/>
                <a:ea typeface="メイリオ" panose="020B0604030504040204" pitchFamily="50" charset="-128"/>
              </a:rPr>
              <a:t>RAM 1 </a:t>
            </a:r>
            <a:r>
              <a:rPr lang="en-US" altLang="ja-JP" sz="1200" dirty="0" err="1">
                <a:latin typeface="メイリオ" panose="020B0604030504040204" pitchFamily="50" charset="-128"/>
                <a:ea typeface="メイリオ" panose="020B0604030504040204" pitchFamily="50" charset="-128"/>
              </a:rPr>
              <a:t>GiB</a:t>
            </a:r>
            <a:r>
              <a:rPr lang="en-US" altLang="ja-JP" sz="1200" dirty="0">
                <a:latin typeface="メイリオ" panose="020B0604030504040204" pitchFamily="50" charset="-128"/>
                <a:ea typeface="メイリオ" panose="020B0604030504040204" pitchFamily="50" charset="-128"/>
              </a:rPr>
              <a:t> </a:t>
            </a:r>
            <a:r>
              <a:rPr lang="ja-JP" altLang="en-US" sz="1200" dirty="0">
                <a:latin typeface="メイリオ" panose="020B0604030504040204" pitchFamily="50" charset="-128"/>
                <a:ea typeface="メイリオ" panose="020B0604030504040204" pitchFamily="50" charset="-128"/>
              </a:rPr>
              <a:t>あたりの価格が最も低いインスタンスのひとつ。</a:t>
            </a:r>
            <a:endParaRPr lang="en-US" altLang="ja-JP" sz="1200" kern="0" dirty="0">
              <a:solidFill>
                <a:schemeClr val="bg2"/>
              </a:solidFill>
              <a:latin typeface="メイリオ" panose="020B0604030504040204" pitchFamily="50" charset="-128"/>
              <a:ea typeface="メイリオ" panose="020B0604030504040204" pitchFamily="50" charset="-128"/>
            </a:endParaRPr>
          </a:p>
        </p:txBody>
      </p:sp>
      <p:sp>
        <p:nvSpPr>
          <p:cNvPr id="14" name="コンテンツ プレースホルダー 2">
            <a:extLst>
              <a:ext uri="{FF2B5EF4-FFF2-40B4-BE49-F238E27FC236}">
                <a16:creationId xmlns:a16="http://schemas.microsoft.com/office/drawing/2014/main" id="{CBF324A9-A70B-40B8-9689-F55E5128C812}"/>
              </a:ext>
            </a:extLst>
          </p:cNvPr>
          <p:cNvSpPr txBox="1">
            <a:spLocks/>
          </p:cNvSpPr>
          <p:nvPr/>
        </p:nvSpPr>
        <p:spPr bwMode="auto">
          <a:xfrm>
            <a:off x="1179699" y="4437112"/>
            <a:ext cx="2664296" cy="1008112"/>
          </a:xfrm>
          <a:prstGeom prst="rect">
            <a:avLst/>
          </a:prstGeom>
          <a:solidFill>
            <a:schemeClr val="bg2">
              <a:lumMod val="50000"/>
              <a:lumOff val="50000"/>
            </a:schemeClr>
          </a:solidFill>
          <a:ln w="9525">
            <a:no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pPr algn="ctr"/>
            <a:r>
              <a:rPr lang="en-US" altLang="ja-JP" b="1" dirty="0">
                <a:solidFill>
                  <a:schemeClr val="bg1"/>
                </a:solidFill>
                <a:latin typeface="メイリオ" panose="020B0604030504040204" pitchFamily="50" charset="-128"/>
                <a:ea typeface="メイリオ" panose="020B0604030504040204" pitchFamily="50" charset="-128"/>
              </a:rPr>
              <a:t>X1e </a:t>
            </a:r>
            <a:r>
              <a:rPr lang="ja-JP" altLang="en-US" b="1" dirty="0">
                <a:solidFill>
                  <a:schemeClr val="bg1"/>
                </a:solidFill>
                <a:latin typeface="メイリオ" panose="020B0604030504040204" pitchFamily="50" charset="-128"/>
                <a:ea typeface="メイリオ" panose="020B0604030504040204" pitchFamily="50" charset="-128"/>
              </a:rPr>
              <a:t>インスタンス</a:t>
            </a:r>
            <a:endParaRPr lang="en-US" altLang="ja-JP" b="1" kern="0" dirty="0">
              <a:solidFill>
                <a:schemeClr val="bg1"/>
              </a:solidFill>
              <a:latin typeface="メイリオ" panose="020B0604030504040204" pitchFamily="50" charset="-128"/>
              <a:ea typeface="メイリオ" panose="020B0604030504040204" pitchFamily="50" charset="-128"/>
            </a:endParaRPr>
          </a:p>
        </p:txBody>
      </p:sp>
      <p:sp>
        <p:nvSpPr>
          <p:cNvPr id="15" name="コンテンツ プレースホルダー 2">
            <a:extLst>
              <a:ext uri="{FF2B5EF4-FFF2-40B4-BE49-F238E27FC236}">
                <a16:creationId xmlns:a16="http://schemas.microsoft.com/office/drawing/2014/main" id="{B2E1EE72-D511-464D-94BF-763F4350A7C5}"/>
              </a:ext>
            </a:extLst>
          </p:cNvPr>
          <p:cNvSpPr txBox="1">
            <a:spLocks/>
          </p:cNvSpPr>
          <p:nvPr/>
        </p:nvSpPr>
        <p:spPr bwMode="auto">
          <a:xfrm>
            <a:off x="3916003" y="3356992"/>
            <a:ext cx="5040560" cy="1008112"/>
          </a:xfrm>
          <a:prstGeom prst="rect">
            <a:avLst/>
          </a:prstGeom>
          <a:solidFill>
            <a:schemeClr val="bg1"/>
          </a:solidFill>
          <a:ln w="9525">
            <a:solidFill>
              <a:srgbClr val="0070C0"/>
            </a:solid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r>
              <a:rPr lang="ja-JP" altLang="en-US" sz="1200" dirty="0">
                <a:latin typeface="メイリオ" panose="020B0604030504040204" pitchFamily="50" charset="-128"/>
                <a:ea typeface="メイリオ" panose="020B0604030504040204" pitchFamily="50" charset="-128"/>
              </a:rPr>
              <a:t>大規模アプリケーション、エンタープライズクラスのアプリケーション、およびインメモリアプリケーション用に最適化されたインスタンス。</a:t>
            </a:r>
            <a:r>
              <a:rPr lang="en-US" altLang="ja-JP" sz="1200" dirty="0">
                <a:latin typeface="メイリオ" panose="020B0604030504040204" pitchFamily="50" charset="-128"/>
                <a:ea typeface="メイリオ" panose="020B0604030504040204" pitchFamily="50" charset="-128"/>
              </a:rPr>
              <a:t>Amazon RDS </a:t>
            </a:r>
            <a:r>
              <a:rPr lang="ja-JP" altLang="en-US" sz="1200" dirty="0">
                <a:latin typeface="メイリオ" panose="020B0604030504040204" pitchFamily="50" charset="-128"/>
                <a:ea typeface="メイリオ" panose="020B0604030504040204" pitchFamily="50" charset="-128"/>
              </a:rPr>
              <a:t>のインスタンスタイプの中でも </a:t>
            </a:r>
            <a:r>
              <a:rPr lang="en-US" altLang="ja-JP" sz="1200" dirty="0">
                <a:latin typeface="メイリオ" panose="020B0604030504040204" pitchFamily="50" charset="-128"/>
                <a:ea typeface="メイリオ" panose="020B0604030504040204" pitchFamily="50" charset="-128"/>
              </a:rPr>
              <a:t>RAM 1 </a:t>
            </a:r>
            <a:r>
              <a:rPr lang="en-US" altLang="ja-JP" sz="1200" dirty="0" err="1">
                <a:latin typeface="メイリオ" panose="020B0604030504040204" pitchFamily="50" charset="-128"/>
                <a:ea typeface="メイリオ" panose="020B0604030504040204" pitchFamily="50" charset="-128"/>
              </a:rPr>
              <a:t>GiB</a:t>
            </a:r>
            <a:r>
              <a:rPr lang="en-US" altLang="ja-JP" sz="1200" dirty="0">
                <a:latin typeface="メイリオ" panose="020B0604030504040204" pitchFamily="50" charset="-128"/>
                <a:ea typeface="メイリオ" panose="020B0604030504040204" pitchFamily="50" charset="-128"/>
              </a:rPr>
              <a:t> </a:t>
            </a:r>
            <a:r>
              <a:rPr lang="ja-JP" altLang="en-US" sz="1200" dirty="0">
                <a:latin typeface="メイリオ" panose="020B0604030504040204" pitchFamily="50" charset="-128"/>
                <a:ea typeface="メイリオ" panose="020B0604030504040204" pitchFamily="50" charset="-128"/>
              </a:rPr>
              <a:t>あたりの価格が最も低いインスタンスのひとつ。</a:t>
            </a:r>
            <a:endParaRPr lang="en-US" altLang="ja-JP" sz="1200" kern="0" dirty="0">
              <a:solidFill>
                <a:schemeClr val="bg2"/>
              </a:solidFill>
              <a:latin typeface="メイリオ" panose="020B0604030504040204" pitchFamily="50" charset="-128"/>
              <a:ea typeface="メイリオ" panose="020B0604030504040204" pitchFamily="50" charset="-128"/>
            </a:endParaRPr>
          </a:p>
        </p:txBody>
      </p:sp>
      <p:sp>
        <p:nvSpPr>
          <p:cNvPr id="16" name="コンテンツ プレースホルダー 2">
            <a:extLst>
              <a:ext uri="{FF2B5EF4-FFF2-40B4-BE49-F238E27FC236}">
                <a16:creationId xmlns:a16="http://schemas.microsoft.com/office/drawing/2014/main" id="{D6038209-F6B6-43B0-B562-02D8B6A332B7}"/>
              </a:ext>
            </a:extLst>
          </p:cNvPr>
          <p:cNvSpPr txBox="1">
            <a:spLocks/>
          </p:cNvSpPr>
          <p:nvPr/>
        </p:nvSpPr>
        <p:spPr bwMode="auto">
          <a:xfrm>
            <a:off x="1179699" y="3356992"/>
            <a:ext cx="2664296" cy="1008112"/>
          </a:xfrm>
          <a:prstGeom prst="rect">
            <a:avLst/>
          </a:prstGeom>
          <a:solidFill>
            <a:schemeClr val="bg2">
              <a:lumMod val="50000"/>
              <a:lumOff val="50000"/>
            </a:schemeClr>
          </a:solidFill>
          <a:ln w="9525">
            <a:no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pPr algn="ctr"/>
            <a:r>
              <a:rPr lang="en-US" altLang="ja-JP" b="1" dirty="0">
                <a:solidFill>
                  <a:schemeClr val="bg1"/>
                </a:solidFill>
                <a:latin typeface="メイリオ" panose="020B0604030504040204" pitchFamily="50" charset="-128"/>
                <a:ea typeface="メイリオ" panose="020B0604030504040204" pitchFamily="50" charset="-128"/>
              </a:rPr>
              <a:t>X1 </a:t>
            </a:r>
            <a:r>
              <a:rPr lang="ja-JP" altLang="en-US" b="1" dirty="0">
                <a:solidFill>
                  <a:schemeClr val="bg1"/>
                </a:solidFill>
                <a:latin typeface="メイリオ" panose="020B0604030504040204" pitchFamily="50" charset="-128"/>
                <a:ea typeface="メイリオ" panose="020B0604030504040204" pitchFamily="50" charset="-128"/>
              </a:rPr>
              <a:t>インスタンス</a:t>
            </a:r>
            <a:endParaRPr lang="en-US" altLang="ja-JP" b="1" kern="0" dirty="0">
              <a:solidFill>
                <a:schemeClr val="bg1"/>
              </a:solidFill>
              <a:latin typeface="メイリオ" panose="020B0604030504040204" pitchFamily="50" charset="-128"/>
              <a:ea typeface="メイリオ" panose="020B0604030504040204" pitchFamily="50" charset="-128"/>
            </a:endParaRPr>
          </a:p>
        </p:txBody>
      </p:sp>
      <p:sp>
        <p:nvSpPr>
          <p:cNvPr id="17" name="コンテンツ プレースホルダー 2">
            <a:extLst>
              <a:ext uri="{FF2B5EF4-FFF2-40B4-BE49-F238E27FC236}">
                <a16:creationId xmlns:a16="http://schemas.microsoft.com/office/drawing/2014/main" id="{77EC2CD1-4F6B-4033-8BBE-4ED20B984D17}"/>
              </a:ext>
            </a:extLst>
          </p:cNvPr>
          <p:cNvSpPr txBox="1">
            <a:spLocks/>
          </p:cNvSpPr>
          <p:nvPr/>
        </p:nvSpPr>
        <p:spPr bwMode="auto">
          <a:xfrm>
            <a:off x="3916003" y="5520750"/>
            <a:ext cx="5040560" cy="1008112"/>
          </a:xfrm>
          <a:prstGeom prst="rect">
            <a:avLst/>
          </a:prstGeom>
          <a:solidFill>
            <a:schemeClr val="bg1"/>
          </a:solidFill>
          <a:ln w="9525">
            <a:solidFill>
              <a:srgbClr val="0070C0"/>
            </a:solid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r>
              <a:rPr lang="ja-JP" altLang="en-US" sz="1200" dirty="0">
                <a:latin typeface="メイリオ" panose="020B0604030504040204" pitchFamily="50" charset="-128"/>
                <a:ea typeface="メイリオ" panose="020B0604030504040204" pitchFamily="50" charset="-128"/>
              </a:rPr>
              <a:t>クラウドインスタンスの中で最も高速で、すべてのコアの周波数を最大 </a:t>
            </a:r>
            <a:r>
              <a:rPr lang="en-US" altLang="ja-JP" sz="1200" dirty="0">
                <a:latin typeface="メイリオ" panose="020B0604030504040204" pitchFamily="50" charset="-128"/>
                <a:ea typeface="メイリオ" panose="020B0604030504040204" pitchFamily="50" charset="-128"/>
              </a:rPr>
              <a:t>4.0 GHz </a:t>
            </a:r>
            <a:r>
              <a:rPr lang="ja-JP" altLang="en-US" sz="1200" dirty="0">
                <a:latin typeface="メイリオ" panose="020B0604030504040204" pitchFamily="50" charset="-128"/>
                <a:ea typeface="メイリオ" panose="020B0604030504040204" pitchFamily="50" charset="-128"/>
              </a:rPr>
              <a:t>で持続可能。高いコンピューティング性能と大容量メモリの組み合わせにより、</a:t>
            </a:r>
            <a:r>
              <a:rPr lang="en-US" altLang="ja-JP" sz="1200" dirty="0">
                <a:latin typeface="メイリオ" panose="020B0604030504040204" pitchFamily="50" charset="-128"/>
                <a:ea typeface="メイリオ" panose="020B0604030504040204" pitchFamily="50" charset="-128"/>
              </a:rPr>
              <a:t>z1d </a:t>
            </a:r>
            <a:r>
              <a:rPr lang="ja-JP" altLang="en-US" sz="1200" dirty="0">
                <a:latin typeface="メイリオ" panose="020B0604030504040204" pitchFamily="50" charset="-128"/>
                <a:ea typeface="メイリオ" panose="020B0604030504040204" pitchFamily="50" charset="-128"/>
              </a:rPr>
              <a:t>インスタンスは、コア単位のライセンス費用が高いリレーショナルデータベースワークロードに最適。</a:t>
            </a:r>
            <a:endParaRPr lang="en-US" altLang="ja-JP" sz="1200" kern="0" dirty="0">
              <a:solidFill>
                <a:schemeClr val="bg2"/>
              </a:solidFill>
              <a:latin typeface="メイリオ" panose="020B0604030504040204" pitchFamily="50" charset="-128"/>
              <a:ea typeface="メイリオ" panose="020B0604030504040204" pitchFamily="50" charset="-128"/>
            </a:endParaRPr>
          </a:p>
        </p:txBody>
      </p:sp>
      <p:sp>
        <p:nvSpPr>
          <p:cNvPr id="18" name="コンテンツ プレースホルダー 2">
            <a:extLst>
              <a:ext uri="{FF2B5EF4-FFF2-40B4-BE49-F238E27FC236}">
                <a16:creationId xmlns:a16="http://schemas.microsoft.com/office/drawing/2014/main" id="{559E9659-76CE-4803-A115-6FE10486A282}"/>
              </a:ext>
            </a:extLst>
          </p:cNvPr>
          <p:cNvSpPr txBox="1">
            <a:spLocks/>
          </p:cNvSpPr>
          <p:nvPr/>
        </p:nvSpPr>
        <p:spPr bwMode="auto">
          <a:xfrm>
            <a:off x="1179699" y="5520750"/>
            <a:ext cx="2664296" cy="1008112"/>
          </a:xfrm>
          <a:prstGeom prst="rect">
            <a:avLst/>
          </a:prstGeom>
          <a:solidFill>
            <a:schemeClr val="bg2">
              <a:lumMod val="50000"/>
              <a:lumOff val="50000"/>
            </a:schemeClr>
          </a:solidFill>
          <a:ln w="9525">
            <a:no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pPr algn="ctr"/>
            <a:r>
              <a:rPr lang="en-US" altLang="ja-JP" b="1" dirty="0">
                <a:solidFill>
                  <a:schemeClr val="bg1"/>
                </a:solidFill>
                <a:latin typeface="メイリオ" panose="020B0604030504040204" pitchFamily="50" charset="-128"/>
                <a:ea typeface="メイリオ" panose="020B0604030504040204" pitchFamily="50" charset="-128"/>
              </a:rPr>
              <a:t>Z1d </a:t>
            </a:r>
            <a:r>
              <a:rPr lang="ja-JP" altLang="en-US" b="1" dirty="0">
                <a:solidFill>
                  <a:schemeClr val="bg1"/>
                </a:solidFill>
                <a:latin typeface="メイリオ" panose="020B0604030504040204" pitchFamily="50" charset="-128"/>
                <a:ea typeface="メイリオ" panose="020B0604030504040204" pitchFamily="50" charset="-128"/>
              </a:rPr>
              <a:t>インスタンス</a:t>
            </a:r>
            <a:endParaRPr lang="en-US" altLang="ja-JP" b="1" kern="0" dirty="0">
              <a:solidFill>
                <a:schemeClr val="bg1"/>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49119383"/>
      </p:ext>
    </p:extLst>
  </p:cSld>
  <p:clrMapOvr>
    <a:masterClrMapping/>
  </p:clrMapOvr>
  <mc:AlternateContent xmlns:mc="http://schemas.openxmlformats.org/markup-compatibility/2006" xmlns:p14="http://schemas.microsoft.com/office/powerpoint/2010/main">
    <mc:Choice Requires="p14">
      <p:transition spd="slow" p14:dur="2000" advTm="123752"/>
    </mc:Choice>
    <mc:Fallback xmlns="">
      <p:transition spd="slow" advTm="123752"/>
    </mc:Fallback>
  </mc:AlternateContent>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タイトル 1">
            <a:extLst>
              <a:ext uri="{FF2B5EF4-FFF2-40B4-BE49-F238E27FC236}">
                <a16:creationId xmlns:a16="http://schemas.microsoft.com/office/drawing/2014/main" id="{48F80BE1-D063-4240-BFC7-C8D243720250}"/>
              </a:ext>
            </a:extLst>
          </p:cNvPr>
          <p:cNvSpPr txBox="1">
            <a:spLocks/>
          </p:cNvSpPr>
          <p:nvPr/>
        </p:nvSpPr>
        <p:spPr bwMode="auto">
          <a:xfrm>
            <a:off x="631222" y="201863"/>
            <a:ext cx="8642258" cy="50208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rtl="0" fontAlgn="base">
              <a:lnSpc>
                <a:spcPct val="90000"/>
              </a:lnSpc>
              <a:spcBef>
                <a:spcPct val="0"/>
              </a:spcBef>
              <a:spcAft>
                <a:spcPct val="0"/>
              </a:spcAft>
              <a:defRPr kumimoji="1" sz="2000">
                <a:solidFill>
                  <a:schemeClr val="tx2"/>
                </a:solidFill>
                <a:latin typeface="游明朝" panose="02020400000000000000" pitchFamily="18" charset="-128"/>
                <a:ea typeface="游明朝" panose="02020400000000000000" pitchFamily="18" charset="-128"/>
                <a:cs typeface="+mj-cs"/>
              </a:defRPr>
            </a:lvl1pPr>
            <a:lvl2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2pPr>
            <a:lvl3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3pPr>
            <a:lvl4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4pPr>
            <a:lvl5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5pPr>
            <a:lvl6pPr marL="4572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6pPr>
            <a:lvl7pPr marL="9144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7pPr>
            <a:lvl8pPr marL="13716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8pPr>
            <a:lvl9pPr marL="18288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9pPr>
          </a:lstStyle>
          <a:p>
            <a:pPr algn="l"/>
            <a:r>
              <a:rPr lang="ja-JP" altLang="en-US" sz="3000" dirty="0">
                <a:latin typeface="メイリオ" panose="020B0604030504040204" pitchFamily="50" charset="-128"/>
                <a:ea typeface="メイリオ" panose="020B0604030504040204" pitchFamily="50" charset="-128"/>
              </a:rPr>
              <a:t>ストレージタイプの変更</a:t>
            </a:r>
            <a:endParaRPr lang="en-US" altLang="ja-JP" sz="3000" dirty="0">
              <a:latin typeface="メイリオ" panose="020B0604030504040204" pitchFamily="50" charset="-128"/>
              <a:ea typeface="メイリオ" panose="020B0604030504040204" pitchFamily="50" charset="-128"/>
            </a:endParaRPr>
          </a:p>
        </p:txBody>
      </p:sp>
      <p:sp>
        <p:nvSpPr>
          <p:cNvPr id="10" name="コンテンツ プレースホルダー 2">
            <a:extLst>
              <a:ext uri="{FF2B5EF4-FFF2-40B4-BE49-F238E27FC236}">
                <a16:creationId xmlns:a16="http://schemas.microsoft.com/office/drawing/2014/main" id="{4DD24456-4964-48A4-A5D7-ED0878B25212}"/>
              </a:ext>
            </a:extLst>
          </p:cNvPr>
          <p:cNvSpPr txBox="1">
            <a:spLocks/>
          </p:cNvSpPr>
          <p:nvPr/>
        </p:nvSpPr>
        <p:spPr>
          <a:xfrm>
            <a:off x="631222" y="799401"/>
            <a:ext cx="8858282" cy="325343"/>
          </a:xfrm>
          <a:prstGeom prst="rect">
            <a:avLst/>
          </a:prstGeom>
        </p:spPr>
        <p:txBody>
          <a:bodyPr vert="horz" lIns="74295" tIns="37148" rIns="74295" bIns="37148" rtlCol="0">
            <a:noAutofit/>
          </a:bodyPr>
          <a:lstStyle>
            <a:lvl1pPr marL="228600" indent="-228600" algn="l" defTabSz="914400" rtl="0" eaLnBrk="1" latinLnBrk="0" hangingPunct="1">
              <a:lnSpc>
                <a:spcPct val="90000"/>
              </a:lnSpc>
              <a:spcBef>
                <a:spcPts val="1000"/>
              </a:spcBef>
              <a:buFont typeface="Wingdings 2" pitchFamily="18" charset="2"/>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2" pitchFamily="18" charset="2"/>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2" pitchFamily="18" charset="2"/>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5pPr>
            <a:lvl6pPr marL="25146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6pPr>
            <a:lvl7pPr marL="29718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7pPr>
            <a:lvl8pPr marL="34290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8pPr>
            <a:lvl9pPr marL="38862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9pPr>
          </a:lstStyle>
          <a:p>
            <a:pPr marL="0" indent="0">
              <a:buNone/>
            </a:pPr>
            <a:r>
              <a:rPr lang="ja-JP" altLang="en-US" sz="2400" kern="0" dirty="0">
                <a:solidFill>
                  <a:srgbClr val="002060"/>
                </a:solidFill>
                <a:latin typeface="メイリオ" panose="020B0604030504040204" pitchFamily="50" charset="-128"/>
                <a:ea typeface="メイリオ" panose="020B0604030504040204" pitchFamily="50" charset="-128"/>
              </a:rPr>
              <a:t>ストレージタイプは汎用とプロビジョンド</a:t>
            </a:r>
            <a:r>
              <a:rPr lang="en-US" altLang="ja-JP" sz="2400" kern="0" dirty="0">
                <a:solidFill>
                  <a:srgbClr val="002060"/>
                </a:solidFill>
                <a:latin typeface="メイリオ" panose="020B0604030504040204" pitchFamily="50" charset="-128"/>
                <a:ea typeface="メイリオ" panose="020B0604030504040204" pitchFamily="50" charset="-128"/>
              </a:rPr>
              <a:t>IOPS</a:t>
            </a:r>
            <a:r>
              <a:rPr lang="ja-JP" altLang="en-US" sz="2400" kern="0" dirty="0">
                <a:solidFill>
                  <a:srgbClr val="002060"/>
                </a:solidFill>
                <a:latin typeface="メイリオ" panose="020B0604030504040204" pitchFamily="50" charset="-128"/>
                <a:ea typeface="メイリオ" panose="020B0604030504040204" pitchFamily="50" charset="-128"/>
              </a:rPr>
              <a:t>タイプから選択する。マグネティックは古いタイプであり、あまり利用しない</a:t>
            </a:r>
            <a:endParaRPr lang="en-US" altLang="ja-JP" sz="2400" kern="0" dirty="0">
              <a:solidFill>
                <a:srgbClr val="002060"/>
              </a:solidFill>
              <a:latin typeface="メイリオ" panose="020B0604030504040204" pitchFamily="50" charset="-128"/>
              <a:ea typeface="メイリオ" panose="020B0604030504040204" pitchFamily="50" charset="-128"/>
            </a:endParaRPr>
          </a:p>
        </p:txBody>
      </p:sp>
      <p:sp>
        <p:nvSpPr>
          <p:cNvPr id="8" name="コンテンツ プレースホルダー 2">
            <a:extLst>
              <a:ext uri="{FF2B5EF4-FFF2-40B4-BE49-F238E27FC236}">
                <a16:creationId xmlns:a16="http://schemas.microsoft.com/office/drawing/2014/main" id="{835CE6FE-EE2C-4942-BAD6-54EED03A5F1C}"/>
              </a:ext>
            </a:extLst>
          </p:cNvPr>
          <p:cNvSpPr txBox="1">
            <a:spLocks/>
          </p:cNvSpPr>
          <p:nvPr/>
        </p:nvSpPr>
        <p:spPr bwMode="auto">
          <a:xfrm>
            <a:off x="3935675" y="3429000"/>
            <a:ext cx="5040560" cy="1008112"/>
          </a:xfrm>
          <a:prstGeom prst="rect">
            <a:avLst/>
          </a:prstGeom>
          <a:solidFill>
            <a:schemeClr val="bg1"/>
          </a:solidFill>
          <a:ln w="9525">
            <a:solidFill>
              <a:srgbClr val="0070C0"/>
            </a:solid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pPr marL="171450" indent="-171450">
              <a:buFont typeface="Wingdings" panose="05000000000000000000" pitchFamily="2" charset="2"/>
              <a:buChar char="ü"/>
            </a:pPr>
            <a:r>
              <a:rPr lang="en-US" altLang="ja-JP" sz="1200" dirty="0">
                <a:latin typeface="メイリオ" panose="020B0604030504040204" pitchFamily="50" charset="-128"/>
                <a:ea typeface="メイリオ" panose="020B0604030504040204" pitchFamily="50" charset="-128"/>
              </a:rPr>
              <a:t>SSD</a:t>
            </a:r>
            <a:r>
              <a:rPr lang="ja-JP" altLang="en-US" sz="1200" dirty="0">
                <a:latin typeface="メイリオ" panose="020B0604030504040204" pitchFamily="50" charset="-128"/>
                <a:ea typeface="メイリオ" panose="020B0604030504040204" pitchFamily="50" charset="-128"/>
              </a:rPr>
              <a:t>タイプ</a:t>
            </a:r>
            <a:endParaRPr lang="en-US" altLang="ja-JP" sz="1200" dirty="0">
              <a:latin typeface="メイリオ" panose="020B0604030504040204" pitchFamily="50" charset="-128"/>
              <a:ea typeface="メイリオ" panose="020B0604030504040204" pitchFamily="50" charset="-128"/>
            </a:endParaRPr>
          </a:p>
          <a:p>
            <a:pPr marL="171450" indent="-171450">
              <a:buFont typeface="Wingdings" panose="05000000000000000000" pitchFamily="2" charset="2"/>
              <a:buChar char="ü"/>
            </a:pPr>
            <a:r>
              <a:rPr lang="en-US" altLang="ja-JP" sz="1200" dirty="0">
                <a:latin typeface="メイリオ" panose="020B0604030504040204" pitchFamily="50" charset="-128"/>
                <a:ea typeface="メイリオ" panose="020B0604030504040204" pitchFamily="50" charset="-128"/>
              </a:rPr>
              <a:t>GB</a:t>
            </a:r>
            <a:r>
              <a:rPr lang="ja-JP" altLang="en-US" sz="1200" dirty="0">
                <a:latin typeface="メイリオ" panose="020B0604030504040204" pitchFamily="50" charset="-128"/>
                <a:ea typeface="メイリオ" panose="020B0604030504040204" pitchFamily="50" charset="-128"/>
              </a:rPr>
              <a:t>あたりの容量課金を実施＋プロビジョンド済み</a:t>
            </a:r>
            <a:r>
              <a:rPr lang="en-US" altLang="ja-JP" sz="1200" dirty="0">
                <a:latin typeface="メイリオ" panose="020B0604030504040204" pitchFamily="50" charset="-128"/>
                <a:ea typeface="メイリオ" panose="020B0604030504040204" pitchFamily="50" charset="-128"/>
              </a:rPr>
              <a:t>IOPS</a:t>
            </a:r>
            <a:r>
              <a:rPr lang="ja-JP" altLang="en-US" sz="1200" dirty="0">
                <a:latin typeface="メイリオ" panose="020B0604030504040204" pitchFamily="50" charset="-128"/>
                <a:ea typeface="メイリオ" panose="020B0604030504040204" pitchFamily="50" charset="-128"/>
              </a:rPr>
              <a:t>単位の課金</a:t>
            </a:r>
            <a:endParaRPr lang="en-US" altLang="ja-JP" sz="1200" dirty="0">
              <a:latin typeface="メイリオ" panose="020B0604030504040204" pitchFamily="50" charset="-128"/>
              <a:ea typeface="メイリオ" panose="020B0604030504040204" pitchFamily="50" charset="-128"/>
            </a:endParaRPr>
          </a:p>
          <a:p>
            <a:pPr marL="171450" indent="-171450">
              <a:buFont typeface="Wingdings" panose="05000000000000000000" pitchFamily="2" charset="2"/>
              <a:buChar char="ü"/>
            </a:pPr>
            <a:r>
              <a:rPr lang="ja-JP" altLang="en-US" sz="1200" dirty="0">
                <a:latin typeface="メイリオ" panose="020B0604030504040204" pitchFamily="50" charset="-128"/>
                <a:ea typeface="メイリオ" panose="020B0604030504040204" pitchFamily="50" charset="-128"/>
              </a:rPr>
              <a:t>通常のパフォーマンスに加えてバーストを実施し、</a:t>
            </a:r>
            <a:r>
              <a:rPr lang="en-US" altLang="ja-JP" sz="1200" dirty="0">
                <a:latin typeface="メイリオ" panose="020B0604030504040204" pitchFamily="50" charset="-128"/>
                <a:ea typeface="メイリオ" panose="020B0604030504040204" pitchFamily="50" charset="-128"/>
              </a:rPr>
              <a:t>1,000</a:t>
            </a:r>
            <a:r>
              <a:rPr lang="ja-JP" altLang="en-US" sz="1200" dirty="0">
                <a:latin typeface="メイリオ" panose="020B0604030504040204" pitchFamily="50" charset="-128"/>
                <a:ea typeface="メイリオ" panose="020B0604030504040204" pitchFamily="50" charset="-128"/>
              </a:rPr>
              <a:t>～</a:t>
            </a:r>
            <a:r>
              <a:rPr lang="en-US" altLang="ja-JP" sz="1200" dirty="0">
                <a:latin typeface="メイリオ" panose="020B0604030504040204" pitchFamily="50" charset="-128"/>
                <a:ea typeface="メイリオ" panose="020B0604030504040204" pitchFamily="50" charset="-128"/>
              </a:rPr>
              <a:t>30,000IOPS</a:t>
            </a:r>
            <a:r>
              <a:rPr lang="ja-JP" altLang="en-US" sz="1200" dirty="0">
                <a:latin typeface="メイリオ" panose="020B0604030504040204" pitchFamily="50" charset="-128"/>
                <a:ea typeface="メイリオ" panose="020B0604030504040204" pitchFamily="50" charset="-128"/>
              </a:rPr>
              <a:t>を実現可能（サイズによって変わる）</a:t>
            </a:r>
            <a:endParaRPr lang="en-US" altLang="ja-JP" sz="1200" dirty="0">
              <a:latin typeface="メイリオ" panose="020B0604030504040204" pitchFamily="50" charset="-128"/>
              <a:ea typeface="メイリオ" panose="020B0604030504040204" pitchFamily="50" charset="-128"/>
            </a:endParaRPr>
          </a:p>
        </p:txBody>
      </p:sp>
      <p:sp>
        <p:nvSpPr>
          <p:cNvPr id="9" name="コンテンツ プレースホルダー 2">
            <a:extLst>
              <a:ext uri="{FF2B5EF4-FFF2-40B4-BE49-F238E27FC236}">
                <a16:creationId xmlns:a16="http://schemas.microsoft.com/office/drawing/2014/main" id="{FDE14943-D8A0-4FC1-974E-4A82CD2E34BC}"/>
              </a:ext>
            </a:extLst>
          </p:cNvPr>
          <p:cNvSpPr txBox="1">
            <a:spLocks/>
          </p:cNvSpPr>
          <p:nvPr/>
        </p:nvSpPr>
        <p:spPr bwMode="auto">
          <a:xfrm>
            <a:off x="1199371" y="3429000"/>
            <a:ext cx="2664296" cy="1008112"/>
          </a:xfrm>
          <a:prstGeom prst="rect">
            <a:avLst/>
          </a:prstGeom>
          <a:solidFill>
            <a:schemeClr val="bg2">
              <a:lumMod val="50000"/>
              <a:lumOff val="50000"/>
            </a:schemeClr>
          </a:solidFill>
          <a:ln w="9525">
            <a:no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pPr algn="ctr"/>
            <a:r>
              <a:rPr lang="ja-JP" altLang="en-US" b="1" dirty="0">
                <a:solidFill>
                  <a:schemeClr val="bg1"/>
                </a:solidFill>
                <a:latin typeface="メイリオ" panose="020B0604030504040204" pitchFamily="50" charset="-128"/>
                <a:ea typeface="メイリオ" panose="020B0604030504040204" pitchFamily="50" charset="-128"/>
              </a:rPr>
              <a:t>プロビジョンド</a:t>
            </a:r>
            <a:r>
              <a:rPr lang="en-US" altLang="ja-JP" b="1" dirty="0">
                <a:solidFill>
                  <a:schemeClr val="bg1"/>
                </a:solidFill>
                <a:latin typeface="メイリオ" panose="020B0604030504040204" pitchFamily="50" charset="-128"/>
                <a:ea typeface="メイリオ" panose="020B0604030504040204" pitchFamily="50" charset="-128"/>
              </a:rPr>
              <a:t>IOPS</a:t>
            </a:r>
            <a:endParaRPr lang="en-US" altLang="ja-JP" b="1" kern="0" dirty="0">
              <a:solidFill>
                <a:schemeClr val="bg1"/>
              </a:solidFill>
              <a:latin typeface="メイリオ" panose="020B0604030504040204" pitchFamily="50" charset="-128"/>
              <a:ea typeface="メイリオ" panose="020B0604030504040204" pitchFamily="50" charset="-128"/>
            </a:endParaRPr>
          </a:p>
        </p:txBody>
      </p:sp>
      <p:sp>
        <p:nvSpPr>
          <p:cNvPr id="11" name="コンテンツ プレースホルダー 2">
            <a:extLst>
              <a:ext uri="{FF2B5EF4-FFF2-40B4-BE49-F238E27FC236}">
                <a16:creationId xmlns:a16="http://schemas.microsoft.com/office/drawing/2014/main" id="{4E86EBE6-3675-4E02-8A35-9805C3D54514}"/>
              </a:ext>
            </a:extLst>
          </p:cNvPr>
          <p:cNvSpPr txBox="1">
            <a:spLocks/>
          </p:cNvSpPr>
          <p:nvPr/>
        </p:nvSpPr>
        <p:spPr bwMode="auto">
          <a:xfrm>
            <a:off x="3935675" y="2348880"/>
            <a:ext cx="5040560" cy="1008112"/>
          </a:xfrm>
          <a:prstGeom prst="rect">
            <a:avLst/>
          </a:prstGeom>
          <a:solidFill>
            <a:schemeClr val="bg1"/>
          </a:solidFill>
          <a:ln w="9525">
            <a:solidFill>
              <a:srgbClr val="0070C0"/>
            </a:solid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pPr marL="171450" indent="-171450">
              <a:buFont typeface="Wingdings" panose="05000000000000000000" pitchFamily="2" charset="2"/>
              <a:buChar char="ü"/>
            </a:pPr>
            <a:r>
              <a:rPr lang="en-US" altLang="ja-JP" sz="1200" dirty="0">
                <a:latin typeface="メイリオ" panose="020B0604030504040204" pitchFamily="50" charset="-128"/>
                <a:ea typeface="メイリオ" panose="020B0604030504040204" pitchFamily="50" charset="-128"/>
              </a:rPr>
              <a:t>SSD</a:t>
            </a:r>
            <a:r>
              <a:rPr lang="ja-JP" altLang="en-US" sz="1200" dirty="0">
                <a:latin typeface="メイリオ" panose="020B0604030504040204" pitchFamily="50" charset="-128"/>
                <a:ea typeface="メイリオ" panose="020B0604030504040204" pitchFamily="50" charset="-128"/>
              </a:rPr>
              <a:t>タイプ</a:t>
            </a:r>
            <a:endParaRPr lang="en-US" altLang="ja-JP" sz="1200" dirty="0">
              <a:latin typeface="メイリオ" panose="020B0604030504040204" pitchFamily="50" charset="-128"/>
              <a:ea typeface="メイリオ" panose="020B0604030504040204" pitchFamily="50" charset="-128"/>
            </a:endParaRPr>
          </a:p>
          <a:p>
            <a:pPr marL="171450" indent="-171450">
              <a:buFont typeface="Wingdings" panose="05000000000000000000" pitchFamily="2" charset="2"/>
              <a:buChar char="ü"/>
            </a:pPr>
            <a:r>
              <a:rPr lang="en-US" altLang="ja-JP" sz="1200" dirty="0">
                <a:latin typeface="メイリオ" panose="020B0604030504040204" pitchFamily="50" charset="-128"/>
                <a:ea typeface="メイリオ" panose="020B0604030504040204" pitchFamily="50" charset="-128"/>
              </a:rPr>
              <a:t>GB</a:t>
            </a:r>
            <a:r>
              <a:rPr lang="ja-JP" altLang="en-US" sz="1200" dirty="0">
                <a:latin typeface="メイリオ" panose="020B0604030504040204" pitchFamily="50" charset="-128"/>
                <a:ea typeface="メイリオ" panose="020B0604030504040204" pitchFamily="50" charset="-128"/>
              </a:rPr>
              <a:t>あたりの容量課金を実施</a:t>
            </a:r>
            <a:endParaRPr lang="en-US" altLang="ja-JP" sz="1200" dirty="0">
              <a:latin typeface="メイリオ" panose="020B0604030504040204" pitchFamily="50" charset="-128"/>
              <a:ea typeface="メイリオ" panose="020B0604030504040204" pitchFamily="50" charset="-128"/>
            </a:endParaRPr>
          </a:p>
          <a:p>
            <a:pPr marL="171450" indent="-171450">
              <a:buFont typeface="Wingdings" panose="05000000000000000000" pitchFamily="2" charset="2"/>
              <a:buChar char="ü"/>
            </a:pPr>
            <a:r>
              <a:rPr lang="ja-JP" altLang="en-US" sz="1200" dirty="0">
                <a:latin typeface="メイリオ" panose="020B0604030504040204" pitchFamily="50" charset="-128"/>
                <a:ea typeface="メイリオ" panose="020B0604030504040204" pitchFamily="50" charset="-128"/>
              </a:rPr>
              <a:t>通常のパフォーマンスに加えてバーストを実施し、</a:t>
            </a:r>
            <a:r>
              <a:rPr lang="en-US" altLang="ja-JP" sz="1200" dirty="0">
                <a:latin typeface="メイリオ" panose="020B0604030504040204" pitchFamily="50" charset="-128"/>
                <a:ea typeface="メイリオ" panose="020B0604030504040204" pitchFamily="50" charset="-128"/>
              </a:rPr>
              <a:t>100</a:t>
            </a:r>
            <a:r>
              <a:rPr lang="ja-JP" altLang="en-US" sz="1200" dirty="0">
                <a:latin typeface="メイリオ" panose="020B0604030504040204" pitchFamily="50" charset="-128"/>
                <a:ea typeface="メイリオ" panose="020B0604030504040204" pitchFamily="50" charset="-128"/>
              </a:rPr>
              <a:t>～</a:t>
            </a:r>
            <a:r>
              <a:rPr lang="en-US" altLang="ja-JP" sz="1200" dirty="0">
                <a:latin typeface="メイリオ" panose="020B0604030504040204" pitchFamily="50" charset="-128"/>
                <a:ea typeface="メイリオ" panose="020B0604030504040204" pitchFamily="50" charset="-128"/>
              </a:rPr>
              <a:t>10,000IOPS</a:t>
            </a:r>
            <a:r>
              <a:rPr lang="ja-JP" altLang="en-US" sz="1200" dirty="0">
                <a:latin typeface="メイリオ" panose="020B0604030504040204" pitchFamily="50" charset="-128"/>
                <a:ea typeface="メイリオ" panose="020B0604030504040204" pitchFamily="50" charset="-128"/>
              </a:rPr>
              <a:t>を実現可能（サイズによって変わる）</a:t>
            </a:r>
            <a:endParaRPr lang="en-US" altLang="ja-JP" sz="1200" dirty="0">
              <a:latin typeface="メイリオ" panose="020B0604030504040204" pitchFamily="50" charset="-128"/>
              <a:ea typeface="メイリオ" panose="020B0604030504040204" pitchFamily="50" charset="-128"/>
            </a:endParaRPr>
          </a:p>
        </p:txBody>
      </p:sp>
      <p:sp>
        <p:nvSpPr>
          <p:cNvPr id="12" name="コンテンツ プレースホルダー 2">
            <a:extLst>
              <a:ext uri="{FF2B5EF4-FFF2-40B4-BE49-F238E27FC236}">
                <a16:creationId xmlns:a16="http://schemas.microsoft.com/office/drawing/2014/main" id="{F9E6B248-71A2-4271-99ED-81C36A094AEA}"/>
              </a:ext>
            </a:extLst>
          </p:cNvPr>
          <p:cNvSpPr txBox="1">
            <a:spLocks/>
          </p:cNvSpPr>
          <p:nvPr/>
        </p:nvSpPr>
        <p:spPr bwMode="auto">
          <a:xfrm>
            <a:off x="1199371" y="2348880"/>
            <a:ext cx="2664296" cy="1008112"/>
          </a:xfrm>
          <a:prstGeom prst="rect">
            <a:avLst/>
          </a:prstGeom>
          <a:solidFill>
            <a:schemeClr val="bg2">
              <a:lumMod val="50000"/>
              <a:lumOff val="50000"/>
            </a:schemeClr>
          </a:solidFill>
          <a:ln w="9525">
            <a:no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pPr algn="ctr"/>
            <a:r>
              <a:rPr lang="ja-JP" altLang="en-US" b="1" dirty="0">
                <a:solidFill>
                  <a:schemeClr val="bg1"/>
                </a:solidFill>
                <a:latin typeface="メイリオ" panose="020B0604030504040204" pitchFamily="50" charset="-128"/>
                <a:ea typeface="メイリオ" panose="020B0604030504040204" pitchFamily="50" charset="-128"/>
              </a:rPr>
              <a:t>汎用</a:t>
            </a:r>
            <a:endParaRPr lang="en-US" altLang="ja-JP" b="1" kern="0" dirty="0">
              <a:solidFill>
                <a:schemeClr val="bg1"/>
              </a:solidFill>
              <a:latin typeface="メイリオ" panose="020B0604030504040204" pitchFamily="50" charset="-128"/>
              <a:ea typeface="メイリオ" panose="020B0604030504040204" pitchFamily="50" charset="-128"/>
            </a:endParaRPr>
          </a:p>
        </p:txBody>
      </p:sp>
      <p:sp>
        <p:nvSpPr>
          <p:cNvPr id="15" name="コンテンツ プレースホルダー 2">
            <a:extLst>
              <a:ext uri="{FF2B5EF4-FFF2-40B4-BE49-F238E27FC236}">
                <a16:creationId xmlns:a16="http://schemas.microsoft.com/office/drawing/2014/main" id="{B2E1EE72-D511-464D-94BF-763F4350A7C5}"/>
              </a:ext>
            </a:extLst>
          </p:cNvPr>
          <p:cNvSpPr txBox="1">
            <a:spLocks/>
          </p:cNvSpPr>
          <p:nvPr/>
        </p:nvSpPr>
        <p:spPr bwMode="auto">
          <a:xfrm>
            <a:off x="3935675" y="4509120"/>
            <a:ext cx="5040560" cy="1008112"/>
          </a:xfrm>
          <a:prstGeom prst="rect">
            <a:avLst/>
          </a:prstGeom>
          <a:solidFill>
            <a:schemeClr val="bg1"/>
          </a:solidFill>
          <a:ln w="9525">
            <a:solidFill>
              <a:srgbClr val="0070C0"/>
            </a:solid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pPr marL="171450" indent="-171450">
              <a:buFont typeface="Wingdings" panose="05000000000000000000" pitchFamily="2" charset="2"/>
              <a:buChar char="ü"/>
            </a:pPr>
            <a:r>
              <a:rPr lang="ja-JP" altLang="en-US" sz="1200" dirty="0">
                <a:latin typeface="メイリオ" panose="020B0604030504040204" pitchFamily="50" charset="-128"/>
                <a:ea typeface="メイリオ" panose="020B0604030504040204" pitchFamily="50" charset="-128"/>
              </a:rPr>
              <a:t>ハードディスクタイプ</a:t>
            </a:r>
            <a:endParaRPr lang="en-US" altLang="ja-JP" sz="1200" dirty="0">
              <a:latin typeface="メイリオ" panose="020B0604030504040204" pitchFamily="50" charset="-128"/>
              <a:ea typeface="メイリオ" panose="020B0604030504040204" pitchFamily="50" charset="-128"/>
            </a:endParaRPr>
          </a:p>
          <a:p>
            <a:pPr marL="171450" indent="-171450">
              <a:buFont typeface="Wingdings" panose="05000000000000000000" pitchFamily="2" charset="2"/>
              <a:buChar char="ü"/>
            </a:pPr>
            <a:r>
              <a:rPr lang="en-US" altLang="ja-JP" sz="1200" dirty="0">
                <a:latin typeface="メイリオ" panose="020B0604030504040204" pitchFamily="50" charset="-128"/>
                <a:ea typeface="メイリオ" panose="020B0604030504040204" pitchFamily="50" charset="-128"/>
              </a:rPr>
              <a:t>GB</a:t>
            </a:r>
            <a:r>
              <a:rPr lang="ja-JP" altLang="en-US" sz="1200" dirty="0">
                <a:latin typeface="メイリオ" panose="020B0604030504040204" pitchFamily="50" charset="-128"/>
                <a:ea typeface="メイリオ" panose="020B0604030504040204" pitchFamily="50" charset="-128"/>
              </a:rPr>
              <a:t>あたりの容量課金を実施＋</a:t>
            </a:r>
            <a:r>
              <a:rPr lang="en-US" altLang="ja-JP" sz="1200" dirty="0">
                <a:latin typeface="メイリオ" panose="020B0604030504040204" pitchFamily="50" charset="-128"/>
                <a:ea typeface="メイリオ" panose="020B0604030504040204" pitchFamily="50" charset="-128"/>
              </a:rPr>
              <a:t>IO</a:t>
            </a:r>
            <a:r>
              <a:rPr lang="ja-JP" altLang="en-US" sz="1200" dirty="0">
                <a:latin typeface="メイリオ" panose="020B0604030504040204" pitchFamily="50" charset="-128"/>
                <a:ea typeface="メイリオ" panose="020B0604030504040204" pitchFamily="50" charset="-128"/>
              </a:rPr>
              <a:t>リクエスト課金</a:t>
            </a:r>
            <a:endParaRPr lang="en-US" altLang="ja-JP" sz="1200" dirty="0">
              <a:latin typeface="メイリオ" panose="020B0604030504040204" pitchFamily="50" charset="-128"/>
              <a:ea typeface="メイリオ" panose="020B0604030504040204" pitchFamily="50" charset="-128"/>
            </a:endParaRPr>
          </a:p>
          <a:p>
            <a:pPr marL="171450" indent="-171450">
              <a:buFont typeface="Wingdings" panose="05000000000000000000" pitchFamily="2" charset="2"/>
              <a:buChar char="ü"/>
            </a:pPr>
            <a:r>
              <a:rPr lang="ja-JP" altLang="en-US" sz="1200" dirty="0">
                <a:latin typeface="メイリオ" panose="020B0604030504040204" pitchFamily="50" charset="-128"/>
                <a:ea typeface="メイリオ" panose="020B0604030504040204" pitchFamily="50" charset="-128"/>
              </a:rPr>
              <a:t>平均</a:t>
            </a:r>
            <a:r>
              <a:rPr lang="en-US" altLang="ja-JP" sz="1200" dirty="0">
                <a:latin typeface="メイリオ" panose="020B0604030504040204" pitchFamily="50" charset="-128"/>
                <a:ea typeface="メイリオ" panose="020B0604030504040204" pitchFamily="50" charset="-128"/>
              </a:rPr>
              <a:t>100</a:t>
            </a:r>
            <a:r>
              <a:rPr lang="ja-JP" altLang="en-US" sz="1200" dirty="0">
                <a:latin typeface="メイリオ" panose="020B0604030504040204" pitchFamily="50" charset="-128"/>
                <a:ea typeface="メイリオ" panose="020B0604030504040204" pitchFamily="50" charset="-128"/>
              </a:rPr>
              <a:t>～最大数百の</a:t>
            </a:r>
            <a:r>
              <a:rPr lang="en-US" altLang="ja-JP" sz="1200" dirty="0">
                <a:latin typeface="メイリオ" panose="020B0604030504040204" pitchFamily="50" charset="-128"/>
                <a:ea typeface="メイリオ" panose="020B0604030504040204" pitchFamily="50" charset="-128"/>
              </a:rPr>
              <a:t>IOPS</a:t>
            </a:r>
          </a:p>
        </p:txBody>
      </p:sp>
      <p:sp>
        <p:nvSpPr>
          <p:cNvPr id="16" name="コンテンツ プレースホルダー 2">
            <a:extLst>
              <a:ext uri="{FF2B5EF4-FFF2-40B4-BE49-F238E27FC236}">
                <a16:creationId xmlns:a16="http://schemas.microsoft.com/office/drawing/2014/main" id="{D6038209-F6B6-43B0-B562-02D8B6A332B7}"/>
              </a:ext>
            </a:extLst>
          </p:cNvPr>
          <p:cNvSpPr txBox="1">
            <a:spLocks/>
          </p:cNvSpPr>
          <p:nvPr/>
        </p:nvSpPr>
        <p:spPr bwMode="auto">
          <a:xfrm>
            <a:off x="1199371" y="4509120"/>
            <a:ext cx="2664296" cy="1008112"/>
          </a:xfrm>
          <a:prstGeom prst="rect">
            <a:avLst/>
          </a:prstGeom>
          <a:solidFill>
            <a:schemeClr val="bg2">
              <a:lumMod val="50000"/>
              <a:lumOff val="50000"/>
            </a:schemeClr>
          </a:solidFill>
          <a:ln w="9525">
            <a:no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pPr algn="ctr"/>
            <a:r>
              <a:rPr lang="ja-JP" altLang="en-US" b="1" kern="0" dirty="0">
                <a:solidFill>
                  <a:schemeClr val="bg1"/>
                </a:solidFill>
                <a:latin typeface="メイリオ" panose="020B0604030504040204" pitchFamily="50" charset="-128"/>
                <a:ea typeface="メイリオ" panose="020B0604030504040204" pitchFamily="50" charset="-128"/>
              </a:rPr>
              <a:t>マグネティック</a:t>
            </a:r>
            <a:endParaRPr lang="en-US" altLang="ja-JP" b="1" kern="0" dirty="0">
              <a:solidFill>
                <a:schemeClr val="bg1"/>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58080322"/>
      </p:ext>
    </p:extLst>
  </p:cSld>
  <p:clrMapOvr>
    <a:masterClrMapping/>
  </p:clrMapOvr>
  <mc:AlternateContent xmlns:mc="http://schemas.openxmlformats.org/markup-compatibility/2006" xmlns:p14="http://schemas.microsoft.com/office/powerpoint/2010/main">
    <mc:Choice Requires="p14">
      <p:transition spd="slow" p14:dur="2000" advTm="120074"/>
    </mc:Choice>
    <mc:Fallback xmlns="">
      <p:transition spd="slow" advTm="120074"/>
    </mc:Fallback>
  </mc:AlternateContent>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タイトル 1">
            <a:extLst>
              <a:ext uri="{FF2B5EF4-FFF2-40B4-BE49-F238E27FC236}">
                <a16:creationId xmlns:a16="http://schemas.microsoft.com/office/drawing/2014/main" id="{48F80BE1-D063-4240-BFC7-C8D243720250}"/>
              </a:ext>
            </a:extLst>
          </p:cNvPr>
          <p:cNvSpPr txBox="1">
            <a:spLocks/>
          </p:cNvSpPr>
          <p:nvPr/>
        </p:nvSpPr>
        <p:spPr bwMode="auto">
          <a:xfrm>
            <a:off x="631222" y="201863"/>
            <a:ext cx="8642258" cy="50208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rtl="0" fontAlgn="base">
              <a:lnSpc>
                <a:spcPct val="90000"/>
              </a:lnSpc>
              <a:spcBef>
                <a:spcPct val="0"/>
              </a:spcBef>
              <a:spcAft>
                <a:spcPct val="0"/>
              </a:spcAft>
              <a:defRPr kumimoji="1" sz="2000">
                <a:solidFill>
                  <a:schemeClr val="tx2"/>
                </a:solidFill>
                <a:latin typeface="游明朝" panose="02020400000000000000" pitchFamily="18" charset="-128"/>
                <a:ea typeface="游明朝" panose="02020400000000000000" pitchFamily="18" charset="-128"/>
                <a:cs typeface="+mj-cs"/>
              </a:defRPr>
            </a:lvl1pPr>
            <a:lvl2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2pPr>
            <a:lvl3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3pPr>
            <a:lvl4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4pPr>
            <a:lvl5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5pPr>
            <a:lvl6pPr marL="4572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6pPr>
            <a:lvl7pPr marL="9144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7pPr>
            <a:lvl8pPr marL="13716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8pPr>
            <a:lvl9pPr marL="18288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9pPr>
          </a:lstStyle>
          <a:p>
            <a:pPr marL="0" indent="0" algn="l">
              <a:buNone/>
            </a:pPr>
            <a:r>
              <a:rPr lang="ja-JP" altLang="en-US" sz="3000" dirty="0">
                <a:solidFill>
                  <a:srgbClr val="002060"/>
                </a:solidFill>
                <a:latin typeface="メイリオ" panose="020B0604030504040204" pitchFamily="50" charset="-128"/>
                <a:ea typeface="メイリオ" panose="020B0604030504040204" pitchFamily="50" charset="-128"/>
              </a:rPr>
              <a:t>ストレージの容量変更</a:t>
            </a:r>
            <a:endParaRPr lang="en-US" altLang="ja-JP" sz="3000" dirty="0">
              <a:solidFill>
                <a:srgbClr val="002060"/>
              </a:solidFill>
              <a:latin typeface="メイリオ" panose="020B0604030504040204" pitchFamily="50" charset="-128"/>
              <a:ea typeface="メイリオ" panose="020B0604030504040204" pitchFamily="50" charset="-128"/>
            </a:endParaRPr>
          </a:p>
        </p:txBody>
      </p:sp>
      <p:sp>
        <p:nvSpPr>
          <p:cNvPr id="37" name="コンテンツ プレースホルダー 2">
            <a:extLst>
              <a:ext uri="{FF2B5EF4-FFF2-40B4-BE49-F238E27FC236}">
                <a16:creationId xmlns:a16="http://schemas.microsoft.com/office/drawing/2014/main" id="{2DC1489D-7AED-4EB8-B650-CDD4C4BDCEE3}"/>
              </a:ext>
            </a:extLst>
          </p:cNvPr>
          <p:cNvSpPr txBox="1">
            <a:spLocks/>
          </p:cNvSpPr>
          <p:nvPr/>
        </p:nvSpPr>
        <p:spPr>
          <a:xfrm>
            <a:off x="631222" y="692696"/>
            <a:ext cx="9002298" cy="325343"/>
          </a:xfrm>
          <a:prstGeom prst="rect">
            <a:avLst/>
          </a:prstGeom>
        </p:spPr>
        <p:txBody>
          <a:bodyPr vert="horz" lIns="74295" tIns="37148" rIns="74295" bIns="37148" rtlCol="0">
            <a:noAutofit/>
          </a:bodyPr>
          <a:lstStyle>
            <a:lvl1pPr marL="228600" indent="-228600" algn="l" defTabSz="914400" rtl="0" eaLnBrk="1" latinLnBrk="0" hangingPunct="1">
              <a:lnSpc>
                <a:spcPct val="90000"/>
              </a:lnSpc>
              <a:spcBef>
                <a:spcPts val="1000"/>
              </a:spcBef>
              <a:buFont typeface="Wingdings 2" pitchFamily="18" charset="2"/>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2" pitchFamily="18" charset="2"/>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2" pitchFamily="18" charset="2"/>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5pPr>
            <a:lvl6pPr marL="25146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6pPr>
            <a:lvl7pPr marL="29718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7pPr>
            <a:lvl8pPr marL="34290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8pPr>
            <a:lvl9pPr marL="38862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9pPr>
          </a:lstStyle>
          <a:p>
            <a:pPr marL="0" indent="0">
              <a:buNone/>
            </a:pPr>
            <a:r>
              <a:rPr lang="ja-JP" altLang="en-US" sz="2400" dirty="0">
                <a:solidFill>
                  <a:srgbClr val="002060"/>
                </a:solidFill>
                <a:latin typeface="メイリオ" panose="020B0604030504040204" pitchFamily="50" charset="-128"/>
                <a:ea typeface="メイリオ" panose="020B0604030504040204" pitchFamily="50" charset="-128"/>
              </a:rPr>
              <a:t>ストレージ容量は設定変更で増加させることはできるが、減少させることはできない。</a:t>
            </a:r>
            <a:endParaRPr lang="en-US" altLang="ja-JP" sz="2400" dirty="0">
              <a:solidFill>
                <a:srgbClr val="002060"/>
              </a:solidFill>
              <a:latin typeface="メイリオ" panose="020B0604030504040204" pitchFamily="50" charset="-128"/>
              <a:ea typeface="メイリオ" panose="020B0604030504040204" pitchFamily="50" charset="-128"/>
            </a:endParaRPr>
          </a:p>
        </p:txBody>
      </p:sp>
      <p:pic>
        <p:nvPicPr>
          <p:cNvPr id="4" name="図 3">
            <a:extLst>
              <a:ext uri="{FF2B5EF4-FFF2-40B4-BE49-F238E27FC236}">
                <a16:creationId xmlns:a16="http://schemas.microsoft.com/office/drawing/2014/main" id="{497534F6-A90C-4B87-8E50-5ECEE18A36D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16696" y="3070627"/>
            <a:ext cx="1137041" cy="1294477"/>
          </a:xfrm>
          <a:prstGeom prst="rect">
            <a:avLst/>
          </a:prstGeom>
        </p:spPr>
      </p:pic>
      <p:sp>
        <p:nvSpPr>
          <p:cNvPr id="5" name="テキスト ボックス 4">
            <a:extLst>
              <a:ext uri="{FF2B5EF4-FFF2-40B4-BE49-F238E27FC236}">
                <a16:creationId xmlns:a16="http://schemas.microsoft.com/office/drawing/2014/main" id="{4EEC39E6-EE4C-423F-B273-AD26C871FA6B}"/>
              </a:ext>
            </a:extLst>
          </p:cNvPr>
          <p:cNvSpPr txBox="1"/>
          <p:nvPr/>
        </p:nvSpPr>
        <p:spPr>
          <a:xfrm>
            <a:off x="2482606" y="3574683"/>
            <a:ext cx="638316" cy="338554"/>
          </a:xfrm>
          <a:prstGeom prst="rect">
            <a:avLst/>
          </a:prstGeom>
          <a:noFill/>
        </p:spPr>
        <p:txBody>
          <a:bodyPr wrap="none" rtlCol="0">
            <a:spAutoFit/>
          </a:bodyPr>
          <a:lstStyle/>
          <a:p>
            <a:pPr algn="ctr"/>
            <a:r>
              <a:rPr lang="en-US" altLang="ja-JP" b="1" dirty="0">
                <a:solidFill>
                  <a:schemeClr val="bg1"/>
                </a:solidFill>
                <a:latin typeface="メイリオ" panose="020B0604030504040204" pitchFamily="50" charset="-128"/>
                <a:ea typeface="メイリオ" panose="020B0604030504040204" pitchFamily="50" charset="-128"/>
              </a:rPr>
              <a:t>RDS</a:t>
            </a:r>
          </a:p>
        </p:txBody>
      </p:sp>
      <p:sp>
        <p:nvSpPr>
          <p:cNvPr id="6" name="矢印: 右 5">
            <a:extLst>
              <a:ext uri="{FF2B5EF4-FFF2-40B4-BE49-F238E27FC236}">
                <a16:creationId xmlns:a16="http://schemas.microsoft.com/office/drawing/2014/main" id="{6577A6FC-E475-4B02-8C35-156C1C12A217}"/>
              </a:ext>
            </a:extLst>
          </p:cNvPr>
          <p:cNvSpPr/>
          <p:nvPr/>
        </p:nvSpPr>
        <p:spPr bwMode="auto">
          <a:xfrm>
            <a:off x="3719017" y="2923802"/>
            <a:ext cx="1844649" cy="584776"/>
          </a:xfrm>
          <a:prstGeom prst="rightArrow">
            <a:avLst/>
          </a:prstGeom>
          <a:solidFill>
            <a:schemeClr val="accent2"/>
          </a:solidFill>
          <a:ln w="12700" cap="flat" cmpd="sng" algn="ctr">
            <a:solidFill>
              <a:schemeClr val="accent1"/>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ja-JP" altLang="en-US" sz="1600" b="0" i="0" u="none" strike="noStrike" cap="none" normalizeH="0" baseline="0">
              <a:ln>
                <a:noFill/>
              </a:ln>
              <a:solidFill>
                <a:schemeClr val="tx1"/>
              </a:solidFill>
              <a:effectLst/>
              <a:latin typeface="ＭＳ Ｐゴシック" pitchFamily="50" charset="-128"/>
              <a:ea typeface="ＭＳ Ｐゴシック" pitchFamily="50" charset="-128"/>
            </a:endParaRPr>
          </a:p>
        </p:txBody>
      </p:sp>
      <p:sp>
        <p:nvSpPr>
          <p:cNvPr id="7" name="テキスト ボックス 6">
            <a:extLst>
              <a:ext uri="{FF2B5EF4-FFF2-40B4-BE49-F238E27FC236}">
                <a16:creationId xmlns:a16="http://schemas.microsoft.com/office/drawing/2014/main" id="{6C19F517-C263-4740-B2D9-38F8653349F9}"/>
              </a:ext>
            </a:extLst>
          </p:cNvPr>
          <p:cNvSpPr txBox="1"/>
          <p:nvPr/>
        </p:nvSpPr>
        <p:spPr>
          <a:xfrm>
            <a:off x="2785216" y="5143090"/>
            <a:ext cx="3961341" cy="338554"/>
          </a:xfrm>
          <a:prstGeom prst="rect">
            <a:avLst/>
          </a:prstGeom>
          <a:noFill/>
        </p:spPr>
        <p:txBody>
          <a:bodyPr wrap="none" rtlCol="0">
            <a:spAutoFit/>
          </a:bodyPr>
          <a:lstStyle/>
          <a:p>
            <a:pPr marL="285750" indent="-285750">
              <a:buFont typeface="Wingdings" panose="05000000000000000000" pitchFamily="2" charset="2"/>
              <a:buChar char="ü"/>
            </a:pPr>
            <a:r>
              <a:rPr lang="ja-JP" altLang="en-US" dirty="0">
                <a:latin typeface="メイリオ" panose="020B0604030504040204" pitchFamily="50" charset="-128"/>
                <a:ea typeface="メイリオ" panose="020B0604030504040204" pitchFamily="50" charset="-128"/>
              </a:rPr>
              <a:t>ストレージ容量の減少変更はできない</a:t>
            </a:r>
            <a:endParaRPr lang="en-US" altLang="ja-JP" dirty="0">
              <a:latin typeface="メイリオ" panose="020B0604030504040204" pitchFamily="50" charset="-128"/>
              <a:ea typeface="メイリオ" panose="020B0604030504040204" pitchFamily="50" charset="-128"/>
            </a:endParaRPr>
          </a:p>
        </p:txBody>
      </p:sp>
      <p:pic>
        <p:nvPicPr>
          <p:cNvPr id="8" name="図 7">
            <a:extLst>
              <a:ext uri="{FF2B5EF4-FFF2-40B4-BE49-F238E27FC236}">
                <a16:creationId xmlns:a16="http://schemas.microsoft.com/office/drawing/2014/main" id="{F077E1AE-7E89-45F8-9887-278FF5BB2EC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17096" y="2682195"/>
            <a:ext cx="2016224" cy="2295393"/>
          </a:xfrm>
          <a:prstGeom prst="rect">
            <a:avLst/>
          </a:prstGeom>
        </p:spPr>
      </p:pic>
      <p:sp>
        <p:nvSpPr>
          <p:cNvPr id="9" name="テキスト ボックス 8">
            <a:extLst>
              <a:ext uri="{FF2B5EF4-FFF2-40B4-BE49-F238E27FC236}">
                <a16:creationId xmlns:a16="http://schemas.microsoft.com/office/drawing/2014/main" id="{8672D04B-F15D-4AA3-B0E1-3D8FEC31A57E}"/>
              </a:ext>
            </a:extLst>
          </p:cNvPr>
          <p:cNvSpPr txBox="1"/>
          <p:nvPr/>
        </p:nvSpPr>
        <p:spPr>
          <a:xfrm>
            <a:off x="6177136" y="3717865"/>
            <a:ext cx="1131875" cy="338554"/>
          </a:xfrm>
          <a:prstGeom prst="rect">
            <a:avLst/>
          </a:prstGeom>
          <a:noFill/>
        </p:spPr>
        <p:txBody>
          <a:bodyPr wrap="square" rtlCol="0">
            <a:spAutoFit/>
          </a:bodyPr>
          <a:lstStyle/>
          <a:p>
            <a:pPr algn="ctr"/>
            <a:r>
              <a:rPr lang="en-US" altLang="ja-JP" b="1" dirty="0">
                <a:solidFill>
                  <a:schemeClr val="bg1"/>
                </a:solidFill>
                <a:latin typeface="メイリオ" panose="020B0604030504040204" pitchFamily="50" charset="-128"/>
                <a:ea typeface="メイリオ" panose="020B0604030504040204" pitchFamily="50" charset="-128"/>
              </a:rPr>
              <a:t>RDS</a:t>
            </a:r>
          </a:p>
        </p:txBody>
      </p:sp>
      <p:sp>
        <p:nvSpPr>
          <p:cNvPr id="10" name="矢印: 右 9">
            <a:extLst>
              <a:ext uri="{FF2B5EF4-FFF2-40B4-BE49-F238E27FC236}">
                <a16:creationId xmlns:a16="http://schemas.microsoft.com/office/drawing/2014/main" id="{72C235BB-EF1E-427C-BA94-6B92F494C8CF}"/>
              </a:ext>
            </a:extLst>
          </p:cNvPr>
          <p:cNvSpPr/>
          <p:nvPr/>
        </p:nvSpPr>
        <p:spPr bwMode="auto">
          <a:xfrm rot="10800000">
            <a:off x="3711208" y="4189959"/>
            <a:ext cx="1844649" cy="584776"/>
          </a:xfrm>
          <a:prstGeom prst="rightArrow">
            <a:avLst/>
          </a:prstGeom>
          <a:solidFill>
            <a:schemeClr val="accent2"/>
          </a:solidFill>
          <a:ln w="12700" cap="flat" cmpd="sng" algn="ctr">
            <a:solidFill>
              <a:schemeClr val="accent1"/>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ja-JP" altLang="en-US" sz="1600" b="0" i="0" u="none" strike="noStrike" cap="none" normalizeH="0" baseline="0">
              <a:ln>
                <a:noFill/>
              </a:ln>
              <a:solidFill>
                <a:schemeClr val="tx1"/>
              </a:solidFill>
              <a:effectLst/>
              <a:latin typeface="ＭＳ Ｐゴシック" pitchFamily="50" charset="-128"/>
              <a:ea typeface="ＭＳ Ｐゴシック" pitchFamily="50" charset="-128"/>
            </a:endParaRPr>
          </a:p>
        </p:txBody>
      </p:sp>
      <p:sp>
        <p:nvSpPr>
          <p:cNvPr id="11" name="テキスト ボックス 10">
            <a:extLst>
              <a:ext uri="{FF2B5EF4-FFF2-40B4-BE49-F238E27FC236}">
                <a16:creationId xmlns:a16="http://schemas.microsoft.com/office/drawing/2014/main" id="{EBB6D3B7-4C59-46AC-AD14-316E32679B89}"/>
              </a:ext>
            </a:extLst>
          </p:cNvPr>
          <p:cNvSpPr txBox="1"/>
          <p:nvPr/>
        </p:nvSpPr>
        <p:spPr>
          <a:xfrm>
            <a:off x="2785216" y="2144563"/>
            <a:ext cx="3140603" cy="338554"/>
          </a:xfrm>
          <a:prstGeom prst="rect">
            <a:avLst/>
          </a:prstGeom>
          <a:noFill/>
        </p:spPr>
        <p:txBody>
          <a:bodyPr wrap="none" rtlCol="0">
            <a:spAutoFit/>
          </a:bodyPr>
          <a:lstStyle/>
          <a:p>
            <a:pPr marL="285750" indent="-285750">
              <a:buFont typeface="Wingdings" panose="05000000000000000000" pitchFamily="2" charset="2"/>
              <a:buChar char="ü"/>
            </a:pPr>
            <a:r>
              <a:rPr lang="ja-JP" altLang="en-US" dirty="0">
                <a:latin typeface="メイリオ" panose="020B0604030504040204" pitchFamily="50" charset="-128"/>
                <a:ea typeface="メイリオ" panose="020B0604030504040204" pitchFamily="50" charset="-128"/>
              </a:rPr>
              <a:t>ストレージ容量の増加は可能</a:t>
            </a:r>
            <a:endParaRPr lang="en-US" altLang="ja-JP" dirty="0">
              <a:latin typeface="メイリオ" panose="020B0604030504040204" pitchFamily="50" charset="-128"/>
              <a:ea typeface="メイリオ" panose="020B0604030504040204" pitchFamily="50" charset="-128"/>
            </a:endParaRPr>
          </a:p>
        </p:txBody>
      </p:sp>
      <p:sp>
        <p:nvSpPr>
          <p:cNvPr id="2" name="乗算記号 1">
            <a:extLst>
              <a:ext uri="{FF2B5EF4-FFF2-40B4-BE49-F238E27FC236}">
                <a16:creationId xmlns:a16="http://schemas.microsoft.com/office/drawing/2014/main" id="{F29CD319-C0C7-48DD-84B4-22D6CB7D2896}"/>
              </a:ext>
            </a:extLst>
          </p:cNvPr>
          <p:cNvSpPr/>
          <p:nvPr/>
        </p:nvSpPr>
        <p:spPr bwMode="auto">
          <a:xfrm>
            <a:off x="4041858" y="3897372"/>
            <a:ext cx="1250929" cy="1223303"/>
          </a:xfrm>
          <a:prstGeom prst="mathMultiply">
            <a:avLst/>
          </a:prstGeom>
          <a:solidFill>
            <a:srgbClr val="FF0000"/>
          </a:solidFill>
          <a:ln w="12700" cap="flat" cmpd="sng" algn="ctr">
            <a:no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ja-JP" altLang="en-US" sz="1600" b="0" i="0" u="none" strike="noStrike" cap="none" normalizeH="0" baseline="0">
              <a:ln>
                <a:noFill/>
              </a:ln>
              <a:solidFill>
                <a:schemeClr val="tx1"/>
              </a:solidFill>
              <a:effectLst/>
              <a:latin typeface="ＭＳ Ｐゴシック" pitchFamily="50" charset="-128"/>
              <a:ea typeface="ＭＳ Ｐゴシック" pitchFamily="50" charset="-128"/>
            </a:endParaRPr>
          </a:p>
        </p:txBody>
      </p:sp>
    </p:spTree>
    <p:extLst>
      <p:ext uri="{BB962C8B-B14F-4D97-AF65-F5344CB8AC3E}">
        <p14:creationId xmlns:p14="http://schemas.microsoft.com/office/powerpoint/2010/main" val="3452966694"/>
      </p:ext>
    </p:extLst>
  </p:cSld>
  <p:clrMapOvr>
    <a:masterClrMapping/>
  </p:clrMapOvr>
  <mc:AlternateContent xmlns:mc="http://schemas.openxmlformats.org/markup-compatibility/2006" xmlns:p14="http://schemas.microsoft.com/office/powerpoint/2010/main">
    <mc:Choice Requires="p14">
      <p:transition spd="slow" p14:dur="2000" advTm="24705"/>
    </mc:Choice>
    <mc:Fallback xmlns="">
      <p:transition spd="slow" advTm="24705"/>
    </mc:Fallback>
  </mc:AlternateContent>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タイトル 1">
            <a:extLst>
              <a:ext uri="{FF2B5EF4-FFF2-40B4-BE49-F238E27FC236}">
                <a16:creationId xmlns:a16="http://schemas.microsoft.com/office/drawing/2014/main" id="{48F80BE1-D063-4240-BFC7-C8D243720250}"/>
              </a:ext>
            </a:extLst>
          </p:cNvPr>
          <p:cNvSpPr txBox="1">
            <a:spLocks/>
          </p:cNvSpPr>
          <p:nvPr/>
        </p:nvSpPr>
        <p:spPr bwMode="auto">
          <a:xfrm>
            <a:off x="631222" y="201863"/>
            <a:ext cx="8642258" cy="50208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rtl="0" fontAlgn="base">
              <a:lnSpc>
                <a:spcPct val="90000"/>
              </a:lnSpc>
              <a:spcBef>
                <a:spcPct val="0"/>
              </a:spcBef>
              <a:spcAft>
                <a:spcPct val="0"/>
              </a:spcAft>
              <a:defRPr kumimoji="1" sz="2000">
                <a:solidFill>
                  <a:schemeClr val="tx2"/>
                </a:solidFill>
                <a:latin typeface="游明朝" panose="02020400000000000000" pitchFamily="18" charset="-128"/>
                <a:ea typeface="游明朝" panose="02020400000000000000" pitchFamily="18" charset="-128"/>
                <a:cs typeface="+mj-cs"/>
              </a:defRPr>
            </a:lvl1pPr>
            <a:lvl2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2pPr>
            <a:lvl3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3pPr>
            <a:lvl4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4pPr>
            <a:lvl5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5pPr>
            <a:lvl6pPr marL="4572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6pPr>
            <a:lvl7pPr marL="9144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7pPr>
            <a:lvl8pPr marL="13716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8pPr>
            <a:lvl9pPr marL="18288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9pPr>
          </a:lstStyle>
          <a:p>
            <a:pPr marL="0" indent="0" algn="l">
              <a:buNone/>
            </a:pPr>
            <a:r>
              <a:rPr lang="ja-JP" altLang="en-US" sz="3000" dirty="0">
                <a:solidFill>
                  <a:srgbClr val="002060"/>
                </a:solidFill>
                <a:latin typeface="メイリオ" panose="020B0604030504040204" pitchFamily="50" charset="-128"/>
                <a:ea typeface="メイリオ" panose="020B0604030504040204" pitchFamily="50" charset="-128"/>
              </a:rPr>
              <a:t>ストレージの</a:t>
            </a:r>
            <a:r>
              <a:rPr lang="en-US" altLang="ja-JP" sz="3000" dirty="0" err="1">
                <a:solidFill>
                  <a:srgbClr val="002060"/>
                </a:solidFill>
                <a:latin typeface="メイリオ" panose="020B0604030504040204" pitchFamily="50" charset="-128"/>
                <a:ea typeface="メイリオ" panose="020B0604030504040204" pitchFamily="50" charset="-128"/>
              </a:rPr>
              <a:t>AutoScaling</a:t>
            </a:r>
            <a:endParaRPr lang="en-US" altLang="ja-JP" sz="3000" dirty="0">
              <a:solidFill>
                <a:srgbClr val="002060"/>
              </a:solidFill>
              <a:latin typeface="メイリオ" panose="020B0604030504040204" pitchFamily="50" charset="-128"/>
              <a:ea typeface="メイリオ" panose="020B0604030504040204" pitchFamily="50" charset="-128"/>
            </a:endParaRPr>
          </a:p>
        </p:txBody>
      </p:sp>
      <p:sp>
        <p:nvSpPr>
          <p:cNvPr id="37" name="コンテンツ プレースホルダー 2">
            <a:extLst>
              <a:ext uri="{FF2B5EF4-FFF2-40B4-BE49-F238E27FC236}">
                <a16:creationId xmlns:a16="http://schemas.microsoft.com/office/drawing/2014/main" id="{2DC1489D-7AED-4EB8-B650-CDD4C4BDCEE3}"/>
              </a:ext>
            </a:extLst>
          </p:cNvPr>
          <p:cNvSpPr txBox="1">
            <a:spLocks/>
          </p:cNvSpPr>
          <p:nvPr/>
        </p:nvSpPr>
        <p:spPr>
          <a:xfrm>
            <a:off x="631222" y="692696"/>
            <a:ext cx="9002298" cy="325343"/>
          </a:xfrm>
          <a:prstGeom prst="rect">
            <a:avLst/>
          </a:prstGeom>
        </p:spPr>
        <p:txBody>
          <a:bodyPr vert="horz" lIns="74295" tIns="37148" rIns="74295" bIns="37148" rtlCol="0">
            <a:noAutofit/>
          </a:bodyPr>
          <a:lstStyle>
            <a:lvl1pPr marL="228600" indent="-228600" algn="l" defTabSz="914400" rtl="0" eaLnBrk="1" latinLnBrk="0" hangingPunct="1">
              <a:lnSpc>
                <a:spcPct val="90000"/>
              </a:lnSpc>
              <a:spcBef>
                <a:spcPts val="1000"/>
              </a:spcBef>
              <a:buFont typeface="Wingdings 2" pitchFamily="18" charset="2"/>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2" pitchFamily="18" charset="2"/>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2" pitchFamily="18" charset="2"/>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5pPr>
            <a:lvl6pPr marL="25146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6pPr>
            <a:lvl7pPr marL="29718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7pPr>
            <a:lvl8pPr marL="34290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8pPr>
            <a:lvl9pPr marL="38862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9pPr>
          </a:lstStyle>
          <a:p>
            <a:pPr marL="0" indent="0">
              <a:buNone/>
            </a:pPr>
            <a:r>
              <a:rPr lang="ja-JP" altLang="en-US" sz="2400" dirty="0">
                <a:solidFill>
                  <a:srgbClr val="002060"/>
                </a:solidFill>
                <a:latin typeface="メイリオ" panose="020B0604030504040204" pitchFamily="50" charset="-128"/>
                <a:ea typeface="メイリオ" panose="020B0604030504040204" pitchFamily="50" charset="-128"/>
              </a:rPr>
              <a:t>ストレージ容量に対して</a:t>
            </a:r>
            <a:r>
              <a:rPr lang="en-US" altLang="ja-JP" sz="2400" dirty="0" err="1">
                <a:solidFill>
                  <a:srgbClr val="002060"/>
                </a:solidFill>
                <a:latin typeface="メイリオ" panose="020B0604030504040204" pitchFamily="50" charset="-128"/>
                <a:ea typeface="メイリオ" panose="020B0604030504040204" pitchFamily="50" charset="-128"/>
              </a:rPr>
              <a:t>AutoScaling</a:t>
            </a:r>
            <a:r>
              <a:rPr lang="ja-JP" altLang="en-US" sz="2400" dirty="0">
                <a:solidFill>
                  <a:srgbClr val="002060"/>
                </a:solidFill>
                <a:latin typeface="メイリオ" panose="020B0604030504040204" pitchFamily="50" charset="-128"/>
                <a:ea typeface="メイリオ" panose="020B0604030504040204" pitchFamily="50" charset="-128"/>
              </a:rPr>
              <a:t>を実行することが可能</a:t>
            </a:r>
            <a:endParaRPr lang="en-US" altLang="ja-JP" sz="2400" dirty="0">
              <a:solidFill>
                <a:srgbClr val="002060"/>
              </a:solidFill>
              <a:latin typeface="メイリオ" panose="020B0604030504040204" pitchFamily="50" charset="-128"/>
              <a:ea typeface="メイリオ" panose="020B0604030504040204" pitchFamily="50" charset="-128"/>
            </a:endParaRPr>
          </a:p>
        </p:txBody>
      </p:sp>
      <p:pic>
        <p:nvPicPr>
          <p:cNvPr id="11" name="図 10">
            <a:extLst>
              <a:ext uri="{FF2B5EF4-FFF2-40B4-BE49-F238E27FC236}">
                <a16:creationId xmlns:a16="http://schemas.microsoft.com/office/drawing/2014/main" id="{51C937A7-8425-499D-8850-97F8DC893E6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16696" y="3070627"/>
            <a:ext cx="1137041" cy="1294477"/>
          </a:xfrm>
          <a:prstGeom prst="rect">
            <a:avLst/>
          </a:prstGeom>
        </p:spPr>
      </p:pic>
      <p:sp>
        <p:nvSpPr>
          <p:cNvPr id="12" name="テキスト ボックス 11">
            <a:extLst>
              <a:ext uri="{FF2B5EF4-FFF2-40B4-BE49-F238E27FC236}">
                <a16:creationId xmlns:a16="http://schemas.microsoft.com/office/drawing/2014/main" id="{2103B851-C40C-464A-A28E-93DC9F7744D5}"/>
              </a:ext>
            </a:extLst>
          </p:cNvPr>
          <p:cNvSpPr txBox="1"/>
          <p:nvPr/>
        </p:nvSpPr>
        <p:spPr>
          <a:xfrm>
            <a:off x="2482606" y="3574683"/>
            <a:ext cx="638316" cy="338554"/>
          </a:xfrm>
          <a:prstGeom prst="rect">
            <a:avLst/>
          </a:prstGeom>
          <a:noFill/>
        </p:spPr>
        <p:txBody>
          <a:bodyPr wrap="none" rtlCol="0">
            <a:spAutoFit/>
          </a:bodyPr>
          <a:lstStyle/>
          <a:p>
            <a:pPr algn="ctr"/>
            <a:r>
              <a:rPr lang="en-US" altLang="ja-JP" b="1" dirty="0">
                <a:solidFill>
                  <a:schemeClr val="bg1"/>
                </a:solidFill>
                <a:latin typeface="メイリオ" panose="020B0604030504040204" pitchFamily="50" charset="-128"/>
                <a:ea typeface="メイリオ" panose="020B0604030504040204" pitchFamily="50" charset="-128"/>
              </a:rPr>
              <a:t>RDS</a:t>
            </a:r>
          </a:p>
        </p:txBody>
      </p:sp>
      <p:sp>
        <p:nvSpPr>
          <p:cNvPr id="13" name="矢印: 右 12">
            <a:extLst>
              <a:ext uri="{FF2B5EF4-FFF2-40B4-BE49-F238E27FC236}">
                <a16:creationId xmlns:a16="http://schemas.microsoft.com/office/drawing/2014/main" id="{E678F467-F8F5-4E14-B958-F5E0C0A8DAB7}"/>
              </a:ext>
            </a:extLst>
          </p:cNvPr>
          <p:cNvSpPr/>
          <p:nvPr/>
        </p:nvSpPr>
        <p:spPr bwMode="auto">
          <a:xfrm>
            <a:off x="3755994" y="3483771"/>
            <a:ext cx="1844649" cy="584776"/>
          </a:xfrm>
          <a:prstGeom prst="rightArrow">
            <a:avLst/>
          </a:prstGeom>
          <a:solidFill>
            <a:schemeClr val="accent2"/>
          </a:solidFill>
          <a:ln w="12700" cap="flat" cmpd="sng" algn="ctr">
            <a:solidFill>
              <a:schemeClr val="accent1"/>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ja-JP" altLang="en-US" sz="1600" b="0" i="0" u="none" strike="noStrike" cap="none" normalizeH="0" baseline="0">
              <a:ln>
                <a:noFill/>
              </a:ln>
              <a:solidFill>
                <a:schemeClr val="tx1"/>
              </a:solidFill>
              <a:effectLst/>
              <a:latin typeface="ＭＳ Ｐゴシック" pitchFamily="50" charset="-128"/>
              <a:ea typeface="ＭＳ Ｐゴシック" pitchFamily="50" charset="-128"/>
            </a:endParaRPr>
          </a:p>
        </p:txBody>
      </p:sp>
      <p:pic>
        <p:nvPicPr>
          <p:cNvPr id="14" name="図 13">
            <a:extLst>
              <a:ext uri="{FF2B5EF4-FFF2-40B4-BE49-F238E27FC236}">
                <a16:creationId xmlns:a16="http://schemas.microsoft.com/office/drawing/2014/main" id="{490AB793-69E9-446A-AB31-55AAFB1BA14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17096" y="2682195"/>
            <a:ext cx="2016224" cy="2295393"/>
          </a:xfrm>
          <a:prstGeom prst="rect">
            <a:avLst/>
          </a:prstGeom>
        </p:spPr>
      </p:pic>
      <p:sp>
        <p:nvSpPr>
          <p:cNvPr id="15" name="テキスト ボックス 14">
            <a:extLst>
              <a:ext uri="{FF2B5EF4-FFF2-40B4-BE49-F238E27FC236}">
                <a16:creationId xmlns:a16="http://schemas.microsoft.com/office/drawing/2014/main" id="{43D78318-07E9-43C6-8178-9F4CC6DC7370}"/>
              </a:ext>
            </a:extLst>
          </p:cNvPr>
          <p:cNvSpPr txBox="1"/>
          <p:nvPr/>
        </p:nvSpPr>
        <p:spPr>
          <a:xfrm>
            <a:off x="6177136" y="3717865"/>
            <a:ext cx="1131875" cy="338554"/>
          </a:xfrm>
          <a:prstGeom prst="rect">
            <a:avLst/>
          </a:prstGeom>
          <a:noFill/>
        </p:spPr>
        <p:txBody>
          <a:bodyPr wrap="square" rtlCol="0">
            <a:spAutoFit/>
          </a:bodyPr>
          <a:lstStyle/>
          <a:p>
            <a:pPr algn="ctr"/>
            <a:r>
              <a:rPr lang="en-US" altLang="ja-JP" b="1" dirty="0">
                <a:solidFill>
                  <a:schemeClr val="bg1"/>
                </a:solidFill>
                <a:latin typeface="メイリオ" panose="020B0604030504040204" pitchFamily="50" charset="-128"/>
                <a:ea typeface="メイリオ" panose="020B0604030504040204" pitchFamily="50" charset="-128"/>
              </a:rPr>
              <a:t>RDS</a:t>
            </a:r>
          </a:p>
        </p:txBody>
      </p:sp>
      <p:sp>
        <p:nvSpPr>
          <p:cNvPr id="16" name="テキスト ボックス 15">
            <a:extLst>
              <a:ext uri="{FF2B5EF4-FFF2-40B4-BE49-F238E27FC236}">
                <a16:creationId xmlns:a16="http://schemas.microsoft.com/office/drawing/2014/main" id="{68ECA059-79FD-4CEB-A0E3-3DF812122AFF}"/>
              </a:ext>
            </a:extLst>
          </p:cNvPr>
          <p:cNvSpPr txBox="1"/>
          <p:nvPr/>
        </p:nvSpPr>
        <p:spPr>
          <a:xfrm>
            <a:off x="2771966" y="5125178"/>
            <a:ext cx="3906006" cy="338554"/>
          </a:xfrm>
          <a:prstGeom prst="rect">
            <a:avLst/>
          </a:prstGeom>
          <a:noFill/>
        </p:spPr>
        <p:txBody>
          <a:bodyPr wrap="none" rtlCol="0">
            <a:spAutoFit/>
          </a:bodyPr>
          <a:lstStyle/>
          <a:p>
            <a:pPr marL="285750" indent="-285750">
              <a:buFont typeface="Wingdings" panose="05000000000000000000" pitchFamily="2" charset="2"/>
              <a:buChar char="ü"/>
            </a:pPr>
            <a:r>
              <a:rPr lang="en-US" altLang="ja-JP" dirty="0" err="1">
                <a:latin typeface="メイリオ" panose="020B0604030504040204" pitchFamily="50" charset="-128"/>
                <a:ea typeface="メイリオ" panose="020B0604030504040204" pitchFamily="50" charset="-128"/>
              </a:rPr>
              <a:t>AutoScaling</a:t>
            </a:r>
            <a:r>
              <a:rPr lang="ja-JP" altLang="en-US" dirty="0">
                <a:latin typeface="メイリオ" panose="020B0604030504040204" pitchFamily="50" charset="-128"/>
                <a:ea typeface="メイリオ" panose="020B0604030504040204" pitchFamily="50" charset="-128"/>
              </a:rPr>
              <a:t>によって自動で容量増加</a:t>
            </a:r>
            <a:endParaRPr lang="en-US" altLang="ja-JP"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612123113"/>
      </p:ext>
    </p:extLst>
  </p:cSld>
  <p:clrMapOvr>
    <a:masterClrMapping/>
  </p:clrMapOvr>
  <mc:AlternateContent xmlns:mc="http://schemas.openxmlformats.org/markup-compatibility/2006" xmlns:p14="http://schemas.microsoft.com/office/powerpoint/2010/main">
    <mc:Choice Requires="p14">
      <p:transition spd="slow" p14:dur="2000" advTm="28393"/>
    </mc:Choice>
    <mc:Fallback xmlns="">
      <p:transition spd="slow" advTm="28393"/>
    </mc:Fallback>
  </mc:AlternateContent>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正方形/長方形 3"/>
          <p:cNvSpPr/>
          <p:nvPr/>
        </p:nvSpPr>
        <p:spPr bwMode="auto">
          <a:xfrm>
            <a:off x="2793240" y="2817072"/>
            <a:ext cx="4320000" cy="1260000"/>
          </a:xfrm>
          <a:prstGeom prst="rect">
            <a:avLst/>
          </a:prstGeom>
          <a:no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vert="horz" wrap="square" lIns="0" tIns="0" rIns="0" bIns="0" numCol="1" rtlCol="0" anchor="ctr" anchorCtr="0" compatLnSpc="1">
            <a:prstTxWarp prst="textNoShape">
              <a:avLst/>
            </a:prstTxWarp>
          </a:bodyPr>
          <a:lstStyle/>
          <a:p>
            <a:pPr algn="ctr"/>
            <a:r>
              <a:rPr lang="en-US" altLang="ja-JP" sz="2800" kern="0" dirty="0">
                <a:latin typeface="メイリオ" panose="020B0604030504040204" pitchFamily="50" charset="-128"/>
                <a:ea typeface="メイリオ" panose="020B0604030504040204" pitchFamily="50" charset="-128"/>
              </a:rPr>
              <a:t>RDS</a:t>
            </a:r>
            <a:r>
              <a:rPr lang="ja-JP" altLang="en-US" sz="2800" kern="0" dirty="0">
                <a:latin typeface="メイリオ" panose="020B0604030504040204" pitchFamily="50" charset="-128"/>
                <a:ea typeface="メイリオ" panose="020B0604030504040204" pitchFamily="50" charset="-128"/>
              </a:rPr>
              <a:t>のスケールアウト</a:t>
            </a:r>
            <a:endParaRPr lang="en-US" altLang="ja-JP" sz="2800" kern="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371479639"/>
      </p:ext>
    </p:extLst>
  </p:cSld>
  <p:clrMapOvr>
    <a:masterClrMapping/>
  </p:clrMapOvr>
  <mc:AlternateContent xmlns:mc="http://schemas.openxmlformats.org/markup-compatibility/2006" xmlns:p14="http://schemas.microsoft.com/office/powerpoint/2010/main">
    <mc:Choice Requires="p14">
      <p:transition spd="slow" p14:dur="2000" advTm="14828"/>
    </mc:Choice>
    <mc:Fallback xmlns="">
      <p:transition spd="slow" advTm="14828"/>
    </mc:Fallback>
  </mc:AlternateContent>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タイトル 1">
            <a:extLst>
              <a:ext uri="{FF2B5EF4-FFF2-40B4-BE49-F238E27FC236}">
                <a16:creationId xmlns:a16="http://schemas.microsoft.com/office/drawing/2014/main" id="{48F80BE1-D063-4240-BFC7-C8D243720250}"/>
              </a:ext>
            </a:extLst>
          </p:cNvPr>
          <p:cNvSpPr txBox="1">
            <a:spLocks/>
          </p:cNvSpPr>
          <p:nvPr/>
        </p:nvSpPr>
        <p:spPr bwMode="auto">
          <a:xfrm>
            <a:off x="631222" y="201863"/>
            <a:ext cx="8642258" cy="50208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rtl="0" fontAlgn="base">
              <a:lnSpc>
                <a:spcPct val="90000"/>
              </a:lnSpc>
              <a:spcBef>
                <a:spcPct val="0"/>
              </a:spcBef>
              <a:spcAft>
                <a:spcPct val="0"/>
              </a:spcAft>
              <a:defRPr kumimoji="1" sz="2000">
                <a:solidFill>
                  <a:schemeClr val="tx2"/>
                </a:solidFill>
                <a:latin typeface="游明朝" panose="02020400000000000000" pitchFamily="18" charset="-128"/>
                <a:ea typeface="游明朝" panose="02020400000000000000" pitchFamily="18" charset="-128"/>
                <a:cs typeface="+mj-cs"/>
              </a:defRPr>
            </a:lvl1pPr>
            <a:lvl2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2pPr>
            <a:lvl3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3pPr>
            <a:lvl4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4pPr>
            <a:lvl5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5pPr>
            <a:lvl6pPr marL="4572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6pPr>
            <a:lvl7pPr marL="9144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7pPr>
            <a:lvl8pPr marL="13716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8pPr>
            <a:lvl9pPr marL="18288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9pPr>
          </a:lstStyle>
          <a:p>
            <a:pPr marL="0" indent="0" algn="l">
              <a:buNone/>
            </a:pPr>
            <a:r>
              <a:rPr lang="en-US" altLang="ja-JP" sz="3000" dirty="0">
                <a:solidFill>
                  <a:schemeClr val="tx1"/>
                </a:solidFill>
                <a:latin typeface="メイリオ" panose="020B0604030504040204" pitchFamily="50" charset="-128"/>
                <a:ea typeface="メイリオ" panose="020B0604030504040204" pitchFamily="50" charset="-128"/>
              </a:rPr>
              <a:t>RDS</a:t>
            </a:r>
            <a:r>
              <a:rPr lang="ja-JP" altLang="en-US" sz="3000" dirty="0">
                <a:solidFill>
                  <a:schemeClr val="tx1"/>
                </a:solidFill>
                <a:latin typeface="メイリオ" panose="020B0604030504040204" pitchFamily="50" charset="-128"/>
                <a:ea typeface="メイリオ" panose="020B0604030504040204" pitchFamily="50" charset="-128"/>
              </a:rPr>
              <a:t>のスケールアウト</a:t>
            </a:r>
            <a:endParaRPr lang="en-US" altLang="ja-JP" sz="3000" dirty="0">
              <a:solidFill>
                <a:schemeClr val="tx1"/>
              </a:solidFill>
              <a:latin typeface="メイリオ" panose="020B0604030504040204" pitchFamily="50" charset="-128"/>
              <a:ea typeface="メイリオ" panose="020B0604030504040204" pitchFamily="50" charset="-128"/>
            </a:endParaRPr>
          </a:p>
        </p:txBody>
      </p:sp>
      <p:sp>
        <p:nvSpPr>
          <p:cNvPr id="5" name="コンテンツ プレースホルダー 2">
            <a:extLst>
              <a:ext uri="{FF2B5EF4-FFF2-40B4-BE49-F238E27FC236}">
                <a16:creationId xmlns:a16="http://schemas.microsoft.com/office/drawing/2014/main" id="{4223C7E6-23C7-4433-B315-D26905B0474C}"/>
              </a:ext>
            </a:extLst>
          </p:cNvPr>
          <p:cNvSpPr txBox="1">
            <a:spLocks/>
          </p:cNvSpPr>
          <p:nvPr/>
        </p:nvSpPr>
        <p:spPr>
          <a:xfrm>
            <a:off x="631222" y="799401"/>
            <a:ext cx="8858282" cy="325343"/>
          </a:xfrm>
          <a:prstGeom prst="rect">
            <a:avLst/>
          </a:prstGeom>
        </p:spPr>
        <p:txBody>
          <a:bodyPr vert="horz" lIns="74295" tIns="37148" rIns="74295" bIns="37148" rtlCol="0">
            <a:noAutofit/>
          </a:bodyPr>
          <a:lstStyle>
            <a:lvl1pPr marL="228600" indent="-228600" algn="l" defTabSz="914400" rtl="0" eaLnBrk="1" latinLnBrk="0" hangingPunct="1">
              <a:lnSpc>
                <a:spcPct val="90000"/>
              </a:lnSpc>
              <a:spcBef>
                <a:spcPts val="1000"/>
              </a:spcBef>
              <a:buFont typeface="Wingdings 2" pitchFamily="18" charset="2"/>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2" pitchFamily="18" charset="2"/>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2" pitchFamily="18" charset="2"/>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5pPr>
            <a:lvl6pPr marL="25146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6pPr>
            <a:lvl7pPr marL="29718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7pPr>
            <a:lvl8pPr marL="34290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8pPr>
            <a:lvl9pPr marL="38862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9pPr>
          </a:lstStyle>
          <a:p>
            <a:pPr marL="0" indent="0">
              <a:buNone/>
            </a:pPr>
            <a:r>
              <a:rPr lang="ja-JP" altLang="en-US" sz="2400" kern="0" dirty="0">
                <a:solidFill>
                  <a:srgbClr val="002060"/>
                </a:solidFill>
                <a:latin typeface="メイリオ" panose="020B0604030504040204" pitchFamily="50" charset="-128"/>
                <a:ea typeface="メイリオ" panose="020B0604030504040204" pitchFamily="50" charset="-128"/>
              </a:rPr>
              <a:t>リードレプリカの増設、キャッシュによる高速化が可能。また、全く別</a:t>
            </a:r>
            <a:r>
              <a:rPr lang="en-US" altLang="ja-JP" sz="2400" kern="0" dirty="0">
                <a:solidFill>
                  <a:srgbClr val="002060"/>
                </a:solidFill>
                <a:latin typeface="メイリオ" panose="020B0604030504040204" pitchFamily="50" charset="-128"/>
                <a:ea typeface="メイリオ" panose="020B0604030504040204" pitchFamily="50" charset="-128"/>
              </a:rPr>
              <a:t>DB</a:t>
            </a:r>
            <a:r>
              <a:rPr lang="ja-JP" altLang="en-US" sz="2400" kern="0" dirty="0">
                <a:solidFill>
                  <a:srgbClr val="002060"/>
                </a:solidFill>
                <a:latin typeface="メイリオ" panose="020B0604030504040204" pitchFamily="50" charset="-128"/>
                <a:ea typeface="メイリオ" panose="020B0604030504040204" pitchFamily="50" charset="-128"/>
              </a:rPr>
              <a:t>へと変更する</a:t>
            </a:r>
            <a:r>
              <a:rPr lang="en-US" altLang="ja-JP" sz="2400" kern="0" dirty="0">
                <a:solidFill>
                  <a:srgbClr val="002060"/>
                </a:solidFill>
                <a:latin typeface="メイリオ" panose="020B0604030504040204" pitchFamily="50" charset="-128"/>
                <a:ea typeface="メイリオ" panose="020B0604030504040204" pitchFamily="50" charset="-128"/>
              </a:rPr>
              <a:t>Aurora</a:t>
            </a:r>
            <a:r>
              <a:rPr lang="ja-JP" altLang="en-US" sz="2400" kern="0" dirty="0">
                <a:solidFill>
                  <a:srgbClr val="002060"/>
                </a:solidFill>
                <a:latin typeface="メイリオ" panose="020B0604030504040204" pitchFamily="50" charset="-128"/>
                <a:ea typeface="メイリオ" panose="020B0604030504040204" pitchFamily="50" charset="-128"/>
              </a:rPr>
              <a:t>への移行も実施可能</a:t>
            </a:r>
            <a:endParaRPr lang="en-US" altLang="ja-JP" sz="2400" kern="0" dirty="0">
              <a:solidFill>
                <a:srgbClr val="002060"/>
              </a:solidFill>
              <a:latin typeface="メイリオ" panose="020B0604030504040204" pitchFamily="50" charset="-128"/>
              <a:ea typeface="メイリオ" panose="020B0604030504040204" pitchFamily="50" charset="-128"/>
            </a:endParaRPr>
          </a:p>
        </p:txBody>
      </p:sp>
      <p:sp>
        <p:nvSpPr>
          <p:cNvPr id="13" name="コンテンツ プレースホルダー 2">
            <a:extLst>
              <a:ext uri="{FF2B5EF4-FFF2-40B4-BE49-F238E27FC236}">
                <a16:creationId xmlns:a16="http://schemas.microsoft.com/office/drawing/2014/main" id="{601F4A91-868C-4152-807E-D9DA073F1D0F}"/>
              </a:ext>
            </a:extLst>
          </p:cNvPr>
          <p:cNvSpPr txBox="1">
            <a:spLocks/>
          </p:cNvSpPr>
          <p:nvPr/>
        </p:nvSpPr>
        <p:spPr bwMode="auto">
          <a:xfrm>
            <a:off x="3872871" y="2420888"/>
            <a:ext cx="5040560" cy="1008112"/>
          </a:xfrm>
          <a:prstGeom prst="rect">
            <a:avLst/>
          </a:prstGeom>
          <a:solidFill>
            <a:schemeClr val="bg1"/>
          </a:solidFill>
          <a:ln w="9525">
            <a:solidFill>
              <a:srgbClr val="0070C0"/>
            </a:solid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r>
              <a:rPr lang="ja-JP" altLang="en-US" kern="0" dirty="0">
                <a:solidFill>
                  <a:schemeClr val="bg2"/>
                </a:solidFill>
                <a:latin typeface="メイリオ" panose="020B0604030504040204" pitchFamily="50" charset="-128"/>
                <a:ea typeface="メイリオ" panose="020B0604030504040204" pitchFamily="50" charset="-128"/>
              </a:rPr>
              <a:t>読込処理のアクセス集中を分散化するため、読み込み専用インスタンスとなるリードレプリカを増設して、負荷分散する。</a:t>
            </a:r>
            <a:endParaRPr lang="en-US" altLang="ja-JP" kern="0" dirty="0">
              <a:solidFill>
                <a:schemeClr val="bg2"/>
              </a:solidFill>
              <a:latin typeface="メイリオ" panose="020B0604030504040204" pitchFamily="50" charset="-128"/>
              <a:ea typeface="メイリオ" panose="020B0604030504040204" pitchFamily="50" charset="-128"/>
            </a:endParaRPr>
          </a:p>
        </p:txBody>
      </p:sp>
      <p:sp>
        <p:nvSpPr>
          <p:cNvPr id="14" name="コンテンツ プレースホルダー 2">
            <a:extLst>
              <a:ext uri="{FF2B5EF4-FFF2-40B4-BE49-F238E27FC236}">
                <a16:creationId xmlns:a16="http://schemas.microsoft.com/office/drawing/2014/main" id="{464C48CD-9934-4576-B7DD-306672AFF506}"/>
              </a:ext>
            </a:extLst>
          </p:cNvPr>
          <p:cNvSpPr txBox="1">
            <a:spLocks/>
          </p:cNvSpPr>
          <p:nvPr/>
        </p:nvSpPr>
        <p:spPr bwMode="auto">
          <a:xfrm>
            <a:off x="1136567" y="2420888"/>
            <a:ext cx="2664296" cy="1008112"/>
          </a:xfrm>
          <a:prstGeom prst="rect">
            <a:avLst/>
          </a:prstGeom>
          <a:solidFill>
            <a:schemeClr val="bg2">
              <a:lumMod val="50000"/>
              <a:lumOff val="50000"/>
            </a:schemeClr>
          </a:solidFill>
          <a:ln w="9525">
            <a:no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pPr algn="ctr"/>
            <a:r>
              <a:rPr lang="ja-JP" altLang="en-US" b="1" kern="0" dirty="0">
                <a:solidFill>
                  <a:schemeClr val="bg1"/>
                </a:solidFill>
                <a:latin typeface="メイリオ" panose="020B0604030504040204" pitchFamily="50" charset="-128"/>
                <a:ea typeface="メイリオ" panose="020B0604030504040204" pitchFamily="50" charset="-128"/>
              </a:rPr>
              <a:t>リードレプリカの増設</a:t>
            </a:r>
            <a:endParaRPr lang="en-US" altLang="ja-JP" b="1" kern="0" dirty="0">
              <a:solidFill>
                <a:schemeClr val="bg1"/>
              </a:solidFill>
              <a:latin typeface="メイリオ" panose="020B0604030504040204" pitchFamily="50" charset="-128"/>
              <a:ea typeface="メイリオ" panose="020B0604030504040204" pitchFamily="50" charset="-128"/>
            </a:endParaRPr>
          </a:p>
        </p:txBody>
      </p:sp>
      <p:sp>
        <p:nvSpPr>
          <p:cNvPr id="15" name="コンテンツ プレースホルダー 2">
            <a:extLst>
              <a:ext uri="{FF2B5EF4-FFF2-40B4-BE49-F238E27FC236}">
                <a16:creationId xmlns:a16="http://schemas.microsoft.com/office/drawing/2014/main" id="{C5DFF731-2613-47AB-BB6C-4275D39BEED4}"/>
              </a:ext>
            </a:extLst>
          </p:cNvPr>
          <p:cNvSpPr txBox="1">
            <a:spLocks/>
          </p:cNvSpPr>
          <p:nvPr/>
        </p:nvSpPr>
        <p:spPr bwMode="auto">
          <a:xfrm>
            <a:off x="3872871" y="3501008"/>
            <a:ext cx="5040560" cy="1008112"/>
          </a:xfrm>
          <a:prstGeom prst="rect">
            <a:avLst/>
          </a:prstGeom>
          <a:solidFill>
            <a:schemeClr val="bg1"/>
          </a:solidFill>
          <a:ln w="9525">
            <a:solidFill>
              <a:srgbClr val="0070C0"/>
            </a:solid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r>
              <a:rPr lang="en-US" altLang="ja-JP" kern="0" dirty="0" err="1">
                <a:solidFill>
                  <a:schemeClr val="bg2"/>
                </a:solidFill>
                <a:latin typeface="メイリオ" panose="020B0604030504040204" pitchFamily="50" charset="-128"/>
                <a:ea typeface="メイリオ" panose="020B0604030504040204" pitchFamily="50" charset="-128"/>
              </a:rPr>
              <a:t>ElastiCache</a:t>
            </a:r>
            <a:r>
              <a:rPr lang="ja-JP" altLang="en-US" kern="0" dirty="0">
                <a:solidFill>
                  <a:schemeClr val="bg2"/>
                </a:solidFill>
                <a:latin typeface="メイリオ" panose="020B0604030504040204" pitchFamily="50" charset="-128"/>
                <a:ea typeface="メイリオ" panose="020B0604030504040204" pitchFamily="50" charset="-128"/>
              </a:rPr>
              <a:t>を連携または、</a:t>
            </a:r>
            <a:r>
              <a:rPr lang="en-US" altLang="ja-JP" kern="0" dirty="0">
                <a:solidFill>
                  <a:schemeClr val="bg2"/>
                </a:solidFill>
                <a:latin typeface="メイリオ" panose="020B0604030504040204" pitchFamily="50" charset="-128"/>
                <a:ea typeface="メイリオ" panose="020B0604030504040204" pitchFamily="50" charset="-128"/>
              </a:rPr>
              <a:t>MYSQL Memcached</a:t>
            </a:r>
            <a:r>
              <a:rPr lang="ja-JP" altLang="en-US" kern="0" dirty="0">
                <a:solidFill>
                  <a:schemeClr val="bg2"/>
                </a:solidFill>
                <a:latin typeface="メイリオ" panose="020B0604030504040204" pitchFamily="50" charset="-128"/>
                <a:ea typeface="メイリオ" panose="020B0604030504040204" pitchFamily="50" charset="-128"/>
              </a:rPr>
              <a:t>機能を利用してキャッシュを増設し、読込処理の高速化を実施する。</a:t>
            </a:r>
            <a:endParaRPr lang="en-US" altLang="ja-JP" kern="0" dirty="0">
              <a:solidFill>
                <a:schemeClr val="bg2"/>
              </a:solidFill>
              <a:latin typeface="メイリオ" panose="020B0604030504040204" pitchFamily="50" charset="-128"/>
              <a:ea typeface="メイリオ" panose="020B0604030504040204" pitchFamily="50" charset="-128"/>
            </a:endParaRPr>
          </a:p>
        </p:txBody>
      </p:sp>
      <p:sp>
        <p:nvSpPr>
          <p:cNvPr id="16" name="コンテンツ プレースホルダー 2">
            <a:extLst>
              <a:ext uri="{FF2B5EF4-FFF2-40B4-BE49-F238E27FC236}">
                <a16:creationId xmlns:a16="http://schemas.microsoft.com/office/drawing/2014/main" id="{A2E33D4F-A176-42FA-8F1D-BDB98B78D6ED}"/>
              </a:ext>
            </a:extLst>
          </p:cNvPr>
          <p:cNvSpPr txBox="1">
            <a:spLocks/>
          </p:cNvSpPr>
          <p:nvPr/>
        </p:nvSpPr>
        <p:spPr bwMode="auto">
          <a:xfrm>
            <a:off x="1136567" y="3501008"/>
            <a:ext cx="2664296" cy="1008112"/>
          </a:xfrm>
          <a:prstGeom prst="rect">
            <a:avLst/>
          </a:prstGeom>
          <a:solidFill>
            <a:schemeClr val="bg2">
              <a:lumMod val="50000"/>
              <a:lumOff val="50000"/>
            </a:schemeClr>
          </a:solidFill>
          <a:ln w="9525">
            <a:no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pPr algn="ctr"/>
            <a:r>
              <a:rPr lang="ja-JP" altLang="en-US" b="1" kern="0" dirty="0">
                <a:solidFill>
                  <a:schemeClr val="bg1"/>
                </a:solidFill>
                <a:latin typeface="メイリオ" panose="020B0604030504040204" pitchFamily="50" charset="-128"/>
                <a:ea typeface="メイリオ" panose="020B0604030504040204" pitchFamily="50" charset="-128"/>
              </a:rPr>
              <a:t>キャッシュの利用</a:t>
            </a:r>
            <a:endParaRPr lang="en-US" altLang="ja-JP" b="1" kern="0" dirty="0">
              <a:solidFill>
                <a:schemeClr val="bg1"/>
              </a:solidFill>
              <a:latin typeface="メイリオ" panose="020B0604030504040204" pitchFamily="50" charset="-128"/>
              <a:ea typeface="メイリオ" panose="020B0604030504040204" pitchFamily="50" charset="-128"/>
            </a:endParaRPr>
          </a:p>
        </p:txBody>
      </p:sp>
      <p:sp>
        <p:nvSpPr>
          <p:cNvPr id="21" name="コンテンツ プレースホルダー 2">
            <a:extLst>
              <a:ext uri="{FF2B5EF4-FFF2-40B4-BE49-F238E27FC236}">
                <a16:creationId xmlns:a16="http://schemas.microsoft.com/office/drawing/2014/main" id="{16B6ABDD-06C5-45F1-8FD8-BF511993E5A6}"/>
              </a:ext>
            </a:extLst>
          </p:cNvPr>
          <p:cNvSpPr txBox="1">
            <a:spLocks/>
          </p:cNvSpPr>
          <p:nvPr/>
        </p:nvSpPr>
        <p:spPr bwMode="auto">
          <a:xfrm>
            <a:off x="3872871" y="4581128"/>
            <a:ext cx="5040560" cy="1008112"/>
          </a:xfrm>
          <a:prstGeom prst="rect">
            <a:avLst/>
          </a:prstGeom>
          <a:solidFill>
            <a:schemeClr val="bg1"/>
          </a:solidFill>
          <a:ln w="9525">
            <a:solidFill>
              <a:srgbClr val="0070C0"/>
            </a:solid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r>
              <a:rPr lang="ja-JP" altLang="en-US" kern="0" dirty="0">
                <a:solidFill>
                  <a:schemeClr val="bg2"/>
                </a:solidFill>
                <a:latin typeface="メイリオ" panose="020B0604030504040204" pitchFamily="50" charset="-128"/>
                <a:ea typeface="メイリオ" panose="020B0604030504040204" pitchFamily="50" charset="-128"/>
              </a:rPr>
              <a:t>正確にはスケールアウトとは異なるが、</a:t>
            </a:r>
            <a:r>
              <a:rPr lang="en-US" altLang="ja-JP" kern="0" dirty="0">
                <a:solidFill>
                  <a:schemeClr val="bg2"/>
                </a:solidFill>
                <a:latin typeface="メイリオ" panose="020B0604030504040204" pitchFamily="50" charset="-128"/>
                <a:ea typeface="メイリオ" panose="020B0604030504040204" pitchFamily="50" charset="-128"/>
              </a:rPr>
              <a:t>RDS</a:t>
            </a:r>
            <a:r>
              <a:rPr lang="ja-JP" altLang="en-US" kern="0" dirty="0">
                <a:solidFill>
                  <a:schemeClr val="bg2"/>
                </a:solidFill>
                <a:latin typeface="メイリオ" panose="020B0604030504040204" pitchFamily="50" charset="-128"/>
                <a:ea typeface="メイリオ" panose="020B0604030504040204" pitchFamily="50" charset="-128"/>
              </a:rPr>
              <a:t> </a:t>
            </a:r>
            <a:r>
              <a:rPr lang="en-US" altLang="ja-JP" kern="0" dirty="0">
                <a:solidFill>
                  <a:schemeClr val="bg2"/>
                </a:solidFill>
                <a:latin typeface="メイリオ" panose="020B0604030504040204" pitchFamily="50" charset="-128"/>
                <a:ea typeface="メイリオ" panose="020B0604030504040204" pitchFamily="50" charset="-128"/>
              </a:rPr>
              <a:t>MySQL</a:t>
            </a:r>
            <a:r>
              <a:rPr lang="ja-JP" altLang="en-US" kern="0" dirty="0">
                <a:solidFill>
                  <a:schemeClr val="bg2"/>
                </a:solidFill>
                <a:latin typeface="メイリオ" panose="020B0604030504040204" pitchFamily="50" charset="-128"/>
                <a:ea typeface="メイリオ" panose="020B0604030504040204" pitchFamily="50" charset="-128"/>
              </a:rPr>
              <a:t>を高性能な</a:t>
            </a:r>
            <a:r>
              <a:rPr lang="en-US" altLang="ja-JP" kern="0" dirty="0">
                <a:solidFill>
                  <a:schemeClr val="bg2"/>
                </a:solidFill>
                <a:latin typeface="メイリオ" panose="020B0604030504040204" pitchFamily="50" charset="-128"/>
                <a:ea typeface="メイリオ" panose="020B0604030504040204" pitchFamily="50" charset="-128"/>
              </a:rPr>
              <a:t>Aurora MySQL</a:t>
            </a:r>
            <a:r>
              <a:rPr lang="ja-JP" altLang="en-US" kern="0" dirty="0">
                <a:solidFill>
                  <a:schemeClr val="bg2"/>
                </a:solidFill>
                <a:latin typeface="メイリオ" panose="020B0604030504040204" pitchFamily="50" charset="-128"/>
                <a:ea typeface="メイリオ" panose="020B0604030504040204" pitchFamily="50" charset="-128"/>
              </a:rPr>
              <a:t>へと移行することで、性能をアップさせること</a:t>
            </a:r>
            <a:r>
              <a:rPr lang="ja-JP" altLang="en-US" kern="0">
                <a:solidFill>
                  <a:schemeClr val="bg2"/>
                </a:solidFill>
                <a:latin typeface="メイリオ" panose="020B0604030504040204" pitchFamily="50" charset="-128"/>
                <a:ea typeface="メイリオ" panose="020B0604030504040204" pitchFamily="50" charset="-128"/>
              </a:rPr>
              <a:t>が可能となる。</a:t>
            </a:r>
            <a:endParaRPr lang="en-US" altLang="ja-JP" kern="0" dirty="0">
              <a:solidFill>
                <a:schemeClr val="bg2"/>
              </a:solidFill>
              <a:latin typeface="メイリオ" panose="020B0604030504040204" pitchFamily="50" charset="-128"/>
              <a:ea typeface="メイリオ" panose="020B0604030504040204" pitchFamily="50" charset="-128"/>
            </a:endParaRPr>
          </a:p>
        </p:txBody>
      </p:sp>
      <p:sp>
        <p:nvSpPr>
          <p:cNvPr id="22" name="コンテンツ プレースホルダー 2">
            <a:extLst>
              <a:ext uri="{FF2B5EF4-FFF2-40B4-BE49-F238E27FC236}">
                <a16:creationId xmlns:a16="http://schemas.microsoft.com/office/drawing/2014/main" id="{5B564D16-BA76-4CE2-8951-4CFCB95D0CFA}"/>
              </a:ext>
            </a:extLst>
          </p:cNvPr>
          <p:cNvSpPr txBox="1">
            <a:spLocks/>
          </p:cNvSpPr>
          <p:nvPr/>
        </p:nvSpPr>
        <p:spPr bwMode="auto">
          <a:xfrm>
            <a:off x="1136567" y="4581128"/>
            <a:ext cx="2664296" cy="1008112"/>
          </a:xfrm>
          <a:prstGeom prst="rect">
            <a:avLst/>
          </a:prstGeom>
          <a:solidFill>
            <a:schemeClr val="bg2">
              <a:lumMod val="50000"/>
              <a:lumOff val="50000"/>
            </a:schemeClr>
          </a:solidFill>
          <a:ln w="9525">
            <a:no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pPr algn="ctr"/>
            <a:r>
              <a:rPr lang="en-US" altLang="ja-JP" b="1" kern="0" dirty="0">
                <a:solidFill>
                  <a:schemeClr val="bg1"/>
                </a:solidFill>
                <a:latin typeface="メイリオ" panose="020B0604030504040204" pitchFamily="50" charset="-128"/>
                <a:ea typeface="メイリオ" panose="020B0604030504040204" pitchFamily="50" charset="-128"/>
              </a:rPr>
              <a:t>Aurora</a:t>
            </a:r>
            <a:r>
              <a:rPr lang="ja-JP" altLang="en-US" b="1" kern="0" dirty="0">
                <a:solidFill>
                  <a:schemeClr val="bg1"/>
                </a:solidFill>
                <a:latin typeface="メイリオ" panose="020B0604030504040204" pitchFamily="50" charset="-128"/>
                <a:ea typeface="メイリオ" panose="020B0604030504040204" pitchFamily="50" charset="-128"/>
              </a:rPr>
              <a:t>への移行</a:t>
            </a:r>
            <a:endParaRPr lang="en-US" altLang="ja-JP" b="1" kern="0" dirty="0">
              <a:solidFill>
                <a:schemeClr val="bg1"/>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487686542"/>
      </p:ext>
    </p:extLst>
  </p:cSld>
  <p:clrMapOvr>
    <a:masterClrMapping/>
  </p:clrMapOvr>
  <mc:AlternateContent xmlns:mc="http://schemas.openxmlformats.org/markup-compatibility/2006" xmlns:p14="http://schemas.microsoft.com/office/powerpoint/2010/main">
    <mc:Choice Requires="p14">
      <p:transition spd="slow" p14:dur="2000" advTm="87329"/>
    </mc:Choice>
    <mc:Fallback xmlns="">
      <p:transition spd="slow" advTm="87329"/>
    </mc:Fallback>
  </mc:AlternateContent>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タイトル 1">
            <a:extLst>
              <a:ext uri="{FF2B5EF4-FFF2-40B4-BE49-F238E27FC236}">
                <a16:creationId xmlns:a16="http://schemas.microsoft.com/office/drawing/2014/main" id="{48F80BE1-D063-4240-BFC7-C8D243720250}"/>
              </a:ext>
            </a:extLst>
          </p:cNvPr>
          <p:cNvSpPr txBox="1">
            <a:spLocks/>
          </p:cNvSpPr>
          <p:nvPr/>
        </p:nvSpPr>
        <p:spPr bwMode="auto">
          <a:xfrm>
            <a:off x="631222" y="201863"/>
            <a:ext cx="8642258" cy="50208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rtl="0" fontAlgn="base">
              <a:lnSpc>
                <a:spcPct val="90000"/>
              </a:lnSpc>
              <a:spcBef>
                <a:spcPct val="0"/>
              </a:spcBef>
              <a:spcAft>
                <a:spcPct val="0"/>
              </a:spcAft>
              <a:defRPr kumimoji="1" sz="2000">
                <a:solidFill>
                  <a:schemeClr val="tx2"/>
                </a:solidFill>
                <a:latin typeface="游明朝" panose="02020400000000000000" pitchFamily="18" charset="-128"/>
                <a:ea typeface="游明朝" panose="02020400000000000000" pitchFamily="18" charset="-128"/>
                <a:cs typeface="+mj-cs"/>
              </a:defRPr>
            </a:lvl1pPr>
            <a:lvl2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2pPr>
            <a:lvl3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3pPr>
            <a:lvl4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4pPr>
            <a:lvl5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5pPr>
            <a:lvl6pPr marL="4572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6pPr>
            <a:lvl7pPr marL="9144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7pPr>
            <a:lvl8pPr marL="13716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8pPr>
            <a:lvl9pPr marL="18288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9pPr>
          </a:lstStyle>
          <a:p>
            <a:pPr marL="0" indent="0" algn="l">
              <a:buNone/>
            </a:pPr>
            <a:r>
              <a:rPr lang="ja-JP" altLang="en-US" sz="3000" dirty="0">
                <a:solidFill>
                  <a:schemeClr val="tx1"/>
                </a:solidFill>
                <a:latin typeface="メイリオ" panose="020B0604030504040204" pitchFamily="50" charset="-128"/>
                <a:ea typeface="メイリオ" panose="020B0604030504040204" pitchFamily="50" charset="-128"/>
              </a:rPr>
              <a:t>スケーリングのタイプ</a:t>
            </a:r>
            <a:endParaRPr lang="en-US" altLang="ja-JP" sz="3000" dirty="0">
              <a:solidFill>
                <a:schemeClr val="tx1"/>
              </a:solidFill>
              <a:latin typeface="メイリオ" panose="020B0604030504040204" pitchFamily="50" charset="-128"/>
              <a:ea typeface="メイリオ" panose="020B0604030504040204" pitchFamily="50" charset="-128"/>
            </a:endParaRPr>
          </a:p>
        </p:txBody>
      </p:sp>
      <p:sp>
        <p:nvSpPr>
          <p:cNvPr id="5" name="コンテンツ プレースホルダー 2">
            <a:extLst>
              <a:ext uri="{FF2B5EF4-FFF2-40B4-BE49-F238E27FC236}">
                <a16:creationId xmlns:a16="http://schemas.microsoft.com/office/drawing/2014/main" id="{4223C7E6-23C7-4433-B315-D26905B0474C}"/>
              </a:ext>
            </a:extLst>
          </p:cNvPr>
          <p:cNvSpPr txBox="1">
            <a:spLocks/>
          </p:cNvSpPr>
          <p:nvPr/>
        </p:nvSpPr>
        <p:spPr>
          <a:xfrm>
            <a:off x="631222" y="799401"/>
            <a:ext cx="8858282" cy="325343"/>
          </a:xfrm>
          <a:prstGeom prst="rect">
            <a:avLst/>
          </a:prstGeom>
        </p:spPr>
        <p:txBody>
          <a:bodyPr vert="horz" lIns="74295" tIns="37148" rIns="74295" bIns="37148" rtlCol="0">
            <a:noAutofit/>
          </a:bodyPr>
          <a:lstStyle>
            <a:lvl1pPr marL="228600" indent="-228600" algn="l" defTabSz="914400" rtl="0" eaLnBrk="1" latinLnBrk="0" hangingPunct="1">
              <a:lnSpc>
                <a:spcPct val="90000"/>
              </a:lnSpc>
              <a:spcBef>
                <a:spcPts val="1000"/>
              </a:spcBef>
              <a:buFont typeface="Wingdings 2" pitchFamily="18" charset="2"/>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2" pitchFamily="18" charset="2"/>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2" pitchFamily="18" charset="2"/>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5pPr>
            <a:lvl6pPr marL="25146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6pPr>
            <a:lvl7pPr marL="29718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7pPr>
            <a:lvl8pPr marL="34290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8pPr>
            <a:lvl9pPr marL="38862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9pPr>
          </a:lstStyle>
          <a:p>
            <a:pPr marL="0" indent="0">
              <a:buNone/>
            </a:pPr>
            <a:r>
              <a:rPr lang="ja-JP" altLang="en-US" sz="2400" kern="0" dirty="0">
                <a:solidFill>
                  <a:srgbClr val="002060"/>
                </a:solidFill>
                <a:latin typeface="メイリオ" panose="020B0604030504040204" pitchFamily="50" charset="-128"/>
                <a:ea typeface="メイリオ" panose="020B0604030504040204" pitchFamily="50" charset="-128"/>
              </a:rPr>
              <a:t>スケーリングタイプは垂直スケーリングと水平スケーリングの</a:t>
            </a:r>
            <a:r>
              <a:rPr lang="en-US" altLang="ja-JP" sz="2400" kern="0" dirty="0">
                <a:solidFill>
                  <a:srgbClr val="002060"/>
                </a:solidFill>
                <a:latin typeface="メイリオ" panose="020B0604030504040204" pitchFamily="50" charset="-128"/>
                <a:ea typeface="メイリオ" panose="020B0604030504040204" pitchFamily="50" charset="-128"/>
              </a:rPr>
              <a:t>2</a:t>
            </a:r>
            <a:r>
              <a:rPr lang="ja-JP" altLang="en-US" sz="2400" kern="0" dirty="0">
                <a:solidFill>
                  <a:srgbClr val="002060"/>
                </a:solidFill>
                <a:latin typeface="メイリオ" panose="020B0604030504040204" pitchFamily="50" charset="-128"/>
                <a:ea typeface="メイリオ" panose="020B0604030504040204" pitchFamily="50" charset="-128"/>
              </a:rPr>
              <a:t>タイプがある。</a:t>
            </a:r>
            <a:endParaRPr lang="en-US" altLang="ja-JP" sz="2400" kern="0" dirty="0">
              <a:solidFill>
                <a:srgbClr val="002060"/>
              </a:solidFill>
              <a:latin typeface="メイリオ" panose="020B0604030504040204" pitchFamily="50" charset="-128"/>
              <a:ea typeface="メイリオ" panose="020B0604030504040204" pitchFamily="50" charset="-128"/>
            </a:endParaRPr>
          </a:p>
        </p:txBody>
      </p:sp>
      <p:sp>
        <p:nvSpPr>
          <p:cNvPr id="17" name="コンテンツ プレースホルダー 2">
            <a:extLst>
              <a:ext uri="{FF2B5EF4-FFF2-40B4-BE49-F238E27FC236}">
                <a16:creationId xmlns:a16="http://schemas.microsoft.com/office/drawing/2014/main" id="{84324C86-91E8-4420-AECC-CDE2864C9084}"/>
              </a:ext>
            </a:extLst>
          </p:cNvPr>
          <p:cNvSpPr txBox="1">
            <a:spLocks/>
          </p:cNvSpPr>
          <p:nvPr/>
        </p:nvSpPr>
        <p:spPr bwMode="auto">
          <a:xfrm>
            <a:off x="920552" y="3284984"/>
            <a:ext cx="3888432" cy="1008112"/>
          </a:xfrm>
          <a:prstGeom prst="rect">
            <a:avLst/>
          </a:prstGeom>
          <a:solidFill>
            <a:schemeClr val="bg1"/>
          </a:solidFill>
          <a:ln w="9525">
            <a:solidFill>
              <a:srgbClr val="F0861E"/>
            </a:solid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pPr algn="ctr"/>
            <a:r>
              <a:rPr lang="en-US" altLang="ja-JP" dirty="0">
                <a:latin typeface="メイリオ" panose="020B0604030504040204" pitchFamily="50" charset="-128"/>
                <a:ea typeface="メイリオ" panose="020B0604030504040204" pitchFamily="50" charset="-128"/>
              </a:rPr>
              <a:t>【</a:t>
            </a:r>
            <a:r>
              <a:rPr lang="ja-JP" altLang="en-US" dirty="0">
                <a:latin typeface="メイリオ" panose="020B0604030504040204" pitchFamily="50" charset="-128"/>
                <a:ea typeface="メイリオ" panose="020B0604030504040204" pitchFamily="50" charset="-128"/>
              </a:rPr>
              <a:t>拡張方法</a:t>
            </a:r>
            <a:r>
              <a:rPr lang="en-US" altLang="ja-JP" dirty="0">
                <a:latin typeface="メイリオ" panose="020B0604030504040204" pitchFamily="50" charset="-128"/>
                <a:ea typeface="メイリオ" panose="020B0604030504040204" pitchFamily="50" charset="-128"/>
              </a:rPr>
              <a:t>】</a:t>
            </a:r>
          </a:p>
          <a:p>
            <a:r>
              <a:rPr lang="ja-JP" altLang="en-US" dirty="0">
                <a:latin typeface="メイリオ" panose="020B0604030504040204" pitchFamily="50" charset="-128"/>
                <a:ea typeface="メイリオ" panose="020B0604030504040204" pitchFamily="50" charset="-128"/>
              </a:rPr>
              <a:t>スケールアップ：メモリや</a:t>
            </a:r>
            <a:r>
              <a:rPr lang="en-US" altLang="ja-JP" dirty="0">
                <a:latin typeface="メイリオ" panose="020B0604030504040204" pitchFamily="50" charset="-128"/>
                <a:ea typeface="メイリオ" panose="020B0604030504040204" pitchFamily="50" charset="-128"/>
              </a:rPr>
              <a:t>CPU</a:t>
            </a:r>
            <a:r>
              <a:rPr lang="ja-JP" altLang="en-US" dirty="0">
                <a:latin typeface="メイリオ" panose="020B0604030504040204" pitchFamily="50" charset="-128"/>
                <a:ea typeface="メイリオ" panose="020B0604030504040204" pitchFamily="50" charset="-128"/>
              </a:rPr>
              <a:t>の追加・増強</a:t>
            </a:r>
            <a:endParaRPr lang="en-US" altLang="ja-JP" dirty="0">
              <a:latin typeface="メイリオ" panose="020B0604030504040204" pitchFamily="50" charset="-128"/>
              <a:ea typeface="メイリオ" panose="020B0604030504040204" pitchFamily="50" charset="-128"/>
            </a:endParaRPr>
          </a:p>
        </p:txBody>
      </p:sp>
      <p:sp>
        <p:nvSpPr>
          <p:cNvPr id="18" name="コンテンツ プレースホルダー 2">
            <a:extLst>
              <a:ext uri="{FF2B5EF4-FFF2-40B4-BE49-F238E27FC236}">
                <a16:creationId xmlns:a16="http://schemas.microsoft.com/office/drawing/2014/main" id="{9EABB522-ABAC-4100-8A16-5BD3DEB8549C}"/>
              </a:ext>
            </a:extLst>
          </p:cNvPr>
          <p:cNvSpPr txBox="1">
            <a:spLocks/>
          </p:cNvSpPr>
          <p:nvPr/>
        </p:nvSpPr>
        <p:spPr bwMode="auto">
          <a:xfrm>
            <a:off x="920552" y="2276872"/>
            <a:ext cx="3888432" cy="859072"/>
          </a:xfrm>
          <a:prstGeom prst="rect">
            <a:avLst/>
          </a:prstGeom>
          <a:solidFill>
            <a:srgbClr val="F0861E"/>
          </a:solidFill>
          <a:ln w="9525">
            <a:no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pPr algn="ctr"/>
            <a:r>
              <a:rPr lang="ja-JP" altLang="en-US" sz="2000" b="1" kern="0" dirty="0">
                <a:solidFill>
                  <a:schemeClr val="bg1"/>
                </a:solidFill>
                <a:latin typeface="メイリオ" panose="020B0604030504040204" pitchFamily="50" charset="-128"/>
                <a:ea typeface="メイリオ" panose="020B0604030504040204" pitchFamily="50" charset="-128"/>
              </a:rPr>
              <a:t>垂直スケーリング</a:t>
            </a:r>
            <a:endParaRPr lang="en-US" altLang="ja-JP" sz="2000" b="1" kern="0" dirty="0">
              <a:solidFill>
                <a:schemeClr val="bg1"/>
              </a:solidFill>
              <a:latin typeface="メイリオ" panose="020B0604030504040204" pitchFamily="50" charset="-128"/>
              <a:ea typeface="メイリオ" panose="020B0604030504040204" pitchFamily="50" charset="-128"/>
            </a:endParaRPr>
          </a:p>
        </p:txBody>
      </p:sp>
      <p:sp>
        <p:nvSpPr>
          <p:cNvPr id="20" name="コンテンツ プレースホルダー 2">
            <a:extLst>
              <a:ext uri="{FF2B5EF4-FFF2-40B4-BE49-F238E27FC236}">
                <a16:creationId xmlns:a16="http://schemas.microsoft.com/office/drawing/2014/main" id="{BBFB94EA-8FD2-46C2-A533-167FD05A2111}"/>
              </a:ext>
            </a:extLst>
          </p:cNvPr>
          <p:cNvSpPr txBox="1">
            <a:spLocks/>
          </p:cNvSpPr>
          <p:nvPr/>
        </p:nvSpPr>
        <p:spPr bwMode="auto">
          <a:xfrm>
            <a:off x="5025008" y="2276872"/>
            <a:ext cx="3888432" cy="859072"/>
          </a:xfrm>
          <a:prstGeom prst="rect">
            <a:avLst/>
          </a:prstGeom>
          <a:solidFill>
            <a:srgbClr val="F0861E"/>
          </a:solidFill>
          <a:ln w="9525">
            <a:no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pPr algn="ctr"/>
            <a:r>
              <a:rPr lang="ja-JP" altLang="en-US" sz="2000" b="1" kern="0" dirty="0">
                <a:solidFill>
                  <a:schemeClr val="bg1"/>
                </a:solidFill>
                <a:latin typeface="メイリオ" panose="020B0604030504040204" pitchFamily="50" charset="-128"/>
                <a:ea typeface="メイリオ" panose="020B0604030504040204" pitchFamily="50" charset="-128"/>
              </a:rPr>
              <a:t>水平スケーリング</a:t>
            </a:r>
            <a:endParaRPr lang="en-US" altLang="ja-JP" sz="2000" b="1" kern="0" dirty="0">
              <a:solidFill>
                <a:schemeClr val="bg1"/>
              </a:solidFill>
              <a:latin typeface="メイリオ" panose="020B0604030504040204" pitchFamily="50" charset="-128"/>
              <a:ea typeface="メイリオ" panose="020B0604030504040204" pitchFamily="50" charset="-128"/>
            </a:endParaRPr>
          </a:p>
        </p:txBody>
      </p:sp>
      <p:sp>
        <p:nvSpPr>
          <p:cNvPr id="48" name="コンテンツ プレースホルダー 2">
            <a:extLst>
              <a:ext uri="{FF2B5EF4-FFF2-40B4-BE49-F238E27FC236}">
                <a16:creationId xmlns:a16="http://schemas.microsoft.com/office/drawing/2014/main" id="{87711C4C-E838-4055-B15C-EABA385235C1}"/>
              </a:ext>
            </a:extLst>
          </p:cNvPr>
          <p:cNvSpPr txBox="1">
            <a:spLocks/>
          </p:cNvSpPr>
          <p:nvPr/>
        </p:nvSpPr>
        <p:spPr bwMode="auto">
          <a:xfrm>
            <a:off x="920552" y="4365104"/>
            <a:ext cx="3888432" cy="1008112"/>
          </a:xfrm>
          <a:prstGeom prst="rect">
            <a:avLst/>
          </a:prstGeom>
          <a:solidFill>
            <a:schemeClr val="bg1"/>
          </a:solidFill>
          <a:ln w="9525">
            <a:solidFill>
              <a:srgbClr val="F0861E"/>
            </a:solid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pPr algn="ctr"/>
            <a:r>
              <a:rPr lang="en-US" altLang="ja-JP" dirty="0">
                <a:latin typeface="メイリオ" panose="020B0604030504040204" pitchFamily="50" charset="-128"/>
                <a:ea typeface="メイリオ" panose="020B0604030504040204" pitchFamily="50" charset="-128"/>
              </a:rPr>
              <a:t>【</a:t>
            </a:r>
            <a:r>
              <a:rPr lang="ja-JP" altLang="en-US" dirty="0">
                <a:latin typeface="メイリオ" panose="020B0604030504040204" pitchFamily="50" charset="-128"/>
                <a:ea typeface="メイリオ" panose="020B0604030504040204" pitchFamily="50" charset="-128"/>
              </a:rPr>
              <a:t>低減方法</a:t>
            </a:r>
            <a:r>
              <a:rPr lang="en-US" altLang="ja-JP" dirty="0">
                <a:latin typeface="メイリオ" panose="020B0604030504040204" pitchFamily="50" charset="-128"/>
                <a:ea typeface="メイリオ" panose="020B0604030504040204" pitchFamily="50" charset="-128"/>
              </a:rPr>
              <a:t>】</a:t>
            </a:r>
          </a:p>
          <a:p>
            <a:r>
              <a:rPr lang="ja-JP" altLang="en-US" dirty="0">
                <a:latin typeface="メイリオ" panose="020B0604030504040204" pitchFamily="50" charset="-128"/>
                <a:ea typeface="メイリオ" panose="020B0604030504040204" pitchFamily="50" charset="-128"/>
              </a:rPr>
              <a:t>スケールダウン：メモリや</a:t>
            </a:r>
            <a:r>
              <a:rPr lang="en-US" altLang="ja-JP" dirty="0">
                <a:latin typeface="メイリオ" panose="020B0604030504040204" pitchFamily="50" charset="-128"/>
                <a:ea typeface="メイリオ" panose="020B0604030504040204" pitchFamily="50" charset="-128"/>
              </a:rPr>
              <a:t>CPU</a:t>
            </a:r>
            <a:r>
              <a:rPr lang="ja-JP" altLang="en-US" dirty="0">
                <a:latin typeface="メイリオ" panose="020B0604030504040204" pitchFamily="50" charset="-128"/>
                <a:ea typeface="メイリオ" panose="020B0604030504040204" pitchFamily="50" charset="-128"/>
              </a:rPr>
              <a:t>の削減・低性能化</a:t>
            </a:r>
            <a:endParaRPr lang="en-US" altLang="ja-JP" dirty="0">
              <a:latin typeface="メイリオ" panose="020B0604030504040204" pitchFamily="50" charset="-128"/>
              <a:ea typeface="メイリオ" panose="020B0604030504040204" pitchFamily="50" charset="-128"/>
            </a:endParaRPr>
          </a:p>
        </p:txBody>
      </p:sp>
      <p:sp>
        <p:nvSpPr>
          <p:cNvPr id="49" name="コンテンツ プレースホルダー 2">
            <a:extLst>
              <a:ext uri="{FF2B5EF4-FFF2-40B4-BE49-F238E27FC236}">
                <a16:creationId xmlns:a16="http://schemas.microsoft.com/office/drawing/2014/main" id="{48BF52DE-F74C-4194-8B94-E71AD1F16F21}"/>
              </a:ext>
            </a:extLst>
          </p:cNvPr>
          <p:cNvSpPr txBox="1">
            <a:spLocks/>
          </p:cNvSpPr>
          <p:nvPr/>
        </p:nvSpPr>
        <p:spPr bwMode="auto">
          <a:xfrm>
            <a:off x="5025008" y="3284984"/>
            <a:ext cx="3888432" cy="1008112"/>
          </a:xfrm>
          <a:prstGeom prst="rect">
            <a:avLst/>
          </a:prstGeom>
          <a:solidFill>
            <a:schemeClr val="accent2">
              <a:lumMod val="20000"/>
              <a:lumOff val="80000"/>
            </a:schemeClr>
          </a:solidFill>
          <a:ln w="9525">
            <a:solidFill>
              <a:srgbClr val="F0861E"/>
            </a:solid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pPr algn="ctr"/>
            <a:r>
              <a:rPr lang="en-US" altLang="ja-JP" dirty="0">
                <a:latin typeface="メイリオ" panose="020B0604030504040204" pitchFamily="50" charset="-128"/>
                <a:ea typeface="メイリオ" panose="020B0604030504040204" pitchFamily="50" charset="-128"/>
              </a:rPr>
              <a:t>【</a:t>
            </a:r>
            <a:r>
              <a:rPr lang="ja-JP" altLang="en-US" dirty="0">
                <a:latin typeface="メイリオ" panose="020B0604030504040204" pitchFamily="50" charset="-128"/>
                <a:ea typeface="メイリオ" panose="020B0604030504040204" pitchFamily="50" charset="-128"/>
              </a:rPr>
              <a:t>拡張方法</a:t>
            </a:r>
            <a:r>
              <a:rPr lang="en-US" altLang="ja-JP" dirty="0">
                <a:latin typeface="メイリオ" panose="020B0604030504040204" pitchFamily="50" charset="-128"/>
                <a:ea typeface="メイリオ" panose="020B0604030504040204" pitchFamily="50" charset="-128"/>
              </a:rPr>
              <a:t>】</a:t>
            </a:r>
          </a:p>
          <a:p>
            <a:r>
              <a:rPr lang="ja-JP" altLang="en-US" dirty="0">
                <a:latin typeface="メイリオ" panose="020B0604030504040204" pitchFamily="50" charset="-128"/>
                <a:ea typeface="メイリオ" panose="020B0604030504040204" pitchFamily="50" charset="-128"/>
              </a:rPr>
              <a:t>スケールアウト：処理する機器／サーバー台数を増加する</a:t>
            </a:r>
            <a:endParaRPr lang="en-US" altLang="ja-JP" dirty="0">
              <a:latin typeface="メイリオ" panose="020B0604030504040204" pitchFamily="50" charset="-128"/>
              <a:ea typeface="メイリオ" panose="020B0604030504040204" pitchFamily="50" charset="-128"/>
            </a:endParaRPr>
          </a:p>
        </p:txBody>
      </p:sp>
      <p:sp>
        <p:nvSpPr>
          <p:cNvPr id="50" name="コンテンツ プレースホルダー 2">
            <a:extLst>
              <a:ext uri="{FF2B5EF4-FFF2-40B4-BE49-F238E27FC236}">
                <a16:creationId xmlns:a16="http://schemas.microsoft.com/office/drawing/2014/main" id="{4E444EA5-E289-4781-82CE-E12D0CB98005}"/>
              </a:ext>
            </a:extLst>
          </p:cNvPr>
          <p:cNvSpPr txBox="1">
            <a:spLocks/>
          </p:cNvSpPr>
          <p:nvPr/>
        </p:nvSpPr>
        <p:spPr bwMode="auto">
          <a:xfrm>
            <a:off x="5025008" y="4365104"/>
            <a:ext cx="3888432" cy="1008112"/>
          </a:xfrm>
          <a:prstGeom prst="rect">
            <a:avLst/>
          </a:prstGeom>
          <a:solidFill>
            <a:schemeClr val="bg1"/>
          </a:solidFill>
          <a:ln w="9525">
            <a:solidFill>
              <a:srgbClr val="F0861E"/>
            </a:solid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pPr algn="ctr"/>
            <a:r>
              <a:rPr lang="en-US" altLang="ja-JP" dirty="0">
                <a:latin typeface="メイリオ" panose="020B0604030504040204" pitchFamily="50" charset="-128"/>
                <a:ea typeface="メイリオ" panose="020B0604030504040204" pitchFamily="50" charset="-128"/>
              </a:rPr>
              <a:t>【</a:t>
            </a:r>
            <a:r>
              <a:rPr lang="ja-JP" altLang="en-US" dirty="0">
                <a:latin typeface="メイリオ" panose="020B0604030504040204" pitchFamily="50" charset="-128"/>
                <a:ea typeface="メイリオ" panose="020B0604030504040204" pitchFamily="50" charset="-128"/>
              </a:rPr>
              <a:t>低減方法</a:t>
            </a:r>
            <a:r>
              <a:rPr lang="en-US" altLang="ja-JP" dirty="0">
                <a:latin typeface="メイリオ" panose="020B0604030504040204" pitchFamily="50" charset="-128"/>
                <a:ea typeface="メイリオ" panose="020B0604030504040204" pitchFamily="50" charset="-128"/>
              </a:rPr>
              <a:t>】</a:t>
            </a:r>
          </a:p>
          <a:p>
            <a:r>
              <a:rPr lang="ja-JP" altLang="en-US" dirty="0">
                <a:latin typeface="メイリオ" panose="020B0604030504040204" pitchFamily="50" charset="-128"/>
                <a:ea typeface="メイリオ" panose="020B0604030504040204" pitchFamily="50" charset="-128"/>
              </a:rPr>
              <a:t>スケールイン：処理する機器／サーバー台数を低減する</a:t>
            </a:r>
            <a:endParaRPr lang="en-US" altLang="ja-JP"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622549368"/>
      </p:ext>
    </p:extLst>
  </p:cSld>
  <p:clrMapOvr>
    <a:masterClrMapping/>
  </p:clrMapOvr>
  <mc:AlternateContent xmlns:mc="http://schemas.openxmlformats.org/markup-compatibility/2006" xmlns:p14="http://schemas.microsoft.com/office/powerpoint/2010/main">
    <mc:Choice Requires="p14">
      <p:transition spd="slow" p14:dur="2000" advTm="14125"/>
    </mc:Choice>
    <mc:Fallback xmlns="">
      <p:transition spd="slow" advTm="14125"/>
    </mc:Fallback>
  </mc:AlternateContent>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タイトル 1">
            <a:extLst>
              <a:ext uri="{FF2B5EF4-FFF2-40B4-BE49-F238E27FC236}">
                <a16:creationId xmlns:a16="http://schemas.microsoft.com/office/drawing/2014/main" id="{48F80BE1-D063-4240-BFC7-C8D243720250}"/>
              </a:ext>
            </a:extLst>
          </p:cNvPr>
          <p:cNvSpPr txBox="1">
            <a:spLocks/>
          </p:cNvSpPr>
          <p:nvPr/>
        </p:nvSpPr>
        <p:spPr bwMode="auto">
          <a:xfrm>
            <a:off x="631222" y="201863"/>
            <a:ext cx="8642258" cy="50208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rtl="0" fontAlgn="base">
              <a:lnSpc>
                <a:spcPct val="90000"/>
              </a:lnSpc>
              <a:spcBef>
                <a:spcPct val="0"/>
              </a:spcBef>
              <a:spcAft>
                <a:spcPct val="0"/>
              </a:spcAft>
              <a:defRPr kumimoji="1" sz="2000">
                <a:solidFill>
                  <a:schemeClr val="tx2"/>
                </a:solidFill>
                <a:latin typeface="游明朝" panose="02020400000000000000" pitchFamily="18" charset="-128"/>
                <a:ea typeface="游明朝" panose="02020400000000000000" pitchFamily="18" charset="-128"/>
                <a:cs typeface="+mj-cs"/>
              </a:defRPr>
            </a:lvl1pPr>
            <a:lvl2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2pPr>
            <a:lvl3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3pPr>
            <a:lvl4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4pPr>
            <a:lvl5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5pPr>
            <a:lvl6pPr marL="4572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6pPr>
            <a:lvl7pPr marL="9144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7pPr>
            <a:lvl8pPr marL="13716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8pPr>
            <a:lvl9pPr marL="18288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9pPr>
          </a:lstStyle>
          <a:p>
            <a:pPr marL="0" indent="0" algn="l">
              <a:buNone/>
            </a:pPr>
            <a:r>
              <a:rPr lang="en-US" altLang="ja-JP" sz="3000" dirty="0">
                <a:solidFill>
                  <a:schemeClr val="tx1"/>
                </a:solidFill>
                <a:latin typeface="メイリオ" panose="020B0604030504040204" pitchFamily="50" charset="-128"/>
                <a:ea typeface="メイリオ" panose="020B0604030504040204" pitchFamily="50" charset="-128"/>
              </a:rPr>
              <a:t>RDS</a:t>
            </a:r>
            <a:r>
              <a:rPr lang="ja-JP" altLang="en-US" sz="3000" dirty="0">
                <a:solidFill>
                  <a:schemeClr val="tx1"/>
                </a:solidFill>
                <a:latin typeface="メイリオ" panose="020B0604030504040204" pitchFamily="50" charset="-128"/>
                <a:ea typeface="メイリオ" panose="020B0604030504040204" pitchFamily="50" charset="-128"/>
              </a:rPr>
              <a:t>のスケールアウト</a:t>
            </a:r>
            <a:endParaRPr lang="en-US" altLang="ja-JP" sz="3000" dirty="0">
              <a:solidFill>
                <a:schemeClr val="tx1"/>
              </a:solidFill>
              <a:latin typeface="メイリオ" panose="020B0604030504040204" pitchFamily="50" charset="-128"/>
              <a:ea typeface="メイリオ" panose="020B0604030504040204" pitchFamily="50" charset="-128"/>
            </a:endParaRPr>
          </a:p>
        </p:txBody>
      </p:sp>
      <p:sp>
        <p:nvSpPr>
          <p:cNvPr id="5" name="コンテンツ プレースホルダー 2">
            <a:extLst>
              <a:ext uri="{FF2B5EF4-FFF2-40B4-BE49-F238E27FC236}">
                <a16:creationId xmlns:a16="http://schemas.microsoft.com/office/drawing/2014/main" id="{4223C7E6-23C7-4433-B315-D26905B0474C}"/>
              </a:ext>
            </a:extLst>
          </p:cNvPr>
          <p:cNvSpPr txBox="1">
            <a:spLocks/>
          </p:cNvSpPr>
          <p:nvPr/>
        </p:nvSpPr>
        <p:spPr>
          <a:xfrm>
            <a:off x="631222" y="799401"/>
            <a:ext cx="8858282" cy="325343"/>
          </a:xfrm>
          <a:prstGeom prst="rect">
            <a:avLst/>
          </a:prstGeom>
        </p:spPr>
        <p:txBody>
          <a:bodyPr vert="horz" lIns="74295" tIns="37148" rIns="74295" bIns="37148" rtlCol="0">
            <a:noAutofit/>
          </a:bodyPr>
          <a:lstStyle>
            <a:lvl1pPr marL="228600" indent="-228600" algn="l" defTabSz="914400" rtl="0" eaLnBrk="1" latinLnBrk="0" hangingPunct="1">
              <a:lnSpc>
                <a:spcPct val="90000"/>
              </a:lnSpc>
              <a:spcBef>
                <a:spcPts val="1000"/>
              </a:spcBef>
              <a:buFont typeface="Wingdings 2" pitchFamily="18" charset="2"/>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2" pitchFamily="18" charset="2"/>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2" pitchFamily="18" charset="2"/>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5pPr>
            <a:lvl6pPr marL="25146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6pPr>
            <a:lvl7pPr marL="29718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7pPr>
            <a:lvl8pPr marL="34290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8pPr>
            <a:lvl9pPr marL="38862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9pPr>
          </a:lstStyle>
          <a:p>
            <a:pPr marL="0" indent="0">
              <a:buNone/>
            </a:pPr>
            <a:r>
              <a:rPr lang="ja-JP" altLang="en-US" sz="2400" kern="0" dirty="0">
                <a:solidFill>
                  <a:srgbClr val="002060"/>
                </a:solidFill>
                <a:latin typeface="メイリオ" panose="020B0604030504040204" pitchFamily="50" charset="-128"/>
                <a:ea typeface="メイリオ" panose="020B0604030504040204" pitchFamily="50" charset="-128"/>
              </a:rPr>
              <a:t>リードレプリカの増設、キャッシュによる高速化が可能。また、全く別</a:t>
            </a:r>
            <a:r>
              <a:rPr lang="en-US" altLang="ja-JP" sz="2400" kern="0" dirty="0">
                <a:solidFill>
                  <a:srgbClr val="002060"/>
                </a:solidFill>
                <a:latin typeface="メイリオ" panose="020B0604030504040204" pitchFamily="50" charset="-128"/>
                <a:ea typeface="メイリオ" panose="020B0604030504040204" pitchFamily="50" charset="-128"/>
              </a:rPr>
              <a:t>DB</a:t>
            </a:r>
            <a:r>
              <a:rPr lang="ja-JP" altLang="en-US" sz="2400" kern="0" dirty="0">
                <a:solidFill>
                  <a:srgbClr val="002060"/>
                </a:solidFill>
                <a:latin typeface="メイリオ" panose="020B0604030504040204" pitchFamily="50" charset="-128"/>
                <a:ea typeface="メイリオ" panose="020B0604030504040204" pitchFamily="50" charset="-128"/>
              </a:rPr>
              <a:t>へと変更する</a:t>
            </a:r>
            <a:r>
              <a:rPr lang="en-US" altLang="ja-JP" sz="2400" kern="0" dirty="0">
                <a:solidFill>
                  <a:srgbClr val="002060"/>
                </a:solidFill>
                <a:latin typeface="メイリオ" panose="020B0604030504040204" pitchFamily="50" charset="-128"/>
                <a:ea typeface="メイリオ" panose="020B0604030504040204" pitchFamily="50" charset="-128"/>
              </a:rPr>
              <a:t>Aurora</a:t>
            </a:r>
            <a:r>
              <a:rPr lang="ja-JP" altLang="en-US" sz="2400" kern="0" dirty="0">
                <a:solidFill>
                  <a:srgbClr val="002060"/>
                </a:solidFill>
                <a:latin typeface="メイリオ" panose="020B0604030504040204" pitchFamily="50" charset="-128"/>
                <a:ea typeface="メイリオ" panose="020B0604030504040204" pitchFamily="50" charset="-128"/>
              </a:rPr>
              <a:t>への移行も実施可能</a:t>
            </a:r>
            <a:endParaRPr lang="en-US" altLang="ja-JP" sz="2400" kern="0" dirty="0">
              <a:solidFill>
                <a:srgbClr val="002060"/>
              </a:solidFill>
              <a:latin typeface="メイリオ" panose="020B0604030504040204" pitchFamily="50" charset="-128"/>
              <a:ea typeface="メイリオ" panose="020B0604030504040204" pitchFamily="50" charset="-128"/>
            </a:endParaRPr>
          </a:p>
        </p:txBody>
      </p:sp>
      <p:sp>
        <p:nvSpPr>
          <p:cNvPr id="13" name="コンテンツ プレースホルダー 2">
            <a:extLst>
              <a:ext uri="{FF2B5EF4-FFF2-40B4-BE49-F238E27FC236}">
                <a16:creationId xmlns:a16="http://schemas.microsoft.com/office/drawing/2014/main" id="{601F4A91-868C-4152-807E-D9DA073F1D0F}"/>
              </a:ext>
            </a:extLst>
          </p:cNvPr>
          <p:cNvSpPr txBox="1">
            <a:spLocks/>
          </p:cNvSpPr>
          <p:nvPr/>
        </p:nvSpPr>
        <p:spPr bwMode="auto">
          <a:xfrm>
            <a:off x="3872871" y="2420888"/>
            <a:ext cx="5040560" cy="1008112"/>
          </a:xfrm>
          <a:prstGeom prst="rect">
            <a:avLst/>
          </a:prstGeom>
          <a:solidFill>
            <a:schemeClr val="bg1"/>
          </a:solidFill>
          <a:ln w="9525">
            <a:solidFill>
              <a:srgbClr val="0070C0"/>
            </a:solid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r>
              <a:rPr lang="ja-JP" altLang="en-US" kern="0" dirty="0">
                <a:solidFill>
                  <a:schemeClr val="bg2"/>
                </a:solidFill>
                <a:latin typeface="メイリオ" panose="020B0604030504040204" pitchFamily="50" charset="-128"/>
                <a:ea typeface="メイリオ" panose="020B0604030504040204" pitchFamily="50" charset="-128"/>
              </a:rPr>
              <a:t>読込処理のアクセス集中を分散化するため、読み込み専用インスタンスとなるリードレプリカを増設して、負荷分散する。</a:t>
            </a:r>
            <a:endParaRPr lang="en-US" altLang="ja-JP" kern="0" dirty="0">
              <a:solidFill>
                <a:schemeClr val="bg2"/>
              </a:solidFill>
              <a:latin typeface="メイリオ" panose="020B0604030504040204" pitchFamily="50" charset="-128"/>
              <a:ea typeface="メイリオ" panose="020B0604030504040204" pitchFamily="50" charset="-128"/>
            </a:endParaRPr>
          </a:p>
        </p:txBody>
      </p:sp>
      <p:sp>
        <p:nvSpPr>
          <p:cNvPr id="14" name="コンテンツ プレースホルダー 2">
            <a:extLst>
              <a:ext uri="{FF2B5EF4-FFF2-40B4-BE49-F238E27FC236}">
                <a16:creationId xmlns:a16="http://schemas.microsoft.com/office/drawing/2014/main" id="{464C48CD-9934-4576-B7DD-306672AFF506}"/>
              </a:ext>
            </a:extLst>
          </p:cNvPr>
          <p:cNvSpPr txBox="1">
            <a:spLocks/>
          </p:cNvSpPr>
          <p:nvPr/>
        </p:nvSpPr>
        <p:spPr bwMode="auto">
          <a:xfrm>
            <a:off x="1136567" y="2420888"/>
            <a:ext cx="2664296" cy="1008112"/>
          </a:xfrm>
          <a:prstGeom prst="rect">
            <a:avLst/>
          </a:prstGeom>
          <a:solidFill>
            <a:schemeClr val="bg2">
              <a:lumMod val="50000"/>
              <a:lumOff val="50000"/>
            </a:schemeClr>
          </a:solidFill>
          <a:ln w="9525">
            <a:no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pPr algn="ctr"/>
            <a:r>
              <a:rPr lang="ja-JP" altLang="en-US" b="1" kern="0" dirty="0">
                <a:solidFill>
                  <a:schemeClr val="bg1"/>
                </a:solidFill>
                <a:latin typeface="メイリオ" panose="020B0604030504040204" pitchFamily="50" charset="-128"/>
                <a:ea typeface="メイリオ" panose="020B0604030504040204" pitchFamily="50" charset="-128"/>
              </a:rPr>
              <a:t>リードレプリカの増設</a:t>
            </a:r>
            <a:endParaRPr lang="en-US" altLang="ja-JP" b="1" kern="0" dirty="0">
              <a:solidFill>
                <a:schemeClr val="bg1"/>
              </a:solidFill>
              <a:latin typeface="メイリオ" panose="020B0604030504040204" pitchFamily="50" charset="-128"/>
              <a:ea typeface="メイリオ" panose="020B0604030504040204" pitchFamily="50" charset="-128"/>
            </a:endParaRPr>
          </a:p>
        </p:txBody>
      </p:sp>
      <p:sp>
        <p:nvSpPr>
          <p:cNvPr id="15" name="コンテンツ プレースホルダー 2">
            <a:extLst>
              <a:ext uri="{FF2B5EF4-FFF2-40B4-BE49-F238E27FC236}">
                <a16:creationId xmlns:a16="http://schemas.microsoft.com/office/drawing/2014/main" id="{C5DFF731-2613-47AB-BB6C-4275D39BEED4}"/>
              </a:ext>
            </a:extLst>
          </p:cNvPr>
          <p:cNvSpPr txBox="1">
            <a:spLocks/>
          </p:cNvSpPr>
          <p:nvPr/>
        </p:nvSpPr>
        <p:spPr bwMode="auto">
          <a:xfrm>
            <a:off x="3872871" y="3501008"/>
            <a:ext cx="5040560" cy="1008112"/>
          </a:xfrm>
          <a:prstGeom prst="rect">
            <a:avLst/>
          </a:prstGeom>
          <a:solidFill>
            <a:schemeClr val="bg1"/>
          </a:solidFill>
          <a:ln w="9525">
            <a:solidFill>
              <a:srgbClr val="0070C0"/>
            </a:solid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r>
              <a:rPr lang="en-US" altLang="ja-JP" kern="0" dirty="0" err="1">
                <a:solidFill>
                  <a:schemeClr val="bg2"/>
                </a:solidFill>
                <a:latin typeface="メイリオ" panose="020B0604030504040204" pitchFamily="50" charset="-128"/>
                <a:ea typeface="メイリオ" panose="020B0604030504040204" pitchFamily="50" charset="-128"/>
              </a:rPr>
              <a:t>ElastiCache</a:t>
            </a:r>
            <a:r>
              <a:rPr lang="ja-JP" altLang="en-US" kern="0" dirty="0">
                <a:solidFill>
                  <a:schemeClr val="bg2"/>
                </a:solidFill>
                <a:latin typeface="メイリオ" panose="020B0604030504040204" pitchFamily="50" charset="-128"/>
                <a:ea typeface="メイリオ" panose="020B0604030504040204" pitchFamily="50" charset="-128"/>
              </a:rPr>
              <a:t>を連携または、</a:t>
            </a:r>
            <a:r>
              <a:rPr lang="en-US" altLang="ja-JP" kern="0" dirty="0">
                <a:solidFill>
                  <a:schemeClr val="bg2"/>
                </a:solidFill>
                <a:latin typeface="メイリオ" panose="020B0604030504040204" pitchFamily="50" charset="-128"/>
                <a:ea typeface="メイリオ" panose="020B0604030504040204" pitchFamily="50" charset="-128"/>
              </a:rPr>
              <a:t>MYSQL Memcached</a:t>
            </a:r>
            <a:r>
              <a:rPr lang="ja-JP" altLang="en-US" kern="0" dirty="0">
                <a:solidFill>
                  <a:schemeClr val="bg2"/>
                </a:solidFill>
                <a:latin typeface="メイリオ" panose="020B0604030504040204" pitchFamily="50" charset="-128"/>
                <a:ea typeface="メイリオ" panose="020B0604030504040204" pitchFamily="50" charset="-128"/>
              </a:rPr>
              <a:t>機能を利用してキャッシュを増設し、読込処理の高速化を実施する。</a:t>
            </a:r>
            <a:endParaRPr lang="en-US" altLang="ja-JP" kern="0" dirty="0">
              <a:solidFill>
                <a:schemeClr val="bg2"/>
              </a:solidFill>
              <a:latin typeface="メイリオ" panose="020B0604030504040204" pitchFamily="50" charset="-128"/>
              <a:ea typeface="メイリオ" panose="020B0604030504040204" pitchFamily="50" charset="-128"/>
            </a:endParaRPr>
          </a:p>
        </p:txBody>
      </p:sp>
      <p:sp>
        <p:nvSpPr>
          <p:cNvPr id="16" name="コンテンツ プレースホルダー 2">
            <a:extLst>
              <a:ext uri="{FF2B5EF4-FFF2-40B4-BE49-F238E27FC236}">
                <a16:creationId xmlns:a16="http://schemas.microsoft.com/office/drawing/2014/main" id="{A2E33D4F-A176-42FA-8F1D-BDB98B78D6ED}"/>
              </a:ext>
            </a:extLst>
          </p:cNvPr>
          <p:cNvSpPr txBox="1">
            <a:spLocks/>
          </p:cNvSpPr>
          <p:nvPr/>
        </p:nvSpPr>
        <p:spPr bwMode="auto">
          <a:xfrm>
            <a:off x="1136567" y="3501008"/>
            <a:ext cx="2664296" cy="1008112"/>
          </a:xfrm>
          <a:prstGeom prst="rect">
            <a:avLst/>
          </a:prstGeom>
          <a:solidFill>
            <a:schemeClr val="bg2">
              <a:lumMod val="50000"/>
              <a:lumOff val="50000"/>
            </a:schemeClr>
          </a:solidFill>
          <a:ln w="9525">
            <a:no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pPr algn="ctr"/>
            <a:r>
              <a:rPr lang="ja-JP" altLang="en-US" b="1" kern="0" dirty="0">
                <a:solidFill>
                  <a:schemeClr val="bg1"/>
                </a:solidFill>
                <a:latin typeface="メイリオ" panose="020B0604030504040204" pitchFamily="50" charset="-128"/>
                <a:ea typeface="メイリオ" panose="020B0604030504040204" pitchFamily="50" charset="-128"/>
              </a:rPr>
              <a:t>キャッシュの利用</a:t>
            </a:r>
            <a:endParaRPr lang="en-US" altLang="ja-JP" b="1" kern="0" dirty="0">
              <a:solidFill>
                <a:schemeClr val="bg1"/>
              </a:solidFill>
              <a:latin typeface="メイリオ" panose="020B0604030504040204" pitchFamily="50" charset="-128"/>
              <a:ea typeface="メイリオ" panose="020B0604030504040204" pitchFamily="50" charset="-128"/>
            </a:endParaRPr>
          </a:p>
        </p:txBody>
      </p:sp>
      <p:sp>
        <p:nvSpPr>
          <p:cNvPr id="21" name="コンテンツ プレースホルダー 2">
            <a:extLst>
              <a:ext uri="{FF2B5EF4-FFF2-40B4-BE49-F238E27FC236}">
                <a16:creationId xmlns:a16="http://schemas.microsoft.com/office/drawing/2014/main" id="{16B6ABDD-06C5-45F1-8FD8-BF511993E5A6}"/>
              </a:ext>
            </a:extLst>
          </p:cNvPr>
          <p:cNvSpPr txBox="1">
            <a:spLocks/>
          </p:cNvSpPr>
          <p:nvPr/>
        </p:nvSpPr>
        <p:spPr bwMode="auto">
          <a:xfrm>
            <a:off x="3872871" y="4581128"/>
            <a:ext cx="5040560" cy="1008112"/>
          </a:xfrm>
          <a:prstGeom prst="rect">
            <a:avLst/>
          </a:prstGeom>
          <a:solidFill>
            <a:schemeClr val="bg1"/>
          </a:solidFill>
          <a:ln w="9525">
            <a:solidFill>
              <a:srgbClr val="0070C0"/>
            </a:solid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r>
              <a:rPr lang="ja-JP" altLang="en-US" kern="0" dirty="0">
                <a:solidFill>
                  <a:schemeClr val="bg2"/>
                </a:solidFill>
                <a:latin typeface="メイリオ" panose="020B0604030504040204" pitchFamily="50" charset="-128"/>
                <a:ea typeface="メイリオ" panose="020B0604030504040204" pitchFamily="50" charset="-128"/>
              </a:rPr>
              <a:t>正確にはスケールアウトとは異なるが、</a:t>
            </a:r>
            <a:r>
              <a:rPr lang="en-US" altLang="ja-JP" kern="0" dirty="0">
                <a:solidFill>
                  <a:schemeClr val="bg2"/>
                </a:solidFill>
                <a:latin typeface="メイリオ" panose="020B0604030504040204" pitchFamily="50" charset="-128"/>
                <a:ea typeface="メイリオ" panose="020B0604030504040204" pitchFamily="50" charset="-128"/>
              </a:rPr>
              <a:t>RDS</a:t>
            </a:r>
            <a:r>
              <a:rPr lang="ja-JP" altLang="en-US" kern="0" dirty="0">
                <a:solidFill>
                  <a:schemeClr val="bg2"/>
                </a:solidFill>
                <a:latin typeface="メイリオ" panose="020B0604030504040204" pitchFamily="50" charset="-128"/>
                <a:ea typeface="メイリオ" panose="020B0604030504040204" pitchFamily="50" charset="-128"/>
              </a:rPr>
              <a:t> </a:t>
            </a:r>
            <a:r>
              <a:rPr lang="en-US" altLang="ja-JP" kern="0" dirty="0">
                <a:solidFill>
                  <a:schemeClr val="bg2"/>
                </a:solidFill>
                <a:latin typeface="メイリオ" panose="020B0604030504040204" pitchFamily="50" charset="-128"/>
                <a:ea typeface="メイリオ" panose="020B0604030504040204" pitchFamily="50" charset="-128"/>
              </a:rPr>
              <a:t>MySQL</a:t>
            </a:r>
            <a:r>
              <a:rPr lang="ja-JP" altLang="en-US" kern="0" dirty="0">
                <a:solidFill>
                  <a:schemeClr val="bg2"/>
                </a:solidFill>
                <a:latin typeface="メイリオ" panose="020B0604030504040204" pitchFamily="50" charset="-128"/>
                <a:ea typeface="メイリオ" panose="020B0604030504040204" pitchFamily="50" charset="-128"/>
              </a:rPr>
              <a:t>を高性能な</a:t>
            </a:r>
            <a:r>
              <a:rPr lang="en-US" altLang="ja-JP" kern="0" dirty="0">
                <a:solidFill>
                  <a:schemeClr val="bg2"/>
                </a:solidFill>
                <a:latin typeface="メイリオ" panose="020B0604030504040204" pitchFamily="50" charset="-128"/>
                <a:ea typeface="メイリオ" panose="020B0604030504040204" pitchFamily="50" charset="-128"/>
              </a:rPr>
              <a:t>Aurora MySQL</a:t>
            </a:r>
            <a:r>
              <a:rPr lang="ja-JP" altLang="en-US" kern="0" dirty="0">
                <a:solidFill>
                  <a:schemeClr val="bg2"/>
                </a:solidFill>
                <a:latin typeface="メイリオ" panose="020B0604030504040204" pitchFamily="50" charset="-128"/>
                <a:ea typeface="メイリオ" panose="020B0604030504040204" pitchFamily="50" charset="-128"/>
              </a:rPr>
              <a:t>へと移行することで、性能をアップさせること</a:t>
            </a:r>
            <a:r>
              <a:rPr lang="ja-JP" altLang="en-US" kern="0">
                <a:solidFill>
                  <a:schemeClr val="bg2"/>
                </a:solidFill>
                <a:latin typeface="メイリオ" panose="020B0604030504040204" pitchFamily="50" charset="-128"/>
                <a:ea typeface="メイリオ" panose="020B0604030504040204" pitchFamily="50" charset="-128"/>
              </a:rPr>
              <a:t>が可能となる。</a:t>
            </a:r>
            <a:endParaRPr lang="en-US" altLang="ja-JP" kern="0" dirty="0">
              <a:solidFill>
                <a:schemeClr val="bg2"/>
              </a:solidFill>
              <a:latin typeface="メイリオ" panose="020B0604030504040204" pitchFamily="50" charset="-128"/>
              <a:ea typeface="メイリオ" panose="020B0604030504040204" pitchFamily="50" charset="-128"/>
            </a:endParaRPr>
          </a:p>
        </p:txBody>
      </p:sp>
      <p:sp>
        <p:nvSpPr>
          <p:cNvPr id="22" name="コンテンツ プレースホルダー 2">
            <a:extLst>
              <a:ext uri="{FF2B5EF4-FFF2-40B4-BE49-F238E27FC236}">
                <a16:creationId xmlns:a16="http://schemas.microsoft.com/office/drawing/2014/main" id="{5B564D16-BA76-4CE2-8951-4CFCB95D0CFA}"/>
              </a:ext>
            </a:extLst>
          </p:cNvPr>
          <p:cNvSpPr txBox="1">
            <a:spLocks/>
          </p:cNvSpPr>
          <p:nvPr/>
        </p:nvSpPr>
        <p:spPr bwMode="auto">
          <a:xfrm>
            <a:off x="1136567" y="4581128"/>
            <a:ext cx="2664296" cy="1008112"/>
          </a:xfrm>
          <a:prstGeom prst="rect">
            <a:avLst/>
          </a:prstGeom>
          <a:solidFill>
            <a:schemeClr val="bg2">
              <a:lumMod val="50000"/>
              <a:lumOff val="50000"/>
            </a:schemeClr>
          </a:solidFill>
          <a:ln w="9525">
            <a:no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pPr algn="ctr"/>
            <a:r>
              <a:rPr lang="en-US" altLang="ja-JP" b="1" kern="0" dirty="0">
                <a:solidFill>
                  <a:schemeClr val="bg1"/>
                </a:solidFill>
                <a:latin typeface="メイリオ" panose="020B0604030504040204" pitchFamily="50" charset="-128"/>
                <a:ea typeface="メイリオ" panose="020B0604030504040204" pitchFamily="50" charset="-128"/>
              </a:rPr>
              <a:t>Aurora</a:t>
            </a:r>
            <a:r>
              <a:rPr lang="ja-JP" altLang="en-US" b="1" kern="0" dirty="0">
                <a:solidFill>
                  <a:schemeClr val="bg1"/>
                </a:solidFill>
                <a:latin typeface="メイリオ" panose="020B0604030504040204" pitchFamily="50" charset="-128"/>
                <a:ea typeface="メイリオ" panose="020B0604030504040204" pitchFamily="50" charset="-128"/>
              </a:rPr>
              <a:t>への移行</a:t>
            </a:r>
            <a:endParaRPr lang="en-US" altLang="ja-JP" b="1" kern="0" dirty="0">
              <a:solidFill>
                <a:schemeClr val="bg1"/>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99005844"/>
      </p:ext>
    </p:extLst>
  </p:cSld>
  <p:clrMapOvr>
    <a:masterClrMapping/>
  </p:clrMapOvr>
  <mc:AlternateContent xmlns:mc="http://schemas.openxmlformats.org/markup-compatibility/2006" xmlns:p14="http://schemas.microsoft.com/office/powerpoint/2010/main">
    <mc:Choice Requires="p14">
      <p:transition spd="slow" p14:dur="2000" advTm="87329"/>
    </mc:Choice>
    <mc:Fallback xmlns="">
      <p:transition spd="slow" advTm="87329"/>
    </mc:Fallback>
  </mc:AlternateContent>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四角形: 角を丸くする 6">
            <a:extLst>
              <a:ext uri="{FF2B5EF4-FFF2-40B4-BE49-F238E27FC236}">
                <a16:creationId xmlns:a16="http://schemas.microsoft.com/office/drawing/2014/main" id="{1D7AA15F-3868-4CA9-8D7C-DD78B6B4C974}"/>
              </a:ext>
            </a:extLst>
          </p:cNvPr>
          <p:cNvSpPr/>
          <p:nvPr/>
        </p:nvSpPr>
        <p:spPr bwMode="auto">
          <a:xfrm>
            <a:off x="1567333" y="1916832"/>
            <a:ext cx="3151320" cy="4104456"/>
          </a:xfrm>
          <a:prstGeom prst="roundRect">
            <a:avLst/>
          </a:prstGeom>
          <a:solidFill>
            <a:srgbClr val="FFC000"/>
          </a:solidFill>
          <a:ln w="12700" cap="flat" cmpd="sng" algn="ctr">
            <a:no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ja-JP" sz="2000" b="1" i="0" u="none" strike="noStrike" cap="none" normalizeH="0" baseline="0" dirty="0">
                <a:ln>
                  <a:noFill/>
                </a:ln>
                <a:solidFill>
                  <a:schemeClr val="bg1"/>
                </a:solidFill>
                <a:effectLst/>
                <a:latin typeface="メイリオ" panose="020B0604030504040204" pitchFamily="50" charset="-128"/>
                <a:ea typeface="メイリオ" panose="020B0604030504040204" pitchFamily="50" charset="-128"/>
              </a:rPr>
              <a:t>AZ</a:t>
            </a:r>
            <a:endParaRPr kumimoji="1" lang="ja-JP" altLang="en-US" sz="2000" b="1" i="0" u="none" strike="noStrike" cap="none" normalizeH="0" baseline="0" dirty="0">
              <a:ln>
                <a:noFill/>
              </a:ln>
              <a:solidFill>
                <a:schemeClr val="bg1"/>
              </a:solidFill>
              <a:effectLst/>
              <a:latin typeface="メイリオ" panose="020B0604030504040204" pitchFamily="50" charset="-128"/>
              <a:ea typeface="メイリオ" panose="020B0604030504040204" pitchFamily="50" charset="-128"/>
            </a:endParaRPr>
          </a:p>
        </p:txBody>
      </p:sp>
      <p:sp>
        <p:nvSpPr>
          <p:cNvPr id="123" name="タイトル 1">
            <a:extLst>
              <a:ext uri="{FF2B5EF4-FFF2-40B4-BE49-F238E27FC236}">
                <a16:creationId xmlns:a16="http://schemas.microsoft.com/office/drawing/2014/main" id="{3B2F40DD-E21D-4126-B485-6DEF490624A0}"/>
              </a:ext>
            </a:extLst>
          </p:cNvPr>
          <p:cNvSpPr txBox="1">
            <a:spLocks/>
          </p:cNvSpPr>
          <p:nvPr/>
        </p:nvSpPr>
        <p:spPr bwMode="auto">
          <a:xfrm>
            <a:off x="631222" y="228600"/>
            <a:ext cx="8642258" cy="50208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rtl="0" fontAlgn="base">
              <a:lnSpc>
                <a:spcPct val="90000"/>
              </a:lnSpc>
              <a:spcBef>
                <a:spcPct val="0"/>
              </a:spcBef>
              <a:spcAft>
                <a:spcPct val="0"/>
              </a:spcAft>
              <a:defRPr kumimoji="1" sz="2000">
                <a:solidFill>
                  <a:schemeClr val="tx2"/>
                </a:solidFill>
                <a:latin typeface="游明朝" panose="02020400000000000000" pitchFamily="18" charset="-128"/>
                <a:ea typeface="游明朝" panose="02020400000000000000" pitchFamily="18" charset="-128"/>
                <a:cs typeface="+mj-cs"/>
              </a:defRPr>
            </a:lvl1pPr>
            <a:lvl2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2pPr>
            <a:lvl3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3pPr>
            <a:lvl4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4pPr>
            <a:lvl5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5pPr>
            <a:lvl6pPr marL="4572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6pPr>
            <a:lvl7pPr marL="9144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7pPr>
            <a:lvl8pPr marL="13716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8pPr>
            <a:lvl9pPr marL="18288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9pPr>
          </a:lstStyle>
          <a:p>
            <a:pPr algn="l"/>
            <a:r>
              <a:rPr lang="ja-JP" altLang="en-US" sz="3000" dirty="0">
                <a:solidFill>
                  <a:schemeClr val="tx1"/>
                </a:solidFill>
                <a:latin typeface="メイリオ" panose="020B0604030504040204" pitchFamily="50" charset="-128"/>
                <a:ea typeface="メイリオ" panose="020B0604030504040204" pitchFamily="50" charset="-128"/>
              </a:rPr>
              <a:t>リードレプリカ</a:t>
            </a:r>
          </a:p>
        </p:txBody>
      </p:sp>
      <p:sp>
        <p:nvSpPr>
          <p:cNvPr id="124" name="コンテンツ プレースホルダー 2">
            <a:extLst>
              <a:ext uri="{FF2B5EF4-FFF2-40B4-BE49-F238E27FC236}">
                <a16:creationId xmlns:a16="http://schemas.microsoft.com/office/drawing/2014/main" id="{83709AB2-F603-441F-9429-A765FC262FD0}"/>
              </a:ext>
            </a:extLst>
          </p:cNvPr>
          <p:cNvSpPr txBox="1">
            <a:spLocks/>
          </p:cNvSpPr>
          <p:nvPr/>
        </p:nvSpPr>
        <p:spPr>
          <a:xfrm>
            <a:off x="631222" y="692696"/>
            <a:ext cx="9002298" cy="325343"/>
          </a:xfrm>
          <a:prstGeom prst="rect">
            <a:avLst/>
          </a:prstGeom>
        </p:spPr>
        <p:txBody>
          <a:bodyPr vert="horz" lIns="74295" tIns="37148" rIns="74295" bIns="37148" rtlCol="0">
            <a:noAutofit/>
          </a:bodyPr>
          <a:lstStyle>
            <a:lvl1pPr marL="228600" indent="-228600" algn="l" defTabSz="914400" rtl="0" eaLnBrk="1" latinLnBrk="0" hangingPunct="1">
              <a:lnSpc>
                <a:spcPct val="90000"/>
              </a:lnSpc>
              <a:spcBef>
                <a:spcPts val="1000"/>
              </a:spcBef>
              <a:buFont typeface="Wingdings 2" pitchFamily="18" charset="2"/>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2" pitchFamily="18" charset="2"/>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2" pitchFamily="18" charset="2"/>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5pPr>
            <a:lvl6pPr marL="25146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6pPr>
            <a:lvl7pPr marL="29718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7pPr>
            <a:lvl8pPr marL="34290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8pPr>
            <a:lvl9pPr marL="38862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9pPr>
          </a:lstStyle>
          <a:p>
            <a:pPr marL="0" indent="0">
              <a:buNone/>
            </a:pPr>
            <a:r>
              <a:rPr lang="ja-JP" altLang="en-US" sz="2400" dirty="0">
                <a:solidFill>
                  <a:srgbClr val="002060"/>
                </a:solidFill>
                <a:latin typeface="メイリオ" panose="020B0604030504040204" pitchFamily="50" charset="-128"/>
                <a:ea typeface="メイリオ" panose="020B0604030504040204" pitchFamily="50" charset="-128"/>
              </a:rPr>
              <a:t>読み取り専用のレプリカを</a:t>
            </a:r>
            <a:r>
              <a:rPr lang="ja-JP" altLang="en-US" sz="2400" dirty="0">
                <a:solidFill>
                  <a:srgbClr val="FF0000"/>
                </a:solidFill>
                <a:latin typeface="メイリオ" panose="020B0604030504040204" pitchFamily="50" charset="-128"/>
                <a:ea typeface="メイリオ" panose="020B0604030504040204" pitchFamily="50" charset="-128"/>
              </a:rPr>
              <a:t>最大</a:t>
            </a:r>
            <a:r>
              <a:rPr lang="en-US" altLang="ja-JP" sz="2400" dirty="0">
                <a:solidFill>
                  <a:srgbClr val="FF0000"/>
                </a:solidFill>
                <a:latin typeface="メイリオ" panose="020B0604030504040204" pitchFamily="50" charset="-128"/>
                <a:ea typeface="メイリオ" panose="020B0604030504040204" pitchFamily="50" charset="-128"/>
              </a:rPr>
              <a:t>15</a:t>
            </a:r>
            <a:r>
              <a:rPr lang="ja-JP" altLang="en-US" sz="2400" dirty="0">
                <a:solidFill>
                  <a:srgbClr val="FF0000"/>
                </a:solidFill>
                <a:latin typeface="メイリオ" panose="020B0604030504040204" pitchFamily="50" charset="-128"/>
                <a:ea typeface="メイリオ" panose="020B0604030504040204" pitchFamily="50" charset="-128"/>
              </a:rPr>
              <a:t>台</a:t>
            </a:r>
            <a:r>
              <a:rPr lang="ja-JP" altLang="en-US" sz="2400" dirty="0">
                <a:solidFill>
                  <a:srgbClr val="002060"/>
                </a:solidFill>
                <a:latin typeface="メイリオ" panose="020B0604030504040204" pitchFamily="50" charset="-128"/>
                <a:ea typeface="メイリオ" panose="020B0604030504040204" pitchFamily="50" charset="-128"/>
              </a:rPr>
              <a:t>設置し、</a:t>
            </a:r>
            <a:r>
              <a:rPr lang="en-US" altLang="ja-JP" sz="2400" dirty="0">
                <a:solidFill>
                  <a:srgbClr val="002060"/>
                </a:solidFill>
                <a:latin typeface="メイリオ" panose="020B0604030504040204" pitchFamily="50" charset="-128"/>
                <a:ea typeface="メイリオ" panose="020B0604030504040204" pitchFamily="50" charset="-128"/>
              </a:rPr>
              <a:t>DB</a:t>
            </a:r>
            <a:r>
              <a:rPr lang="ja-JP" altLang="en-US" sz="2400" dirty="0">
                <a:solidFill>
                  <a:srgbClr val="002060"/>
                </a:solidFill>
                <a:latin typeface="メイリオ" panose="020B0604030504040204" pitchFamily="50" charset="-128"/>
                <a:ea typeface="メイリオ" panose="020B0604030504040204" pitchFamily="50" charset="-128"/>
              </a:rPr>
              <a:t>の読み取り処理をスケールアウトできる。</a:t>
            </a:r>
            <a:endParaRPr lang="en-US" altLang="ja-JP" sz="2400" dirty="0">
              <a:solidFill>
                <a:srgbClr val="002060"/>
              </a:solidFill>
              <a:latin typeface="メイリオ" panose="020B0604030504040204" pitchFamily="50" charset="-128"/>
              <a:ea typeface="メイリオ" panose="020B0604030504040204" pitchFamily="50" charset="-128"/>
            </a:endParaRPr>
          </a:p>
        </p:txBody>
      </p:sp>
      <p:sp>
        <p:nvSpPr>
          <p:cNvPr id="6" name="フローチャート: 磁気ディスク 5">
            <a:extLst>
              <a:ext uri="{FF2B5EF4-FFF2-40B4-BE49-F238E27FC236}">
                <a16:creationId xmlns:a16="http://schemas.microsoft.com/office/drawing/2014/main" id="{60F0C80B-D93F-49E5-B362-6D161BCEA928}"/>
              </a:ext>
            </a:extLst>
          </p:cNvPr>
          <p:cNvSpPr/>
          <p:nvPr/>
        </p:nvSpPr>
        <p:spPr bwMode="auto">
          <a:xfrm>
            <a:off x="2467433" y="2825617"/>
            <a:ext cx="1296144" cy="1206766"/>
          </a:xfrm>
          <a:prstGeom prst="flowChartMagneticDisk">
            <a:avLst/>
          </a:prstGeom>
          <a:solidFill>
            <a:srgbClr val="0070C0"/>
          </a:solidFill>
          <a:ln w="12700" cap="flat" cmpd="sng" algn="ctr">
            <a:solidFill>
              <a:schemeClr val="bg1"/>
            </a:solidFill>
            <a:prstDash val="solid"/>
            <a:round/>
            <a:headEnd type="none" w="med" len="med"/>
            <a:tailEnd type="none" w="med" len="med"/>
          </a:ln>
          <a:effectLst/>
        </p:spPr>
        <p:txBody>
          <a:bodyPr vert="horz" wrap="none" lIns="36000" tIns="36000" rIns="36000" bIns="3600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ja-JP" sz="1800" b="0" i="0" u="none" strike="noStrike" cap="none" normalizeH="0" baseline="0" dirty="0">
                <a:ln>
                  <a:noFill/>
                </a:ln>
                <a:solidFill>
                  <a:schemeClr val="bg1"/>
                </a:solidFill>
                <a:effectLst/>
                <a:latin typeface="メイリオ" panose="020B0604030504040204" pitchFamily="50" charset="-128"/>
                <a:ea typeface="メイリオ" panose="020B0604030504040204" pitchFamily="50" charset="-128"/>
              </a:rPr>
              <a:t>RDS</a:t>
            </a:r>
          </a:p>
          <a:p>
            <a:pPr marL="0" marR="0" indent="0" algn="ctr" defTabSz="914400" rtl="0" eaLnBrk="1" fontAlgn="base" latinLnBrk="0" hangingPunct="1">
              <a:lnSpc>
                <a:spcPct val="100000"/>
              </a:lnSpc>
              <a:spcBef>
                <a:spcPct val="0"/>
              </a:spcBef>
              <a:spcAft>
                <a:spcPct val="0"/>
              </a:spcAft>
              <a:buClrTx/>
              <a:buSzTx/>
              <a:buFontTx/>
              <a:buNone/>
              <a:tabLst/>
            </a:pPr>
            <a:r>
              <a:rPr lang="ja-JP" altLang="en-US" sz="1800" dirty="0">
                <a:solidFill>
                  <a:schemeClr val="bg1"/>
                </a:solidFill>
                <a:latin typeface="メイリオ" panose="020B0604030504040204" pitchFamily="50" charset="-128"/>
                <a:ea typeface="メイリオ" panose="020B0604030504040204" pitchFamily="50" charset="-128"/>
              </a:rPr>
              <a:t>マスター</a:t>
            </a:r>
            <a:endParaRPr kumimoji="1" lang="en-US" altLang="ja-JP" sz="1800" b="0" i="0" u="none" strike="noStrike" cap="none" normalizeH="0" baseline="0" dirty="0">
              <a:ln>
                <a:noFill/>
              </a:ln>
              <a:solidFill>
                <a:schemeClr val="bg1"/>
              </a:solidFill>
              <a:effectLst/>
              <a:latin typeface="メイリオ" panose="020B0604030504040204" pitchFamily="50" charset="-128"/>
              <a:ea typeface="メイリオ" panose="020B0604030504040204" pitchFamily="50" charset="-128"/>
            </a:endParaRPr>
          </a:p>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1800" b="0" i="0" u="none" strike="noStrike" cap="none" normalizeH="0" baseline="0" dirty="0">
              <a:ln>
                <a:noFill/>
              </a:ln>
              <a:solidFill>
                <a:schemeClr val="bg1"/>
              </a:solidFill>
              <a:effectLst/>
              <a:latin typeface="メイリオ" panose="020B0604030504040204" pitchFamily="50" charset="-128"/>
              <a:ea typeface="メイリオ" panose="020B0604030504040204" pitchFamily="50" charset="-128"/>
            </a:endParaRPr>
          </a:p>
        </p:txBody>
      </p:sp>
      <p:sp>
        <p:nvSpPr>
          <p:cNvPr id="8" name="四角形: 角を丸くする 7">
            <a:extLst>
              <a:ext uri="{FF2B5EF4-FFF2-40B4-BE49-F238E27FC236}">
                <a16:creationId xmlns:a16="http://schemas.microsoft.com/office/drawing/2014/main" id="{42345DF3-B0DC-49A9-8CEA-F8096974890C}"/>
              </a:ext>
            </a:extLst>
          </p:cNvPr>
          <p:cNvSpPr/>
          <p:nvPr/>
        </p:nvSpPr>
        <p:spPr bwMode="auto">
          <a:xfrm>
            <a:off x="5258064" y="1916832"/>
            <a:ext cx="3151320" cy="4104456"/>
          </a:xfrm>
          <a:prstGeom prst="roundRect">
            <a:avLst/>
          </a:prstGeom>
          <a:solidFill>
            <a:srgbClr val="FFC000"/>
          </a:solidFill>
          <a:ln w="12700" cap="flat" cmpd="sng" algn="ctr">
            <a:no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ja-JP" sz="2000" b="1" i="0" u="none" strike="noStrike" cap="none" normalizeH="0" baseline="0" dirty="0">
                <a:ln>
                  <a:noFill/>
                </a:ln>
                <a:solidFill>
                  <a:schemeClr val="bg1"/>
                </a:solidFill>
                <a:effectLst/>
                <a:latin typeface="メイリオ" panose="020B0604030504040204" pitchFamily="50" charset="-128"/>
                <a:ea typeface="メイリオ" panose="020B0604030504040204" pitchFamily="50" charset="-128"/>
              </a:rPr>
              <a:t>AZ</a:t>
            </a:r>
            <a:endParaRPr kumimoji="1" lang="ja-JP" altLang="en-US" sz="2000" b="1" i="0" u="none" strike="noStrike" cap="none" normalizeH="0" baseline="0" dirty="0">
              <a:ln>
                <a:noFill/>
              </a:ln>
              <a:solidFill>
                <a:schemeClr val="bg1"/>
              </a:solidFill>
              <a:effectLst/>
              <a:latin typeface="メイリオ" panose="020B0604030504040204" pitchFamily="50" charset="-128"/>
              <a:ea typeface="メイリオ" panose="020B0604030504040204" pitchFamily="50" charset="-128"/>
            </a:endParaRPr>
          </a:p>
        </p:txBody>
      </p:sp>
      <p:sp>
        <p:nvSpPr>
          <p:cNvPr id="9" name="フローチャート: 磁気ディスク 8">
            <a:extLst>
              <a:ext uri="{FF2B5EF4-FFF2-40B4-BE49-F238E27FC236}">
                <a16:creationId xmlns:a16="http://schemas.microsoft.com/office/drawing/2014/main" id="{D5E1DF90-EB3D-4631-96CB-22BF99B8A1BA}"/>
              </a:ext>
            </a:extLst>
          </p:cNvPr>
          <p:cNvSpPr/>
          <p:nvPr/>
        </p:nvSpPr>
        <p:spPr bwMode="auto">
          <a:xfrm>
            <a:off x="6158164" y="2825617"/>
            <a:ext cx="1296144" cy="1206766"/>
          </a:xfrm>
          <a:prstGeom prst="flowChartMagneticDisk">
            <a:avLst/>
          </a:prstGeom>
          <a:solidFill>
            <a:srgbClr val="0070C0"/>
          </a:solidFill>
          <a:ln w="12700" cap="flat" cmpd="sng" algn="ctr">
            <a:solidFill>
              <a:schemeClr val="bg1"/>
            </a:solidFill>
            <a:prstDash val="solid"/>
            <a:round/>
            <a:headEnd type="none" w="med" len="med"/>
            <a:tailEnd type="none" w="med" len="med"/>
          </a:ln>
          <a:effectLst/>
        </p:spPr>
        <p:txBody>
          <a:bodyPr vert="horz" wrap="none" lIns="36000" tIns="36000" rIns="36000" bIns="3600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ja-JP" sz="1800" b="0" i="0" u="none" strike="noStrike" cap="none" normalizeH="0" baseline="0" dirty="0">
                <a:ln>
                  <a:noFill/>
                </a:ln>
                <a:solidFill>
                  <a:schemeClr val="bg1"/>
                </a:solidFill>
                <a:effectLst/>
                <a:latin typeface="メイリオ" panose="020B0604030504040204" pitchFamily="50" charset="-128"/>
                <a:ea typeface="メイリオ" panose="020B0604030504040204" pitchFamily="50" charset="-128"/>
              </a:rPr>
              <a:t>RDS</a:t>
            </a:r>
          </a:p>
          <a:p>
            <a:pPr marL="0" marR="0" indent="0" algn="ctr" defTabSz="914400" rtl="0" eaLnBrk="1" fontAlgn="base" latinLnBrk="0" hangingPunct="1">
              <a:lnSpc>
                <a:spcPct val="100000"/>
              </a:lnSpc>
              <a:spcBef>
                <a:spcPct val="0"/>
              </a:spcBef>
              <a:spcAft>
                <a:spcPct val="0"/>
              </a:spcAft>
              <a:buClrTx/>
              <a:buSzTx/>
              <a:buFontTx/>
              <a:buNone/>
              <a:tabLst/>
            </a:pPr>
            <a:r>
              <a:rPr lang="ja-JP" altLang="en-US" sz="1800" dirty="0">
                <a:solidFill>
                  <a:schemeClr val="bg1"/>
                </a:solidFill>
                <a:latin typeface="メイリオ" panose="020B0604030504040204" pitchFamily="50" charset="-128"/>
                <a:ea typeface="メイリオ" panose="020B0604030504040204" pitchFamily="50" charset="-128"/>
              </a:rPr>
              <a:t>スレーブ</a:t>
            </a:r>
            <a:endParaRPr kumimoji="1" lang="en-US" altLang="ja-JP" sz="1800" b="0" i="0" u="none" strike="noStrike" cap="none" normalizeH="0" baseline="0" dirty="0">
              <a:ln>
                <a:noFill/>
              </a:ln>
              <a:solidFill>
                <a:schemeClr val="bg1"/>
              </a:solidFill>
              <a:effectLst/>
              <a:latin typeface="メイリオ" panose="020B0604030504040204" pitchFamily="50" charset="-128"/>
              <a:ea typeface="メイリオ" panose="020B0604030504040204" pitchFamily="50" charset="-128"/>
            </a:endParaRPr>
          </a:p>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1800" b="0" i="0" u="none" strike="noStrike" cap="none" normalizeH="0" baseline="0" dirty="0">
              <a:ln>
                <a:noFill/>
              </a:ln>
              <a:solidFill>
                <a:schemeClr val="bg1"/>
              </a:solidFill>
              <a:effectLst/>
              <a:latin typeface="メイリオ" panose="020B0604030504040204" pitchFamily="50" charset="-128"/>
              <a:ea typeface="メイリオ" panose="020B0604030504040204" pitchFamily="50" charset="-128"/>
            </a:endParaRPr>
          </a:p>
        </p:txBody>
      </p:sp>
      <p:sp>
        <p:nvSpPr>
          <p:cNvPr id="10" name="フローチャート: 磁気ディスク 9">
            <a:extLst>
              <a:ext uri="{FF2B5EF4-FFF2-40B4-BE49-F238E27FC236}">
                <a16:creationId xmlns:a16="http://schemas.microsoft.com/office/drawing/2014/main" id="{DB573E5A-222B-4236-8FBD-269A8F2CEB76}"/>
              </a:ext>
            </a:extLst>
          </p:cNvPr>
          <p:cNvSpPr/>
          <p:nvPr/>
        </p:nvSpPr>
        <p:spPr bwMode="auto">
          <a:xfrm>
            <a:off x="2153850" y="4653136"/>
            <a:ext cx="864096" cy="1008112"/>
          </a:xfrm>
          <a:prstGeom prst="flowChartMagneticDisk">
            <a:avLst/>
          </a:prstGeom>
          <a:solidFill>
            <a:srgbClr val="0070C0"/>
          </a:solidFill>
          <a:ln w="12700" cap="flat" cmpd="sng" algn="ctr">
            <a:solidFill>
              <a:schemeClr val="bg1"/>
            </a:solidFill>
            <a:prstDash val="solid"/>
            <a:round/>
            <a:headEnd type="none" w="med" len="med"/>
            <a:tailEnd type="none" w="med" len="med"/>
          </a:ln>
          <a:effectLst/>
        </p:spPr>
        <p:txBody>
          <a:bodyPr vert="horz" wrap="none" lIns="36000" tIns="36000" rIns="36000" bIns="3600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ja-JP" altLang="en-US" sz="1200" dirty="0">
                <a:solidFill>
                  <a:schemeClr val="bg1"/>
                </a:solidFill>
                <a:latin typeface="メイリオ" panose="020B0604030504040204" pitchFamily="50" charset="-128"/>
                <a:ea typeface="メイリオ" panose="020B0604030504040204" pitchFamily="50" charset="-128"/>
              </a:rPr>
              <a:t>リード</a:t>
            </a:r>
            <a:endParaRPr lang="en-US" altLang="ja-JP" sz="1200" dirty="0">
              <a:solidFill>
                <a:schemeClr val="bg1"/>
              </a:solidFill>
              <a:latin typeface="メイリオ" panose="020B0604030504040204" pitchFamily="50" charset="-128"/>
              <a:ea typeface="メイリオ" panose="020B0604030504040204" pitchFamily="50" charset="-128"/>
            </a:endParaRPr>
          </a:p>
          <a:p>
            <a:pPr marL="0" marR="0" indent="0" algn="ctr" defTabSz="914400" rtl="0" eaLnBrk="1" fontAlgn="base" latinLnBrk="0" hangingPunct="1">
              <a:lnSpc>
                <a:spcPct val="100000"/>
              </a:lnSpc>
              <a:spcBef>
                <a:spcPct val="0"/>
              </a:spcBef>
              <a:spcAft>
                <a:spcPct val="0"/>
              </a:spcAft>
              <a:buClrTx/>
              <a:buSzTx/>
              <a:buFontTx/>
              <a:buNone/>
              <a:tabLst/>
            </a:pPr>
            <a:r>
              <a:rPr kumimoji="1" lang="ja-JP" altLang="en-US" sz="1200" b="0" i="0" u="none" strike="noStrike" cap="none" normalizeH="0" baseline="0" dirty="0">
                <a:ln>
                  <a:noFill/>
                </a:ln>
                <a:solidFill>
                  <a:schemeClr val="bg1"/>
                </a:solidFill>
                <a:effectLst/>
                <a:latin typeface="メイリオ" panose="020B0604030504040204" pitchFamily="50" charset="-128"/>
                <a:ea typeface="メイリオ" panose="020B0604030504040204" pitchFamily="50" charset="-128"/>
              </a:rPr>
              <a:t>レプリカ</a:t>
            </a:r>
            <a:endParaRPr kumimoji="1" lang="en-US" altLang="ja-JP" sz="1200" b="0" i="0" u="none" strike="noStrike" cap="none" normalizeH="0" baseline="0" dirty="0">
              <a:ln>
                <a:noFill/>
              </a:ln>
              <a:solidFill>
                <a:schemeClr val="bg1"/>
              </a:solidFill>
              <a:effectLst/>
              <a:latin typeface="メイリオ" panose="020B0604030504040204" pitchFamily="50" charset="-128"/>
              <a:ea typeface="メイリオ" panose="020B0604030504040204" pitchFamily="50" charset="-128"/>
            </a:endParaRPr>
          </a:p>
        </p:txBody>
      </p:sp>
      <p:sp>
        <p:nvSpPr>
          <p:cNvPr id="11" name="フローチャート: 磁気ディスク 10">
            <a:extLst>
              <a:ext uri="{FF2B5EF4-FFF2-40B4-BE49-F238E27FC236}">
                <a16:creationId xmlns:a16="http://schemas.microsoft.com/office/drawing/2014/main" id="{6C8759FA-69CA-47E8-BB6C-C3D250F033FC}"/>
              </a:ext>
            </a:extLst>
          </p:cNvPr>
          <p:cNvSpPr/>
          <p:nvPr/>
        </p:nvSpPr>
        <p:spPr bwMode="auto">
          <a:xfrm>
            <a:off x="3224808" y="4653136"/>
            <a:ext cx="864096" cy="1008112"/>
          </a:xfrm>
          <a:prstGeom prst="flowChartMagneticDisk">
            <a:avLst/>
          </a:prstGeom>
          <a:solidFill>
            <a:srgbClr val="0070C0"/>
          </a:solidFill>
          <a:ln w="12700" cap="flat" cmpd="sng" algn="ctr">
            <a:solidFill>
              <a:schemeClr val="bg1"/>
            </a:solidFill>
            <a:prstDash val="solid"/>
            <a:round/>
            <a:headEnd type="none" w="med" len="med"/>
            <a:tailEnd type="none" w="med" len="med"/>
          </a:ln>
          <a:effectLst/>
        </p:spPr>
        <p:txBody>
          <a:bodyPr vert="horz" wrap="none" lIns="36000" tIns="36000" rIns="36000" bIns="36000" numCol="1" rtlCol="0" anchor="t" anchorCtr="0" compatLnSpc="1">
            <a:prstTxWarp prst="textNoShape">
              <a:avLst/>
            </a:prstTxWarp>
          </a:bodyPr>
          <a:lstStyle/>
          <a:p>
            <a:pPr algn="ctr"/>
            <a:r>
              <a:rPr lang="ja-JP" altLang="en-US" sz="1200" dirty="0">
                <a:solidFill>
                  <a:schemeClr val="bg1"/>
                </a:solidFill>
                <a:latin typeface="メイリオ" panose="020B0604030504040204" pitchFamily="50" charset="-128"/>
                <a:ea typeface="メイリオ" panose="020B0604030504040204" pitchFamily="50" charset="-128"/>
              </a:rPr>
              <a:t>リード</a:t>
            </a:r>
            <a:endParaRPr lang="en-US" altLang="ja-JP" sz="1200" dirty="0">
              <a:solidFill>
                <a:schemeClr val="bg1"/>
              </a:solidFill>
              <a:latin typeface="メイリオ" panose="020B0604030504040204" pitchFamily="50" charset="-128"/>
              <a:ea typeface="メイリオ" panose="020B0604030504040204" pitchFamily="50" charset="-128"/>
            </a:endParaRPr>
          </a:p>
          <a:p>
            <a:pPr algn="ctr"/>
            <a:r>
              <a:rPr lang="ja-JP" altLang="en-US" sz="1200" dirty="0">
                <a:solidFill>
                  <a:schemeClr val="bg1"/>
                </a:solidFill>
                <a:latin typeface="メイリオ" panose="020B0604030504040204" pitchFamily="50" charset="-128"/>
                <a:ea typeface="メイリオ" panose="020B0604030504040204" pitchFamily="50" charset="-128"/>
              </a:rPr>
              <a:t>レプリカ</a:t>
            </a:r>
            <a:endParaRPr lang="en-US" altLang="ja-JP" sz="1200" dirty="0">
              <a:solidFill>
                <a:schemeClr val="bg1"/>
              </a:solidFill>
              <a:latin typeface="メイリオ" panose="020B0604030504040204" pitchFamily="50" charset="-128"/>
              <a:ea typeface="メイリオ" panose="020B0604030504040204" pitchFamily="50" charset="-128"/>
            </a:endParaRPr>
          </a:p>
        </p:txBody>
      </p:sp>
      <p:sp>
        <p:nvSpPr>
          <p:cNvPr id="12" name="フローチャート: 磁気ディスク 11">
            <a:extLst>
              <a:ext uri="{FF2B5EF4-FFF2-40B4-BE49-F238E27FC236}">
                <a16:creationId xmlns:a16="http://schemas.microsoft.com/office/drawing/2014/main" id="{B317B3E3-1922-4F0E-9CEF-23923F9A4859}"/>
              </a:ext>
            </a:extLst>
          </p:cNvPr>
          <p:cNvSpPr/>
          <p:nvPr/>
        </p:nvSpPr>
        <p:spPr bwMode="auto">
          <a:xfrm>
            <a:off x="5754250" y="4653136"/>
            <a:ext cx="864096" cy="1008112"/>
          </a:xfrm>
          <a:prstGeom prst="flowChartMagneticDisk">
            <a:avLst/>
          </a:prstGeom>
          <a:solidFill>
            <a:srgbClr val="0070C0"/>
          </a:solidFill>
          <a:ln w="12700" cap="flat" cmpd="sng" algn="ctr">
            <a:solidFill>
              <a:schemeClr val="bg1"/>
            </a:solidFill>
            <a:prstDash val="solid"/>
            <a:round/>
            <a:headEnd type="none" w="med" len="med"/>
            <a:tailEnd type="none" w="med" len="med"/>
          </a:ln>
          <a:effectLst/>
        </p:spPr>
        <p:txBody>
          <a:bodyPr vert="horz" wrap="none" lIns="36000" tIns="36000" rIns="36000" bIns="36000" numCol="1" rtlCol="0" anchor="t" anchorCtr="0" compatLnSpc="1">
            <a:prstTxWarp prst="textNoShape">
              <a:avLst/>
            </a:prstTxWarp>
          </a:bodyPr>
          <a:lstStyle/>
          <a:p>
            <a:pPr algn="ctr"/>
            <a:r>
              <a:rPr lang="ja-JP" altLang="en-US" sz="1200" dirty="0">
                <a:solidFill>
                  <a:schemeClr val="bg1"/>
                </a:solidFill>
                <a:latin typeface="メイリオ" panose="020B0604030504040204" pitchFamily="50" charset="-128"/>
                <a:ea typeface="メイリオ" panose="020B0604030504040204" pitchFamily="50" charset="-128"/>
              </a:rPr>
              <a:t>リード</a:t>
            </a:r>
            <a:endParaRPr lang="en-US" altLang="ja-JP" sz="1200" dirty="0">
              <a:solidFill>
                <a:schemeClr val="bg1"/>
              </a:solidFill>
              <a:latin typeface="メイリオ" panose="020B0604030504040204" pitchFamily="50" charset="-128"/>
              <a:ea typeface="メイリオ" panose="020B0604030504040204" pitchFamily="50" charset="-128"/>
            </a:endParaRPr>
          </a:p>
          <a:p>
            <a:pPr algn="ctr"/>
            <a:r>
              <a:rPr lang="ja-JP" altLang="en-US" sz="1200" dirty="0">
                <a:solidFill>
                  <a:schemeClr val="bg1"/>
                </a:solidFill>
                <a:latin typeface="メイリオ" panose="020B0604030504040204" pitchFamily="50" charset="-128"/>
                <a:ea typeface="メイリオ" panose="020B0604030504040204" pitchFamily="50" charset="-128"/>
              </a:rPr>
              <a:t>レプリカ</a:t>
            </a:r>
            <a:endParaRPr lang="en-US" altLang="ja-JP" sz="1200" dirty="0">
              <a:solidFill>
                <a:schemeClr val="bg1"/>
              </a:solidFill>
              <a:latin typeface="メイリオ" panose="020B0604030504040204" pitchFamily="50" charset="-128"/>
              <a:ea typeface="メイリオ" panose="020B0604030504040204" pitchFamily="50" charset="-128"/>
            </a:endParaRPr>
          </a:p>
        </p:txBody>
      </p:sp>
      <p:sp>
        <p:nvSpPr>
          <p:cNvPr id="13" name="フローチャート: 磁気ディスク 12">
            <a:extLst>
              <a:ext uri="{FF2B5EF4-FFF2-40B4-BE49-F238E27FC236}">
                <a16:creationId xmlns:a16="http://schemas.microsoft.com/office/drawing/2014/main" id="{0769F7EE-088D-4EF7-B950-96C9FF05CA0C}"/>
              </a:ext>
            </a:extLst>
          </p:cNvPr>
          <p:cNvSpPr/>
          <p:nvPr/>
        </p:nvSpPr>
        <p:spPr bwMode="auto">
          <a:xfrm>
            <a:off x="6825208" y="4653136"/>
            <a:ext cx="864096" cy="1008112"/>
          </a:xfrm>
          <a:prstGeom prst="flowChartMagneticDisk">
            <a:avLst/>
          </a:prstGeom>
          <a:solidFill>
            <a:srgbClr val="0070C0"/>
          </a:solidFill>
          <a:ln w="12700" cap="flat" cmpd="sng" algn="ctr">
            <a:solidFill>
              <a:schemeClr val="bg1"/>
            </a:solidFill>
            <a:prstDash val="solid"/>
            <a:round/>
            <a:headEnd type="none" w="med" len="med"/>
            <a:tailEnd type="none" w="med" len="med"/>
          </a:ln>
          <a:effectLst/>
        </p:spPr>
        <p:txBody>
          <a:bodyPr vert="horz" wrap="none" lIns="36000" tIns="36000" rIns="36000" bIns="36000" numCol="1" rtlCol="0" anchor="t" anchorCtr="0" compatLnSpc="1">
            <a:prstTxWarp prst="textNoShape">
              <a:avLst/>
            </a:prstTxWarp>
          </a:bodyPr>
          <a:lstStyle/>
          <a:p>
            <a:pPr algn="ctr"/>
            <a:r>
              <a:rPr lang="ja-JP" altLang="en-US" sz="1200" dirty="0">
                <a:solidFill>
                  <a:schemeClr val="bg1"/>
                </a:solidFill>
                <a:latin typeface="メイリオ" panose="020B0604030504040204" pitchFamily="50" charset="-128"/>
                <a:ea typeface="メイリオ" panose="020B0604030504040204" pitchFamily="50" charset="-128"/>
              </a:rPr>
              <a:t>リード</a:t>
            </a:r>
            <a:endParaRPr lang="en-US" altLang="ja-JP" sz="1200" dirty="0">
              <a:solidFill>
                <a:schemeClr val="bg1"/>
              </a:solidFill>
              <a:latin typeface="メイリオ" panose="020B0604030504040204" pitchFamily="50" charset="-128"/>
              <a:ea typeface="メイリオ" panose="020B0604030504040204" pitchFamily="50" charset="-128"/>
            </a:endParaRPr>
          </a:p>
          <a:p>
            <a:pPr algn="ctr"/>
            <a:r>
              <a:rPr lang="ja-JP" altLang="en-US" sz="1200" dirty="0">
                <a:solidFill>
                  <a:schemeClr val="bg1"/>
                </a:solidFill>
                <a:latin typeface="メイリオ" panose="020B0604030504040204" pitchFamily="50" charset="-128"/>
                <a:ea typeface="メイリオ" panose="020B0604030504040204" pitchFamily="50" charset="-128"/>
              </a:rPr>
              <a:t>レプリカ</a:t>
            </a:r>
            <a:endParaRPr lang="en-US" altLang="ja-JP" sz="1200" dirty="0">
              <a:solidFill>
                <a:schemeClr val="bg1"/>
              </a:solidFill>
              <a:latin typeface="メイリオ" panose="020B0604030504040204" pitchFamily="50" charset="-128"/>
              <a:ea typeface="メイリオ" panose="020B0604030504040204" pitchFamily="50" charset="-128"/>
            </a:endParaRPr>
          </a:p>
        </p:txBody>
      </p:sp>
      <p:cxnSp>
        <p:nvCxnSpPr>
          <p:cNvPr id="14" name="直線矢印コネクタ 13">
            <a:extLst>
              <a:ext uri="{FF2B5EF4-FFF2-40B4-BE49-F238E27FC236}">
                <a16:creationId xmlns:a16="http://schemas.microsoft.com/office/drawing/2014/main" id="{1420129F-6937-4C40-B922-DE59DB873860}"/>
              </a:ext>
            </a:extLst>
          </p:cNvPr>
          <p:cNvCxnSpPr/>
          <p:nvPr/>
        </p:nvCxnSpPr>
        <p:spPr bwMode="auto">
          <a:xfrm>
            <a:off x="3763577" y="3429000"/>
            <a:ext cx="2394587" cy="0"/>
          </a:xfrm>
          <a:prstGeom prst="straightConnector1">
            <a:avLst/>
          </a:prstGeom>
          <a:noFill/>
          <a:ln w="73025" cap="flat" cmpd="sng" algn="ctr">
            <a:solidFill>
              <a:srgbClr val="FF0000"/>
            </a:solidFill>
            <a:prstDash val="solid"/>
            <a:round/>
            <a:headEnd type="none" w="med" len="med"/>
            <a:tailEnd type="triangle"/>
          </a:ln>
          <a:effectLst/>
        </p:spPr>
      </p:cxnSp>
      <p:cxnSp>
        <p:nvCxnSpPr>
          <p:cNvPr id="15" name="直線矢印コネクタ 14">
            <a:extLst>
              <a:ext uri="{FF2B5EF4-FFF2-40B4-BE49-F238E27FC236}">
                <a16:creationId xmlns:a16="http://schemas.microsoft.com/office/drawing/2014/main" id="{36918444-0766-43D0-A814-CA8BAE56A31A}"/>
              </a:ext>
            </a:extLst>
          </p:cNvPr>
          <p:cNvCxnSpPr>
            <a:cxnSpLocks/>
            <a:stCxn id="6" idx="3"/>
            <a:endCxn id="10" idx="1"/>
          </p:cNvCxnSpPr>
          <p:nvPr/>
        </p:nvCxnSpPr>
        <p:spPr bwMode="auto">
          <a:xfrm flipH="1">
            <a:off x="2585898" y="4032383"/>
            <a:ext cx="529607" cy="620753"/>
          </a:xfrm>
          <a:prstGeom prst="straightConnector1">
            <a:avLst/>
          </a:prstGeom>
          <a:noFill/>
          <a:ln w="73025" cap="flat" cmpd="sng" algn="ctr">
            <a:solidFill>
              <a:srgbClr val="FF0000"/>
            </a:solidFill>
            <a:prstDash val="solid"/>
            <a:round/>
            <a:headEnd type="none" w="med" len="med"/>
            <a:tailEnd type="triangle"/>
          </a:ln>
          <a:effectLst/>
        </p:spPr>
      </p:cxnSp>
      <p:cxnSp>
        <p:nvCxnSpPr>
          <p:cNvPr id="18" name="直線矢印コネクタ 17">
            <a:extLst>
              <a:ext uri="{FF2B5EF4-FFF2-40B4-BE49-F238E27FC236}">
                <a16:creationId xmlns:a16="http://schemas.microsoft.com/office/drawing/2014/main" id="{589EA1B5-7F94-4435-906A-AF1F28F693F7}"/>
              </a:ext>
            </a:extLst>
          </p:cNvPr>
          <p:cNvCxnSpPr>
            <a:cxnSpLocks/>
            <a:stCxn id="6" idx="3"/>
            <a:endCxn id="11" idx="1"/>
          </p:cNvCxnSpPr>
          <p:nvPr/>
        </p:nvCxnSpPr>
        <p:spPr bwMode="auto">
          <a:xfrm>
            <a:off x="3115505" y="4032383"/>
            <a:ext cx="541351" cy="620753"/>
          </a:xfrm>
          <a:prstGeom prst="straightConnector1">
            <a:avLst/>
          </a:prstGeom>
          <a:noFill/>
          <a:ln w="73025" cap="flat" cmpd="sng" algn="ctr">
            <a:solidFill>
              <a:srgbClr val="FF0000"/>
            </a:solidFill>
            <a:prstDash val="solid"/>
            <a:round/>
            <a:headEnd type="none" w="med" len="med"/>
            <a:tailEnd type="triangle"/>
          </a:ln>
          <a:effectLst/>
        </p:spPr>
      </p:cxnSp>
      <p:cxnSp>
        <p:nvCxnSpPr>
          <p:cNvPr id="21" name="直線矢印コネクタ 20">
            <a:extLst>
              <a:ext uri="{FF2B5EF4-FFF2-40B4-BE49-F238E27FC236}">
                <a16:creationId xmlns:a16="http://schemas.microsoft.com/office/drawing/2014/main" id="{5DF87C26-4937-406E-A6E4-08D53F024234}"/>
              </a:ext>
            </a:extLst>
          </p:cNvPr>
          <p:cNvCxnSpPr>
            <a:cxnSpLocks/>
            <a:stCxn id="6" idx="3"/>
            <a:endCxn id="12" idx="1"/>
          </p:cNvCxnSpPr>
          <p:nvPr/>
        </p:nvCxnSpPr>
        <p:spPr bwMode="auto">
          <a:xfrm>
            <a:off x="3115505" y="4032383"/>
            <a:ext cx="3070793" cy="620753"/>
          </a:xfrm>
          <a:prstGeom prst="straightConnector1">
            <a:avLst/>
          </a:prstGeom>
          <a:noFill/>
          <a:ln w="73025" cap="flat" cmpd="sng" algn="ctr">
            <a:solidFill>
              <a:srgbClr val="FF0000"/>
            </a:solidFill>
            <a:prstDash val="solid"/>
            <a:round/>
            <a:headEnd type="none" w="med" len="med"/>
            <a:tailEnd type="triangle"/>
          </a:ln>
          <a:effectLst/>
        </p:spPr>
      </p:cxnSp>
      <p:cxnSp>
        <p:nvCxnSpPr>
          <p:cNvPr id="24" name="直線矢印コネクタ 23">
            <a:extLst>
              <a:ext uri="{FF2B5EF4-FFF2-40B4-BE49-F238E27FC236}">
                <a16:creationId xmlns:a16="http://schemas.microsoft.com/office/drawing/2014/main" id="{716D83DE-116E-43C8-A310-42EC4DED8403}"/>
              </a:ext>
            </a:extLst>
          </p:cNvPr>
          <p:cNvCxnSpPr>
            <a:cxnSpLocks/>
            <a:stCxn id="6" idx="3"/>
            <a:endCxn id="13" idx="1"/>
          </p:cNvCxnSpPr>
          <p:nvPr/>
        </p:nvCxnSpPr>
        <p:spPr bwMode="auto">
          <a:xfrm>
            <a:off x="3115505" y="4032383"/>
            <a:ext cx="4141751" cy="620753"/>
          </a:xfrm>
          <a:prstGeom prst="straightConnector1">
            <a:avLst/>
          </a:prstGeom>
          <a:noFill/>
          <a:ln w="73025" cap="flat" cmpd="sng" algn="ctr">
            <a:solidFill>
              <a:srgbClr val="FF0000"/>
            </a:solidFill>
            <a:prstDash val="solid"/>
            <a:round/>
            <a:headEnd type="none" w="med" len="med"/>
            <a:tailEnd type="triangle"/>
          </a:ln>
          <a:effectLst/>
        </p:spPr>
      </p:cxnSp>
      <p:sp>
        <p:nvSpPr>
          <p:cNvPr id="27" name="正方形/長方形 26">
            <a:extLst>
              <a:ext uri="{FF2B5EF4-FFF2-40B4-BE49-F238E27FC236}">
                <a16:creationId xmlns:a16="http://schemas.microsoft.com/office/drawing/2014/main" id="{DA000291-5E8F-4E1A-9A8A-322D9FAED959}"/>
              </a:ext>
            </a:extLst>
          </p:cNvPr>
          <p:cNvSpPr/>
          <p:nvPr/>
        </p:nvSpPr>
        <p:spPr>
          <a:xfrm>
            <a:off x="3906200" y="2844225"/>
            <a:ext cx="2307042" cy="584775"/>
          </a:xfrm>
          <a:prstGeom prst="rect">
            <a:avLst/>
          </a:prstGeom>
        </p:spPr>
        <p:txBody>
          <a:bodyPr wrap="none">
            <a:spAutoFit/>
          </a:bodyPr>
          <a:lstStyle/>
          <a:p>
            <a:r>
              <a:rPr lang="ja-JP" altLang="en-US" b="1" dirty="0">
                <a:latin typeface="メイリオ" panose="020B0604030504040204" pitchFamily="50" charset="-128"/>
                <a:ea typeface="メイリオ" panose="020B0604030504040204" pitchFamily="50" charset="-128"/>
              </a:rPr>
              <a:t>同期レプリケーション</a:t>
            </a:r>
            <a:endParaRPr lang="en-US" altLang="ja-JP" b="1" dirty="0">
              <a:latin typeface="メイリオ" panose="020B0604030504040204" pitchFamily="50" charset="-128"/>
              <a:ea typeface="メイリオ" panose="020B0604030504040204" pitchFamily="50" charset="-128"/>
            </a:endParaRPr>
          </a:p>
          <a:p>
            <a:r>
              <a:rPr lang="ja-JP" altLang="en-US" b="1" dirty="0">
                <a:latin typeface="メイリオ" panose="020B0604030504040204" pitchFamily="50" charset="-128"/>
                <a:ea typeface="メイリオ" panose="020B0604030504040204" pitchFamily="50" charset="-128"/>
              </a:rPr>
              <a:t>自動フェイルオーバー </a:t>
            </a:r>
            <a:endParaRPr lang="en-US" altLang="ja-JP" b="1" dirty="0">
              <a:latin typeface="メイリオ" panose="020B0604030504040204" pitchFamily="50" charset="-128"/>
              <a:ea typeface="メイリオ" panose="020B0604030504040204" pitchFamily="50" charset="-128"/>
            </a:endParaRPr>
          </a:p>
        </p:txBody>
      </p:sp>
      <p:sp>
        <p:nvSpPr>
          <p:cNvPr id="28" name="正方形/長方形 27">
            <a:extLst>
              <a:ext uri="{FF2B5EF4-FFF2-40B4-BE49-F238E27FC236}">
                <a16:creationId xmlns:a16="http://schemas.microsoft.com/office/drawing/2014/main" id="{36B712B3-CE9C-4007-84F4-09D08E94E49D}"/>
              </a:ext>
            </a:extLst>
          </p:cNvPr>
          <p:cNvSpPr/>
          <p:nvPr/>
        </p:nvSpPr>
        <p:spPr>
          <a:xfrm>
            <a:off x="2454883" y="4108721"/>
            <a:ext cx="2441694" cy="338554"/>
          </a:xfrm>
          <a:prstGeom prst="rect">
            <a:avLst/>
          </a:prstGeom>
        </p:spPr>
        <p:txBody>
          <a:bodyPr wrap="none">
            <a:spAutoFit/>
          </a:bodyPr>
          <a:lstStyle/>
          <a:p>
            <a:r>
              <a:rPr lang="ja-JP" altLang="en-US" b="1" dirty="0">
                <a:latin typeface="メイリオ" panose="020B0604030504040204" pitchFamily="50" charset="-128"/>
                <a:ea typeface="メイリオ" panose="020B0604030504040204" pitchFamily="50" charset="-128"/>
              </a:rPr>
              <a:t>非同期レプリケーション</a:t>
            </a:r>
            <a:endParaRPr lang="en-US" altLang="ja-JP" b="1" dirty="0">
              <a:latin typeface="メイリオ" panose="020B0604030504040204" pitchFamily="50" charset="-128"/>
              <a:ea typeface="メイリオ" panose="020B0604030504040204" pitchFamily="50" charset="-128"/>
            </a:endParaRPr>
          </a:p>
        </p:txBody>
      </p:sp>
      <p:pic>
        <p:nvPicPr>
          <p:cNvPr id="4" name="オーディオ 3">
            <a:hlinkClick r:id="" action="ppaction://media"/>
            <a:extLst>
              <a:ext uri="{FF2B5EF4-FFF2-40B4-BE49-F238E27FC236}">
                <a16:creationId xmlns:a16="http://schemas.microsoft.com/office/drawing/2014/main" id="{91891991-44C3-DD0B-6505-19E1DB617462}"/>
              </a:ext>
            </a:extLst>
          </p:cNvPr>
          <p:cNvPicPr>
            <a:picLocks noChangeAspect="1"/>
          </p:cNvPicPr>
          <p:nvPr>
            <a:audioFile r:link="rId2"/>
            <p:extLst>
              <p:ext uri="{DAA4B4D4-6D71-4841-9C94-3DE7FCFB9230}">
                <p14:media xmlns:p14="http://schemas.microsoft.com/office/powerpoint/2010/main" r:embed="rId1"/>
              </p:ext>
            </p:extLst>
          </p:nvPr>
        </p:nvPicPr>
        <p:blipFill>
          <a:blip r:embed="rId4"/>
          <a:srcRect l="-245890" t="-245890" r="-245890" b="-245890"/>
          <a:stretch>
            <a:fillRect/>
          </a:stretch>
        </p:blipFill>
        <p:spPr>
          <a:xfrm>
            <a:off x="7766304" y="4718304"/>
            <a:ext cx="2057400" cy="2057400"/>
          </a:xfrm>
          <a:prstGeom prst="ellipse">
            <a:avLst/>
          </a:prstGeom>
        </p:spPr>
      </p:pic>
    </p:spTree>
    <p:extLst>
      <p:ext uri="{BB962C8B-B14F-4D97-AF65-F5344CB8AC3E}">
        <p14:creationId xmlns:p14="http://schemas.microsoft.com/office/powerpoint/2010/main" val="1616336933"/>
      </p:ext>
    </p:extLst>
  </p:cSld>
  <p:clrMapOvr>
    <a:masterClrMapping/>
  </p:clrMapOvr>
  <p:transition advTm="104451"/>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4"/>
                </p:tgtEl>
              </p:cMediaNode>
            </p:audio>
          </p:childTnLst>
        </p:cTn>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四角形: 角を丸くする 6">
            <a:extLst>
              <a:ext uri="{FF2B5EF4-FFF2-40B4-BE49-F238E27FC236}">
                <a16:creationId xmlns:a16="http://schemas.microsoft.com/office/drawing/2014/main" id="{1D7AA15F-3868-4CA9-8D7C-DD78B6B4C974}"/>
              </a:ext>
            </a:extLst>
          </p:cNvPr>
          <p:cNvSpPr/>
          <p:nvPr/>
        </p:nvSpPr>
        <p:spPr bwMode="auto">
          <a:xfrm>
            <a:off x="1567333" y="1916832"/>
            <a:ext cx="3151320" cy="4104456"/>
          </a:xfrm>
          <a:prstGeom prst="roundRect">
            <a:avLst/>
          </a:prstGeom>
          <a:solidFill>
            <a:srgbClr val="FFC000"/>
          </a:solidFill>
          <a:ln w="12700" cap="flat" cmpd="sng" algn="ctr">
            <a:no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ja-JP" sz="2000" b="1" i="0" u="none" strike="noStrike" cap="none" normalizeH="0" baseline="0" dirty="0">
                <a:ln>
                  <a:noFill/>
                </a:ln>
                <a:solidFill>
                  <a:schemeClr val="bg1"/>
                </a:solidFill>
                <a:effectLst/>
                <a:latin typeface="メイリオ" panose="020B0604030504040204" pitchFamily="50" charset="-128"/>
                <a:ea typeface="メイリオ" panose="020B0604030504040204" pitchFamily="50" charset="-128"/>
              </a:rPr>
              <a:t>AZ</a:t>
            </a:r>
            <a:endParaRPr kumimoji="1" lang="ja-JP" altLang="en-US" sz="2000" b="1" i="0" u="none" strike="noStrike" cap="none" normalizeH="0" baseline="0" dirty="0">
              <a:ln>
                <a:noFill/>
              </a:ln>
              <a:solidFill>
                <a:schemeClr val="bg1"/>
              </a:solidFill>
              <a:effectLst/>
              <a:latin typeface="メイリオ" panose="020B0604030504040204" pitchFamily="50" charset="-128"/>
              <a:ea typeface="メイリオ" panose="020B0604030504040204" pitchFamily="50" charset="-128"/>
            </a:endParaRPr>
          </a:p>
        </p:txBody>
      </p:sp>
      <p:sp>
        <p:nvSpPr>
          <p:cNvPr id="123" name="タイトル 1">
            <a:extLst>
              <a:ext uri="{FF2B5EF4-FFF2-40B4-BE49-F238E27FC236}">
                <a16:creationId xmlns:a16="http://schemas.microsoft.com/office/drawing/2014/main" id="{3B2F40DD-E21D-4126-B485-6DEF490624A0}"/>
              </a:ext>
            </a:extLst>
          </p:cNvPr>
          <p:cNvSpPr txBox="1">
            <a:spLocks/>
          </p:cNvSpPr>
          <p:nvPr/>
        </p:nvSpPr>
        <p:spPr bwMode="auto">
          <a:xfrm>
            <a:off x="631222" y="228600"/>
            <a:ext cx="8642258" cy="50208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rtl="0" fontAlgn="base">
              <a:lnSpc>
                <a:spcPct val="90000"/>
              </a:lnSpc>
              <a:spcBef>
                <a:spcPct val="0"/>
              </a:spcBef>
              <a:spcAft>
                <a:spcPct val="0"/>
              </a:spcAft>
              <a:defRPr kumimoji="1" sz="2000">
                <a:solidFill>
                  <a:schemeClr val="tx2"/>
                </a:solidFill>
                <a:latin typeface="游明朝" panose="02020400000000000000" pitchFamily="18" charset="-128"/>
                <a:ea typeface="游明朝" panose="02020400000000000000" pitchFamily="18" charset="-128"/>
                <a:cs typeface="+mj-cs"/>
              </a:defRPr>
            </a:lvl1pPr>
            <a:lvl2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2pPr>
            <a:lvl3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3pPr>
            <a:lvl4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4pPr>
            <a:lvl5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5pPr>
            <a:lvl6pPr marL="4572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6pPr>
            <a:lvl7pPr marL="9144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7pPr>
            <a:lvl8pPr marL="13716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8pPr>
            <a:lvl9pPr marL="18288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9pPr>
          </a:lstStyle>
          <a:p>
            <a:pPr algn="l"/>
            <a:r>
              <a:rPr lang="ja-JP" altLang="en-US" sz="3000" dirty="0">
                <a:solidFill>
                  <a:schemeClr val="tx1"/>
                </a:solidFill>
                <a:latin typeface="メイリオ" panose="020B0604030504040204" pitchFamily="50" charset="-128"/>
                <a:ea typeface="メイリオ" panose="020B0604030504040204" pitchFamily="50" charset="-128"/>
              </a:rPr>
              <a:t>リードレプリカ</a:t>
            </a:r>
          </a:p>
        </p:txBody>
      </p:sp>
      <p:sp>
        <p:nvSpPr>
          <p:cNvPr id="124" name="コンテンツ プレースホルダー 2">
            <a:extLst>
              <a:ext uri="{FF2B5EF4-FFF2-40B4-BE49-F238E27FC236}">
                <a16:creationId xmlns:a16="http://schemas.microsoft.com/office/drawing/2014/main" id="{83709AB2-F603-441F-9429-A765FC262FD0}"/>
              </a:ext>
            </a:extLst>
          </p:cNvPr>
          <p:cNvSpPr txBox="1">
            <a:spLocks/>
          </p:cNvSpPr>
          <p:nvPr/>
        </p:nvSpPr>
        <p:spPr>
          <a:xfrm>
            <a:off x="631222" y="692696"/>
            <a:ext cx="9002298" cy="325343"/>
          </a:xfrm>
          <a:prstGeom prst="rect">
            <a:avLst/>
          </a:prstGeom>
        </p:spPr>
        <p:txBody>
          <a:bodyPr vert="horz" lIns="74295" tIns="37148" rIns="74295" bIns="37148" rtlCol="0">
            <a:noAutofit/>
          </a:bodyPr>
          <a:lstStyle>
            <a:lvl1pPr marL="228600" indent="-228600" algn="l" defTabSz="914400" rtl="0" eaLnBrk="1" latinLnBrk="0" hangingPunct="1">
              <a:lnSpc>
                <a:spcPct val="90000"/>
              </a:lnSpc>
              <a:spcBef>
                <a:spcPts val="1000"/>
              </a:spcBef>
              <a:buFont typeface="Wingdings 2" pitchFamily="18" charset="2"/>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2" pitchFamily="18" charset="2"/>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2" pitchFamily="18" charset="2"/>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5pPr>
            <a:lvl6pPr marL="25146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6pPr>
            <a:lvl7pPr marL="29718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7pPr>
            <a:lvl8pPr marL="34290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8pPr>
            <a:lvl9pPr marL="38862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9pPr>
          </a:lstStyle>
          <a:p>
            <a:pPr marL="0" indent="0">
              <a:buNone/>
            </a:pPr>
            <a:r>
              <a:rPr lang="ja-JP" altLang="en-US" sz="2400" dirty="0">
                <a:solidFill>
                  <a:srgbClr val="002060"/>
                </a:solidFill>
                <a:latin typeface="メイリオ" panose="020B0604030504040204" pitchFamily="50" charset="-128"/>
                <a:ea typeface="メイリオ" panose="020B0604030504040204" pitchFamily="50" charset="-128"/>
              </a:rPr>
              <a:t>読み取り専用のレプリカを</a:t>
            </a:r>
            <a:r>
              <a:rPr lang="ja-JP" altLang="en-US" sz="2400" dirty="0">
                <a:solidFill>
                  <a:srgbClr val="FF0000"/>
                </a:solidFill>
                <a:latin typeface="メイリオ" panose="020B0604030504040204" pitchFamily="50" charset="-128"/>
                <a:ea typeface="メイリオ" panose="020B0604030504040204" pitchFamily="50" charset="-128"/>
              </a:rPr>
              <a:t>最大</a:t>
            </a:r>
            <a:r>
              <a:rPr lang="en-US" altLang="ja-JP" sz="2400" dirty="0">
                <a:solidFill>
                  <a:srgbClr val="FF0000"/>
                </a:solidFill>
                <a:latin typeface="メイリオ" panose="020B0604030504040204" pitchFamily="50" charset="-128"/>
                <a:ea typeface="メイリオ" panose="020B0604030504040204" pitchFamily="50" charset="-128"/>
              </a:rPr>
              <a:t>15</a:t>
            </a:r>
            <a:r>
              <a:rPr lang="ja-JP" altLang="en-US" sz="2400" dirty="0">
                <a:solidFill>
                  <a:srgbClr val="FF0000"/>
                </a:solidFill>
                <a:latin typeface="メイリオ" panose="020B0604030504040204" pitchFamily="50" charset="-128"/>
                <a:ea typeface="メイリオ" panose="020B0604030504040204" pitchFamily="50" charset="-128"/>
              </a:rPr>
              <a:t>台</a:t>
            </a:r>
            <a:r>
              <a:rPr lang="ja-JP" altLang="en-US" sz="2400" dirty="0">
                <a:solidFill>
                  <a:srgbClr val="002060"/>
                </a:solidFill>
                <a:latin typeface="メイリオ" panose="020B0604030504040204" pitchFamily="50" charset="-128"/>
                <a:ea typeface="メイリオ" panose="020B0604030504040204" pitchFamily="50" charset="-128"/>
              </a:rPr>
              <a:t>設置し、</a:t>
            </a:r>
            <a:r>
              <a:rPr lang="en-US" altLang="ja-JP" sz="2400" dirty="0">
                <a:solidFill>
                  <a:srgbClr val="002060"/>
                </a:solidFill>
                <a:latin typeface="メイリオ" panose="020B0604030504040204" pitchFamily="50" charset="-128"/>
                <a:ea typeface="メイリオ" panose="020B0604030504040204" pitchFamily="50" charset="-128"/>
              </a:rPr>
              <a:t>DB</a:t>
            </a:r>
            <a:r>
              <a:rPr lang="ja-JP" altLang="en-US" sz="2400" dirty="0">
                <a:solidFill>
                  <a:srgbClr val="002060"/>
                </a:solidFill>
                <a:latin typeface="メイリオ" panose="020B0604030504040204" pitchFamily="50" charset="-128"/>
                <a:ea typeface="メイリオ" panose="020B0604030504040204" pitchFamily="50" charset="-128"/>
              </a:rPr>
              <a:t>の読み取り処理をスケールアウトできる。</a:t>
            </a:r>
            <a:endParaRPr lang="en-US" altLang="ja-JP" sz="2400" dirty="0">
              <a:solidFill>
                <a:srgbClr val="002060"/>
              </a:solidFill>
              <a:latin typeface="メイリオ" panose="020B0604030504040204" pitchFamily="50" charset="-128"/>
              <a:ea typeface="メイリオ" panose="020B0604030504040204" pitchFamily="50" charset="-128"/>
            </a:endParaRPr>
          </a:p>
        </p:txBody>
      </p:sp>
      <p:sp>
        <p:nvSpPr>
          <p:cNvPr id="6" name="フローチャート: 磁気ディスク 5">
            <a:extLst>
              <a:ext uri="{FF2B5EF4-FFF2-40B4-BE49-F238E27FC236}">
                <a16:creationId xmlns:a16="http://schemas.microsoft.com/office/drawing/2014/main" id="{60F0C80B-D93F-49E5-B362-6D161BCEA928}"/>
              </a:ext>
            </a:extLst>
          </p:cNvPr>
          <p:cNvSpPr/>
          <p:nvPr/>
        </p:nvSpPr>
        <p:spPr bwMode="auto">
          <a:xfrm>
            <a:off x="2467433" y="2825617"/>
            <a:ext cx="1296144" cy="1206766"/>
          </a:xfrm>
          <a:prstGeom prst="flowChartMagneticDisk">
            <a:avLst/>
          </a:prstGeom>
          <a:solidFill>
            <a:srgbClr val="0070C0"/>
          </a:solidFill>
          <a:ln w="12700" cap="flat" cmpd="sng" algn="ctr">
            <a:solidFill>
              <a:schemeClr val="bg1"/>
            </a:solidFill>
            <a:prstDash val="solid"/>
            <a:round/>
            <a:headEnd type="none" w="med" len="med"/>
            <a:tailEnd type="none" w="med" len="med"/>
          </a:ln>
          <a:effectLst/>
        </p:spPr>
        <p:txBody>
          <a:bodyPr vert="horz" wrap="none" lIns="36000" tIns="36000" rIns="36000" bIns="3600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ja-JP" sz="1800" b="0" i="0" u="none" strike="noStrike" cap="none" normalizeH="0" baseline="0" dirty="0">
                <a:ln>
                  <a:noFill/>
                </a:ln>
                <a:solidFill>
                  <a:schemeClr val="bg1"/>
                </a:solidFill>
                <a:effectLst/>
                <a:latin typeface="メイリオ" panose="020B0604030504040204" pitchFamily="50" charset="-128"/>
                <a:ea typeface="メイリオ" panose="020B0604030504040204" pitchFamily="50" charset="-128"/>
              </a:rPr>
              <a:t>RDS</a:t>
            </a:r>
          </a:p>
          <a:p>
            <a:pPr marL="0" marR="0" indent="0" algn="ctr" defTabSz="914400" rtl="0" eaLnBrk="1" fontAlgn="base" latinLnBrk="0" hangingPunct="1">
              <a:lnSpc>
                <a:spcPct val="100000"/>
              </a:lnSpc>
              <a:spcBef>
                <a:spcPct val="0"/>
              </a:spcBef>
              <a:spcAft>
                <a:spcPct val="0"/>
              </a:spcAft>
              <a:buClrTx/>
              <a:buSzTx/>
              <a:buFontTx/>
              <a:buNone/>
              <a:tabLst/>
            </a:pPr>
            <a:r>
              <a:rPr lang="ja-JP" altLang="en-US" sz="1800" dirty="0">
                <a:solidFill>
                  <a:schemeClr val="bg1"/>
                </a:solidFill>
                <a:latin typeface="メイリオ" panose="020B0604030504040204" pitchFamily="50" charset="-128"/>
                <a:ea typeface="メイリオ" panose="020B0604030504040204" pitchFamily="50" charset="-128"/>
              </a:rPr>
              <a:t>マスター</a:t>
            </a:r>
            <a:endParaRPr kumimoji="1" lang="en-US" altLang="ja-JP" sz="1800" b="0" i="0" u="none" strike="noStrike" cap="none" normalizeH="0" baseline="0" dirty="0">
              <a:ln>
                <a:noFill/>
              </a:ln>
              <a:solidFill>
                <a:schemeClr val="bg1"/>
              </a:solidFill>
              <a:effectLst/>
              <a:latin typeface="メイリオ" panose="020B0604030504040204" pitchFamily="50" charset="-128"/>
              <a:ea typeface="メイリオ" panose="020B0604030504040204" pitchFamily="50" charset="-128"/>
            </a:endParaRPr>
          </a:p>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1800" b="0" i="0" u="none" strike="noStrike" cap="none" normalizeH="0" baseline="0" dirty="0">
              <a:ln>
                <a:noFill/>
              </a:ln>
              <a:solidFill>
                <a:schemeClr val="bg1"/>
              </a:solidFill>
              <a:effectLst/>
              <a:latin typeface="メイリオ" panose="020B0604030504040204" pitchFamily="50" charset="-128"/>
              <a:ea typeface="メイリオ" panose="020B0604030504040204" pitchFamily="50" charset="-128"/>
            </a:endParaRPr>
          </a:p>
        </p:txBody>
      </p:sp>
      <p:sp>
        <p:nvSpPr>
          <p:cNvPr id="8" name="四角形: 角を丸くする 7">
            <a:extLst>
              <a:ext uri="{FF2B5EF4-FFF2-40B4-BE49-F238E27FC236}">
                <a16:creationId xmlns:a16="http://schemas.microsoft.com/office/drawing/2014/main" id="{42345DF3-B0DC-49A9-8CEA-F8096974890C}"/>
              </a:ext>
            </a:extLst>
          </p:cNvPr>
          <p:cNvSpPr/>
          <p:nvPr/>
        </p:nvSpPr>
        <p:spPr bwMode="auto">
          <a:xfrm>
            <a:off x="5258064" y="1916832"/>
            <a:ext cx="3151320" cy="4104456"/>
          </a:xfrm>
          <a:prstGeom prst="roundRect">
            <a:avLst/>
          </a:prstGeom>
          <a:solidFill>
            <a:srgbClr val="FFC000"/>
          </a:solidFill>
          <a:ln w="12700" cap="flat" cmpd="sng" algn="ctr">
            <a:no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ja-JP" sz="2000" b="1" i="0" u="none" strike="noStrike" cap="none" normalizeH="0" baseline="0" dirty="0">
                <a:ln>
                  <a:noFill/>
                </a:ln>
                <a:solidFill>
                  <a:schemeClr val="bg1"/>
                </a:solidFill>
                <a:effectLst/>
                <a:latin typeface="メイリオ" panose="020B0604030504040204" pitchFamily="50" charset="-128"/>
                <a:ea typeface="メイリオ" panose="020B0604030504040204" pitchFamily="50" charset="-128"/>
              </a:rPr>
              <a:t>AZ</a:t>
            </a:r>
            <a:endParaRPr kumimoji="1" lang="ja-JP" altLang="en-US" sz="2000" b="1" i="0" u="none" strike="noStrike" cap="none" normalizeH="0" baseline="0" dirty="0">
              <a:ln>
                <a:noFill/>
              </a:ln>
              <a:solidFill>
                <a:schemeClr val="bg1"/>
              </a:solidFill>
              <a:effectLst/>
              <a:latin typeface="メイリオ" panose="020B0604030504040204" pitchFamily="50" charset="-128"/>
              <a:ea typeface="メイリオ" panose="020B0604030504040204" pitchFamily="50" charset="-128"/>
            </a:endParaRPr>
          </a:p>
        </p:txBody>
      </p:sp>
      <p:sp>
        <p:nvSpPr>
          <p:cNvPr id="9" name="フローチャート: 磁気ディスク 8">
            <a:extLst>
              <a:ext uri="{FF2B5EF4-FFF2-40B4-BE49-F238E27FC236}">
                <a16:creationId xmlns:a16="http://schemas.microsoft.com/office/drawing/2014/main" id="{D5E1DF90-EB3D-4631-96CB-22BF99B8A1BA}"/>
              </a:ext>
            </a:extLst>
          </p:cNvPr>
          <p:cNvSpPr/>
          <p:nvPr/>
        </p:nvSpPr>
        <p:spPr bwMode="auto">
          <a:xfrm>
            <a:off x="6158164" y="2825617"/>
            <a:ext cx="1296144" cy="1206766"/>
          </a:xfrm>
          <a:prstGeom prst="flowChartMagneticDisk">
            <a:avLst/>
          </a:prstGeom>
          <a:solidFill>
            <a:srgbClr val="0070C0"/>
          </a:solidFill>
          <a:ln w="12700" cap="flat" cmpd="sng" algn="ctr">
            <a:solidFill>
              <a:schemeClr val="bg1"/>
            </a:solidFill>
            <a:prstDash val="solid"/>
            <a:round/>
            <a:headEnd type="none" w="med" len="med"/>
            <a:tailEnd type="none" w="med" len="med"/>
          </a:ln>
          <a:effectLst/>
        </p:spPr>
        <p:txBody>
          <a:bodyPr vert="horz" wrap="none" lIns="36000" tIns="36000" rIns="36000" bIns="3600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ja-JP" sz="1800" b="0" i="0" u="none" strike="noStrike" cap="none" normalizeH="0" baseline="0" dirty="0">
                <a:ln>
                  <a:noFill/>
                </a:ln>
                <a:solidFill>
                  <a:schemeClr val="bg1"/>
                </a:solidFill>
                <a:effectLst/>
                <a:latin typeface="メイリオ" panose="020B0604030504040204" pitchFamily="50" charset="-128"/>
                <a:ea typeface="メイリオ" panose="020B0604030504040204" pitchFamily="50" charset="-128"/>
              </a:rPr>
              <a:t>RDS</a:t>
            </a:r>
          </a:p>
          <a:p>
            <a:pPr marL="0" marR="0" indent="0" algn="ctr" defTabSz="914400" rtl="0" eaLnBrk="1" fontAlgn="base" latinLnBrk="0" hangingPunct="1">
              <a:lnSpc>
                <a:spcPct val="100000"/>
              </a:lnSpc>
              <a:spcBef>
                <a:spcPct val="0"/>
              </a:spcBef>
              <a:spcAft>
                <a:spcPct val="0"/>
              </a:spcAft>
              <a:buClrTx/>
              <a:buSzTx/>
              <a:buFontTx/>
              <a:buNone/>
              <a:tabLst/>
            </a:pPr>
            <a:r>
              <a:rPr lang="ja-JP" altLang="en-US" sz="1800" dirty="0">
                <a:solidFill>
                  <a:schemeClr val="bg1"/>
                </a:solidFill>
                <a:latin typeface="メイリオ" panose="020B0604030504040204" pitchFamily="50" charset="-128"/>
                <a:ea typeface="メイリオ" panose="020B0604030504040204" pitchFamily="50" charset="-128"/>
              </a:rPr>
              <a:t>スレーブ</a:t>
            </a:r>
            <a:endParaRPr kumimoji="1" lang="en-US" altLang="ja-JP" sz="1800" b="0" i="0" u="none" strike="noStrike" cap="none" normalizeH="0" baseline="0" dirty="0">
              <a:ln>
                <a:noFill/>
              </a:ln>
              <a:solidFill>
                <a:schemeClr val="bg1"/>
              </a:solidFill>
              <a:effectLst/>
              <a:latin typeface="メイリオ" panose="020B0604030504040204" pitchFamily="50" charset="-128"/>
              <a:ea typeface="メイリオ" panose="020B0604030504040204" pitchFamily="50" charset="-128"/>
            </a:endParaRPr>
          </a:p>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1800" b="0" i="0" u="none" strike="noStrike" cap="none" normalizeH="0" baseline="0" dirty="0">
              <a:ln>
                <a:noFill/>
              </a:ln>
              <a:solidFill>
                <a:schemeClr val="bg1"/>
              </a:solidFill>
              <a:effectLst/>
              <a:latin typeface="メイリオ" panose="020B0604030504040204" pitchFamily="50" charset="-128"/>
              <a:ea typeface="メイリオ" panose="020B0604030504040204" pitchFamily="50" charset="-128"/>
            </a:endParaRPr>
          </a:p>
        </p:txBody>
      </p:sp>
      <p:sp>
        <p:nvSpPr>
          <p:cNvPr id="10" name="フローチャート: 磁気ディスク 9">
            <a:extLst>
              <a:ext uri="{FF2B5EF4-FFF2-40B4-BE49-F238E27FC236}">
                <a16:creationId xmlns:a16="http://schemas.microsoft.com/office/drawing/2014/main" id="{DB573E5A-222B-4236-8FBD-269A8F2CEB76}"/>
              </a:ext>
            </a:extLst>
          </p:cNvPr>
          <p:cNvSpPr/>
          <p:nvPr/>
        </p:nvSpPr>
        <p:spPr bwMode="auto">
          <a:xfrm>
            <a:off x="2153850" y="4653136"/>
            <a:ext cx="864096" cy="1008112"/>
          </a:xfrm>
          <a:prstGeom prst="flowChartMagneticDisk">
            <a:avLst/>
          </a:prstGeom>
          <a:solidFill>
            <a:srgbClr val="0070C0"/>
          </a:solidFill>
          <a:ln w="12700" cap="flat" cmpd="sng" algn="ctr">
            <a:solidFill>
              <a:schemeClr val="bg1"/>
            </a:solidFill>
            <a:prstDash val="solid"/>
            <a:round/>
            <a:headEnd type="none" w="med" len="med"/>
            <a:tailEnd type="none" w="med" len="med"/>
          </a:ln>
          <a:effectLst/>
        </p:spPr>
        <p:txBody>
          <a:bodyPr vert="horz" wrap="none" lIns="36000" tIns="36000" rIns="36000" bIns="3600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ja-JP" altLang="en-US" sz="1200" dirty="0">
                <a:solidFill>
                  <a:schemeClr val="bg1"/>
                </a:solidFill>
                <a:latin typeface="メイリオ" panose="020B0604030504040204" pitchFamily="50" charset="-128"/>
                <a:ea typeface="メイリオ" panose="020B0604030504040204" pitchFamily="50" charset="-128"/>
              </a:rPr>
              <a:t>リード</a:t>
            </a:r>
            <a:endParaRPr lang="en-US" altLang="ja-JP" sz="1200" dirty="0">
              <a:solidFill>
                <a:schemeClr val="bg1"/>
              </a:solidFill>
              <a:latin typeface="メイリオ" panose="020B0604030504040204" pitchFamily="50" charset="-128"/>
              <a:ea typeface="メイリオ" panose="020B0604030504040204" pitchFamily="50" charset="-128"/>
            </a:endParaRPr>
          </a:p>
          <a:p>
            <a:pPr marL="0" marR="0" indent="0" algn="ctr" defTabSz="914400" rtl="0" eaLnBrk="1" fontAlgn="base" latinLnBrk="0" hangingPunct="1">
              <a:lnSpc>
                <a:spcPct val="100000"/>
              </a:lnSpc>
              <a:spcBef>
                <a:spcPct val="0"/>
              </a:spcBef>
              <a:spcAft>
                <a:spcPct val="0"/>
              </a:spcAft>
              <a:buClrTx/>
              <a:buSzTx/>
              <a:buFontTx/>
              <a:buNone/>
              <a:tabLst/>
            </a:pPr>
            <a:r>
              <a:rPr kumimoji="1" lang="ja-JP" altLang="en-US" sz="1200" b="0" i="0" u="none" strike="noStrike" cap="none" normalizeH="0" baseline="0" dirty="0">
                <a:ln>
                  <a:noFill/>
                </a:ln>
                <a:solidFill>
                  <a:schemeClr val="bg1"/>
                </a:solidFill>
                <a:effectLst/>
                <a:latin typeface="メイリオ" panose="020B0604030504040204" pitchFamily="50" charset="-128"/>
                <a:ea typeface="メイリオ" panose="020B0604030504040204" pitchFamily="50" charset="-128"/>
              </a:rPr>
              <a:t>レプリカ</a:t>
            </a:r>
            <a:endParaRPr kumimoji="1" lang="en-US" altLang="ja-JP" sz="1200" b="0" i="0" u="none" strike="noStrike" cap="none" normalizeH="0" baseline="0" dirty="0">
              <a:ln>
                <a:noFill/>
              </a:ln>
              <a:solidFill>
                <a:schemeClr val="bg1"/>
              </a:solidFill>
              <a:effectLst/>
              <a:latin typeface="メイリオ" panose="020B0604030504040204" pitchFamily="50" charset="-128"/>
              <a:ea typeface="メイリオ" panose="020B0604030504040204" pitchFamily="50" charset="-128"/>
            </a:endParaRPr>
          </a:p>
        </p:txBody>
      </p:sp>
      <p:sp>
        <p:nvSpPr>
          <p:cNvPr id="11" name="フローチャート: 磁気ディスク 10">
            <a:extLst>
              <a:ext uri="{FF2B5EF4-FFF2-40B4-BE49-F238E27FC236}">
                <a16:creationId xmlns:a16="http://schemas.microsoft.com/office/drawing/2014/main" id="{6C8759FA-69CA-47E8-BB6C-C3D250F033FC}"/>
              </a:ext>
            </a:extLst>
          </p:cNvPr>
          <p:cNvSpPr/>
          <p:nvPr/>
        </p:nvSpPr>
        <p:spPr bwMode="auto">
          <a:xfrm>
            <a:off x="3224808" y="4653136"/>
            <a:ext cx="864096" cy="1008112"/>
          </a:xfrm>
          <a:prstGeom prst="flowChartMagneticDisk">
            <a:avLst/>
          </a:prstGeom>
          <a:solidFill>
            <a:srgbClr val="0070C0"/>
          </a:solidFill>
          <a:ln w="12700" cap="flat" cmpd="sng" algn="ctr">
            <a:solidFill>
              <a:schemeClr val="bg1"/>
            </a:solidFill>
            <a:prstDash val="solid"/>
            <a:round/>
            <a:headEnd type="none" w="med" len="med"/>
            <a:tailEnd type="none" w="med" len="med"/>
          </a:ln>
          <a:effectLst/>
        </p:spPr>
        <p:txBody>
          <a:bodyPr vert="horz" wrap="none" lIns="36000" tIns="36000" rIns="36000" bIns="36000" numCol="1" rtlCol="0" anchor="t" anchorCtr="0" compatLnSpc="1">
            <a:prstTxWarp prst="textNoShape">
              <a:avLst/>
            </a:prstTxWarp>
          </a:bodyPr>
          <a:lstStyle/>
          <a:p>
            <a:pPr algn="ctr"/>
            <a:r>
              <a:rPr lang="ja-JP" altLang="en-US" sz="1200" dirty="0">
                <a:solidFill>
                  <a:schemeClr val="bg1"/>
                </a:solidFill>
                <a:latin typeface="メイリオ" panose="020B0604030504040204" pitchFamily="50" charset="-128"/>
                <a:ea typeface="メイリオ" panose="020B0604030504040204" pitchFamily="50" charset="-128"/>
              </a:rPr>
              <a:t>リード</a:t>
            </a:r>
            <a:endParaRPr lang="en-US" altLang="ja-JP" sz="1200" dirty="0">
              <a:solidFill>
                <a:schemeClr val="bg1"/>
              </a:solidFill>
              <a:latin typeface="メイリオ" panose="020B0604030504040204" pitchFamily="50" charset="-128"/>
              <a:ea typeface="メイリオ" panose="020B0604030504040204" pitchFamily="50" charset="-128"/>
            </a:endParaRPr>
          </a:p>
          <a:p>
            <a:pPr algn="ctr"/>
            <a:r>
              <a:rPr lang="ja-JP" altLang="en-US" sz="1200" dirty="0">
                <a:solidFill>
                  <a:schemeClr val="bg1"/>
                </a:solidFill>
                <a:latin typeface="メイリオ" panose="020B0604030504040204" pitchFamily="50" charset="-128"/>
                <a:ea typeface="メイリオ" panose="020B0604030504040204" pitchFamily="50" charset="-128"/>
              </a:rPr>
              <a:t>レプリカ</a:t>
            </a:r>
            <a:endParaRPr lang="en-US" altLang="ja-JP" sz="1200" dirty="0">
              <a:solidFill>
                <a:schemeClr val="bg1"/>
              </a:solidFill>
              <a:latin typeface="メイリオ" panose="020B0604030504040204" pitchFamily="50" charset="-128"/>
              <a:ea typeface="メイリオ" panose="020B0604030504040204" pitchFamily="50" charset="-128"/>
            </a:endParaRPr>
          </a:p>
        </p:txBody>
      </p:sp>
      <p:sp>
        <p:nvSpPr>
          <p:cNvPr id="12" name="フローチャート: 磁気ディスク 11">
            <a:extLst>
              <a:ext uri="{FF2B5EF4-FFF2-40B4-BE49-F238E27FC236}">
                <a16:creationId xmlns:a16="http://schemas.microsoft.com/office/drawing/2014/main" id="{B317B3E3-1922-4F0E-9CEF-23923F9A4859}"/>
              </a:ext>
            </a:extLst>
          </p:cNvPr>
          <p:cNvSpPr/>
          <p:nvPr/>
        </p:nvSpPr>
        <p:spPr bwMode="auto">
          <a:xfrm>
            <a:off x="5754250" y="4653136"/>
            <a:ext cx="864096" cy="1008112"/>
          </a:xfrm>
          <a:prstGeom prst="flowChartMagneticDisk">
            <a:avLst/>
          </a:prstGeom>
          <a:solidFill>
            <a:srgbClr val="0070C0"/>
          </a:solidFill>
          <a:ln w="12700" cap="flat" cmpd="sng" algn="ctr">
            <a:solidFill>
              <a:schemeClr val="bg1"/>
            </a:solidFill>
            <a:prstDash val="solid"/>
            <a:round/>
            <a:headEnd type="none" w="med" len="med"/>
            <a:tailEnd type="none" w="med" len="med"/>
          </a:ln>
          <a:effectLst/>
        </p:spPr>
        <p:txBody>
          <a:bodyPr vert="horz" wrap="none" lIns="36000" tIns="36000" rIns="36000" bIns="36000" numCol="1" rtlCol="0" anchor="t" anchorCtr="0" compatLnSpc="1">
            <a:prstTxWarp prst="textNoShape">
              <a:avLst/>
            </a:prstTxWarp>
          </a:bodyPr>
          <a:lstStyle/>
          <a:p>
            <a:pPr algn="ctr"/>
            <a:r>
              <a:rPr lang="ja-JP" altLang="en-US" sz="1200" dirty="0">
                <a:solidFill>
                  <a:schemeClr val="bg1"/>
                </a:solidFill>
                <a:latin typeface="メイリオ" panose="020B0604030504040204" pitchFamily="50" charset="-128"/>
                <a:ea typeface="メイリオ" panose="020B0604030504040204" pitchFamily="50" charset="-128"/>
              </a:rPr>
              <a:t>リード</a:t>
            </a:r>
            <a:endParaRPr lang="en-US" altLang="ja-JP" sz="1200" dirty="0">
              <a:solidFill>
                <a:schemeClr val="bg1"/>
              </a:solidFill>
              <a:latin typeface="メイリオ" panose="020B0604030504040204" pitchFamily="50" charset="-128"/>
              <a:ea typeface="メイリオ" panose="020B0604030504040204" pitchFamily="50" charset="-128"/>
            </a:endParaRPr>
          </a:p>
          <a:p>
            <a:pPr algn="ctr"/>
            <a:r>
              <a:rPr lang="ja-JP" altLang="en-US" sz="1200" dirty="0">
                <a:solidFill>
                  <a:schemeClr val="bg1"/>
                </a:solidFill>
                <a:latin typeface="メイリオ" panose="020B0604030504040204" pitchFamily="50" charset="-128"/>
                <a:ea typeface="メイリオ" panose="020B0604030504040204" pitchFamily="50" charset="-128"/>
              </a:rPr>
              <a:t>レプリカ</a:t>
            </a:r>
            <a:endParaRPr lang="en-US" altLang="ja-JP" sz="1200" dirty="0">
              <a:solidFill>
                <a:schemeClr val="bg1"/>
              </a:solidFill>
              <a:latin typeface="メイリオ" panose="020B0604030504040204" pitchFamily="50" charset="-128"/>
              <a:ea typeface="メイリオ" panose="020B0604030504040204" pitchFamily="50" charset="-128"/>
            </a:endParaRPr>
          </a:p>
        </p:txBody>
      </p:sp>
      <p:sp>
        <p:nvSpPr>
          <p:cNvPr id="13" name="フローチャート: 磁気ディスク 12">
            <a:extLst>
              <a:ext uri="{FF2B5EF4-FFF2-40B4-BE49-F238E27FC236}">
                <a16:creationId xmlns:a16="http://schemas.microsoft.com/office/drawing/2014/main" id="{0769F7EE-088D-4EF7-B950-96C9FF05CA0C}"/>
              </a:ext>
            </a:extLst>
          </p:cNvPr>
          <p:cNvSpPr/>
          <p:nvPr/>
        </p:nvSpPr>
        <p:spPr bwMode="auto">
          <a:xfrm>
            <a:off x="6825208" y="4653136"/>
            <a:ext cx="864096" cy="1008112"/>
          </a:xfrm>
          <a:prstGeom prst="flowChartMagneticDisk">
            <a:avLst/>
          </a:prstGeom>
          <a:solidFill>
            <a:srgbClr val="0070C0"/>
          </a:solidFill>
          <a:ln w="12700" cap="flat" cmpd="sng" algn="ctr">
            <a:solidFill>
              <a:schemeClr val="bg1"/>
            </a:solidFill>
            <a:prstDash val="solid"/>
            <a:round/>
            <a:headEnd type="none" w="med" len="med"/>
            <a:tailEnd type="none" w="med" len="med"/>
          </a:ln>
          <a:effectLst/>
        </p:spPr>
        <p:txBody>
          <a:bodyPr vert="horz" wrap="none" lIns="36000" tIns="36000" rIns="36000" bIns="36000" numCol="1" rtlCol="0" anchor="t" anchorCtr="0" compatLnSpc="1">
            <a:prstTxWarp prst="textNoShape">
              <a:avLst/>
            </a:prstTxWarp>
          </a:bodyPr>
          <a:lstStyle/>
          <a:p>
            <a:pPr algn="ctr"/>
            <a:r>
              <a:rPr lang="ja-JP" altLang="en-US" sz="1200" dirty="0">
                <a:solidFill>
                  <a:schemeClr val="bg1"/>
                </a:solidFill>
                <a:latin typeface="メイリオ" panose="020B0604030504040204" pitchFamily="50" charset="-128"/>
                <a:ea typeface="メイリオ" panose="020B0604030504040204" pitchFamily="50" charset="-128"/>
              </a:rPr>
              <a:t>リード</a:t>
            </a:r>
            <a:endParaRPr lang="en-US" altLang="ja-JP" sz="1200" dirty="0">
              <a:solidFill>
                <a:schemeClr val="bg1"/>
              </a:solidFill>
              <a:latin typeface="メイリオ" panose="020B0604030504040204" pitchFamily="50" charset="-128"/>
              <a:ea typeface="メイリオ" panose="020B0604030504040204" pitchFamily="50" charset="-128"/>
            </a:endParaRPr>
          </a:p>
          <a:p>
            <a:pPr algn="ctr"/>
            <a:r>
              <a:rPr lang="ja-JP" altLang="en-US" sz="1200" dirty="0">
                <a:solidFill>
                  <a:schemeClr val="bg1"/>
                </a:solidFill>
                <a:latin typeface="メイリオ" panose="020B0604030504040204" pitchFamily="50" charset="-128"/>
                <a:ea typeface="メイリオ" panose="020B0604030504040204" pitchFamily="50" charset="-128"/>
              </a:rPr>
              <a:t>レプリカ</a:t>
            </a:r>
            <a:endParaRPr lang="en-US" altLang="ja-JP" sz="1200" dirty="0">
              <a:solidFill>
                <a:schemeClr val="bg1"/>
              </a:solidFill>
              <a:latin typeface="メイリオ" panose="020B0604030504040204" pitchFamily="50" charset="-128"/>
              <a:ea typeface="メイリオ" panose="020B0604030504040204" pitchFamily="50" charset="-128"/>
            </a:endParaRPr>
          </a:p>
        </p:txBody>
      </p:sp>
      <p:cxnSp>
        <p:nvCxnSpPr>
          <p:cNvPr id="14" name="直線矢印コネクタ 13">
            <a:extLst>
              <a:ext uri="{FF2B5EF4-FFF2-40B4-BE49-F238E27FC236}">
                <a16:creationId xmlns:a16="http://schemas.microsoft.com/office/drawing/2014/main" id="{1420129F-6937-4C40-B922-DE59DB873860}"/>
              </a:ext>
            </a:extLst>
          </p:cNvPr>
          <p:cNvCxnSpPr/>
          <p:nvPr/>
        </p:nvCxnSpPr>
        <p:spPr bwMode="auto">
          <a:xfrm>
            <a:off x="3763577" y="3429000"/>
            <a:ext cx="2394587" cy="0"/>
          </a:xfrm>
          <a:prstGeom prst="straightConnector1">
            <a:avLst/>
          </a:prstGeom>
          <a:noFill/>
          <a:ln w="73025" cap="flat" cmpd="sng" algn="ctr">
            <a:solidFill>
              <a:srgbClr val="FF0000"/>
            </a:solidFill>
            <a:prstDash val="solid"/>
            <a:round/>
            <a:headEnd type="none" w="med" len="med"/>
            <a:tailEnd type="triangle"/>
          </a:ln>
          <a:effectLst/>
        </p:spPr>
      </p:cxnSp>
      <p:cxnSp>
        <p:nvCxnSpPr>
          <p:cNvPr id="15" name="直線矢印コネクタ 14">
            <a:extLst>
              <a:ext uri="{FF2B5EF4-FFF2-40B4-BE49-F238E27FC236}">
                <a16:creationId xmlns:a16="http://schemas.microsoft.com/office/drawing/2014/main" id="{36918444-0766-43D0-A814-CA8BAE56A31A}"/>
              </a:ext>
            </a:extLst>
          </p:cNvPr>
          <p:cNvCxnSpPr>
            <a:cxnSpLocks/>
            <a:stCxn id="6" idx="3"/>
            <a:endCxn id="10" idx="1"/>
          </p:cNvCxnSpPr>
          <p:nvPr/>
        </p:nvCxnSpPr>
        <p:spPr bwMode="auto">
          <a:xfrm flipH="1">
            <a:off x="2585898" y="4032383"/>
            <a:ext cx="529607" cy="620753"/>
          </a:xfrm>
          <a:prstGeom prst="straightConnector1">
            <a:avLst/>
          </a:prstGeom>
          <a:noFill/>
          <a:ln w="73025" cap="flat" cmpd="sng" algn="ctr">
            <a:solidFill>
              <a:srgbClr val="FF0000"/>
            </a:solidFill>
            <a:prstDash val="solid"/>
            <a:round/>
            <a:headEnd type="none" w="med" len="med"/>
            <a:tailEnd type="triangle"/>
          </a:ln>
          <a:effectLst/>
        </p:spPr>
      </p:cxnSp>
      <p:cxnSp>
        <p:nvCxnSpPr>
          <p:cNvPr id="18" name="直線矢印コネクタ 17">
            <a:extLst>
              <a:ext uri="{FF2B5EF4-FFF2-40B4-BE49-F238E27FC236}">
                <a16:creationId xmlns:a16="http://schemas.microsoft.com/office/drawing/2014/main" id="{589EA1B5-7F94-4435-906A-AF1F28F693F7}"/>
              </a:ext>
            </a:extLst>
          </p:cNvPr>
          <p:cNvCxnSpPr>
            <a:cxnSpLocks/>
            <a:stCxn id="6" idx="3"/>
            <a:endCxn id="11" idx="1"/>
          </p:cNvCxnSpPr>
          <p:nvPr/>
        </p:nvCxnSpPr>
        <p:spPr bwMode="auto">
          <a:xfrm>
            <a:off x="3115505" y="4032383"/>
            <a:ext cx="541351" cy="620753"/>
          </a:xfrm>
          <a:prstGeom prst="straightConnector1">
            <a:avLst/>
          </a:prstGeom>
          <a:noFill/>
          <a:ln w="73025" cap="flat" cmpd="sng" algn="ctr">
            <a:solidFill>
              <a:srgbClr val="FF0000"/>
            </a:solidFill>
            <a:prstDash val="solid"/>
            <a:round/>
            <a:headEnd type="none" w="med" len="med"/>
            <a:tailEnd type="triangle"/>
          </a:ln>
          <a:effectLst/>
        </p:spPr>
      </p:cxnSp>
      <p:cxnSp>
        <p:nvCxnSpPr>
          <p:cNvPr id="21" name="直線矢印コネクタ 20">
            <a:extLst>
              <a:ext uri="{FF2B5EF4-FFF2-40B4-BE49-F238E27FC236}">
                <a16:creationId xmlns:a16="http://schemas.microsoft.com/office/drawing/2014/main" id="{5DF87C26-4937-406E-A6E4-08D53F024234}"/>
              </a:ext>
            </a:extLst>
          </p:cNvPr>
          <p:cNvCxnSpPr>
            <a:cxnSpLocks/>
            <a:stCxn id="6" idx="3"/>
            <a:endCxn id="12" idx="1"/>
          </p:cNvCxnSpPr>
          <p:nvPr/>
        </p:nvCxnSpPr>
        <p:spPr bwMode="auto">
          <a:xfrm>
            <a:off x="3115505" y="4032383"/>
            <a:ext cx="3070793" cy="620753"/>
          </a:xfrm>
          <a:prstGeom prst="straightConnector1">
            <a:avLst/>
          </a:prstGeom>
          <a:noFill/>
          <a:ln w="73025" cap="flat" cmpd="sng" algn="ctr">
            <a:solidFill>
              <a:srgbClr val="FF0000"/>
            </a:solidFill>
            <a:prstDash val="solid"/>
            <a:round/>
            <a:headEnd type="none" w="med" len="med"/>
            <a:tailEnd type="triangle"/>
          </a:ln>
          <a:effectLst/>
        </p:spPr>
      </p:cxnSp>
      <p:cxnSp>
        <p:nvCxnSpPr>
          <p:cNvPr id="24" name="直線矢印コネクタ 23">
            <a:extLst>
              <a:ext uri="{FF2B5EF4-FFF2-40B4-BE49-F238E27FC236}">
                <a16:creationId xmlns:a16="http://schemas.microsoft.com/office/drawing/2014/main" id="{716D83DE-116E-43C8-A310-42EC4DED8403}"/>
              </a:ext>
            </a:extLst>
          </p:cNvPr>
          <p:cNvCxnSpPr>
            <a:cxnSpLocks/>
            <a:stCxn id="6" idx="3"/>
            <a:endCxn id="13" idx="1"/>
          </p:cNvCxnSpPr>
          <p:nvPr/>
        </p:nvCxnSpPr>
        <p:spPr bwMode="auto">
          <a:xfrm>
            <a:off x="3115505" y="4032383"/>
            <a:ext cx="4141751" cy="620753"/>
          </a:xfrm>
          <a:prstGeom prst="straightConnector1">
            <a:avLst/>
          </a:prstGeom>
          <a:noFill/>
          <a:ln w="73025" cap="flat" cmpd="sng" algn="ctr">
            <a:solidFill>
              <a:srgbClr val="FF0000"/>
            </a:solidFill>
            <a:prstDash val="solid"/>
            <a:round/>
            <a:headEnd type="none" w="med" len="med"/>
            <a:tailEnd type="triangle"/>
          </a:ln>
          <a:effectLst/>
        </p:spPr>
      </p:cxnSp>
      <p:sp>
        <p:nvSpPr>
          <p:cNvPr id="27" name="正方形/長方形 26">
            <a:extLst>
              <a:ext uri="{FF2B5EF4-FFF2-40B4-BE49-F238E27FC236}">
                <a16:creationId xmlns:a16="http://schemas.microsoft.com/office/drawing/2014/main" id="{DA000291-5E8F-4E1A-9A8A-322D9FAED959}"/>
              </a:ext>
            </a:extLst>
          </p:cNvPr>
          <p:cNvSpPr/>
          <p:nvPr/>
        </p:nvSpPr>
        <p:spPr>
          <a:xfrm>
            <a:off x="3906200" y="2844225"/>
            <a:ext cx="2307042" cy="584775"/>
          </a:xfrm>
          <a:prstGeom prst="rect">
            <a:avLst/>
          </a:prstGeom>
        </p:spPr>
        <p:txBody>
          <a:bodyPr wrap="none">
            <a:spAutoFit/>
          </a:bodyPr>
          <a:lstStyle/>
          <a:p>
            <a:r>
              <a:rPr lang="ja-JP" altLang="en-US" b="1" dirty="0">
                <a:latin typeface="メイリオ" panose="020B0604030504040204" pitchFamily="50" charset="-128"/>
                <a:ea typeface="メイリオ" panose="020B0604030504040204" pitchFamily="50" charset="-128"/>
              </a:rPr>
              <a:t>同期レプリケーション</a:t>
            </a:r>
            <a:endParaRPr lang="en-US" altLang="ja-JP" b="1" dirty="0">
              <a:latin typeface="メイリオ" panose="020B0604030504040204" pitchFamily="50" charset="-128"/>
              <a:ea typeface="メイリオ" panose="020B0604030504040204" pitchFamily="50" charset="-128"/>
            </a:endParaRPr>
          </a:p>
          <a:p>
            <a:r>
              <a:rPr lang="ja-JP" altLang="en-US" b="1" dirty="0">
                <a:latin typeface="メイリオ" panose="020B0604030504040204" pitchFamily="50" charset="-128"/>
                <a:ea typeface="メイリオ" panose="020B0604030504040204" pitchFamily="50" charset="-128"/>
              </a:rPr>
              <a:t>自動フェイルオーバー </a:t>
            </a:r>
            <a:endParaRPr lang="en-US" altLang="ja-JP" b="1" dirty="0">
              <a:latin typeface="メイリオ" panose="020B0604030504040204" pitchFamily="50" charset="-128"/>
              <a:ea typeface="メイリオ" panose="020B0604030504040204" pitchFamily="50" charset="-128"/>
            </a:endParaRPr>
          </a:p>
        </p:txBody>
      </p:sp>
      <p:sp>
        <p:nvSpPr>
          <p:cNvPr id="28" name="正方形/長方形 27">
            <a:extLst>
              <a:ext uri="{FF2B5EF4-FFF2-40B4-BE49-F238E27FC236}">
                <a16:creationId xmlns:a16="http://schemas.microsoft.com/office/drawing/2014/main" id="{36B712B3-CE9C-4007-84F4-09D08E94E49D}"/>
              </a:ext>
            </a:extLst>
          </p:cNvPr>
          <p:cNvSpPr/>
          <p:nvPr/>
        </p:nvSpPr>
        <p:spPr>
          <a:xfrm>
            <a:off x="2454883" y="4108721"/>
            <a:ext cx="2441694" cy="338554"/>
          </a:xfrm>
          <a:prstGeom prst="rect">
            <a:avLst/>
          </a:prstGeom>
        </p:spPr>
        <p:txBody>
          <a:bodyPr wrap="none">
            <a:spAutoFit/>
          </a:bodyPr>
          <a:lstStyle/>
          <a:p>
            <a:r>
              <a:rPr lang="ja-JP" altLang="en-US" b="1" dirty="0">
                <a:latin typeface="メイリオ" panose="020B0604030504040204" pitchFamily="50" charset="-128"/>
                <a:ea typeface="メイリオ" panose="020B0604030504040204" pitchFamily="50" charset="-128"/>
              </a:rPr>
              <a:t>非同期レプリケーション</a:t>
            </a:r>
            <a:endParaRPr lang="en-US" altLang="ja-JP" b="1" dirty="0">
              <a:latin typeface="メイリオ" panose="020B0604030504040204" pitchFamily="50" charset="-128"/>
              <a:ea typeface="メイリオ" panose="020B0604030504040204" pitchFamily="50" charset="-128"/>
            </a:endParaRPr>
          </a:p>
        </p:txBody>
      </p:sp>
      <p:sp>
        <p:nvSpPr>
          <p:cNvPr id="3" name="矢印: 下 2">
            <a:extLst>
              <a:ext uri="{FF2B5EF4-FFF2-40B4-BE49-F238E27FC236}">
                <a16:creationId xmlns:a16="http://schemas.microsoft.com/office/drawing/2014/main" id="{AFE8DF43-838B-8A79-3C04-37398F3DFD86}"/>
              </a:ext>
            </a:extLst>
          </p:cNvPr>
          <p:cNvSpPr/>
          <p:nvPr/>
        </p:nvSpPr>
        <p:spPr bwMode="auto">
          <a:xfrm rot="16200000">
            <a:off x="1695278" y="2920593"/>
            <a:ext cx="433495" cy="1039090"/>
          </a:xfrm>
          <a:prstGeom prst="downArrow">
            <a:avLst/>
          </a:prstGeom>
          <a:solidFill>
            <a:schemeClr val="accent2"/>
          </a:solidFill>
          <a:ln w="12700" cap="flat" cmpd="sng" algn="ctr">
            <a:solidFill>
              <a:schemeClr val="accent2"/>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ja-JP" altLang="en-US" sz="1600" b="0" i="0" u="none" strike="noStrike" cap="none" normalizeH="0" baseline="0">
              <a:ln>
                <a:noFill/>
              </a:ln>
              <a:solidFill>
                <a:schemeClr val="tx1"/>
              </a:solidFill>
              <a:effectLst/>
              <a:latin typeface="ＭＳ Ｐゴシック" pitchFamily="50" charset="-128"/>
              <a:ea typeface="ＭＳ Ｐゴシック" pitchFamily="50" charset="-128"/>
            </a:endParaRPr>
          </a:p>
        </p:txBody>
      </p:sp>
      <p:sp>
        <p:nvSpPr>
          <p:cNvPr id="4" name="矢印: 下 3">
            <a:extLst>
              <a:ext uri="{FF2B5EF4-FFF2-40B4-BE49-F238E27FC236}">
                <a16:creationId xmlns:a16="http://schemas.microsoft.com/office/drawing/2014/main" id="{FE911D45-8BCC-7758-B935-49C462BA5F56}"/>
              </a:ext>
            </a:extLst>
          </p:cNvPr>
          <p:cNvSpPr/>
          <p:nvPr/>
        </p:nvSpPr>
        <p:spPr bwMode="auto">
          <a:xfrm rot="16200000">
            <a:off x="1536478" y="4685282"/>
            <a:ext cx="433495" cy="801249"/>
          </a:xfrm>
          <a:prstGeom prst="downArrow">
            <a:avLst/>
          </a:prstGeom>
          <a:solidFill>
            <a:schemeClr val="accent2"/>
          </a:solidFill>
          <a:ln w="12700" cap="flat" cmpd="sng" algn="ctr">
            <a:solidFill>
              <a:schemeClr val="accent2"/>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ja-JP" altLang="en-US" sz="1600" b="0" i="0" u="none" strike="noStrike" cap="none" normalizeH="0" baseline="0">
              <a:ln>
                <a:noFill/>
              </a:ln>
              <a:solidFill>
                <a:schemeClr val="tx1"/>
              </a:solidFill>
              <a:effectLst/>
              <a:latin typeface="ＭＳ Ｐゴシック" pitchFamily="50" charset="-128"/>
              <a:ea typeface="ＭＳ Ｐゴシック" pitchFamily="50" charset="-128"/>
            </a:endParaRPr>
          </a:p>
        </p:txBody>
      </p:sp>
      <p:sp>
        <p:nvSpPr>
          <p:cNvPr id="2" name="四角形: 角を丸くする 1">
            <a:extLst>
              <a:ext uri="{FF2B5EF4-FFF2-40B4-BE49-F238E27FC236}">
                <a16:creationId xmlns:a16="http://schemas.microsoft.com/office/drawing/2014/main" id="{23DE044F-3AD9-DE6B-427B-765569B95C5C}"/>
              </a:ext>
            </a:extLst>
          </p:cNvPr>
          <p:cNvSpPr/>
          <p:nvPr/>
        </p:nvSpPr>
        <p:spPr bwMode="auto">
          <a:xfrm>
            <a:off x="251304" y="4728937"/>
            <a:ext cx="1101296" cy="716287"/>
          </a:xfrm>
          <a:prstGeom prst="roundRect">
            <a:avLst/>
          </a:prstGeom>
          <a:solidFill>
            <a:schemeClr val="accent2">
              <a:lumMod val="20000"/>
              <a:lumOff val="80000"/>
            </a:schemeClr>
          </a:solidFill>
          <a:ln w="12700" cap="flat" cmpd="sng" algn="ctr">
            <a:solidFill>
              <a:schemeClr val="tx1"/>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ja-JP" altLang="en-US" sz="1200" b="0"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rPr>
              <a:t>レポート</a:t>
            </a:r>
            <a:endParaRPr kumimoji="1" lang="en-US" altLang="ja-JP" sz="1200" b="0"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endParaRPr>
          </a:p>
          <a:p>
            <a:pPr marL="0" marR="0" indent="0" algn="ctr" defTabSz="914400" rtl="0" eaLnBrk="1" fontAlgn="base" latinLnBrk="0" hangingPunct="1">
              <a:lnSpc>
                <a:spcPct val="100000"/>
              </a:lnSpc>
              <a:spcBef>
                <a:spcPct val="0"/>
              </a:spcBef>
              <a:spcAft>
                <a:spcPct val="0"/>
              </a:spcAft>
              <a:buClrTx/>
              <a:buSzTx/>
              <a:buFontTx/>
              <a:buNone/>
              <a:tabLst/>
            </a:pPr>
            <a:r>
              <a:rPr kumimoji="1" lang="ja-JP" altLang="en-US" sz="1200" b="0"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rPr>
              <a:t>機能</a:t>
            </a:r>
          </a:p>
        </p:txBody>
      </p:sp>
      <p:sp>
        <p:nvSpPr>
          <p:cNvPr id="5" name="四角形: 角を丸くする 4">
            <a:extLst>
              <a:ext uri="{FF2B5EF4-FFF2-40B4-BE49-F238E27FC236}">
                <a16:creationId xmlns:a16="http://schemas.microsoft.com/office/drawing/2014/main" id="{14E24731-6EC8-BE60-2BDC-EEF509D2A351}"/>
              </a:ext>
            </a:extLst>
          </p:cNvPr>
          <p:cNvSpPr/>
          <p:nvPr/>
        </p:nvSpPr>
        <p:spPr bwMode="auto">
          <a:xfrm>
            <a:off x="251304" y="3136612"/>
            <a:ext cx="1101296" cy="716287"/>
          </a:xfrm>
          <a:prstGeom prst="roundRect">
            <a:avLst/>
          </a:prstGeom>
          <a:solidFill>
            <a:schemeClr val="accent2">
              <a:lumMod val="20000"/>
              <a:lumOff val="80000"/>
            </a:schemeClr>
          </a:solidFill>
          <a:ln w="12700" cap="flat" cmpd="sng" algn="ctr">
            <a:solidFill>
              <a:schemeClr val="tx1"/>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ja-JP" altLang="en-US" sz="1200" b="0"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rPr>
              <a:t>業務データ</a:t>
            </a:r>
            <a:endParaRPr kumimoji="1" lang="en-US" altLang="ja-JP" sz="1200" b="0"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endParaRPr>
          </a:p>
          <a:p>
            <a:pPr marL="0" marR="0" indent="0" algn="ctr" defTabSz="914400" rtl="0" eaLnBrk="1" fontAlgn="base" latinLnBrk="0" hangingPunct="1">
              <a:lnSpc>
                <a:spcPct val="100000"/>
              </a:lnSpc>
              <a:spcBef>
                <a:spcPct val="0"/>
              </a:spcBef>
              <a:spcAft>
                <a:spcPct val="0"/>
              </a:spcAft>
              <a:buClrTx/>
              <a:buSzTx/>
              <a:buFontTx/>
              <a:buNone/>
              <a:tabLst/>
            </a:pPr>
            <a:r>
              <a:rPr kumimoji="1" lang="ja-JP" altLang="en-US" sz="1200" b="0"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rPr>
              <a:t>処理</a:t>
            </a:r>
          </a:p>
        </p:txBody>
      </p:sp>
    </p:spTree>
    <p:extLst>
      <p:ext uri="{BB962C8B-B14F-4D97-AF65-F5344CB8AC3E}">
        <p14:creationId xmlns:p14="http://schemas.microsoft.com/office/powerpoint/2010/main" val="3856822594"/>
      </p:ext>
    </p:extLst>
  </p:cSld>
  <p:clrMapOvr>
    <a:masterClrMapping/>
  </p:clrMapOvr>
  <p:transition advTm="39027"/>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タイトル 1">
            <a:extLst>
              <a:ext uri="{FF2B5EF4-FFF2-40B4-BE49-F238E27FC236}">
                <a16:creationId xmlns:a16="http://schemas.microsoft.com/office/drawing/2014/main" id="{48F80BE1-D063-4240-BFC7-C8D243720250}"/>
              </a:ext>
            </a:extLst>
          </p:cNvPr>
          <p:cNvSpPr txBox="1">
            <a:spLocks/>
          </p:cNvSpPr>
          <p:nvPr/>
        </p:nvSpPr>
        <p:spPr bwMode="auto">
          <a:xfrm>
            <a:off x="631222" y="201863"/>
            <a:ext cx="8642258" cy="50208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rtl="0" fontAlgn="base">
              <a:lnSpc>
                <a:spcPct val="90000"/>
              </a:lnSpc>
              <a:spcBef>
                <a:spcPct val="0"/>
              </a:spcBef>
              <a:spcAft>
                <a:spcPct val="0"/>
              </a:spcAft>
              <a:defRPr kumimoji="1" sz="2000">
                <a:solidFill>
                  <a:schemeClr val="tx2"/>
                </a:solidFill>
                <a:latin typeface="游明朝" panose="02020400000000000000" pitchFamily="18" charset="-128"/>
                <a:ea typeface="游明朝" panose="02020400000000000000" pitchFamily="18" charset="-128"/>
                <a:cs typeface="+mj-cs"/>
              </a:defRPr>
            </a:lvl1pPr>
            <a:lvl2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2pPr>
            <a:lvl3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3pPr>
            <a:lvl4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4pPr>
            <a:lvl5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5pPr>
            <a:lvl6pPr marL="4572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6pPr>
            <a:lvl7pPr marL="9144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7pPr>
            <a:lvl8pPr marL="13716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8pPr>
            <a:lvl9pPr marL="18288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9pPr>
          </a:lstStyle>
          <a:p>
            <a:pPr algn="l"/>
            <a:r>
              <a:rPr kumimoji="0" lang="ja-JP" altLang="en-US" sz="3200" dirty="0">
                <a:solidFill>
                  <a:srgbClr val="000000"/>
                </a:solidFill>
                <a:latin typeface="メイリオ" pitchFamily="50" charset="-128"/>
                <a:ea typeface="メイリオ" pitchFamily="50" charset="-128"/>
                <a:cs typeface="メイリオ" pitchFamily="50" charset="-128"/>
              </a:rPr>
              <a:t>クロスリージョンの構成</a:t>
            </a:r>
            <a:endParaRPr lang="en-US" altLang="ja-JP" sz="3000" dirty="0">
              <a:latin typeface="メイリオ" panose="020B0604030504040204" pitchFamily="50" charset="-128"/>
              <a:ea typeface="メイリオ" panose="020B0604030504040204" pitchFamily="50" charset="-128"/>
            </a:endParaRPr>
          </a:p>
        </p:txBody>
      </p:sp>
      <p:sp>
        <p:nvSpPr>
          <p:cNvPr id="2" name="コンテンツ プレースホルダー 2">
            <a:extLst>
              <a:ext uri="{FF2B5EF4-FFF2-40B4-BE49-F238E27FC236}">
                <a16:creationId xmlns:a16="http://schemas.microsoft.com/office/drawing/2014/main" id="{FDC11051-22C8-4440-9498-E0A1A3C851DA}"/>
              </a:ext>
            </a:extLst>
          </p:cNvPr>
          <p:cNvSpPr txBox="1">
            <a:spLocks/>
          </p:cNvSpPr>
          <p:nvPr/>
        </p:nvSpPr>
        <p:spPr>
          <a:xfrm>
            <a:off x="631222" y="799401"/>
            <a:ext cx="8858282" cy="325343"/>
          </a:xfrm>
          <a:prstGeom prst="rect">
            <a:avLst/>
          </a:prstGeom>
        </p:spPr>
        <p:txBody>
          <a:bodyPr vert="horz" lIns="74295" tIns="37148" rIns="74295" bIns="37148" rtlCol="0">
            <a:noAutofit/>
          </a:bodyPr>
          <a:lstStyle>
            <a:lvl1pPr marL="228600" indent="-228600" algn="l" defTabSz="914400" rtl="0" eaLnBrk="1" latinLnBrk="0" hangingPunct="1">
              <a:lnSpc>
                <a:spcPct val="90000"/>
              </a:lnSpc>
              <a:spcBef>
                <a:spcPts val="1000"/>
              </a:spcBef>
              <a:buFont typeface="Wingdings 2" pitchFamily="18" charset="2"/>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2" pitchFamily="18" charset="2"/>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2" pitchFamily="18" charset="2"/>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5pPr>
            <a:lvl6pPr marL="25146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6pPr>
            <a:lvl7pPr marL="29718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7pPr>
            <a:lvl8pPr marL="34290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8pPr>
            <a:lvl9pPr marL="38862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9pPr>
          </a:lstStyle>
          <a:p>
            <a:pPr marL="0" indent="0">
              <a:buNone/>
            </a:pPr>
            <a:r>
              <a:rPr lang="ja-JP" altLang="en-US" sz="2400" dirty="0">
                <a:solidFill>
                  <a:srgbClr val="002060"/>
                </a:solidFill>
                <a:latin typeface="メイリオ" panose="020B0604030504040204" pitchFamily="50" charset="-128"/>
                <a:ea typeface="メイリオ" panose="020B0604030504040204" pitchFamily="50" charset="-128"/>
              </a:rPr>
              <a:t>クロスリージョンでリードレプリカを構成することも可能</a:t>
            </a:r>
            <a:endParaRPr lang="en-US" altLang="ja-JP" sz="2400" dirty="0">
              <a:solidFill>
                <a:srgbClr val="002060"/>
              </a:solidFill>
              <a:latin typeface="メイリオ" panose="020B0604030504040204" pitchFamily="50" charset="-128"/>
              <a:ea typeface="メイリオ" panose="020B0604030504040204" pitchFamily="50" charset="-128"/>
            </a:endParaRPr>
          </a:p>
        </p:txBody>
      </p:sp>
      <p:pic>
        <p:nvPicPr>
          <p:cNvPr id="3" name="図 2">
            <a:extLst>
              <a:ext uri="{FF2B5EF4-FFF2-40B4-BE49-F238E27FC236}">
                <a16:creationId xmlns:a16="http://schemas.microsoft.com/office/drawing/2014/main" id="{1B78A719-0747-7C2B-A9C1-9FC3F17BBC0B}"/>
              </a:ext>
            </a:extLst>
          </p:cNvPr>
          <p:cNvPicPr>
            <a:picLocks noChangeAspect="1"/>
          </p:cNvPicPr>
          <p:nvPr/>
        </p:nvPicPr>
        <p:blipFill>
          <a:blip r:embed="rId3"/>
          <a:stretch>
            <a:fillRect/>
          </a:stretch>
        </p:blipFill>
        <p:spPr>
          <a:xfrm>
            <a:off x="758648" y="2132856"/>
            <a:ext cx="5076336" cy="3049421"/>
          </a:xfrm>
          <a:prstGeom prst="rect">
            <a:avLst/>
          </a:prstGeom>
        </p:spPr>
      </p:pic>
      <p:sp>
        <p:nvSpPr>
          <p:cNvPr id="4" name="四角形: 角を丸くする 3">
            <a:extLst>
              <a:ext uri="{FF2B5EF4-FFF2-40B4-BE49-F238E27FC236}">
                <a16:creationId xmlns:a16="http://schemas.microsoft.com/office/drawing/2014/main" id="{F5F9D105-DFE3-6B00-35BB-1768990739EA}"/>
              </a:ext>
            </a:extLst>
          </p:cNvPr>
          <p:cNvSpPr/>
          <p:nvPr/>
        </p:nvSpPr>
        <p:spPr bwMode="auto">
          <a:xfrm>
            <a:off x="488504" y="1628800"/>
            <a:ext cx="5688632" cy="3672408"/>
          </a:xfrm>
          <a:prstGeom prst="roundRect">
            <a:avLst/>
          </a:prstGeom>
          <a:noFill/>
          <a:ln w="12700" cap="flat" cmpd="sng" algn="ctr">
            <a:solidFill>
              <a:schemeClr val="tx1"/>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ja-JP" altLang="en-US" sz="1600" b="1"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rPr>
              <a:t>東京リージョン</a:t>
            </a:r>
          </a:p>
        </p:txBody>
      </p:sp>
      <p:sp>
        <p:nvSpPr>
          <p:cNvPr id="5" name="四角形: 角を丸くする 4">
            <a:extLst>
              <a:ext uri="{FF2B5EF4-FFF2-40B4-BE49-F238E27FC236}">
                <a16:creationId xmlns:a16="http://schemas.microsoft.com/office/drawing/2014/main" id="{F720AAFB-3373-20F2-000A-C203939028DB}"/>
              </a:ext>
            </a:extLst>
          </p:cNvPr>
          <p:cNvSpPr/>
          <p:nvPr/>
        </p:nvSpPr>
        <p:spPr bwMode="auto">
          <a:xfrm>
            <a:off x="6447279" y="1628800"/>
            <a:ext cx="2775823" cy="3672408"/>
          </a:xfrm>
          <a:prstGeom prst="roundRect">
            <a:avLst/>
          </a:prstGeom>
          <a:noFill/>
          <a:ln w="12700" cap="flat" cmpd="sng" algn="ctr">
            <a:solidFill>
              <a:schemeClr val="tx1"/>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ja-JP" altLang="en-US" b="1" dirty="0">
                <a:latin typeface="メイリオ" panose="020B0604030504040204" pitchFamily="50" charset="-128"/>
                <a:ea typeface="メイリオ" panose="020B0604030504040204" pitchFamily="50" charset="-128"/>
              </a:rPr>
              <a:t>シンガポール</a:t>
            </a:r>
            <a:r>
              <a:rPr kumimoji="1" lang="ja-JP" altLang="en-US" sz="1600" b="1"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rPr>
              <a:t>リージョン</a:t>
            </a:r>
          </a:p>
        </p:txBody>
      </p:sp>
      <p:sp>
        <p:nvSpPr>
          <p:cNvPr id="7" name="四角形: 角を丸くする 6">
            <a:extLst>
              <a:ext uri="{FF2B5EF4-FFF2-40B4-BE49-F238E27FC236}">
                <a16:creationId xmlns:a16="http://schemas.microsoft.com/office/drawing/2014/main" id="{79870E49-2311-E8E0-8954-EE4FD7DFD171}"/>
              </a:ext>
            </a:extLst>
          </p:cNvPr>
          <p:cNvSpPr/>
          <p:nvPr/>
        </p:nvSpPr>
        <p:spPr bwMode="auto">
          <a:xfrm>
            <a:off x="6753200" y="2132856"/>
            <a:ext cx="2160240" cy="2952328"/>
          </a:xfrm>
          <a:prstGeom prst="roundRect">
            <a:avLst/>
          </a:prstGeom>
          <a:solidFill>
            <a:srgbClr val="FFC000"/>
          </a:solidFill>
          <a:ln w="12700" cap="flat" cmpd="sng" algn="ctr">
            <a:no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ja-JP" b="1" i="0" u="none" strike="noStrike" cap="none" normalizeH="0" baseline="0" dirty="0">
                <a:ln>
                  <a:noFill/>
                </a:ln>
                <a:solidFill>
                  <a:schemeClr val="bg1"/>
                </a:solidFill>
                <a:effectLst/>
                <a:latin typeface="メイリオ" panose="020B0604030504040204" pitchFamily="50" charset="-128"/>
                <a:ea typeface="メイリオ" panose="020B0604030504040204" pitchFamily="50" charset="-128"/>
              </a:rPr>
              <a:t>AZ</a:t>
            </a:r>
            <a:endParaRPr kumimoji="1" lang="ja-JP" altLang="en-US" b="1" i="0" u="none" strike="noStrike" cap="none" normalizeH="0" baseline="0" dirty="0">
              <a:ln>
                <a:noFill/>
              </a:ln>
              <a:solidFill>
                <a:schemeClr val="bg1"/>
              </a:solidFill>
              <a:effectLst/>
              <a:latin typeface="メイリオ" panose="020B0604030504040204" pitchFamily="50" charset="-128"/>
              <a:ea typeface="メイリオ" panose="020B0604030504040204" pitchFamily="50" charset="-128"/>
            </a:endParaRPr>
          </a:p>
        </p:txBody>
      </p:sp>
      <p:sp>
        <p:nvSpPr>
          <p:cNvPr id="8" name="フローチャート: 磁気ディスク 7">
            <a:extLst>
              <a:ext uri="{FF2B5EF4-FFF2-40B4-BE49-F238E27FC236}">
                <a16:creationId xmlns:a16="http://schemas.microsoft.com/office/drawing/2014/main" id="{663FB043-540B-841A-E4D7-4859E88191B6}"/>
              </a:ext>
            </a:extLst>
          </p:cNvPr>
          <p:cNvSpPr/>
          <p:nvPr/>
        </p:nvSpPr>
        <p:spPr bwMode="auto">
          <a:xfrm>
            <a:off x="7401272" y="4149080"/>
            <a:ext cx="648072" cy="759662"/>
          </a:xfrm>
          <a:prstGeom prst="flowChartMagneticDisk">
            <a:avLst/>
          </a:prstGeom>
          <a:solidFill>
            <a:srgbClr val="0070C0"/>
          </a:solidFill>
          <a:ln w="12700" cap="flat" cmpd="sng" algn="ctr">
            <a:solidFill>
              <a:schemeClr val="bg1"/>
            </a:solidFill>
            <a:prstDash val="solid"/>
            <a:round/>
            <a:headEnd type="none" w="med" len="med"/>
            <a:tailEnd type="none" w="med" len="med"/>
          </a:ln>
          <a:effectLst/>
        </p:spPr>
        <p:txBody>
          <a:bodyPr vert="horz" wrap="none" lIns="36000" tIns="36000" rIns="36000" bIns="36000" numCol="1" rtlCol="0" anchor="t" anchorCtr="0" compatLnSpc="1">
            <a:prstTxWarp prst="textNoShape">
              <a:avLst/>
            </a:prstTxWarp>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リード</a:t>
            </a:r>
            <a:endParaRPr lang="en-US" altLang="ja-JP" sz="1000" dirty="0">
              <a:solidFill>
                <a:schemeClr val="bg1"/>
              </a:solidFill>
              <a:latin typeface="メイリオ" panose="020B0604030504040204" pitchFamily="50" charset="-128"/>
              <a:ea typeface="メイリオ" panose="020B0604030504040204" pitchFamily="50" charset="-128"/>
            </a:endParaRPr>
          </a:p>
          <a:p>
            <a:pPr algn="ctr"/>
            <a:r>
              <a:rPr lang="ja-JP" altLang="en-US" sz="1000" dirty="0">
                <a:solidFill>
                  <a:schemeClr val="bg1"/>
                </a:solidFill>
                <a:latin typeface="メイリオ" panose="020B0604030504040204" pitchFamily="50" charset="-128"/>
                <a:ea typeface="メイリオ" panose="020B0604030504040204" pitchFamily="50" charset="-128"/>
              </a:rPr>
              <a:t>レプリカ</a:t>
            </a:r>
            <a:endParaRPr lang="en-US" altLang="ja-JP" sz="1000" dirty="0">
              <a:solidFill>
                <a:schemeClr val="bg1"/>
              </a:solidFill>
              <a:latin typeface="メイリオ" panose="020B0604030504040204" pitchFamily="50" charset="-128"/>
              <a:ea typeface="メイリオ" panose="020B0604030504040204" pitchFamily="50" charset="-128"/>
            </a:endParaRPr>
          </a:p>
        </p:txBody>
      </p:sp>
      <p:cxnSp>
        <p:nvCxnSpPr>
          <p:cNvPr id="9" name="直線矢印コネクタ 8">
            <a:extLst>
              <a:ext uri="{FF2B5EF4-FFF2-40B4-BE49-F238E27FC236}">
                <a16:creationId xmlns:a16="http://schemas.microsoft.com/office/drawing/2014/main" id="{F267FB6B-EC13-CCCB-25D1-49EBB73A5786}"/>
              </a:ext>
            </a:extLst>
          </p:cNvPr>
          <p:cNvCxnSpPr>
            <a:cxnSpLocks/>
          </p:cNvCxnSpPr>
          <p:nvPr/>
        </p:nvCxnSpPr>
        <p:spPr bwMode="auto">
          <a:xfrm>
            <a:off x="2360712" y="3429000"/>
            <a:ext cx="5112568" cy="1008112"/>
          </a:xfrm>
          <a:prstGeom prst="straightConnector1">
            <a:avLst/>
          </a:prstGeom>
          <a:noFill/>
          <a:ln w="73025" cap="flat" cmpd="sng" algn="ctr">
            <a:solidFill>
              <a:srgbClr val="FF0000"/>
            </a:solidFill>
            <a:prstDash val="solid"/>
            <a:round/>
            <a:headEnd type="none" w="med" len="med"/>
            <a:tailEnd type="triangle"/>
          </a:ln>
          <a:effectLst/>
        </p:spPr>
      </p:cxnSp>
      <p:sp>
        <p:nvSpPr>
          <p:cNvPr id="11" name="フローチャート: 磁気ディスク 10">
            <a:extLst>
              <a:ext uri="{FF2B5EF4-FFF2-40B4-BE49-F238E27FC236}">
                <a16:creationId xmlns:a16="http://schemas.microsoft.com/office/drawing/2014/main" id="{E8CB6212-EF02-24C5-D0E2-AFB22D790AE6}"/>
              </a:ext>
            </a:extLst>
          </p:cNvPr>
          <p:cNvSpPr/>
          <p:nvPr/>
        </p:nvSpPr>
        <p:spPr bwMode="auto">
          <a:xfrm>
            <a:off x="2467433" y="2825617"/>
            <a:ext cx="1296144" cy="1206766"/>
          </a:xfrm>
          <a:prstGeom prst="flowChartMagneticDisk">
            <a:avLst/>
          </a:prstGeom>
          <a:solidFill>
            <a:srgbClr val="0070C0"/>
          </a:solidFill>
          <a:ln w="12700" cap="flat" cmpd="sng" algn="ctr">
            <a:solidFill>
              <a:schemeClr val="bg1"/>
            </a:solidFill>
            <a:prstDash val="solid"/>
            <a:round/>
            <a:headEnd type="none" w="med" len="med"/>
            <a:tailEnd type="none" w="med" len="med"/>
          </a:ln>
          <a:effectLst/>
        </p:spPr>
        <p:txBody>
          <a:bodyPr vert="horz" wrap="none" lIns="36000" tIns="36000" rIns="36000" bIns="3600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ja-JP" sz="1800" b="0" i="0" u="none" strike="noStrike" cap="none" normalizeH="0" baseline="0" dirty="0">
                <a:ln>
                  <a:noFill/>
                </a:ln>
                <a:solidFill>
                  <a:schemeClr val="bg1"/>
                </a:solidFill>
                <a:effectLst/>
                <a:latin typeface="メイリオ" panose="020B0604030504040204" pitchFamily="50" charset="-128"/>
                <a:ea typeface="メイリオ" panose="020B0604030504040204" pitchFamily="50" charset="-128"/>
              </a:rPr>
              <a:t>RDS</a:t>
            </a:r>
          </a:p>
          <a:p>
            <a:pPr marL="0" marR="0" indent="0" algn="ctr" defTabSz="914400" rtl="0" eaLnBrk="1" fontAlgn="base" latinLnBrk="0" hangingPunct="1">
              <a:lnSpc>
                <a:spcPct val="100000"/>
              </a:lnSpc>
              <a:spcBef>
                <a:spcPct val="0"/>
              </a:spcBef>
              <a:spcAft>
                <a:spcPct val="0"/>
              </a:spcAft>
              <a:buClrTx/>
              <a:buSzTx/>
              <a:buFontTx/>
              <a:buNone/>
              <a:tabLst/>
            </a:pPr>
            <a:r>
              <a:rPr lang="ja-JP" altLang="en-US" sz="1800" dirty="0">
                <a:solidFill>
                  <a:schemeClr val="bg1"/>
                </a:solidFill>
                <a:latin typeface="メイリオ" panose="020B0604030504040204" pitchFamily="50" charset="-128"/>
                <a:ea typeface="メイリオ" panose="020B0604030504040204" pitchFamily="50" charset="-128"/>
              </a:rPr>
              <a:t>マスター</a:t>
            </a:r>
            <a:endParaRPr kumimoji="1" lang="en-US" altLang="ja-JP" sz="1800" b="0" i="0" u="none" strike="noStrike" cap="none" normalizeH="0" baseline="0" dirty="0">
              <a:ln>
                <a:noFill/>
              </a:ln>
              <a:solidFill>
                <a:schemeClr val="bg1"/>
              </a:solidFill>
              <a:effectLst/>
              <a:latin typeface="メイリオ" panose="020B0604030504040204" pitchFamily="50" charset="-128"/>
              <a:ea typeface="メイリオ" panose="020B0604030504040204" pitchFamily="50" charset="-128"/>
            </a:endParaRPr>
          </a:p>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1800" b="0" i="0" u="none" strike="noStrike" cap="none" normalizeH="0" baseline="0" dirty="0">
              <a:ln>
                <a:noFill/>
              </a:ln>
              <a:solidFill>
                <a:schemeClr val="bg1"/>
              </a:solidFill>
              <a:effectLst/>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558495719"/>
      </p:ext>
    </p:extLst>
  </p:cSld>
  <p:clrMapOvr>
    <a:masterClrMapping/>
  </p:clrMapOvr>
  <mc:AlternateContent xmlns:mc="http://schemas.openxmlformats.org/markup-compatibility/2006" xmlns:p14="http://schemas.microsoft.com/office/powerpoint/2010/main">
    <mc:Choice Requires="p14">
      <p:transition spd="slow" p14:dur="2000" advTm="33544"/>
    </mc:Choice>
    <mc:Fallback xmlns="">
      <p:transition spd="slow" advTm="33544"/>
    </mc:Fallback>
  </mc:AlternateContent>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タイトル 1">
            <a:extLst>
              <a:ext uri="{FF2B5EF4-FFF2-40B4-BE49-F238E27FC236}">
                <a16:creationId xmlns:a16="http://schemas.microsoft.com/office/drawing/2014/main" id="{48F80BE1-D063-4240-BFC7-C8D243720250}"/>
              </a:ext>
            </a:extLst>
          </p:cNvPr>
          <p:cNvSpPr txBox="1">
            <a:spLocks/>
          </p:cNvSpPr>
          <p:nvPr/>
        </p:nvSpPr>
        <p:spPr bwMode="auto">
          <a:xfrm>
            <a:off x="631222" y="201863"/>
            <a:ext cx="8642258" cy="50208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rtl="0" fontAlgn="base">
              <a:lnSpc>
                <a:spcPct val="90000"/>
              </a:lnSpc>
              <a:spcBef>
                <a:spcPct val="0"/>
              </a:spcBef>
              <a:spcAft>
                <a:spcPct val="0"/>
              </a:spcAft>
              <a:defRPr kumimoji="1" sz="2000">
                <a:solidFill>
                  <a:schemeClr val="tx2"/>
                </a:solidFill>
                <a:latin typeface="游明朝" panose="02020400000000000000" pitchFamily="18" charset="-128"/>
                <a:ea typeface="游明朝" panose="02020400000000000000" pitchFamily="18" charset="-128"/>
                <a:cs typeface="+mj-cs"/>
              </a:defRPr>
            </a:lvl1pPr>
            <a:lvl2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2pPr>
            <a:lvl3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3pPr>
            <a:lvl4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4pPr>
            <a:lvl5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5pPr>
            <a:lvl6pPr marL="4572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6pPr>
            <a:lvl7pPr marL="9144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7pPr>
            <a:lvl8pPr marL="13716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8pPr>
            <a:lvl9pPr marL="18288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9pPr>
          </a:lstStyle>
          <a:p>
            <a:pPr algn="l"/>
            <a:r>
              <a:rPr kumimoji="0" lang="ja-JP" altLang="en-US" sz="3200" dirty="0">
                <a:solidFill>
                  <a:srgbClr val="000000"/>
                </a:solidFill>
                <a:latin typeface="メイリオ" pitchFamily="50" charset="-128"/>
                <a:ea typeface="メイリオ" pitchFamily="50" charset="-128"/>
                <a:cs typeface="メイリオ" pitchFamily="50" charset="-128"/>
              </a:rPr>
              <a:t>クロスリージョンの構成</a:t>
            </a:r>
            <a:endParaRPr lang="en-US" altLang="ja-JP" sz="3000" dirty="0">
              <a:latin typeface="メイリオ" panose="020B0604030504040204" pitchFamily="50" charset="-128"/>
              <a:ea typeface="メイリオ" panose="020B0604030504040204" pitchFamily="50" charset="-128"/>
            </a:endParaRPr>
          </a:p>
        </p:txBody>
      </p:sp>
      <p:sp>
        <p:nvSpPr>
          <p:cNvPr id="2" name="コンテンツ プレースホルダー 2">
            <a:extLst>
              <a:ext uri="{FF2B5EF4-FFF2-40B4-BE49-F238E27FC236}">
                <a16:creationId xmlns:a16="http://schemas.microsoft.com/office/drawing/2014/main" id="{FDC11051-22C8-4440-9498-E0A1A3C851DA}"/>
              </a:ext>
            </a:extLst>
          </p:cNvPr>
          <p:cNvSpPr txBox="1">
            <a:spLocks/>
          </p:cNvSpPr>
          <p:nvPr/>
        </p:nvSpPr>
        <p:spPr>
          <a:xfrm>
            <a:off x="631222" y="799401"/>
            <a:ext cx="8858282" cy="325343"/>
          </a:xfrm>
          <a:prstGeom prst="rect">
            <a:avLst/>
          </a:prstGeom>
        </p:spPr>
        <p:txBody>
          <a:bodyPr vert="horz" lIns="74295" tIns="37148" rIns="74295" bIns="37148" rtlCol="0">
            <a:noAutofit/>
          </a:bodyPr>
          <a:lstStyle>
            <a:lvl1pPr marL="228600" indent="-228600" algn="l" defTabSz="914400" rtl="0" eaLnBrk="1" latinLnBrk="0" hangingPunct="1">
              <a:lnSpc>
                <a:spcPct val="90000"/>
              </a:lnSpc>
              <a:spcBef>
                <a:spcPts val="1000"/>
              </a:spcBef>
              <a:buFont typeface="Wingdings 2" pitchFamily="18" charset="2"/>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2" pitchFamily="18" charset="2"/>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2" pitchFamily="18" charset="2"/>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5pPr>
            <a:lvl6pPr marL="25146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6pPr>
            <a:lvl7pPr marL="29718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7pPr>
            <a:lvl8pPr marL="34290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8pPr>
            <a:lvl9pPr marL="38862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9pPr>
          </a:lstStyle>
          <a:p>
            <a:pPr marL="0" indent="0">
              <a:buNone/>
            </a:pPr>
            <a:r>
              <a:rPr lang="ja-JP" altLang="en-US" sz="2400" dirty="0">
                <a:solidFill>
                  <a:srgbClr val="002060"/>
                </a:solidFill>
                <a:latin typeface="メイリオ" panose="020B0604030504040204" pitchFamily="50" charset="-128"/>
                <a:ea typeface="メイリオ" panose="020B0604030504040204" pitchFamily="50" charset="-128"/>
              </a:rPr>
              <a:t>クロスリージョンでリードレプリカを構成することも可能</a:t>
            </a:r>
            <a:endParaRPr lang="en-US" altLang="ja-JP" sz="2400" dirty="0">
              <a:solidFill>
                <a:srgbClr val="002060"/>
              </a:solidFill>
              <a:latin typeface="メイリオ" panose="020B0604030504040204" pitchFamily="50" charset="-128"/>
              <a:ea typeface="メイリオ" panose="020B0604030504040204" pitchFamily="50" charset="-128"/>
            </a:endParaRPr>
          </a:p>
        </p:txBody>
      </p:sp>
      <p:pic>
        <p:nvPicPr>
          <p:cNvPr id="3" name="図 2">
            <a:extLst>
              <a:ext uri="{FF2B5EF4-FFF2-40B4-BE49-F238E27FC236}">
                <a16:creationId xmlns:a16="http://schemas.microsoft.com/office/drawing/2014/main" id="{1B78A719-0747-7C2B-A9C1-9FC3F17BBC0B}"/>
              </a:ext>
            </a:extLst>
          </p:cNvPr>
          <p:cNvPicPr>
            <a:picLocks noChangeAspect="1"/>
          </p:cNvPicPr>
          <p:nvPr/>
        </p:nvPicPr>
        <p:blipFill>
          <a:blip r:embed="rId3"/>
          <a:stretch>
            <a:fillRect/>
          </a:stretch>
        </p:blipFill>
        <p:spPr>
          <a:xfrm>
            <a:off x="758648" y="2132856"/>
            <a:ext cx="5076336" cy="3049421"/>
          </a:xfrm>
          <a:prstGeom prst="rect">
            <a:avLst/>
          </a:prstGeom>
        </p:spPr>
      </p:pic>
      <p:sp>
        <p:nvSpPr>
          <p:cNvPr id="4" name="四角形: 角を丸くする 3">
            <a:extLst>
              <a:ext uri="{FF2B5EF4-FFF2-40B4-BE49-F238E27FC236}">
                <a16:creationId xmlns:a16="http://schemas.microsoft.com/office/drawing/2014/main" id="{F5F9D105-DFE3-6B00-35BB-1768990739EA}"/>
              </a:ext>
            </a:extLst>
          </p:cNvPr>
          <p:cNvSpPr/>
          <p:nvPr/>
        </p:nvSpPr>
        <p:spPr bwMode="auto">
          <a:xfrm>
            <a:off x="488504" y="1628800"/>
            <a:ext cx="5688632" cy="3672408"/>
          </a:xfrm>
          <a:prstGeom prst="roundRect">
            <a:avLst/>
          </a:prstGeom>
          <a:noFill/>
          <a:ln w="12700" cap="flat" cmpd="sng" algn="ctr">
            <a:solidFill>
              <a:schemeClr val="tx1"/>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ja-JP" altLang="en-US" sz="1600" b="1"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rPr>
              <a:t>東京リージョン</a:t>
            </a:r>
          </a:p>
        </p:txBody>
      </p:sp>
      <p:sp>
        <p:nvSpPr>
          <p:cNvPr id="5" name="四角形: 角を丸くする 4">
            <a:extLst>
              <a:ext uri="{FF2B5EF4-FFF2-40B4-BE49-F238E27FC236}">
                <a16:creationId xmlns:a16="http://schemas.microsoft.com/office/drawing/2014/main" id="{F720AAFB-3373-20F2-000A-C203939028DB}"/>
              </a:ext>
            </a:extLst>
          </p:cNvPr>
          <p:cNvSpPr/>
          <p:nvPr/>
        </p:nvSpPr>
        <p:spPr bwMode="auto">
          <a:xfrm>
            <a:off x="6447279" y="1628800"/>
            <a:ext cx="2775823" cy="3672408"/>
          </a:xfrm>
          <a:prstGeom prst="roundRect">
            <a:avLst/>
          </a:prstGeom>
          <a:noFill/>
          <a:ln w="12700" cap="flat" cmpd="sng" algn="ctr">
            <a:solidFill>
              <a:schemeClr val="tx1"/>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ja-JP" altLang="en-US" b="1" dirty="0">
                <a:latin typeface="メイリオ" panose="020B0604030504040204" pitchFamily="50" charset="-128"/>
                <a:ea typeface="メイリオ" panose="020B0604030504040204" pitchFamily="50" charset="-128"/>
              </a:rPr>
              <a:t>シンガポール</a:t>
            </a:r>
            <a:r>
              <a:rPr kumimoji="1" lang="ja-JP" altLang="en-US" sz="1600" b="1"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rPr>
              <a:t>リージョン</a:t>
            </a:r>
          </a:p>
        </p:txBody>
      </p:sp>
      <p:sp>
        <p:nvSpPr>
          <p:cNvPr id="7" name="四角形: 角を丸くする 6">
            <a:extLst>
              <a:ext uri="{FF2B5EF4-FFF2-40B4-BE49-F238E27FC236}">
                <a16:creationId xmlns:a16="http://schemas.microsoft.com/office/drawing/2014/main" id="{79870E49-2311-E8E0-8954-EE4FD7DFD171}"/>
              </a:ext>
            </a:extLst>
          </p:cNvPr>
          <p:cNvSpPr/>
          <p:nvPr/>
        </p:nvSpPr>
        <p:spPr bwMode="auto">
          <a:xfrm>
            <a:off x="6753200" y="2132856"/>
            <a:ext cx="2160240" cy="2952328"/>
          </a:xfrm>
          <a:prstGeom prst="roundRect">
            <a:avLst/>
          </a:prstGeom>
          <a:solidFill>
            <a:srgbClr val="FFC000"/>
          </a:solidFill>
          <a:ln w="12700" cap="flat" cmpd="sng" algn="ctr">
            <a:no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ja-JP" b="1" i="0" u="none" strike="noStrike" cap="none" normalizeH="0" baseline="0" dirty="0">
                <a:ln>
                  <a:noFill/>
                </a:ln>
                <a:solidFill>
                  <a:schemeClr val="bg1"/>
                </a:solidFill>
                <a:effectLst/>
                <a:latin typeface="メイリオ" panose="020B0604030504040204" pitchFamily="50" charset="-128"/>
                <a:ea typeface="メイリオ" panose="020B0604030504040204" pitchFamily="50" charset="-128"/>
              </a:rPr>
              <a:t>AZ</a:t>
            </a:r>
            <a:endParaRPr kumimoji="1" lang="ja-JP" altLang="en-US" b="1" i="0" u="none" strike="noStrike" cap="none" normalizeH="0" baseline="0" dirty="0">
              <a:ln>
                <a:noFill/>
              </a:ln>
              <a:solidFill>
                <a:schemeClr val="bg1"/>
              </a:solidFill>
              <a:effectLst/>
              <a:latin typeface="メイリオ" panose="020B0604030504040204" pitchFamily="50" charset="-128"/>
              <a:ea typeface="メイリオ" panose="020B0604030504040204" pitchFamily="50" charset="-128"/>
            </a:endParaRPr>
          </a:p>
        </p:txBody>
      </p:sp>
      <p:sp>
        <p:nvSpPr>
          <p:cNvPr id="8" name="フローチャート: 磁気ディスク 7">
            <a:extLst>
              <a:ext uri="{FF2B5EF4-FFF2-40B4-BE49-F238E27FC236}">
                <a16:creationId xmlns:a16="http://schemas.microsoft.com/office/drawing/2014/main" id="{663FB043-540B-841A-E4D7-4859E88191B6}"/>
              </a:ext>
            </a:extLst>
          </p:cNvPr>
          <p:cNvSpPr/>
          <p:nvPr/>
        </p:nvSpPr>
        <p:spPr bwMode="auto">
          <a:xfrm>
            <a:off x="7401272" y="4149080"/>
            <a:ext cx="648072" cy="759662"/>
          </a:xfrm>
          <a:prstGeom prst="flowChartMagneticDisk">
            <a:avLst/>
          </a:prstGeom>
          <a:solidFill>
            <a:srgbClr val="0070C0"/>
          </a:solidFill>
          <a:ln w="12700" cap="flat" cmpd="sng" algn="ctr">
            <a:solidFill>
              <a:schemeClr val="bg1"/>
            </a:solidFill>
            <a:prstDash val="solid"/>
            <a:round/>
            <a:headEnd type="none" w="med" len="med"/>
            <a:tailEnd type="none" w="med" len="med"/>
          </a:ln>
          <a:effectLst/>
        </p:spPr>
        <p:txBody>
          <a:bodyPr vert="horz" wrap="none" lIns="36000" tIns="36000" rIns="36000" bIns="36000" numCol="1" rtlCol="0" anchor="t" anchorCtr="0" compatLnSpc="1">
            <a:prstTxWarp prst="textNoShape">
              <a:avLst/>
            </a:prstTxWarp>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リード</a:t>
            </a:r>
            <a:endParaRPr lang="en-US" altLang="ja-JP" sz="1000" dirty="0">
              <a:solidFill>
                <a:schemeClr val="bg1"/>
              </a:solidFill>
              <a:latin typeface="メイリオ" panose="020B0604030504040204" pitchFamily="50" charset="-128"/>
              <a:ea typeface="メイリオ" panose="020B0604030504040204" pitchFamily="50" charset="-128"/>
            </a:endParaRPr>
          </a:p>
          <a:p>
            <a:pPr algn="ctr"/>
            <a:r>
              <a:rPr lang="ja-JP" altLang="en-US" sz="1000" dirty="0">
                <a:solidFill>
                  <a:schemeClr val="bg1"/>
                </a:solidFill>
                <a:latin typeface="メイリオ" panose="020B0604030504040204" pitchFamily="50" charset="-128"/>
                <a:ea typeface="メイリオ" panose="020B0604030504040204" pitchFamily="50" charset="-128"/>
              </a:rPr>
              <a:t>レプリカ</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6" name="フローチャート: 磁気ディスク 5">
            <a:extLst>
              <a:ext uri="{FF2B5EF4-FFF2-40B4-BE49-F238E27FC236}">
                <a16:creationId xmlns:a16="http://schemas.microsoft.com/office/drawing/2014/main" id="{59147E48-1995-3B29-22BA-1BBFE9B70C69}"/>
              </a:ext>
            </a:extLst>
          </p:cNvPr>
          <p:cNvSpPr/>
          <p:nvPr/>
        </p:nvSpPr>
        <p:spPr bwMode="auto">
          <a:xfrm>
            <a:off x="7185248" y="2730563"/>
            <a:ext cx="1080120" cy="820092"/>
          </a:xfrm>
          <a:prstGeom prst="flowChartMagneticDisk">
            <a:avLst/>
          </a:prstGeom>
          <a:solidFill>
            <a:srgbClr val="0070C0"/>
          </a:solidFill>
          <a:ln w="12700" cap="flat" cmpd="sng" algn="ctr">
            <a:solidFill>
              <a:schemeClr val="bg1"/>
            </a:solidFill>
            <a:prstDash val="solid"/>
            <a:round/>
            <a:headEnd type="none" w="med" len="med"/>
            <a:tailEnd type="none" w="med" len="med"/>
          </a:ln>
          <a:effectLst/>
        </p:spPr>
        <p:txBody>
          <a:bodyPr vert="horz" wrap="none" lIns="36000" tIns="36000" rIns="36000" bIns="3600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ja-JP" sz="1400" b="0" i="0" u="none" strike="noStrike" cap="none" normalizeH="0" baseline="0" dirty="0">
                <a:ln>
                  <a:noFill/>
                </a:ln>
                <a:solidFill>
                  <a:schemeClr val="bg1"/>
                </a:solidFill>
                <a:effectLst/>
                <a:latin typeface="メイリオ" panose="020B0604030504040204" pitchFamily="50" charset="-128"/>
                <a:ea typeface="メイリオ" panose="020B0604030504040204" pitchFamily="50" charset="-128"/>
              </a:rPr>
              <a:t>RDS</a:t>
            </a:r>
          </a:p>
          <a:p>
            <a:pPr marL="0" marR="0" indent="0" algn="ctr" defTabSz="914400" rtl="0" eaLnBrk="1" fontAlgn="base" latinLnBrk="0" hangingPunct="1">
              <a:lnSpc>
                <a:spcPct val="100000"/>
              </a:lnSpc>
              <a:spcBef>
                <a:spcPct val="0"/>
              </a:spcBef>
              <a:spcAft>
                <a:spcPct val="0"/>
              </a:spcAft>
              <a:buClrTx/>
              <a:buSzTx/>
              <a:buFontTx/>
              <a:buNone/>
              <a:tabLst/>
            </a:pPr>
            <a:r>
              <a:rPr lang="ja-JP" altLang="en-US" sz="1400" dirty="0">
                <a:solidFill>
                  <a:schemeClr val="bg1"/>
                </a:solidFill>
                <a:latin typeface="メイリオ" panose="020B0604030504040204" pitchFamily="50" charset="-128"/>
                <a:ea typeface="メイリオ" panose="020B0604030504040204" pitchFamily="50" charset="-128"/>
              </a:rPr>
              <a:t>マスター</a:t>
            </a:r>
            <a:endParaRPr kumimoji="1" lang="en-US" altLang="ja-JP" sz="1400" b="0" i="0" u="none" strike="noStrike" cap="none" normalizeH="0" baseline="0" dirty="0">
              <a:ln>
                <a:noFill/>
              </a:ln>
              <a:solidFill>
                <a:schemeClr val="bg1"/>
              </a:solidFill>
              <a:effectLst/>
              <a:latin typeface="メイリオ" panose="020B0604030504040204" pitchFamily="50" charset="-128"/>
              <a:ea typeface="メイリオ" panose="020B0604030504040204" pitchFamily="50" charset="-128"/>
            </a:endParaRPr>
          </a:p>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1400" b="0" i="0" u="none" strike="noStrike" cap="none" normalizeH="0" baseline="0" dirty="0">
              <a:ln>
                <a:noFill/>
              </a:ln>
              <a:solidFill>
                <a:schemeClr val="bg1"/>
              </a:solidFill>
              <a:effectLst/>
              <a:latin typeface="メイリオ" panose="020B0604030504040204" pitchFamily="50" charset="-128"/>
              <a:ea typeface="メイリオ" panose="020B0604030504040204" pitchFamily="50" charset="-128"/>
            </a:endParaRPr>
          </a:p>
        </p:txBody>
      </p:sp>
      <p:cxnSp>
        <p:nvCxnSpPr>
          <p:cNvPr id="10" name="直線矢印コネクタ 9">
            <a:extLst>
              <a:ext uri="{FF2B5EF4-FFF2-40B4-BE49-F238E27FC236}">
                <a16:creationId xmlns:a16="http://schemas.microsoft.com/office/drawing/2014/main" id="{0D26C859-0C5A-2CB0-15ED-5CCC5AE9B50A}"/>
              </a:ext>
            </a:extLst>
          </p:cNvPr>
          <p:cNvCxnSpPr>
            <a:cxnSpLocks/>
            <a:stCxn id="8" idx="1"/>
            <a:endCxn id="6" idx="3"/>
          </p:cNvCxnSpPr>
          <p:nvPr/>
        </p:nvCxnSpPr>
        <p:spPr bwMode="auto">
          <a:xfrm flipV="1">
            <a:off x="7725308" y="3550655"/>
            <a:ext cx="0" cy="598425"/>
          </a:xfrm>
          <a:prstGeom prst="straightConnector1">
            <a:avLst/>
          </a:prstGeom>
          <a:noFill/>
          <a:ln w="73025" cap="flat" cmpd="sng" algn="ctr">
            <a:solidFill>
              <a:srgbClr val="FF0000"/>
            </a:solidFill>
            <a:prstDash val="solid"/>
            <a:round/>
            <a:headEnd type="none" w="med" len="med"/>
            <a:tailEnd type="triangle"/>
          </a:ln>
          <a:effectLst/>
        </p:spPr>
      </p:cxnSp>
      <p:sp>
        <p:nvSpPr>
          <p:cNvPr id="13" name="正方形/長方形 12">
            <a:extLst>
              <a:ext uri="{FF2B5EF4-FFF2-40B4-BE49-F238E27FC236}">
                <a16:creationId xmlns:a16="http://schemas.microsoft.com/office/drawing/2014/main" id="{DDBDAB58-11B4-04ED-16F1-2A1A88AA2599}"/>
              </a:ext>
            </a:extLst>
          </p:cNvPr>
          <p:cNvSpPr/>
          <p:nvPr/>
        </p:nvSpPr>
        <p:spPr>
          <a:xfrm>
            <a:off x="6537176" y="5435932"/>
            <a:ext cx="2837060" cy="738664"/>
          </a:xfrm>
          <a:prstGeom prst="rect">
            <a:avLst/>
          </a:prstGeom>
        </p:spPr>
        <p:txBody>
          <a:bodyPr wrap="square">
            <a:spAutoFit/>
          </a:bodyPr>
          <a:lstStyle/>
          <a:p>
            <a:r>
              <a:rPr lang="ja-JP" altLang="en-US" sz="1400" dirty="0">
                <a:latin typeface="メイリオ" panose="020B0604030504040204" pitchFamily="50" charset="-128"/>
                <a:ea typeface="メイリオ" panose="020B0604030504040204" pitchFamily="50" charset="-128"/>
              </a:rPr>
              <a:t>リードレプリカをマスターに昇格（プロモーション）させるこごができる。</a:t>
            </a:r>
            <a:endParaRPr lang="en-US" altLang="ja-JP" sz="14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618500375"/>
      </p:ext>
    </p:extLst>
  </p:cSld>
  <p:clrMapOvr>
    <a:masterClrMapping/>
  </p:clrMapOvr>
  <mc:AlternateContent xmlns:mc="http://schemas.openxmlformats.org/markup-compatibility/2006" xmlns:p14="http://schemas.microsoft.com/office/powerpoint/2010/main">
    <mc:Choice Requires="p14">
      <p:transition spd="slow" p14:dur="2000" advTm="40325"/>
    </mc:Choice>
    <mc:Fallback xmlns="">
      <p:transition spd="slow" advTm="40325"/>
    </mc:Fallback>
  </mc:AlternateContent>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タイトル 1">
            <a:extLst>
              <a:ext uri="{FF2B5EF4-FFF2-40B4-BE49-F238E27FC236}">
                <a16:creationId xmlns:a16="http://schemas.microsoft.com/office/drawing/2014/main" id="{48F80BE1-D063-4240-BFC7-C8D243720250}"/>
              </a:ext>
            </a:extLst>
          </p:cNvPr>
          <p:cNvSpPr txBox="1">
            <a:spLocks/>
          </p:cNvSpPr>
          <p:nvPr/>
        </p:nvSpPr>
        <p:spPr bwMode="auto">
          <a:xfrm>
            <a:off x="631222" y="201863"/>
            <a:ext cx="8642258" cy="50208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rtl="0" fontAlgn="base">
              <a:lnSpc>
                <a:spcPct val="90000"/>
              </a:lnSpc>
              <a:spcBef>
                <a:spcPct val="0"/>
              </a:spcBef>
              <a:spcAft>
                <a:spcPct val="0"/>
              </a:spcAft>
              <a:defRPr kumimoji="1" sz="2000">
                <a:solidFill>
                  <a:schemeClr val="tx2"/>
                </a:solidFill>
                <a:latin typeface="游明朝" panose="02020400000000000000" pitchFamily="18" charset="-128"/>
                <a:ea typeface="游明朝" panose="02020400000000000000" pitchFamily="18" charset="-128"/>
                <a:cs typeface="+mj-cs"/>
              </a:defRPr>
            </a:lvl1pPr>
            <a:lvl2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2pPr>
            <a:lvl3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3pPr>
            <a:lvl4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4pPr>
            <a:lvl5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5pPr>
            <a:lvl6pPr marL="4572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6pPr>
            <a:lvl7pPr marL="9144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7pPr>
            <a:lvl8pPr marL="13716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8pPr>
            <a:lvl9pPr marL="18288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9pPr>
          </a:lstStyle>
          <a:p>
            <a:pPr marL="0" indent="0" algn="l">
              <a:buNone/>
            </a:pPr>
            <a:r>
              <a:rPr lang="ja-JP" altLang="en-US" sz="3000" dirty="0">
                <a:solidFill>
                  <a:schemeClr val="tx1"/>
                </a:solidFill>
                <a:latin typeface="メイリオ" panose="020B0604030504040204" pitchFamily="50" charset="-128"/>
                <a:ea typeface="メイリオ" panose="020B0604030504040204" pitchFamily="50" charset="-128"/>
              </a:rPr>
              <a:t>リードレプリカの増設</a:t>
            </a:r>
            <a:endParaRPr lang="en-US" altLang="ja-JP" sz="3000" dirty="0">
              <a:solidFill>
                <a:srgbClr val="002060"/>
              </a:solidFill>
              <a:latin typeface="メイリオ" panose="020B0604030504040204" pitchFamily="50" charset="-128"/>
              <a:ea typeface="メイリオ" panose="020B0604030504040204" pitchFamily="50" charset="-128"/>
            </a:endParaRPr>
          </a:p>
        </p:txBody>
      </p:sp>
      <p:sp>
        <p:nvSpPr>
          <p:cNvPr id="37" name="コンテンツ プレースホルダー 2">
            <a:extLst>
              <a:ext uri="{FF2B5EF4-FFF2-40B4-BE49-F238E27FC236}">
                <a16:creationId xmlns:a16="http://schemas.microsoft.com/office/drawing/2014/main" id="{2DC1489D-7AED-4EB8-B650-CDD4C4BDCEE3}"/>
              </a:ext>
            </a:extLst>
          </p:cNvPr>
          <p:cNvSpPr txBox="1">
            <a:spLocks/>
          </p:cNvSpPr>
          <p:nvPr/>
        </p:nvSpPr>
        <p:spPr>
          <a:xfrm>
            <a:off x="631222" y="692696"/>
            <a:ext cx="9002298" cy="325343"/>
          </a:xfrm>
          <a:prstGeom prst="rect">
            <a:avLst/>
          </a:prstGeom>
        </p:spPr>
        <p:txBody>
          <a:bodyPr vert="horz" lIns="74295" tIns="37148" rIns="74295" bIns="37148" rtlCol="0">
            <a:noAutofit/>
          </a:bodyPr>
          <a:lstStyle>
            <a:lvl1pPr marL="228600" indent="-228600" algn="l" defTabSz="914400" rtl="0" eaLnBrk="1" latinLnBrk="0" hangingPunct="1">
              <a:lnSpc>
                <a:spcPct val="90000"/>
              </a:lnSpc>
              <a:spcBef>
                <a:spcPts val="1000"/>
              </a:spcBef>
              <a:buFont typeface="Wingdings 2" pitchFamily="18" charset="2"/>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2" pitchFamily="18" charset="2"/>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2" pitchFamily="18" charset="2"/>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5pPr>
            <a:lvl6pPr marL="25146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6pPr>
            <a:lvl7pPr marL="29718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7pPr>
            <a:lvl8pPr marL="34290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8pPr>
            <a:lvl9pPr marL="38862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9pPr>
          </a:lstStyle>
          <a:p>
            <a:pPr marL="0" indent="0">
              <a:buNone/>
            </a:pPr>
            <a:r>
              <a:rPr lang="ja-JP" altLang="en-US" sz="2400" dirty="0">
                <a:solidFill>
                  <a:srgbClr val="002060"/>
                </a:solidFill>
                <a:latin typeface="メイリオ" panose="020B0604030504040204" pitchFamily="50" charset="-128"/>
                <a:ea typeface="メイリオ" panose="020B0604030504040204" pitchFamily="50" charset="-128"/>
              </a:rPr>
              <a:t>フェールオーバー設定を有効化するだけで、非常に簡単にフェールオーバーが利用可能となる。</a:t>
            </a:r>
            <a:endParaRPr lang="en-US" altLang="ja-JP" sz="2400" dirty="0">
              <a:solidFill>
                <a:srgbClr val="002060"/>
              </a:solidFill>
              <a:latin typeface="メイリオ" panose="020B0604030504040204" pitchFamily="50" charset="-128"/>
              <a:ea typeface="メイリオ" panose="020B0604030504040204" pitchFamily="50" charset="-128"/>
            </a:endParaRPr>
          </a:p>
        </p:txBody>
      </p:sp>
      <p:sp>
        <p:nvSpPr>
          <p:cNvPr id="6" name="テキスト ボックス 5">
            <a:extLst>
              <a:ext uri="{FF2B5EF4-FFF2-40B4-BE49-F238E27FC236}">
                <a16:creationId xmlns:a16="http://schemas.microsoft.com/office/drawing/2014/main" id="{581E6BFD-CDD5-4F55-9BC7-A15F10689C0D}"/>
              </a:ext>
            </a:extLst>
          </p:cNvPr>
          <p:cNvSpPr txBox="1"/>
          <p:nvPr/>
        </p:nvSpPr>
        <p:spPr>
          <a:xfrm>
            <a:off x="1136575" y="2377323"/>
            <a:ext cx="8270213" cy="338554"/>
          </a:xfrm>
          <a:prstGeom prst="rect">
            <a:avLst/>
          </a:prstGeom>
          <a:noFill/>
        </p:spPr>
        <p:txBody>
          <a:bodyPr wrap="square" rtlCol="0">
            <a:noAutofit/>
          </a:bodyPr>
          <a:lstStyle/>
          <a:p>
            <a:pPr marL="285750" indent="-285750">
              <a:lnSpc>
                <a:spcPct val="150000"/>
              </a:lnSpc>
              <a:buFont typeface="Wingdings" panose="05000000000000000000" pitchFamily="2" charset="2"/>
              <a:buChar char="ü"/>
            </a:pPr>
            <a:r>
              <a:rPr kumimoji="1" lang="ja-JP" altLang="en-US" sz="2000" dirty="0">
                <a:latin typeface="メイリオ" panose="020B0604030504040204" pitchFamily="50" charset="-128"/>
                <a:ea typeface="メイリオ" panose="020B0604030504040204" pitchFamily="50" charset="-128"/>
              </a:rPr>
              <a:t>最大</a:t>
            </a:r>
            <a:r>
              <a:rPr kumimoji="1" lang="en-US" altLang="ja-JP" sz="2000" dirty="0">
                <a:latin typeface="メイリオ" panose="020B0604030504040204" pitchFamily="50" charset="-128"/>
                <a:ea typeface="メイリオ" panose="020B0604030504040204" pitchFamily="50" charset="-128"/>
              </a:rPr>
              <a:t>15</a:t>
            </a:r>
            <a:r>
              <a:rPr kumimoji="1" lang="ja-JP" altLang="en-US" sz="2000" dirty="0">
                <a:latin typeface="メイリオ" panose="020B0604030504040204" pitchFamily="50" charset="-128"/>
                <a:ea typeface="メイリオ" panose="020B0604030504040204" pitchFamily="50" charset="-128"/>
              </a:rPr>
              <a:t>台（</a:t>
            </a:r>
            <a:r>
              <a:rPr kumimoji="1" lang="en-US" altLang="ja-JP" sz="2000" dirty="0">
                <a:latin typeface="メイリオ" panose="020B0604030504040204" pitchFamily="50" charset="-128"/>
                <a:ea typeface="メイリオ" panose="020B0604030504040204" pitchFamily="50" charset="-128"/>
              </a:rPr>
              <a:t>Aurora</a:t>
            </a:r>
            <a:r>
              <a:rPr kumimoji="1" lang="ja-JP" altLang="en-US" sz="2000" dirty="0">
                <a:latin typeface="メイリオ" panose="020B0604030504040204" pitchFamily="50" charset="-128"/>
                <a:ea typeface="メイリオ" panose="020B0604030504040204" pitchFamily="50" charset="-128"/>
              </a:rPr>
              <a:t>も</a:t>
            </a:r>
            <a:r>
              <a:rPr kumimoji="1" lang="en-US" altLang="ja-JP" sz="2000" dirty="0">
                <a:latin typeface="メイリオ" panose="020B0604030504040204" pitchFamily="50" charset="-128"/>
                <a:ea typeface="メイリオ" panose="020B0604030504040204" pitchFamily="50" charset="-128"/>
              </a:rPr>
              <a:t>15</a:t>
            </a:r>
            <a:r>
              <a:rPr kumimoji="1" lang="ja-JP" altLang="en-US" sz="2000" dirty="0">
                <a:latin typeface="メイリオ" panose="020B0604030504040204" pitchFamily="50" charset="-128"/>
                <a:ea typeface="メイリオ" panose="020B0604030504040204" pitchFamily="50" charset="-128"/>
              </a:rPr>
              <a:t>台）までリードレプリカを増設可能</a:t>
            </a:r>
            <a:endParaRPr kumimoji="1" lang="en-US" altLang="ja-JP" sz="2000" dirty="0">
              <a:latin typeface="メイリオ" panose="020B0604030504040204" pitchFamily="50" charset="-128"/>
              <a:ea typeface="メイリオ" panose="020B0604030504040204" pitchFamily="50" charset="-128"/>
            </a:endParaRPr>
          </a:p>
          <a:p>
            <a:pPr marL="285750" indent="-285750">
              <a:lnSpc>
                <a:spcPct val="150000"/>
              </a:lnSpc>
              <a:buFont typeface="Wingdings" panose="05000000000000000000" pitchFamily="2" charset="2"/>
              <a:buChar char="ü"/>
            </a:pPr>
            <a:r>
              <a:rPr lang="ja-JP" altLang="en-US" sz="2000" dirty="0">
                <a:latin typeface="メイリオ" panose="020B0604030504040204" pitchFamily="50" charset="-128"/>
                <a:ea typeface="メイリオ" panose="020B0604030504040204" pitchFamily="50" charset="-128"/>
              </a:rPr>
              <a:t>マルチ</a:t>
            </a:r>
            <a:r>
              <a:rPr lang="en-US" altLang="ja-JP" sz="2000" dirty="0">
                <a:latin typeface="メイリオ" panose="020B0604030504040204" pitchFamily="50" charset="-128"/>
                <a:ea typeface="メイリオ" panose="020B0604030504040204" pitchFamily="50" charset="-128"/>
              </a:rPr>
              <a:t>AZ</a:t>
            </a:r>
            <a:r>
              <a:rPr lang="ja-JP" altLang="en-US" sz="2000" dirty="0">
                <a:latin typeface="メイリオ" panose="020B0604030504040204" pitchFamily="50" charset="-128"/>
                <a:ea typeface="メイリオ" panose="020B0604030504040204" pitchFamily="50" charset="-128"/>
              </a:rPr>
              <a:t>やクロスリージョンとも併用可能</a:t>
            </a:r>
            <a:endParaRPr lang="en-US" altLang="ja-JP" sz="2000" dirty="0">
              <a:latin typeface="メイリオ" panose="020B0604030504040204" pitchFamily="50" charset="-128"/>
              <a:ea typeface="メイリオ" panose="020B0604030504040204" pitchFamily="50" charset="-128"/>
            </a:endParaRPr>
          </a:p>
          <a:p>
            <a:pPr marL="285750" indent="-285750">
              <a:lnSpc>
                <a:spcPct val="150000"/>
              </a:lnSpc>
              <a:buFont typeface="Wingdings" panose="05000000000000000000" pitchFamily="2" charset="2"/>
              <a:buChar char="ü"/>
            </a:pPr>
            <a:r>
              <a:rPr kumimoji="1" lang="ja-JP" altLang="en-US" sz="2000" dirty="0">
                <a:latin typeface="メイリオ" panose="020B0604030504040204" pitchFamily="50" charset="-128"/>
                <a:ea typeface="メイリオ" panose="020B0604030504040204" pitchFamily="50" charset="-128"/>
              </a:rPr>
              <a:t>インスタンスやストレージを異なるタイプに設定可能</a:t>
            </a:r>
            <a:endParaRPr kumimoji="1" lang="en-US" altLang="ja-JP" sz="2000" dirty="0">
              <a:latin typeface="メイリオ" panose="020B0604030504040204" pitchFamily="50" charset="-128"/>
              <a:ea typeface="メイリオ" panose="020B0604030504040204" pitchFamily="50" charset="-128"/>
            </a:endParaRPr>
          </a:p>
          <a:p>
            <a:pPr marL="285750" indent="-285750">
              <a:lnSpc>
                <a:spcPct val="150000"/>
              </a:lnSpc>
              <a:buFont typeface="Wingdings" panose="05000000000000000000" pitchFamily="2" charset="2"/>
              <a:buChar char="ü"/>
            </a:pPr>
            <a:r>
              <a:rPr lang="ja-JP" altLang="en-US" sz="2000" dirty="0">
                <a:latin typeface="メイリオ" panose="020B0604030504040204" pitchFamily="50" charset="-128"/>
                <a:ea typeface="メイリオ" panose="020B0604030504040204" pitchFamily="50" charset="-128"/>
              </a:rPr>
              <a:t>障害対応などでリードレプリカから、スタンドアロンの</a:t>
            </a:r>
            <a:r>
              <a:rPr lang="en-US" altLang="ja-JP" sz="2000" dirty="0">
                <a:latin typeface="メイリオ" panose="020B0604030504040204" pitchFamily="50" charset="-128"/>
                <a:ea typeface="メイリオ" panose="020B0604030504040204" pitchFamily="50" charset="-128"/>
              </a:rPr>
              <a:t>DB</a:t>
            </a:r>
            <a:r>
              <a:rPr lang="ja-JP" altLang="en-US" sz="2000" dirty="0">
                <a:latin typeface="メイリオ" panose="020B0604030504040204" pitchFamily="50" charset="-128"/>
                <a:ea typeface="メイリオ" panose="020B0604030504040204" pitchFamily="50" charset="-128"/>
              </a:rPr>
              <a:t>インスタンスに手動で切替可能（</a:t>
            </a:r>
            <a:r>
              <a:rPr lang="en-US" altLang="ja-JP" sz="2000" dirty="0">
                <a:latin typeface="メイリオ" panose="020B0604030504040204" pitchFamily="50" charset="-128"/>
                <a:ea typeface="メイリオ" panose="020B0604030504040204" pitchFamily="50" charset="-128"/>
              </a:rPr>
              <a:t>Aurora</a:t>
            </a:r>
            <a:r>
              <a:rPr lang="ja-JP" altLang="en-US" sz="2000" dirty="0">
                <a:latin typeface="メイリオ" panose="020B0604030504040204" pitchFamily="50" charset="-128"/>
                <a:ea typeface="メイリオ" panose="020B0604030504040204" pitchFamily="50" charset="-128"/>
              </a:rPr>
              <a:t>以外）</a:t>
            </a:r>
            <a:endParaRPr lang="en-US" altLang="ja-JP" sz="2000" dirty="0">
              <a:latin typeface="メイリオ" panose="020B0604030504040204" pitchFamily="50" charset="-128"/>
              <a:ea typeface="メイリオ" panose="020B0604030504040204" pitchFamily="50" charset="-128"/>
            </a:endParaRPr>
          </a:p>
          <a:p>
            <a:pPr marL="285750" indent="-285750">
              <a:lnSpc>
                <a:spcPct val="150000"/>
              </a:lnSpc>
              <a:buFont typeface="Wingdings" panose="05000000000000000000" pitchFamily="2" charset="2"/>
              <a:buChar char="ü"/>
            </a:pPr>
            <a:r>
              <a:rPr kumimoji="1" lang="en-US" altLang="ja-JP" sz="2000" dirty="0">
                <a:latin typeface="メイリオ" panose="020B0604030504040204" pitchFamily="50" charset="-128"/>
                <a:ea typeface="メイリオ" panose="020B0604030504040204" pitchFamily="50" charset="-128"/>
              </a:rPr>
              <a:t>Aurora</a:t>
            </a:r>
            <a:r>
              <a:rPr kumimoji="1" lang="ja-JP" altLang="en-US" sz="2000" dirty="0">
                <a:latin typeface="メイリオ" panose="020B0604030504040204" pitchFamily="50" charset="-128"/>
                <a:ea typeface="メイリオ" panose="020B0604030504040204" pitchFamily="50" charset="-128"/>
              </a:rPr>
              <a:t>の場合はプラマリーインスタンスに昇格可能</a:t>
            </a:r>
            <a:endParaRPr kumimoji="1" lang="en-US" altLang="ja-JP" sz="20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900317794"/>
      </p:ext>
    </p:extLst>
  </p:cSld>
  <p:clrMapOvr>
    <a:masterClrMapping/>
  </p:clrMapOvr>
  <mc:AlternateContent xmlns:mc="http://schemas.openxmlformats.org/markup-compatibility/2006">
    <mc:Choice xmlns:p14="http://schemas.microsoft.com/office/powerpoint/2010/main" Requires="p14">
      <p:transition spd="slow" p14:dur="2000" advTm="3469"/>
    </mc:Choice>
    <mc:Fallback>
      <p:transition spd="slow" advTm="3469"/>
    </mc:Fallback>
  </mc:AlternateContent>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タイトル 1">
            <a:extLst>
              <a:ext uri="{FF2B5EF4-FFF2-40B4-BE49-F238E27FC236}">
                <a16:creationId xmlns:a16="http://schemas.microsoft.com/office/drawing/2014/main" id="{48F80BE1-D063-4240-BFC7-C8D243720250}"/>
              </a:ext>
            </a:extLst>
          </p:cNvPr>
          <p:cNvSpPr txBox="1">
            <a:spLocks/>
          </p:cNvSpPr>
          <p:nvPr/>
        </p:nvSpPr>
        <p:spPr bwMode="auto">
          <a:xfrm>
            <a:off x="631222" y="201863"/>
            <a:ext cx="8642258" cy="50208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rtl="0" fontAlgn="base">
              <a:lnSpc>
                <a:spcPct val="90000"/>
              </a:lnSpc>
              <a:spcBef>
                <a:spcPct val="0"/>
              </a:spcBef>
              <a:spcAft>
                <a:spcPct val="0"/>
              </a:spcAft>
              <a:defRPr kumimoji="1" sz="2000">
                <a:solidFill>
                  <a:schemeClr val="tx2"/>
                </a:solidFill>
                <a:latin typeface="游明朝" panose="02020400000000000000" pitchFamily="18" charset="-128"/>
                <a:ea typeface="游明朝" panose="02020400000000000000" pitchFamily="18" charset="-128"/>
                <a:cs typeface="+mj-cs"/>
              </a:defRPr>
            </a:lvl1pPr>
            <a:lvl2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2pPr>
            <a:lvl3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3pPr>
            <a:lvl4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4pPr>
            <a:lvl5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5pPr>
            <a:lvl6pPr marL="4572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6pPr>
            <a:lvl7pPr marL="9144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7pPr>
            <a:lvl8pPr marL="13716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8pPr>
            <a:lvl9pPr marL="18288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9pPr>
          </a:lstStyle>
          <a:p>
            <a:pPr marL="0" indent="0" algn="l">
              <a:buNone/>
            </a:pPr>
            <a:r>
              <a:rPr lang="en-US" altLang="ja-JP" sz="3000" dirty="0">
                <a:solidFill>
                  <a:schemeClr val="tx1"/>
                </a:solidFill>
                <a:latin typeface="メイリオ" panose="020B0604030504040204" pitchFamily="50" charset="-128"/>
                <a:ea typeface="メイリオ" panose="020B0604030504040204" pitchFamily="50" charset="-128"/>
              </a:rPr>
              <a:t>RDS</a:t>
            </a:r>
            <a:r>
              <a:rPr lang="ja-JP" altLang="en-US" sz="3000" dirty="0">
                <a:solidFill>
                  <a:schemeClr val="tx1"/>
                </a:solidFill>
                <a:latin typeface="メイリオ" panose="020B0604030504040204" pitchFamily="50" charset="-128"/>
                <a:ea typeface="メイリオ" panose="020B0604030504040204" pitchFamily="50" charset="-128"/>
              </a:rPr>
              <a:t>の構成比較</a:t>
            </a:r>
            <a:endParaRPr lang="en-US" altLang="ja-JP" sz="3000" dirty="0">
              <a:solidFill>
                <a:schemeClr val="tx1"/>
              </a:solidFill>
              <a:latin typeface="メイリオ" panose="020B0604030504040204" pitchFamily="50" charset="-128"/>
              <a:ea typeface="メイリオ" panose="020B0604030504040204" pitchFamily="50" charset="-128"/>
            </a:endParaRPr>
          </a:p>
        </p:txBody>
      </p:sp>
      <p:sp>
        <p:nvSpPr>
          <p:cNvPr id="5" name="コンテンツ プレースホルダー 2">
            <a:extLst>
              <a:ext uri="{FF2B5EF4-FFF2-40B4-BE49-F238E27FC236}">
                <a16:creationId xmlns:a16="http://schemas.microsoft.com/office/drawing/2014/main" id="{4223C7E6-23C7-4433-B315-D26905B0474C}"/>
              </a:ext>
            </a:extLst>
          </p:cNvPr>
          <p:cNvSpPr txBox="1">
            <a:spLocks/>
          </p:cNvSpPr>
          <p:nvPr/>
        </p:nvSpPr>
        <p:spPr>
          <a:xfrm>
            <a:off x="631222" y="799401"/>
            <a:ext cx="8858282" cy="325343"/>
          </a:xfrm>
          <a:prstGeom prst="rect">
            <a:avLst/>
          </a:prstGeom>
        </p:spPr>
        <p:txBody>
          <a:bodyPr vert="horz" lIns="74295" tIns="37148" rIns="74295" bIns="37148" rtlCol="0">
            <a:noAutofit/>
          </a:bodyPr>
          <a:lstStyle>
            <a:lvl1pPr marL="228600" indent="-228600" algn="l" defTabSz="914400" rtl="0" eaLnBrk="1" latinLnBrk="0" hangingPunct="1">
              <a:lnSpc>
                <a:spcPct val="90000"/>
              </a:lnSpc>
              <a:spcBef>
                <a:spcPts val="1000"/>
              </a:spcBef>
              <a:buFont typeface="Wingdings 2" pitchFamily="18" charset="2"/>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2" pitchFamily="18" charset="2"/>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2" pitchFamily="18" charset="2"/>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5pPr>
            <a:lvl6pPr marL="25146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6pPr>
            <a:lvl7pPr marL="29718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7pPr>
            <a:lvl8pPr marL="34290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8pPr>
            <a:lvl9pPr marL="38862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9pPr>
          </a:lstStyle>
          <a:p>
            <a:pPr marL="0" indent="0">
              <a:buNone/>
            </a:pPr>
            <a:r>
              <a:rPr lang="ja-JP" altLang="en-US" sz="2400" kern="0" dirty="0">
                <a:solidFill>
                  <a:srgbClr val="002060"/>
                </a:solidFill>
                <a:latin typeface="メイリオ" panose="020B0604030504040204" pitchFamily="50" charset="-128"/>
                <a:ea typeface="メイリオ" panose="020B0604030504040204" pitchFamily="50" charset="-128"/>
              </a:rPr>
              <a:t>マルチ</a:t>
            </a:r>
            <a:r>
              <a:rPr lang="en-US" altLang="ja-JP" sz="2400" kern="0" dirty="0">
                <a:solidFill>
                  <a:srgbClr val="002060"/>
                </a:solidFill>
                <a:latin typeface="メイリオ" panose="020B0604030504040204" pitchFamily="50" charset="-128"/>
                <a:ea typeface="メイリオ" panose="020B0604030504040204" pitchFamily="50" charset="-128"/>
              </a:rPr>
              <a:t>AZ</a:t>
            </a:r>
            <a:r>
              <a:rPr lang="ja-JP" altLang="en-US" sz="2400" kern="0" dirty="0">
                <a:solidFill>
                  <a:srgbClr val="002060"/>
                </a:solidFill>
                <a:latin typeface="メイリオ" panose="020B0604030504040204" pitchFamily="50" charset="-128"/>
                <a:ea typeface="メイリオ" panose="020B0604030504040204" pitchFamily="50" charset="-128"/>
              </a:rPr>
              <a:t>とマルチリージョンと比較してリードレプリカはスケーリングに特化した構成方式となっている。</a:t>
            </a:r>
            <a:endParaRPr lang="en-US" altLang="ja-JP" sz="2400" kern="0" dirty="0">
              <a:solidFill>
                <a:srgbClr val="002060"/>
              </a:solidFill>
              <a:latin typeface="メイリオ" panose="020B0604030504040204" pitchFamily="50" charset="-128"/>
              <a:ea typeface="メイリオ" panose="020B0604030504040204" pitchFamily="50" charset="-128"/>
            </a:endParaRPr>
          </a:p>
        </p:txBody>
      </p:sp>
      <p:sp>
        <p:nvSpPr>
          <p:cNvPr id="12" name="コンテンツ プレースホルダー 2">
            <a:extLst>
              <a:ext uri="{FF2B5EF4-FFF2-40B4-BE49-F238E27FC236}">
                <a16:creationId xmlns:a16="http://schemas.microsoft.com/office/drawing/2014/main" id="{EBECD305-6A2B-4E59-BCC1-D6268621E7C3}"/>
              </a:ext>
            </a:extLst>
          </p:cNvPr>
          <p:cNvSpPr txBox="1">
            <a:spLocks/>
          </p:cNvSpPr>
          <p:nvPr/>
        </p:nvSpPr>
        <p:spPr bwMode="auto">
          <a:xfrm>
            <a:off x="560160" y="2060848"/>
            <a:ext cx="1152128" cy="688624"/>
          </a:xfrm>
          <a:prstGeom prst="rect">
            <a:avLst/>
          </a:prstGeom>
          <a:solidFill>
            <a:schemeClr val="bg2">
              <a:lumMod val="50000"/>
              <a:lumOff val="50000"/>
            </a:schemeClr>
          </a:solidFill>
          <a:ln w="9525">
            <a:no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pPr algn="ctr"/>
            <a:r>
              <a:rPr lang="ja-JP" altLang="en-US" sz="1200" b="1" kern="0" dirty="0">
                <a:solidFill>
                  <a:schemeClr val="bg1"/>
                </a:solidFill>
                <a:latin typeface="メイリオ" panose="020B0604030504040204" pitchFamily="50" charset="-128"/>
                <a:ea typeface="メイリオ" panose="020B0604030504040204" pitchFamily="50" charset="-128"/>
              </a:rPr>
              <a:t>目的</a:t>
            </a:r>
            <a:endParaRPr lang="en-US" altLang="ja-JP" sz="1200" b="1" kern="0" dirty="0">
              <a:solidFill>
                <a:schemeClr val="bg1"/>
              </a:solidFill>
              <a:latin typeface="メイリオ" panose="020B0604030504040204" pitchFamily="50" charset="-128"/>
              <a:ea typeface="メイリオ" panose="020B0604030504040204" pitchFamily="50" charset="-128"/>
            </a:endParaRPr>
          </a:p>
        </p:txBody>
      </p:sp>
      <p:sp>
        <p:nvSpPr>
          <p:cNvPr id="17" name="コンテンツ プレースホルダー 2">
            <a:extLst>
              <a:ext uri="{FF2B5EF4-FFF2-40B4-BE49-F238E27FC236}">
                <a16:creationId xmlns:a16="http://schemas.microsoft.com/office/drawing/2014/main" id="{35A508A4-BC33-40E0-BC11-78D30D4B7A9A}"/>
              </a:ext>
            </a:extLst>
          </p:cNvPr>
          <p:cNvSpPr txBox="1">
            <a:spLocks/>
          </p:cNvSpPr>
          <p:nvPr/>
        </p:nvSpPr>
        <p:spPr bwMode="auto">
          <a:xfrm>
            <a:off x="560160" y="2770574"/>
            <a:ext cx="1152128" cy="688624"/>
          </a:xfrm>
          <a:prstGeom prst="rect">
            <a:avLst/>
          </a:prstGeom>
          <a:solidFill>
            <a:schemeClr val="bg2">
              <a:lumMod val="50000"/>
              <a:lumOff val="50000"/>
            </a:schemeClr>
          </a:solidFill>
          <a:ln w="9525">
            <a:no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pPr algn="ctr"/>
            <a:r>
              <a:rPr lang="ja-JP" altLang="en-US" sz="1200" b="1" kern="0" dirty="0">
                <a:solidFill>
                  <a:schemeClr val="bg1"/>
                </a:solidFill>
                <a:latin typeface="メイリオ" panose="020B0604030504040204" pitchFamily="50" charset="-128"/>
                <a:ea typeface="メイリオ" panose="020B0604030504040204" pitchFamily="50" charset="-128"/>
              </a:rPr>
              <a:t>同期方式</a:t>
            </a:r>
            <a:endParaRPr lang="en-US" altLang="ja-JP" sz="1200" b="1" kern="0" dirty="0">
              <a:solidFill>
                <a:schemeClr val="bg1"/>
              </a:solidFill>
              <a:latin typeface="メイリオ" panose="020B0604030504040204" pitchFamily="50" charset="-128"/>
              <a:ea typeface="メイリオ" panose="020B0604030504040204" pitchFamily="50" charset="-128"/>
            </a:endParaRPr>
          </a:p>
        </p:txBody>
      </p:sp>
      <p:sp>
        <p:nvSpPr>
          <p:cNvPr id="18" name="コンテンツ プレースホルダー 2">
            <a:extLst>
              <a:ext uri="{FF2B5EF4-FFF2-40B4-BE49-F238E27FC236}">
                <a16:creationId xmlns:a16="http://schemas.microsoft.com/office/drawing/2014/main" id="{108FA8D4-D48C-4BC4-863D-C7BD8346C24E}"/>
              </a:ext>
            </a:extLst>
          </p:cNvPr>
          <p:cNvSpPr txBox="1">
            <a:spLocks/>
          </p:cNvSpPr>
          <p:nvPr/>
        </p:nvSpPr>
        <p:spPr bwMode="auto">
          <a:xfrm>
            <a:off x="560160" y="3480300"/>
            <a:ext cx="1152128" cy="688624"/>
          </a:xfrm>
          <a:prstGeom prst="rect">
            <a:avLst/>
          </a:prstGeom>
          <a:solidFill>
            <a:schemeClr val="bg2">
              <a:lumMod val="50000"/>
              <a:lumOff val="50000"/>
            </a:schemeClr>
          </a:solidFill>
          <a:ln w="9525">
            <a:no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pPr algn="ctr"/>
            <a:r>
              <a:rPr lang="ja-JP" altLang="en-US" sz="1200" b="1" kern="0" dirty="0">
                <a:solidFill>
                  <a:schemeClr val="bg1"/>
                </a:solidFill>
                <a:latin typeface="メイリオ" panose="020B0604030504040204" pitchFamily="50" charset="-128"/>
                <a:ea typeface="メイリオ" panose="020B0604030504040204" pitchFamily="50" charset="-128"/>
              </a:rPr>
              <a:t>アクセス</a:t>
            </a:r>
            <a:r>
              <a:rPr lang="en-US" altLang="ja-JP" sz="1200" b="1" kern="0" dirty="0">
                <a:solidFill>
                  <a:schemeClr val="bg1"/>
                </a:solidFill>
                <a:latin typeface="メイリオ" panose="020B0604030504040204" pitchFamily="50" charset="-128"/>
                <a:ea typeface="メイリオ" panose="020B0604030504040204" pitchFamily="50" charset="-128"/>
              </a:rPr>
              <a:t>	</a:t>
            </a:r>
          </a:p>
        </p:txBody>
      </p:sp>
      <p:sp>
        <p:nvSpPr>
          <p:cNvPr id="19" name="コンテンツ プレースホルダー 2">
            <a:extLst>
              <a:ext uri="{FF2B5EF4-FFF2-40B4-BE49-F238E27FC236}">
                <a16:creationId xmlns:a16="http://schemas.microsoft.com/office/drawing/2014/main" id="{EF56FE3C-5B2D-4D27-9E91-6B63F6453163}"/>
              </a:ext>
            </a:extLst>
          </p:cNvPr>
          <p:cNvSpPr txBox="1">
            <a:spLocks/>
          </p:cNvSpPr>
          <p:nvPr/>
        </p:nvSpPr>
        <p:spPr bwMode="auto">
          <a:xfrm>
            <a:off x="560160" y="4190026"/>
            <a:ext cx="1152128" cy="688624"/>
          </a:xfrm>
          <a:prstGeom prst="rect">
            <a:avLst/>
          </a:prstGeom>
          <a:solidFill>
            <a:schemeClr val="bg2">
              <a:lumMod val="50000"/>
              <a:lumOff val="50000"/>
            </a:schemeClr>
          </a:solidFill>
          <a:ln w="9525">
            <a:no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pPr algn="ctr"/>
            <a:r>
              <a:rPr lang="ja-JP" altLang="en-US" sz="1200" b="1" kern="0" dirty="0">
                <a:solidFill>
                  <a:schemeClr val="bg1"/>
                </a:solidFill>
                <a:latin typeface="メイリオ" panose="020B0604030504040204" pitchFamily="50" charset="-128"/>
                <a:ea typeface="メイリオ" panose="020B0604030504040204" pitchFamily="50" charset="-128"/>
              </a:rPr>
              <a:t>バックアップ</a:t>
            </a:r>
            <a:endParaRPr lang="en-US" altLang="ja-JP" sz="1200" b="1" kern="0" dirty="0">
              <a:solidFill>
                <a:schemeClr val="bg1"/>
              </a:solidFill>
              <a:latin typeface="メイリオ" panose="020B0604030504040204" pitchFamily="50" charset="-128"/>
              <a:ea typeface="メイリオ" panose="020B0604030504040204" pitchFamily="50" charset="-128"/>
            </a:endParaRPr>
          </a:p>
        </p:txBody>
      </p:sp>
      <p:sp>
        <p:nvSpPr>
          <p:cNvPr id="20" name="コンテンツ プレースホルダー 2">
            <a:extLst>
              <a:ext uri="{FF2B5EF4-FFF2-40B4-BE49-F238E27FC236}">
                <a16:creationId xmlns:a16="http://schemas.microsoft.com/office/drawing/2014/main" id="{C028172A-BEA2-470A-B9D5-54E6B5CE1076}"/>
              </a:ext>
            </a:extLst>
          </p:cNvPr>
          <p:cNvSpPr txBox="1">
            <a:spLocks/>
          </p:cNvSpPr>
          <p:nvPr/>
        </p:nvSpPr>
        <p:spPr bwMode="auto">
          <a:xfrm>
            <a:off x="560160" y="4899752"/>
            <a:ext cx="1152128" cy="688624"/>
          </a:xfrm>
          <a:prstGeom prst="rect">
            <a:avLst/>
          </a:prstGeom>
          <a:solidFill>
            <a:schemeClr val="bg2">
              <a:lumMod val="50000"/>
              <a:lumOff val="50000"/>
            </a:schemeClr>
          </a:solidFill>
          <a:ln w="9525">
            <a:no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pPr algn="ctr"/>
            <a:r>
              <a:rPr lang="ja-JP" altLang="en-US" sz="1200" b="1" kern="0" dirty="0">
                <a:solidFill>
                  <a:schemeClr val="bg1"/>
                </a:solidFill>
                <a:latin typeface="メイリオ" panose="020B0604030504040204" pitchFamily="50" charset="-128"/>
                <a:ea typeface="メイリオ" panose="020B0604030504040204" pitchFamily="50" charset="-128"/>
              </a:rPr>
              <a:t>配置</a:t>
            </a:r>
            <a:endParaRPr lang="en-US" altLang="ja-JP" sz="1200" b="1" kern="0" dirty="0">
              <a:solidFill>
                <a:schemeClr val="bg1"/>
              </a:solidFill>
              <a:latin typeface="メイリオ" panose="020B0604030504040204" pitchFamily="50" charset="-128"/>
              <a:ea typeface="メイリオ" panose="020B0604030504040204" pitchFamily="50" charset="-128"/>
            </a:endParaRPr>
          </a:p>
        </p:txBody>
      </p:sp>
      <p:sp>
        <p:nvSpPr>
          <p:cNvPr id="23" name="コンテンツ プレースホルダー 2">
            <a:extLst>
              <a:ext uri="{FF2B5EF4-FFF2-40B4-BE49-F238E27FC236}">
                <a16:creationId xmlns:a16="http://schemas.microsoft.com/office/drawing/2014/main" id="{B8CAF33A-CA54-4F8F-89CC-7CC25B6F727F}"/>
              </a:ext>
            </a:extLst>
          </p:cNvPr>
          <p:cNvSpPr txBox="1">
            <a:spLocks/>
          </p:cNvSpPr>
          <p:nvPr/>
        </p:nvSpPr>
        <p:spPr bwMode="auto">
          <a:xfrm>
            <a:off x="560160" y="5609476"/>
            <a:ext cx="1152128" cy="688624"/>
          </a:xfrm>
          <a:prstGeom prst="rect">
            <a:avLst/>
          </a:prstGeom>
          <a:solidFill>
            <a:schemeClr val="bg2">
              <a:lumMod val="50000"/>
              <a:lumOff val="50000"/>
            </a:schemeClr>
          </a:solidFill>
          <a:ln w="9525">
            <a:no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pPr algn="ctr"/>
            <a:r>
              <a:rPr lang="ja-JP" altLang="en-US" sz="1200" b="1" kern="0" dirty="0">
                <a:solidFill>
                  <a:schemeClr val="bg1"/>
                </a:solidFill>
                <a:latin typeface="メイリオ" panose="020B0604030504040204" pitchFamily="50" charset="-128"/>
                <a:ea typeface="メイリオ" panose="020B0604030504040204" pitchFamily="50" charset="-128"/>
              </a:rPr>
              <a:t>切替</a:t>
            </a:r>
            <a:endParaRPr lang="en-US" altLang="ja-JP" sz="1200" b="1" kern="0" dirty="0">
              <a:solidFill>
                <a:schemeClr val="bg1"/>
              </a:solidFill>
              <a:latin typeface="メイリオ" panose="020B0604030504040204" pitchFamily="50" charset="-128"/>
              <a:ea typeface="メイリオ" panose="020B0604030504040204" pitchFamily="50" charset="-128"/>
            </a:endParaRPr>
          </a:p>
        </p:txBody>
      </p:sp>
      <p:sp>
        <p:nvSpPr>
          <p:cNvPr id="24" name="コンテンツ プレースホルダー 2">
            <a:extLst>
              <a:ext uri="{FF2B5EF4-FFF2-40B4-BE49-F238E27FC236}">
                <a16:creationId xmlns:a16="http://schemas.microsoft.com/office/drawing/2014/main" id="{A84DADF3-C1F6-4248-B0FE-A75FDC3D7A98}"/>
              </a:ext>
            </a:extLst>
          </p:cNvPr>
          <p:cNvSpPr txBox="1">
            <a:spLocks/>
          </p:cNvSpPr>
          <p:nvPr/>
        </p:nvSpPr>
        <p:spPr bwMode="auto">
          <a:xfrm>
            <a:off x="1766546" y="2060848"/>
            <a:ext cx="2538030" cy="688624"/>
          </a:xfrm>
          <a:prstGeom prst="rect">
            <a:avLst/>
          </a:prstGeom>
          <a:solidFill>
            <a:schemeClr val="bg1"/>
          </a:solidFill>
          <a:ln w="9525">
            <a:solidFill>
              <a:srgbClr val="0070C0"/>
            </a:solid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r>
              <a:rPr lang="ja-JP" altLang="en-US" sz="1000" dirty="0">
                <a:latin typeface="メイリオ" panose="020B0604030504040204" pitchFamily="50" charset="-128"/>
                <a:ea typeface="メイリオ" panose="020B0604030504040204" pitchFamily="50" charset="-128"/>
              </a:rPr>
              <a:t>高可用性</a:t>
            </a:r>
            <a:endParaRPr lang="en-US" altLang="ja-JP" sz="1000" b="1" kern="0" dirty="0">
              <a:latin typeface="メイリオ" panose="020B0604030504040204" pitchFamily="50" charset="-128"/>
              <a:ea typeface="メイリオ" panose="020B0604030504040204" pitchFamily="50" charset="-128"/>
            </a:endParaRPr>
          </a:p>
        </p:txBody>
      </p:sp>
      <p:sp>
        <p:nvSpPr>
          <p:cNvPr id="25" name="コンテンツ プレースホルダー 2">
            <a:extLst>
              <a:ext uri="{FF2B5EF4-FFF2-40B4-BE49-F238E27FC236}">
                <a16:creationId xmlns:a16="http://schemas.microsoft.com/office/drawing/2014/main" id="{281D847C-AB52-43B0-B2FD-E34933FDE205}"/>
              </a:ext>
            </a:extLst>
          </p:cNvPr>
          <p:cNvSpPr txBox="1">
            <a:spLocks/>
          </p:cNvSpPr>
          <p:nvPr/>
        </p:nvSpPr>
        <p:spPr bwMode="auto">
          <a:xfrm>
            <a:off x="1766546" y="2770574"/>
            <a:ext cx="2538030" cy="688624"/>
          </a:xfrm>
          <a:prstGeom prst="rect">
            <a:avLst/>
          </a:prstGeom>
          <a:solidFill>
            <a:schemeClr val="bg1"/>
          </a:solidFill>
          <a:ln w="9525">
            <a:solidFill>
              <a:srgbClr val="0070C0"/>
            </a:solid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r>
              <a:rPr lang="en-US" altLang="ja-JP" sz="1000" dirty="0">
                <a:latin typeface="メイリオ" panose="020B0604030504040204" pitchFamily="50" charset="-128"/>
                <a:ea typeface="メイリオ" panose="020B0604030504040204" pitchFamily="50" charset="-128"/>
              </a:rPr>
              <a:t>Aurora </a:t>
            </a:r>
            <a:r>
              <a:rPr lang="ja-JP" altLang="en-US" sz="1000" dirty="0">
                <a:latin typeface="メイリオ" panose="020B0604030504040204" pitchFamily="50" charset="-128"/>
                <a:ea typeface="メイリオ" panose="020B0604030504040204" pitchFamily="50" charset="-128"/>
              </a:rPr>
              <a:t>以外</a:t>
            </a:r>
            <a:r>
              <a:rPr lang="en-US" altLang="ja-JP" sz="1000" dirty="0">
                <a:latin typeface="メイリオ" panose="020B0604030504040204" pitchFamily="50" charset="-128"/>
                <a:ea typeface="メイリオ" panose="020B0604030504040204" pitchFamily="50" charset="-128"/>
              </a:rPr>
              <a:t>: </a:t>
            </a:r>
            <a:r>
              <a:rPr lang="ja-JP" altLang="en-US" sz="1000" dirty="0">
                <a:latin typeface="メイリオ" panose="020B0604030504040204" pitchFamily="50" charset="-128"/>
                <a:ea typeface="メイリオ" panose="020B0604030504040204" pitchFamily="50" charset="-128"/>
              </a:rPr>
              <a:t>同期レプリケーション</a:t>
            </a:r>
            <a:endParaRPr lang="en-US" altLang="ja-JP" sz="1000" dirty="0">
              <a:latin typeface="メイリオ" panose="020B0604030504040204" pitchFamily="50" charset="-128"/>
              <a:ea typeface="メイリオ" panose="020B0604030504040204" pitchFamily="50" charset="-128"/>
            </a:endParaRPr>
          </a:p>
          <a:p>
            <a:r>
              <a:rPr lang="en-US" altLang="ja-JP" sz="1000" dirty="0">
                <a:latin typeface="メイリオ" panose="020B0604030504040204" pitchFamily="50" charset="-128"/>
                <a:ea typeface="メイリオ" panose="020B0604030504040204" pitchFamily="50" charset="-128"/>
              </a:rPr>
              <a:t>Aurora: </a:t>
            </a:r>
            <a:r>
              <a:rPr lang="ja-JP" altLang="en-US" sz="1000" dirty="0">
                <a:latin typeface="メイリオ" panose="020B0604030504040204" pitchFamily="50" charset="-128"/>
                <a:ea typeface="メイリオ" panose="020B0604030504040204" pitchFamily="50" charset="-128"/>
              </a:rPr>
              <a:t>非同期レプリケーション</a:t>
            </a:r>
            <a:endParaRPr lang="en-US" altLang="ja-JP" sz="1000" b="1" kern="0" dirty="0">
              <a:latin typeface="メイリオ" panose="020B0604030504040204" pitchFamily="50" charset="-128"/>
              <a:ea typeface="メイリオ" panose="020B0604030504040204" pitchFamily="50" charset="-128"/>
            </a:endParaRPr>
          </a:p>
        </p:txBody>
      </p:sp>
      <p:sp>
        <p:nvSpPr>
          <p:cNvPr id="26" name="コンテンツ プレースホルダー 2">
            <a:extLst>
              <a:ext uri="{FF2B5EF4-FFF2-40B4-BE49-F238E27FC236}">
                <a16:creationId xmlns:a16="http://schemas.microsoft.com/office/drawing/2014/main" id="{33790892-BF9A-4EA6-B7E2-55B4B80C76C8}"/>
              </a:ext>
            </a:extLst>
          </p:cNvPr>
          <p:cNvSpPr txBox="1">
            <a:spLocks/>
          </p:cNvSpPr>
          <p:nvPr/>
        </p:nvSpPr>
        <p:spPr bwMode="auto">
          <a:xfrm>
            <a:off x="1766546" y="3480300"/>
            <a:ext cx="2538030" cy="688624"/>
          </a:xfrm>
          <a:prstGeom prst="rect">
            <a:avLst/>
          </a:prstGeom>
          <a:solidFill>
            <a:schemeClr val="bg1"/>
          </a:solidFill>
          <a:ln w="9525">
            <a:solidFill>
              <a:srgbClr val="0070C0"/>
            </a:solid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r>
              <a:rPr lang="en-US" altLang="ja-JP" sz="1000" dirty="0">
                <a:latin typeface="メイリオ" panose="020B0604030504040204" pitchFamily="50" charset="-128"/>
                <a:ea typeface="メイリオ" panose="020B0604030504040204" pitchFamily="50" charset="-128"/>
              </a:rPr>
              <a:t>Aurora </a:t>
            </a:r>
            <a:r>
              <a:rPr lang="ja-JP" altLang="en-US" sz="1000" dirty="0">
                <a:latin typeface="メイリオ" panose="020B0604030504040204" pitchFamily="50" charset="-128"/>
                <a:ea typeface="メイリオ" panose="020B0604030504040204" pitchFamily="50" charset="-128"/>
              </a:rPr>
              <a:t>以外</a:t>
            </a:r>
            <a:r>
              <a:rPr lang="en-US" altLang="ja-JP" sz="1000" dirty="0">
                <a:latin typeface="メイリオ" panose="020B0604030504040204" pitchFamily="50" charset="-128"/>
                <a:ea typeface="メイリオ" panose="020B0604030504040204" pitchFamily="50" charset="-128"/>
              </a:rPr>
              <a:t>: </a:t>
            </a:r>
            <a:r>
              <a:rPr lang="ja-JP" altLang="en-US" sz="1000" dirty="0">
                <a:latin typeface="メイリオ" panose="020B0604030504040204" pitchFamily="50" charset="-128"/>
                <a:ea typeface="メイリオ" panose="020B0604030504040204" pitchFamily="50" charset="-128"/>
              </a:rPr>
              <a:t>プライマリインスタンスのみがアクティブ</a:t>
            </a:r>
            <a:endParaRPr lang="en-US" altLang="ja-JP" sz="1000" dirty="0">
              <a:latin typeface="メイリオ" panose="020B0604030504040204" pitchFamily="50" charset="-128"/>
              <a:ea typeface="メイリオ" panose="020B0604030504040204" pitchFamily="50" charset="-128"/>
            </a:endParaRPr>
          </a:p>
          <a:p>
            <a:r>
              <a:rPr lang="en-US" altLang="ja-JP" sz="1000" dirty="0">
                <a:latin typeface="メイリオ" panose="020B0604030504040204" pitchFamily="50" charset="-128"/>
                <a:ea typeface="メイリオ" panose="020B0604030504040204" pitchFamily="50" charset="-128"/>
              </a:rPr>
              <a:t>Aurora: </a:t>
            </a:r>
            <a:r>
              <a:rPr lang="ja-JP" altLang="en-US" sz="1000" dirty="0">
                <a:latin typeface="メイリオ" panose="020B0604030504040204" pitchFamily="50" charset="-128"/>
                <a:ea typeface="メイリオ" panose="020B0604030504040204" pitchFamily="50" charset="-128"/>
              </a:rPr>
              <a:t>全インスタンスがアクティブ</a:t>
            </a:r>
            <a:endParaRPr lang="en-US" altLang="ja-JP" sz="1000" b="1" kern="0" dirty="0">
              <a:latin typeface="メイリオ" panose="020B0604030504040204" pitchFamily="50" charset="-128"/>
              <a:ea typeface="メイリオ" panose="020B0604030504040204" pitchFamily="50" charset="-128"/>
            </a:endParaRPr>
          </a:p>
        </p:txBody>
      </p:sp>
      <p:sp>
        <p:nvSpPr>
          <p:cNvPr id="28" name="コンテンツ プレースホルダー 2">
            <a:extLst>
              <a:ext uri="{FF2B5EF4-FFF2-40B4-BE49-F238E27FC236}">
                <a16:creationId xmlns:a16="http://schemas.microsoft.com/office/drawing/2014/main" id="{6896F13E-A3D3-4497-BAF4-CDA5807B89CD}"/>
              </a:ext>
            </a:extLst>
          </p:cNvPr>
          <p:cNvSpPr txBox="1">
            <a:spLocks/>
          </p:cNvSpPr>
          <p:nvPr/>
        </p:nvSpPr>
        <p:spPr bwMode="auto">
          <a:xfrm>
            <a:off x="1766546" y="4190026"/>
            <a:ext cx="2538030" cy="688624"/>
          </a:xfrm>
          <a:prstGeom prst="rect">
            <a:avLst/>
          </a:prstGeom>
          <a:solidFill>
            <a:schemeClr val="bg1"/>
          </a:solidFill>
          <a:ln w="9525">
            <a:solidFill>
              <a:srgbClr val="0070C0"/>
            </a:solid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r>
              <a:rPr lang="en-US" altLang="ja-JP" sz="1000" dirty="0">
                <a:latin typeface="メイリオ" panose="020B0604030504040204" pitchFamily="50" charset="-128"/>
                <a:ea typeface="メイリオ" panose="020B0604030504040204" pitchFamily="50" charset="-128"/>
              </a:rPr>
              <a:t>Aurora </a:t>
            </a:r>
            <a:r>
              <a:rPr lang="ja-JP" altLang="en-US" sz="1000" dirty="0">
                <a:latin typeface="メイリオ" panose="020B0604030504040204" pitchFamily="50" charset="-128"/>
                <a:ea typeface="メイリオ" panose="020B0604030504040204" pitchFamily="50" charset="-128"/>
              </a:rPr>
              <a:t>以外</a:t>
            </a:r>
            <a:r>
              <a:rPr lang="en-US" altLang="ja-JP" sz="1000" dirty="0">
                <a:latin typeface="メイリオ" panose="020B0604030504040204" pitchFamily="50" charset="-128"/>
                <a:ea typeface="メイリオ" panose="020B0604030504040204" pitchFamily="50" charset="-128"/>
              </a:rPr>
              <a:t>: </a:t>
            </a:r>
            <a:r>
              <a:rPr lang="ja-JP" altLang="en-US" sz="1000" dirty="0">
                <a:latin typeface="メイリオ" panose="020B0604030504040204" pitchFamily="50" charset="-128"/>
                <a:ea typeface="メイリオ" panose="020B0604030504040204" pitchFamily="50" charset="-128"/>
              </a:rPr>
              <a:t>自動バックアップはスタンバイから取得される。</a:t>
            </a:r>
            <a:endParaRPr lang="en-US" altLang="ja-JP" sz="1000" dirty="0">
              <a:latin typeface="メイリオ" panose="020B0604030504040204" pitchFamily="50" charset="-128"/>
              <a:ea typeface="メイリオ" panose="020B0604030504040204" pitchFamily="50" charset="-128"/>
            </a:endParaRPr>
          </a:p>
          <a:p>
            <a:r>
              <a:rPr lang="en-US" altLang="ja-JP" sz="1000" dirty="0">
                <a:latin typeface="メイリオ" panose="020B0604030504040204" pitchFamily="50" charset="-128"/>
                <a:ea typeface="メイリオ" panose="020B0604030504040204" pitchFamily="50" charset="-128"/>
              </a:rPr>
              <a:t>Aurora: </a:t>
            </a:r>
            <a:r>
              <a:rPr lang="ja-JP" altLang="en-US" sz="1000" dirty="0">
                <a:latin typeface="メイリオ" panose="020B0604030504040204" pitchFamily="50" charset="-128"/>
                <a:ea typeface="メイリオ" panose="020B0604030504040204" pitchFamily="50" charset="-128"/>
              </a:rPr>
              <a:t>自動バックアップは共有ストレージレイヤーから取得される。</a:t>
            </a:r>
            <a:endParaRPr lang="en-US" altLang="ja-JP" sz="1000" b="1" kern="0" dirty="0">
              <a:latin typeface="メイリオ" panose="020B0604030504040204" pitchFamily="50" charset="-128"/>
              <a:ea typeface="メイリオ" panose="020B0604030504040204" pitchFamily="50" charset="-128"/>
            </a:endParaRPr>
          </a:p>
        </p:txBody>
      </p:sp>
      <p:sp>
        <p:nvSpPr>
          <p:cNvPr id="29" name="コンテンツ プレースホルダー 2">
            <a:extLst>
              <a:ext uri="{FF2B5EF4-FFF2-40B4-BE49-F238E27FC236}">
                <a16:creationId xmlns:a16="http://schemas.microsoft.com/office/drawing/2014/main" id="{9A966954-C48C-4280-80F9-17B55BFEEEC6}"/>
              </a:ext>
            </a:extLst>
          </p:cNvPr>
          <p:cNvSpPr txBox="1">
            <a:spLocks/>
          </p:cNvSpPr>
          <p:nvPr/>
        </p:nvSpPr>
        <p:spPr bwMode="auto">
          <a:xfrm>
            <a:off x="1766546" y="4899752"/>
            <a:ext cx="2538030" cy="688624"/>
          </a:xfrm>
          <a:prstGeom prst="rect">
            <a:avLst/>
          </a:prstGeom>
          <a:solidFill>
            <a:schemeClr val="bg1"/>
          </a:solidFill>
          <a:ln w="9525">
            <a:solidFill>
              <a:srgbClr val="0070C0"/>
            </a:solid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r>
              <a:rPr lang="en-US" altLang="ja-JP" sz="1000" dirty="0">
                <a:latin typeface="メイリオ" panose="020B0604030504040204" pitchFamily="50" charset="-128"/>
                <a:ea typeface="メイリオ" panose="020B0604030504040204" pitchFamily="50" charset="-128"/>
              </a:rPr>
              <a:t>1 </a:t>
            </a:r>
            <a:r>
              <a:rPr lang="ja-JP" altLang="en-US" sz="1000" dirty="0">
                <a:latin typeface="メイリオ" panose="020B0604030504040204" pitchFamily="50" charset="-128"/>
                <a:ea typeface="メイリオ" panose="020B0604030504040204" pitchFamily="50" charset="-128"/>
              </a:rPr>
              <a:t>つのリージョン内に常に </a:t>
            </a:r>
            <a:r>
              <a:rPr lang="en-US" altLang="ja-JP" sz="1000" dirty="0">
                <a:latin typeface="メイリオ" panose="020B0604030504040204" pitchFamily="50" charset="-128"/>
                <a:ea typeface="メイリオ" panose="020B0604030504040204" pitchFamily="50" charset="-128"/>
              </a:rPr>
              <a:t>2 </a:t>
            </a:r>
            <a:r>
              <a:rPr lang="ja-JP" altLang="en-US" sz="1000" dirty="0">
                <a:latin typeface="メイリオ" panose="020B0604030504040204" pitchFamily="50" charset="-128"/>
                <a:ea typeface="メイリオ" panose="020B0604030504040204" pitchFamily="50" charset="-128"/>
              </a:rPr>
              <a:t>つ以上のアベイラビリティーゾーンを展開</a:t>
            </a:r>
            <a:endParaRPr lang="en-US" altLang="ja-JP" sz="1000" b="1" kern="0" dirty="0">
              <a:latin typeface="メイリオ" panose="020B0604030504040204" pitchFamily="50" charset="-128"/>
              <a:ea typeface="メイリオ" panose="020B0604030504040204" pitchFamily="50" charset="-128"/>
            </a:endParaRPr>
          </a:p>
        </p:txBody>
      </p:sp>
      <p:sp>
        <p:nvSpPr>
          <p:cNvPr id="30" name="コンテンツ プレースホルダー 2">
            <a:extLst>
              <a:ext uri="{FF2B5EF4-FFF2-40B4-BE49-F238E27FC236}">
                <a16:creationId xmlns:a16="http://schemas.microsoft.com/office/drawing/2014/main" id="{FAD2B40F-AC41-4E57-9101-FA27B1F837B5}"/>
              </a:ext>
            </a:extLst>
          </p:cNvPr>
          <p:cNvSpPr txBox="1">
            <a:spLocks/>
          </p:cNvSpPr>
          <p:nvPr/>
        </p:nvSpPr>
        <p:spPr bwMode="auto">
          <a:xfrm>
            <a:off x="1766546" y="5609476"/>
            <a:ext cx="2538030" cy="688624"/>
          </a:xfrm>
          <a:prstGeom prst="rect">
            <a:avLst/>
          </a:prstGeom>
          <a:solidFill>
            <a:schemeClr val="bg1"/>
          </a:solidFill>
          <a:ln w="9525">
            <a:solidFill>
              <a:srgbClr val="0070C0"/>
            </a:solid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r>
              <a:rPr lang="ja-JP" altLang="en-US" sz="1000" dirty="0">
                <a:latin typeface="メイリオ" panose="020B0604030504040204" pitchFamily="50" charset="-128"/>
                <a:ea typeface="メイリオ" panose="020B0604030504040204" pitchFamily="50" charset="-128"/>
              </a:rPr>
              <a:t>問題が検出された場合のスタンバイ </a:t>
            </a:r>
            <a:r>
              <a:rPr lang="en-US" altLang="ja-JP" sz="1000" dirty="0">
                <a:latin typeface="メイリオ" panose="020B0604030504040204" pitchFamily="50" charset="-128"/>
                <a:ea typeface="メイリオ" panose="020B0604030504040204" pitchFamily="50" charset="-128"/>
              </a:rPr>
              <a:t>(Aurora </a:t>
            </a:r>
            <a:r>
              <a:rPr lang="ja-JP" altLang="en-US" sz="1000" dirty="0">
                <a:latin typeface="メイリオ" panose="020B0604030504040204" pitchFamily="50" charset="-128"/>
                <a:ea typeface="メイリオ" panose="020B0604030504040204" pitchFamily="50" charset="-128"/>
              </a:rPr>
              <a:t>以外</a:t>
            </a:r>
            <a:r>
              <a:rPr lang="en-US" altLang="ja-JP" sz="1000" dirty="0">
                <a:latin typeface="メイリオ" panose="020B0604030504040204" pitchFamily="50" charset="-128"/>
                <a:ea typeface="メイリオ" panose="020B0604030504040204" pitchFamily="50" charset="-128"/>
              </a:rPr>
              <a:t>) </a:t>
            </a:r>
            <a:r>
              <a:rPr lang="ja-JP" altLang="en-US" sz="1000" dirty="0">
                <a:latin typeface="メイリオ" panose="020B0604030504040204" pitchFamily="50" charset="-128"/>
                <a:ea typeface="メイリオ" panose="020B0604030504040204" pitchFamily="50" charset="-128"/>
              </a:rPr>
              <a:t>またはリードレプリカ </a:t>
            </a:r>
            <a:r>
              <a:rPr lang="en-US" altLang="ja-JP" sz="1000" dirty="0">
                <a:latin typeface="メイリオ" panose="020B0604030504040204" pitchFamily="50" charset="-128"/>
                <a:ea typeface="メイリオ" panose="020B0604030504040204" pitchFamily="50" charset="-128"/>
              </a:rPr>
              <a:t>(Aurora) </a:t>
            </a:r>
            <a:r>
              <a:rPr lang="ja-JP" altLang="en-US" sz="1000" dirty="0">
                <a:latin typeface="メイリオ" panose="020B0604030504040204" pitchFamily="50" charset="-128"/>
                <a:ea typeface="メイリオ" panose="020B0604030504040204" pitchFamily="50" charset="-128"/>
              </a:rPr>
              <a:t>への自動フェイルオーバー</a:t>
            </a:r>
            <a:endParaRPr lang="en-US" altLang="ja-JP" sz="1000" b="1" kern="0" dirty="0">
              <a:latin typeface="メイリオ" panose="020B0604030504040204" pitchFamily="50" charset="-128"/>
              <a:ea typeface="メイリオ" panose="020B0604030504040204" pitchFamily="50" charset="-128"/>
            </a:endParaRPr>
          </a:p>
        </p:txBody>
      </p:sp>
      <p:sp>
        <p:nvSpPr>
          <p:cNvPr id="37" name="コンテンツ プレースホルダー 2">
            <a:extLst>
              <a:ext uri="{FF2B5EF4-FFF2-40B4-BE49-F238E27FC236}">
                <a16:creationId xmlns:a16="http://schemas.microsoft.com/office/drawing/2014/main" id="{F434D598-8D85-4A13-A922-7A405A775C84}"/>
              </a:ext>
            </a:extLst>
          </p:cNvPr>
          <p:cNvSpPr txBox="1">
            <a:spLocks/>
          </p:cNvSpPr>
          <p:nvPr/>
        </p:nvSpPr>
        <p:spPr bwMode="auto">
          <a:xfrm>
            <a:off x="4359010" y="2060848"/>
            <a:ext cx="2538030" cy="688624"/>
          </a:xfrm>
          <a:prstGeom prst="rect">
            <a:avLst/>
          </a:prstGeom>
          <a:solidFill>
            <a:schemeClr val="bg1"/>
          </a:solidFill>
          <a:ln w="9525">
            <a:solidFill>
              <a:srgbClr val="0070C0"/>
            </a:solid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r>
              <a:rPr lang="ja-JP" altLang="en-US" sz="1000" dirty="0">
                <a:latin typeface="メイリオ" panose="020B0604030504040204" pitchFamily="50" charset="-128"/>
                <a:ea typeface="メイリオ" panose="020B0604030504040204" pitchFamily="50" charset="-128"/>
              </a:rPr>
              <a:t>災害復旧とローカルパフォーマンス</a:t>
            </a:r>
            <a:endParaRPr lang="en-US" altLang="ja-JP" sz="1000" b="1" kern="0" dirty="0">
              <a:latin typeface="メイリオ" panose="020B0604030504040204" pitchFamily="50" charset="-128"/>
              <a:ea typeface="メイリオ" panose="020B0604030504040204" pitchFamily="50" charset="-128"/>
            </a:endParaRPr>
          </a:p>
        </p:txBody>
      </p:sp>
      <p:sp>
        <p:nvSpPr>
          <p:cNvPr id="38" name="コンテンツ プレースホルダー 2">
            <a:extLst>
              <a:ext uri="{FF2B5EF4-FFF2-40B4-BE49-F238E27FC236}">
                <a16:creationId xmlns:a16="http://schemas.microsoft.com/office/drawing/2014/main" id="{D267F8A8-21DC-406E-8CAD-5B703D87C35C}"/>
              </a:ext>
            </a:extLst>
          </p:cNvPr>
          <p:cNvSpPr txBox="1">
            <a:spLocks/>
          </p:cNvSpPr>
          <p:nvPr/>
        </p:nvSpPr>
        <p:spPr bwMode="auto">
          <a:xfrm>
            <a:off x="4359010" y="2770574"/>
            <a:ext cx="2538030" cy="688624"/>
          </a:xfrm>
          <a:prstGeom prst="rect">
            <a:avLst/>
          </a:prstGeom>
          <a:solidFill>
            <a:schemeClr val="bg1"/>
          </a:solidFill>
          <a:ln w="9525">
            <a:solidFill>
              <a:srgbClr val="0070C0"/>
            </a:solid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r>
              <a:rPr lang="ja-JP" altLang="en-US" sz="1000" dirty="0">
                <a:latin typeface="メイリオ" panose="020B0604030504040204" pitchFamily="50" charset="-128"/>
                <a:ea typeface="メイリオ" panose="020B0604030504040204" pitchFamily="50" charset="-128"/>
              </a:rPr>
              <a:t>非同期レプリケーション</a:t>
            </a:r>
            <a:endParaRPr lang="en-US" altLang="ja-JP" sz="1000" b="1" kern="0" dirty="0">
              <a:latin typeface="メイリオ" panose="020B0604030504040204" pitchFamily="50" charset="-128"/>
              <a:ea typeface="メイリオ" panose="020B0604030504040204" pitchFamily="50" charset="-128"/>
            </a:endParaRPr>
          </a:p>
        </p:txBody>
      </p:sp>
      <p:sp>
        <p:nvSpPr>
          <p:cNvPr id="39" name="コンテンツ プレースホルダー 2">
            <a:extLst>
              <a:ext uri="{FF2B5EF4-FFF2-40B4-BE49-F238E27FC236}">
                <a16:creationId xmlns:a16="http://schemas.microsoft.com/office/drawing/2014/main" id="{9089A582-A466-4CC1-A8D1-BFCD682941F2}"/>
              </a:ext>
            </a:extLst>
          </p:cNvPr>
          <p:cNvSpPr txBox="1">
            <a:spLocks/>
          </p:cNvSpPr>
          <p:nvPr/>
        </p:nvSpPr>
        <p:spPr bwMode="auto">
          <a:xfrm>
            <a:off x="4359010" y="3480300"/>
            <a:ext cx="2538030" cy="688624"/>
          </a:xfrm>
          <a:prstGeom prst="rect">
            <a:avLst/>
          </a:prstGeom>
          <a:solidFill>
            <a:schemeClr val="bg1"/>
          </a:solidFill>
          <a:ln w="9525">
            <a:solidFill>
              <a:srgbClr val="0070C0"/>
            </a:solid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r>
              <a:rPr lang="ja-JP" altLang="en-US" sz="1000" dirty="0">
                <a:latin typeface="メイリオ" panose="020B0604030504040204" pitchFamily="50" charset="-128"/>
                <a:ea typeface="メイリオ" panose="020B0604030504040204" pitchFamily="50" charset="-128"/>
              </a:rPr>
              <a:t>すべてのリージョンにアクセスでき、読み取りに使用できる。</a:t>
            </a:r>
            <a:endParaRPr lang="en-US" altLang="ja-JP" sz="1000" b="1" kern="0" dirty="0">
              <a:latin typeface="メイリオ" panose="020B0604030504040204" pitchFamily="50" charset="-128"/>
              <a:ea typeface="メイリオ" panose="020B0604030504040204" pitchFamily="50" charset="-128"/>
            </a:endParaRPr>
          </a:p>
        </p:txBody>
      </p:sp>
      <p:sp>
        <p:nvSpPr>
          <p:cNvPr id="40" name="コンテンツ プレースホルダー 2">
            <a:extLst>
              <a:ext uri="{FF2B5EF4-FFF2-40B4-BE49-F238E27FC236}">
                <a16:creationId xmlns:a16="http://schemas.microsoft.com/office/drawing/2014/main" id="{4C208378-34E3-4489-8A0A-B52EF806A5A6}"/>
              </a:ext>
            </a:extLst>
          </p:cNvPr>
          <p:cNvSpPr txBox="1">
            <a:spLocks/>
          </p:cNvSpPr>
          <p:nvPr/>
        </p:nvSpPr>
        <p:spPr bwMode="auto">
          <a:xfrm>
            <a:off x="4359010" y="4190026"/>
            <a:ext cx="2538030" cy="688624"/>
          </a:xfrm>
          <a:prstGeom prst="rect">
            <a:avLst/>
          </a:prstGeom>
          <a:solidFill>
            <a:schemeClr val="bg1"/>
          </a:solidFill>
          <a:ln w="9525">
            <a:solidFill>
              <a:srgbClr val="0070C0"/>
            </a:solid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r>
              <a:rPr lang="ja-JP" altLang="en-US" sz="1000" dirty="0">
                <a:latin typeface="メイリオ" panose="020B0604030504040204" pitchFamily="50" charset="-128"/>
                <a:ea typeface="メイリオ" panose="020B0604030504040204" pitchFamily="50" charset="-128"/>
              </a:rPr>
              <a:t>各リージョンで自動バックアップを取得可能</a:t>
            </a:r>
            <a:endParaRPr lang="en-US" altLang="ja-JP" sz="1000" b="1" kern="0" dirty="0">
              <a:latin typeface="メイリオ" panose="020B0604030504040204" pitchFamily="50" charset="-128"/>
              <a:ea typeface="メイリオ" panose="020B0604030504040204" pitchFamily="50" charset="-128"/>
            </a:endParaRPr>
          </a:p>
        </p:txBody>
      </p:sp>
      <p:sp>
        <p:nvSpPr>
          <p:cNvPr id="41" name="コンテンツ プレースホルダー 2">
            <a:extLst>
              <a:ext uri="{FF2B5EF4-FFF2-40B4-BE49-F238E27FC236}">
                <a16:creationId xmlns:a16="http://schemas.microsoft.com/office/drawing/2014/main" id="{985245A3-CE58-408B-9E92-E183D70E2F5D}"/>
              </a:ext>
            </a:extLst>
          </p:cNvPr>
          <p:cNvSpPr txBox="1">
            <a:spLocks/>
          </p:cNvSpPr>
          <p:nvPr/>
        </p:nvSpPr>
        <p:spPr bwMode="auto">
          <a:xfrm>
            <a:off x="4359010" y="4899752"/>
            <a:ext cx="2538030" cy="688624"/>
          </a:xfrm>
          <a:prstGeom prst="rect">
            <a:avLst/>
          </a:prstGeom>
          <a:solidFill>
            <a:schemeClr val="bg1"/>
          </a:solidFill>
          <a:ln w="9525">
            <a:solidFill>
              <a:srgbClr val="0070C0"/>
            </a:solid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r>
              <a:rPr lang="ja-JP" altLang="en-US" sz="1000" dirty="0">
                <a:latin typeface="メイリオ" panose="020B0604030504040204" pitchFamily="50" charset="-128"/>
                <a:ea typeface="メイリオ" panose="020B0604030504040204" pitchFamily="50" charset="-128"/>
              </a:rPr>
              <a:t>各リージョンに対してマルチ </a:t>
            </a:r>
            <a:r>
              <a:rPr lang="en-US" altLang="ja-JP" sz="1000" dirty="0">
                <a:latin typeface="メイリオ" panose="020B0604030504040204" pitchFamily="50" charset="-128"/>
                <a:ea typeface="メイリオ" panose="020B0604030504040204" pitchFamily="50" charset="-128"/>
              </a:rPr>
              <a:t>AZ </a:t>
            </a:r>
            <a:r>
              <a:rPr lang="ja-JP" altLang="en-US" sz="1000" dirty="0">
                <a:latin typeface="メイリオ" panose="020B0604030504040204" pitchFamily="50" charset="-128"/>
                <a:ea typeface="メイリオ" panose="020B0604030504040204" pitchFamily="50" charset="-128"/>
              </a:rPr>
              <a:t>配置が可能</a:t>
            </a:r>
            <a:endParaRPr lang="en-US" altLang="ja-JP" sz="1000" b="1" kern="0" dirty="0">
              <a:latin typeface="メイリオ" panose="020B0604030504040204" pitchFamily="50" charset="-128"/>
              <a:ea typeface="メイリオ" panose="020B0604030504040204" pitchFamily="50" charset="-128"/>
            </a:endParaRPr>
          </a:p>
        </p:txBody>
      </p:sp>
      <p:sp>
        <p:nvSpPr>
          <p:cNvPr id="42" name="コンテンツ プレースホルダー 2">
            <a:extLst>
              <a:ext uri="{FF2B5EF4-FFF2-40B4-BE49-F238E27FC236}">
                <a16:creationId xmlns:a16="http://schemas.microsoft.com/office/drawing/2014/main" id="{C42A5E20-29C1-46E8-9DDA-75BCF4DD480D}"/>
              </a:ext>
            </a:extLst>
          </p:cNvPr>
          <p:cNvSpPr txBox="1">
            <a:spLocks/>
          </p:cNvSpPr>
          <p:nvPr/>
        </p:nvSpPr>
        <p:spPr bwMode="auto">
          <a:xfrm>
            <a:off x="4359010" y="5609476"/>
            <a:ext cx="2538030" cy="688624"/>
          </a:xfrm>
          <a:prstGeom prst="rect">
            <a:avLst/>
          </a:prstGeom>
          <a:solidFill>
            <a:schemeClr val="bg1"/>
          </a:solidFill>
          <a:ln w="9525">
            <a:solidFill>
              <a:srgbClr val="0070C0"/>
            </a:solid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r>
              <a:rPr lang="en-US" altLang="ja-JP" sz="1000" dirty="0">
                <a:latin typeface="メイリオ" panose="020B0604030504040204" pitchFamily="50" charset="-128"/>
                <a:ea typeface="メイリオ" panose="020B0604030504040204" pitchFamily="50" charset="-128"/>
              </a:rPr>
              <a:t>Aurora </a:t>
            </a:r>
            <a:r>
              <a:rPr lang="ja-JP" altLang="en-US" sz="1000" dirty="0">
                <a:latin typeface="メイリオ" panose="020B0604030504040204" pitchFamily="50" charset="-128"/>
                <a:ea typeface="メイリオ" panose="020B0604030504040204" pitchFamily="50" charset="-128"/>
              </a:rPr>
              <a:t>は、セカンダリリージョンのプロモーションをマスターに昇格可能</a:t>
            </a:r>
            <a:endParaRPr lang="en-US" altLang="ja-JP" sz="1000" b="1" kern="0" dirty="0">
              <a:latin typeface="メイリオ" panose="020B0604030504040204" pitchFamily="50" charset="-128"/>
              <a:ea typeface="メイリオ" panose="020B0604030504040204" pitchFamily="50" charset="-128"/>
            </a:endParaRPr>
          </a:p>
        </p:txBody>
      </p:sp>
      <p:sp>
        <p:nvSpPr>
          <p:cNvPr id="43" name="コンテンツ プレースホルダー 2">
            <a:extLst>
              <a:ext uri="{FF2B5EF4-FFF2-40B4-BE49-F238E27FC236}">
                <a16:creationId xmlns:a16="http://schemas.microsoft.com/office/drawing/2014/main" id="{3A5134B3-7966-4432-9B4D-A13FF1F79B50}"/>
              </a:ext>
            </a:extLst>
          </p:cNvPr>
          <p:cNvSpPr txBox="1">
            <a:spLocks/>
          </p:cNvSpPr>
          <p:nvPr/>
        </p:nvSpPr>
        <p:spPr bwMode="auto">
          <a:xfrm>
            <a:off x="6951474" y="2060848"/>
            <a:ext cx="2538030" cy="688624"/>
          </a:xfrm>
          <a:prstGeom prst="rect">
            <a:avLst/>
          </a:prstGeom>
          <a:solidFill>
            <a:schemeClr val="bg1"/>
          </a:solidFill>
          <a:ln w="9525">
            <a:solidFill>
              <a:srgbClr val="0070C0"/>
            </a:solid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r>
              <a:rPr lang="ja-JP" altLang="en-US" sz="1000" dirty="0">
                <a:latin typeface="メイリオ" panose="020B0604030504040204" pitchFamily="50" charset="-128"/>
                <a:ea typeface="メイリオ" panose="020B0604030504040204" pitchFamily="50" charset="-128"/>
              </a:rPr>
              <a:t>スケーラビリティ</a:t>
            </a:r>
            <a:endParaRPr lang="en-US" altLang="ja-JP" sz="1000" b="1" kern="0" dirty="0">
              <a:latin typeface="メイリオ" panose="020B0604030504040204" pitchFamily="50" charset="-128"/>
              <a:ea typeface="メイリオ" panose="020B0604030504040204" pitchFamily="50" charset="-128"/>
            </a:endParaRPr>
          </a:p>
        </p:txBody>
      </p:sp>
      <p:sp>
        <p:nvSpPr>
          <p:cNvPr id="44" name="コンテンツ プレースホルダー 2">
            <a:extLst>
              <a:ext uri="{FF2B5EF4-FFF2-40B4-BE49-F238E27FC236}">
                <a16:creationId xmlns:a16="http://schemas.microsoft.com/office/drawing/2014/main" id="{8E8BD4B5-817C-4A1F-9A5F-309CE3ECD2C9}"/>
              </a:ext>
            </a:extLst>
          </p:cNvPr>
          <p:cNvSpPr txBox="1">
            <a:spLocks/>
          </p:cNvSpPr>
          <p:nvPr/>
        </p:nvSpPr>
        <p:spPr bwMode="auto">
          <a:xfrm>
            <a:off x="6951474" y="2770574"/>
            <a:ext cx="2538030" cy="688624"/>
          </a:xfrm>
          <a:prstGeom prst="rect">
            <a:avLst/>
          </a:prstGeom>
          <a:solidFill>
            <a:schemeClr val="bg1"/>
          </a:solidFill>
          <a:ln w="9525">
            <a:solidFill>
              <a:srgbClr val="0070C0"/>
            </a:solid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r>
              <a:rPr lang="ja-JP" altLang="en-US" sz="1000" dirty="0">
                <a:latin typeface="メイリオ" panose="020B0604030504040204" pitchFamily="50" charset="-128"/>
                <a:ea typeface="メイリオ" panose="020B0604030504040204" pitchFamily="50" charset="-128"/>
              </a:rPr>
              <a:t>非同期レプリケーション</a:t>
            </a:r>
            <a:endParaRPr lang="en-US" altLang="ja-JP" sz="1000" b="1" kern="0" dirty="0">
              <a:latin typeface="メイリオ" panose="020B0604030504040204" pitchFamily="50" charset="-128"/>
              <a:ea typeface="メイリオ" panose="020B0604030504040204" pitchFamily="50" charset="-128"/>
            </a:endParaRPr>
          </a:p>
        </p:txBody>
      </p:sp>
      <p:sp>
        <p:nvSpPr>
          <p:cNvPr id="45" name="コンテンツ プレースホルダー 2">
            <a:extLst>
              <a:ext uri="{FF2B5EF4-FFF2-40B4-BE49-F238E27FC236}">
                <a16:creationId xmlns:a16="http://schemas.microsoft.com/office/drawing/2014/main" id="{217EB266-2E75-433A-9ED7-0E45733E2158}"/>
              </a:ext>
            </a:extLst>
          </p:cNvPr>
          <p:cNvSpPr txBox="1">
            <a:spLocks/>
          </p:cNvSpPr>
          <p:nvPr/>
        </p:nvSpPr>
        <p:spPr bwMode="auto">
          <a:xfrm>
            <a:off x="6951474" y="3480300"/>
            <a:ext cx="2538030" cy="688624"/>
          </a:xfrm>
          <a:prstGeom prst="rect">
            <a:avLst/>
          </a:prstGeom>
          <a:solidFill>
            <a:schemeClr val="bg1"/>
          </a:solidFill>
          <a:ln w="9525">
            <a:solidFill>
              <a:srgbClr val="0070C0"/>
            </a:solid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r>
              <a:rPr lang="ja-JP" altLang="en-US" sz="1000" dirty="0">
                <a:latin typeface="メイリオ" panose="020B0604030504040204" pitchFamily="50" charset="-128"/>
                <a:ea typeface="メイリオ" panose="020B0604030504040204" pitchFamily="50" charset="-128"/>
              </a:rPr>
              <a:t>すべてのリードレプリカにアクセス可能で、読み込みのスケーリングに使用可能</a:t>
            </a:r>
            <a:r>
              <a:rPr lang="en-US" altLang="ja-JP" sz="1000" b="1" kern="0" dirty="0">
                <a:latin typeface="メイリオ" panose="020B0604030504040204" pitchFamily="50" charset="-128"/>
                <a:ea typeface="メイリオ" panose="020B0604030504040204" pitchFamily="50" charset="-128"/>
              </a:rPr>
              <a:t>	</a:t>
            </a:r>
          </a:p>
        </p:txBody>
      </p:sp>
      <p:sp>
        <p:nvSpPr>
          <p:cNvPr id="46" name="コンテンツ プレースホルダー 2">
            <a:extLst>
              <a:ext uri="{FF2B5EF4-FFF2-40B4-BE49-F238E27FC236}">
                <a16:creationId xmlns:a16="http://schemas.microsoft.com/office/drawing/2014/main" id="{37156483-06B9-4552-BBF4-F89F5D278732}"/>
              </a:ext>
            </a:extLst>
          </p:cNvPr>
          <p:cNvSpPr txBox="1">
            <a:spLocks/>
          </p:cNvSpPr>
          <p:nvPr/>
        </p:nvSpPr>
        <p:spPr bwMode="auto">
          <a:xfrm>
            <a:off x="6951474" y="4190026"/>
            <a:ext cx="2538030" cy="688624"/>
          </a:xfrm>
          <a:prstGeom prst="rect">
            <a:avLst/>
          </a:prstGeom>
          <a:solidFill>
            <a:schemeClr val="bg1"/>
          </a:solidFill>
          <a:ln w="9525">
            <a:solidFill>
              <a:srgbClr val="0070C0"/>
            </a:solid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r>
              <a:rPr lang="ja-JP" altLang="en-US" sz="1000" dirty="0">
                <a:latin typeface="メイリオ" panose="020B0604030504040204" pitchFamily="50" charset="-128"/>
                <a:ea typeface="メイリオ" panose="020B0604030504040204" pitchFamily="50" charset="-128"/>
              </a:rPr>
              <a:t>デフォルトではバックアップは構成されない</a:t>
            </a:r>
            <a:endParaRPr lang="en-US" altLang="ja-JP" sz="1000" b="1" kern="0" dirty="0">
              <a:latin typeface="メイリオ" panose="020B0604030504040204" pitchFamily="50" charset="-128"/>
              <a:ea typeface="メイリオ" panose="020B0604030504040204" pitchFamily="50" charset="-128"/>
            </a:endParaRPr>
          </a:p>
        </p:txBody>
      </p:sp>
      <p:sp>
        <p:nvSpPr>
          <p:cNvPr id="47" name="コンテンツ プレースホルダー 2">
            <a:extLst>
              <a:ext uri="{FF2B5EF4-FFF2-40B4-BE49-F238E27FC236}">
                <a16:creationId xmlns:a16="http://schemas.microsoft.com/office/drawing/2014/main" id="{106F3571-195F-4698-A69D-B15C0241D7EB}"/>
              </a:ext>
            </a:extLst>
          </p:cNvPr>
          <p:cNvSpPr txBox="1">
            <a:spLocks/>
          </p:cNvSpPr>
          <p:nvPr/>
        </p:nvSpPr>
        <p:spPr bwMode="auto">
          <a:xfrm>
            <a:off x="6951474" y="4899752"/>
            <a:ext cx="2538030" cy="688624"/>
          </a:xfrm>
          <a:prstGeom prst="rect">
            <a:avLst/>
          </a:prstGeom>
          <a:solidFill>
            <a:schemeClr val="bg1"/>
          </a:solidFill>
          <a:ln w="9525">
            <a:solidFill>
              <a:srgbClr val="0070C0"/>
            </a:solid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r>
              <a:rPr lang="ja-JP" altLang="en-US" sz="1000" dirty="0">
                <a:latin typeface="メイリオ" panose="020B0604030504040204" pitchFamily="50" charset="-128"/>
                <a:ea typeface="メイリオ" panose="020B0604030504040204" pitchFamily="50" charset="-128"/>
              </a:rPr>
              <a:t>アベイラビリティーゾーン内、</a:t>
            </a:r>
            <a:r>
              <a:rPr lang="en-US" altLang="ja-JP" sz="1000" dirty="0">
                <a:latin typeface="メイリオ" panose="020B0604030504040204" pitchFamily="50" charset="-128"/>
                <a:ea typeface="メイリオ" panose="020B0604030504040204" pitchFamily="50" charset="-128"/>
              </a:rPr>
              <a:t>AZ </a:t>
            </a:r>
            <a:r>
              <a:rPr lang="ja-JP" altLang="en-US" sz="1000" dirty="0">
                <a:latin typeface="メイリオ" panose="020B0604030504040204" pitchFamily="50" charset="-128"/>
                <a:ea typeface="メイリオ" panose="020B0604030504040204" pitchFamily="50" charset="-128"/>
              </a:rPr>
              <a:t>間、またはリージョン間に配置可能</a:t>
            </a:r>
            <a:endParaRPr lang="en-US" altLang="ja-JP" sz="1000" b="1" kern="0" dirty="0">
              <a:latin typeface="メイリオ" panose="020B0604030504040204" pitchFamily="50" charset="-128"/>
              <a:ea typeface="メイリオ" panose="020B0604030504040204" pitchFamily="50" charset="-128"/>
            </a:endParaRPr>
          </a:p>
        </p:txBody>
      </p:sp>
      <p:sp>
        <p:nvSpPr>
          <p:cNvPr id="48" name="コンテンツ プレースホルダー 2">
            <a:extLst>
              <a:ext uri="{FF2B5EF4-FFF2-40B4-BE49-F238E27FC236}">
                <a16:creationId xmlns:a16="http://schemas.microsoft.com/office/drawing/2014/main" id="{1CBD6807-BFEB-46B5-8F9B-D1EE72480243}"/>
              </a:ext>
            </a:extLst>
          </p:cNvPr>
          <p:cNvSpPr txBox="1">
            <a:spLocks/>
          </p:cNvSpPr>
          <p:nvPr/>
        </p:nvSpPr>
        <p:spPr bwMode="auto">
          <a:xfrm>
            <a:off x="6951474" y="5609476"/>
            <a:ext cx="2538030" cy="688624"/>
          </a:xfrm>
          <a:prstGeom prst="rect">
            <a:avLst/>
          </a:prstGeom>
          <a:solidFill>
            <a:schemeClr val="bg1"/>
          </a:solidFill>
          <a:ln w="9525">
            <a:solidFill>
              <a:srgbClr val="0070C0"/>
            </a:solid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r>
              <a:rPr lang="ja-JP" altLang="en-US" sz="1000" dirty="0">
                <a:latin typeface="メイリオ" panose="020B0604030504040204" pitchFamily="50" charset="-128"/>
                <a:ea typeface="メイリオ" panose="020B0604030504040204" pitchFamily="50" charset="-128"/>
              </a:rPr>
              <a:t>手動でスタンドアロンのデータベースインスタンスに昇格可能 </a:t>
            </a:r>
            <a:r>
              <a:rPr lang="en-US" altLang="ja-JP" sz="1000" dirty="0">
                <a:latin typeface="メイリオ" panose="020B0604030504040204" pitchFamily="50" charset="-128"/>
                <a:ea typeface="メイリオ" panose="020B0604030504040204" pitchFamily="50" charset="-128"/>
              </a:rPr>
              <a:t>(Aurora </a:t>
            </a:r>
            <a:r>
              <a:rPr lang="ja-JP" altLang="en-US" sz="1000" dirty="0">
                <a:latin typeface="メイリオ" panose="020B0604030504040204" pitchFamily="50" charset="-128"/>
                <a:ea typeface="メイリオ" panose="020B0604030504040204" pitchFamily="50" charset="-128"/>
              </a:rPr>
              <a:t>以外</a:t>
            </a:r>
            <a:r>
              <a:rPr lang="en-US" altLang="ja-JP" sz="1000" dirty="0">
                <a:latin typeface="メイリオ" panose="020B0604030504040204" pitchFamily="50" charset="-128"/>
                <a:ea typeface="メイリオ" panose="020B0604030504040204" pitchFamily="50" charset="-128"/>
              </a:rPr>
              <a:t>) </a:t>
            </a:r>
          </a:p>
          <a:p>
            <a:r>
              <a:rPr lang="en-US" altLang="ja-JP" sz="1000" dirty="0">
                <a:latin typeface="メイリオ" panose="020B0604030504040204" pitchFamily="50" charset="-128"/>
                <a:ea typeface="メイリオ" panose="020B0604030504040204" pitchFamily="50" charset="-128"/>
              </a:rPr>
              <a:t>Aurora</a:t>
            </a:r>
            <a:r>
              <a:rPr lang="ja-JP" altLang="en-US" sz="1000" dirty="0">
                <a:latin typeface="メイリオ" panose="020B0604030504040204" pitchFamily="50" charset="-128"/>
                <a:ea typeface="メイリオ" panose="020B0604030504040204" pitchFamily="50" charset="-128"/>
              </a:rPr>
              <a:t>はプライマリインスタンス に昇格可能</a:t>
            </a:r>
            <a:endParaRPr lang="en-US" altLang="ja-JP" sz="1000" b="1" kern="0" dirty="0">
              <a:latin typeface="メイリオ" panose="020B0604030504040204" pitchFamily="50" charset="-128"/>
              <a:ea typeface="メイリオ" panose="020B0604030504040204" pitchFamily="50" charset="-128"/>
            </a:endParaRPr>
          </a:p>
        </p:txBody>
      </p:sp>
      <p:sp>
        <p:nvSpPr>
          <p:cNvPr id="49" name="コンテンツ プレースホルダー 2">
            <a:extLst>
              <a:ext uri="{FF2B5EF4-FFF2-40B4-BE49-F238E27FC236}">
                <a16:creationId xmlns:a16="http://schemas.microsoft.com/office/drawing/2014/main" id="{B4E8439F-274C-4C5F-9AD2-610B67CF9E80}"/>
              </a:ext>
            </a:extLst>
          </p:cNvPr>
          <p:cNvSpPr txBox="1">
            <a:spLocks/>
          </p:cNvSpPr>
          <p:nvPr/>
        </p:nvSpPr>
        <p:spPr bwMode="auto">
          <a:xfrm>
            <a:off x="1766546" y="1695434"/>
            <a:ext cx="2538030" cy="325343"/>
          </a:xfrm>
          <a:prstGeom prst="rect">
            <a:avLst/>
          </a:prstGeom>
          <a:solidFill>
            <a:schemeClr val="bg2">
              <a:lumMod val="25000"/>
              <a:lumOff val="75000"/>
            </a:schemeClr>
          </a:solidFill>
          <a:ln w="9525">
            <a:solidFill>
              <a:srgbClr val="0070C0"/>
            </a:solid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pPr algn="ctr"/>
            <a:r>
              <a:rPr lang="ja-JP" altLang="en-US" sz="1400" b="1" dirty="0">
                <a:latin typeface="メイリオ" panose="020B0604030504040204" pitchFamily="50" charset="-128"/>
                <a:ea typeface="メイリオ" panose="020B0604030504040204" pitchFamily="50" charset="-128"/>
              </a:rPr>
              <a:t>マルチ</a:t>
            </a:r>
            <a:r>
              <a:rPr lang="en-US" altLang="ja-JP" sz="1400" b="1" dirty="0">
                <a:latin typeface="メイリオ" panose="020B0604030504040204" pitchFamily="50" charset="-128"/>
                <a:ea typeface="メイリオ" panose="020B0604030504040204" pitchFamily="50" charset="-128"/>
              </a:rPr>
              <a:t>AZ</a:t>
            </a:r>
            <a:r>
              <a:rPr lang="ja-JP" altLang="en-US" sz="1400" b="1" dirty="0">
                <a:latin typeface="メイリオ" panose="020B0604030504040204" pitchFamily="50" charset="-128"/>
                <a:ea typeface="メイリオ" panose="020B0604030504040204" pitchFamily="50" charset="-128"/>
              </a:rPr>
              <a:t>配置</a:t>
            </a:r>
            <a:endParaRPr lang="en-US" altLang="ja-JP" sz="1400" b="1" kern="0" dirty="0">
              <a:latin typeface="メイリオ" panose="020B0604030504040204" pitchFamily="50" charset="-128"/>
              <a:ea typeface="メイリオ" panose="020B0604030504040204" pitchFamily="50" charset="-128"/>
            </a:endParaRPr>
          </a:p>
        </p:txBody>
      </p:sp>
      <p:sp>
        <p:nvSpPr>
          <p:cNvPr id="50" name="コンテンツ プレースホルダー 2">
            <a:extLst>
              <a:ext uri="{FF2B5EF4-FFF2-40B4-BE49-F238E27FC236}">
                <a16:creationId xmlns:a16="http://schemas.microsoft.com/office/drawing/2014/main" id="{4A1FC138-A980-4FB9-88FF-E2D3B6AAB162}"/>
              </a:ext>
            </a:extLst>
          </p:cNvPr>
          <p:cNvSpPr txBox="1">
            <a:spLocks/>
          </p:cNvSpPr>
          <p:nvPr/>
        </p:nvSpPr>
        <p:spPr bwMode="auto">
          <a:xfrm>
            <a:off x="4359010" y="1695434"/>
            <a:ext cx="2538030" cy="325343"/>
          </a:xfrm>
          <a:prstGeom prst="rect">
            <a:avLst/>
          </a:prstGeom>
          <a:solidFill>
            <a:schemeClr val="bg2">
              <a:lumMod val="25000"/>
              <a:lumOff val="75000"/>
            </a:schemeClr>
          </a:solidFill>
          <a:ln w="9525">
            <a:solidFill>
              <a:srgbClr val="0070C0"/>
            </a:solid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pPr algn="ctr"/>
            <a:r>
              <a:rPr lang="ja-JP" altLang="en-US" sz="1400" b="1" dirty="0">
                <a:latin typeface="メイリオ" panose="020B0604030504040204" pitchFamily="50" charset="-128"/>
                <a:ea typeface="メイリオ" panose="020B0604030504040204" pitchFamily="50" charset="-128"/>
              </a:rPr>
              <a:t>マルチリージョン配置</a:t>
            </a:r>
            <a:endParaRPr lang="en-US" altLang="ja-JP" sz="1400" b="1" kern="0" dirty="0">
              <a:latin typeface="メイリオ" panose="020B0604030504040204" pitchFamily="50" charset="-128"/>
              <a:ea typeface="メイリオ" panose="020B0604030504040204" pitchFamily="50" charset="-128"/>
            </a:endParaRPr>
          </a:p>
        </p:txBody>
      </p:sp>
      <p:sp>
        <p:nvSpPr>
          <p:cNvPr id="51" name="コンテンツ プレースホルダー 2">
            <a:extLst>
              <a:ext uri="{FF2B5EF4-FFF2-40B4-BE49-F238E27FC236}">
                <a16:creationId xmlns:a16="http://schemas.microsoft.com/office/drawing/2014/main" id="{0080340E-11E1-4713-A4F4-DB9DE192B195}"/>
              </a:ext>
            </a:extLst>
          </p:cNvPr>
          <p:cNvSpPr txBox="1">
            <a:spLocks/>
          </p:cNvSpPr>
          <p:nvPr/>
        </p:nvSpPr>
        <p:spPr bwMode="auto">
          <a:xfrm>
            <a:off x="6951474" y="1695434"/>
            <a:ext cx="2538030" cy="325343"/>
          </a:xfrm>
          <a:prstGeom prst="rect">
            <a:avLst/>
          </a:prstGeom>
          <a:solidFill>
            <a:schemeClr val="bg2">
              <a:lumMod val="25000"/>
              <a:lumOff val="75000"/>
            </a:schemeClr>
          </a:solidFill>
          <a:ln w="9525">
            <a:solidFill>
              <a:srgbClr val="0070C0"/>
            </a:solid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pPr algn="ctr"/>
            <a:r>
              <a:rPr lang="ja-JP" altLang="en-US" sz="1400" b="1" kern="0" dirty="0">
                <a:latin typeface="メイリオ" panose="020B0604030504040204" pitchFamily="50" charset="-128"/>
                <a:ea typeface="メイリオ" panose="020B0604030504040204" pitchFamily="50" charset="-128"/>
              </a:rPr>
              <a:t>リードレプリカ</a:t>
            </a:r>
            <a:endParaRPr lang="en-US" altLang="ja-JP" sz="1400" b="1" kern="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950123066"/>
      </p:ext>
    </p:extLst>
  </p:cSld>
  <p:clrMapOvr>
    <a:masterClrMapping/>
  </p:clrMapOvr>
  <mc:AlternateContent xmlns:mc="http://schemas.openxmlformats.org/markup-compatibility/2006" xmlns:p14="http://schemas.microsoft.com/office/powerpoint/2010/main">
    <mc:Choice Requires="p14">
      <p:transition spd="slow" p14:dur="2000" advTm="202494"/>
    </mc:Choice>
    <mc:Fallback xmlns="">
      <p:transition spd="slow" advTm="202494"/>
    </mc:Fallback>
  </mc:AlternateContent>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タイトル 1">
            <a:extLst>
              <a:ext uri="{FF2B5EF4-FFF2-40B4-BE49-F238E27FC236}">
                <a16:creationId xmlns:a16="http://schemas.microsoft.com/office/drawing/2014/main" id="{48F80BE1-D063-4240-BFC7-C8D243720250}"/>
              </a:ext>
            </a:extLst>
          </p:cNvPr>
          <p:cNvSpPr txBox="1">
            <a:spLocks/>
          </p:cNvSpPr>
          <p:nvPr/>
        </p:nvSpPr>
        <p:spPr bwMode="auto">
          <a:xfrm>
            <a:off x="631222" y="201863"/>
            <a:ext cx="8642258" cy="50208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rtl="0" fontAlgn="base">
              <a:lnSpc>
                <a:spcPct val="90000"/>
              </a:lnSpc>
              <a:spcBef>
                <a:spcPct val="0"/>
              </a:spcBef>
              <a:spcAft>
                <a:spcPct val="0"/>
              </a:spcAft>
              <a:defRPr kumimoji="1" sz="2000">
                <a:solidFill>
                  <a:schemeClr val="tx2"/>
                </a:solidFill>
                <a:latin typeface="游明朝" panose="02020400000000000000" pitchFamily="18" charset="-128"/>
                <a:ea typeface="游明朝" panose="02020400000000000000" pitchFamily="18" charset="-128"/>
                <a:cs typeface="+mj-cs"/>
              </a:defRPr>
            </a:lvl1pPr>
            <a:lvl2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2pPr>
            <a:lvl3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3pPr>
            <a:lvl4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4pPr>
            <a:lvl5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5pPr>
            <a:lvl6pPr marL="4572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6pPr>
            <a:lvl7pPr marL="9144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7pPr>
            <a:lvl8pPr marL="13716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8pPr>
            <a:lvl9pPr marL="18288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9pPr>
          </a:lstStyle>
          <a:p>
            <a:pPr marL="0" indent="0" algn="l">
              <a:buNone/>
            </a:pPr>
            <a:r>
              <a:rPr lang="ja-JP" altLang="en-US" sz="3000" dirty="0">
                <a:solidFill>
                  <a:srgbClr val="002060"/>
                </a:solidFill>
                <a:latin typeface="メイリオ" panose="020B0604030504040204" pitchFamily="50" charset="-128"/>
                <a:ea typeface="メイリオ" panose="020B0604030504040204" pitchFamily="50" charset="-128"/>
              </a:rPr>
              <a:t>キャッシュの利用</a:t>
            </a:r>
            <a:endParaRPr lang="en-US" altLang="ja-JP" sz="3000" dirty="0">
              <a:solidFill>
                <a:srgbClr val="002060"/>
              </a:solidFill>
              <a:latin typeface="メイリオ" panose="020B0604030504040204" pitchFamily="50" charset="-128"/>
              <a:ea typeface="メイリオ" panose="020B0604030504040204" pitchFamily="50" charset="-128"/>
            </a:endParaRPr>
          </a:p>
        </p:txBody>
      </p:sp>
      <p:sp>
        <p:nvSpPr>
          <p:cNvPr id="37" name="コンテンツ プレースホルダー 2">
            <a:extLst>
              <a:ext uri="{FF2B5EF4-FFF2-40B4-BE49-F238E27FC236}">
                <a16:creationId xmlns:a16="http://schemas.microsoft.com/office/drawing/2014/main" id="{2DC1489D-7AED-4EB8-B650-CDD4C4BDCEE3}"/>
              </a:ext>
            </a:extLst>
          </p:cNvPr>
          <p:cNvSpPr txBox="1">
            <a:spLocks/>
          </p:cNvSpPr>
          <p:nvPr/>
        </p:nvSpPr>
        <p:spPr>
          <a:xfrm>
            <a:off x="631222" y="692696"/>
            <a:ext cx="9002298" cy="325343"/>
          </a:xfrm>
          <a:prstGeom prst="rect">
            <a:avLst/>
          </a:prstGeom>
        </p:spPr>
        <p:txBody>
          <a:bodyPr vert="horz" lIns="74295" tIns="37148" rIns="74295" bIns="37148" rtlCol="0">
            <a:noAutofit/>
          </a:bodyPr>
          <a:lstStyle>
            <a:lvl1pPr marL="228600" indent="-228600" algn="l" defTabSz="914400" rtl="0" eaLnBrk="1" latinLnBrk="0" hangingPunct="1">
              <a:lnSpc>
                <a:spcPct val="90000"/>
              </a:lnSpc>
              <a:spcBef>
                <a:spcPts val="1000"/>
              </a:spcBef>
              <a:buFont typeface="Wingdings 2" pitchFamily="18" charset="2"/>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2" pitchFamily="18" charset="2"/>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2" pitchFamily="18" charset="2"/>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5pPr>
            <a:lvl6pPr marL="25146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6pPr>
            <a:lvl7pPr marL="29718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7pPr>
            <a:lvl8pPr marL="34290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8pPr>
            <a:lvl9pPr marL="38862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9pPr>
          </a:lstStyle>
          <a:p>
            <a:pPr marL="0" indent="0">
              <a:buNone/>
            </a:pPr>
            <a:r>
              <a:rPr lang="ja-JP" altLang="en-US" sz="2400" dirty="0">
                <a:solidFill>
                  <a:srgbClr val="002060"/>
                </a:solidFill>
                <a:latin typeface="メイリオ" panose="020B0604030504040204" pitchFamily="50" charset="-128"/>
                <a:ea typeface="メイリオ" panose="020B0604030504040204" pitchFamily="50" charset="-128"/>
              </a:rPr>
              <a:t>読込処理の一部をキャッシュとして保持して、高速クエリ処理を実現する構成が可能</a:t>
            </a:r>
            <a:endParaRPr lang="en-US" altLang="ja-JP" sz="2400" dirty="0">
              <a:solidFill>
                <a:srgbClr val="002060"/>
              </a:solidFill>
              <a:latin typeface="メイリオ" panose="020B0604030504040204" pitchFamily="50" charset="-128"/>
              <a:ea typeface="メイリオ" panose="020B0604030504040204" pitchFamily="50" charset="-128"/>
            </a:endParaRPr>
          </a:p>
        </p:txBody>
      </p:sp>
      <p:sp>
        <p:nvSpPr>
          <p:cNvPr id="4" name="コンテンツ プレースホルダー 2">
            <a:extLst>
              <a:ext uri="{FF2B5EF4-FFF2-40B4-BE49-F238E27FC236}">
                <a16:creationId xmlns:a16="http://schemas.microsoft.com/office/drawing/2014/main" id="{AE50D38E-54A3-4F8D-9203-CEFE6AE46168}"/>
              </a:ext>
            </a:extLst>
          </p:cNvPr>
          <p:cNvSpPr txBox="1">
            <a:spLocks/>
          </p:cNvSpPr>
          <p:nvPr/>
        </p:nvSpPr>
        <p:spPr bwMode="auto">
          <a:xfrm>
            <a:off x="3872871" y="2420888"/>
            <a:ext cx="5040560" cy="1440160"/>
          </a:xfrm>
          <a:prstGeom prst="rect">
            <a:avLst/>
          </a:prstGeom>
          <a:solidFill>
            <a:schemeClr val="bg1"/>
          </a:solidFill>
          <a:ln w="9525">
            <a:solidFill>
              <a:srgbClr val="0070C0"/>
            </a:solid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r>
              <a:rPr lang="en-US" altLang="ja-JP" kern="0" dirty="0">
                <a:solidFill>
                  <a:schemeClr val="bg2"/>
                </a:solidFill>
                <a:latin typeface="メイリオ" panose="020B0604030504040204" pitchFamily="50" charset="-128"/>
                <a:ea typeface="メイリオ" panose="020B0604030504040204" pitchFamily="50" charset="-128"/>
              </a:rPr>
              <a:t>AWS</a:t>
            </a:r>
            <a:r>
              <a:rPr lang="ja-JP" altLang="en-US" kern="0" dirty="0">
                <a:solidFill>
                  <a:schemeClr val="bg2"/>
                </a:solidFill>
                <a:latin typeface="メイリオ" panose="020B0604030504040204" pitchFamily="50" charset="-128"/>
                <a:ea typeface="メイリオ" panose="020B0604030504040204" pitchFamily="50" charset="-128"/>
              </a:rPr>
              <a:t>が提供するインメモリ</a:t>
            </a:r>
            <a:r>
              <a:rPr lang="en-US" altLang="ja-JP" kern="0" dirty="0">
                <a:solidFill>
                  <a:schemeClr val="bg2"/>
                </a:solidFill>
                <a:latin typeface="メイリオ" panose="020B0604030504040204" pitchFamily="50" charset="-128"/>
                <a:ea typeface="メイリオ" panose="020B0604030504040204" pitchFamily="50" charset="-128"/>
              </a:rPr>
              <a:t>DB</a:t>
            </a:r>
            <a:r>
              <a:rPr lang="ja-JP" altLang="en-US" kern="0" dirty="0">
                <a:solidFill>
                  <a:schemeClr val="bg2"/>
                </a:solidFill>
                <a:latin typeface="メイリオ" panose="020B0604030504040204" pitchFamily="50" charset="-128"/>
                <a:ea typeface="メイリオ" panose="020B0604030504040204" pitchFamily="50" charset="-128"/>
              </a:rPr>
              <a:t>サービスである</a:t>
            </a:r>
            <a:r>
              <a:rPr lang="en-US" altLang="ja-JP" kern="0" dirty="0" err="1">
                <a:solidFill>
                  <a:schemeClr val="bg2"/>
                </a:solidFill>
                <a:latin typeface="メイリオ" panose="020B0604030504040204" pitchFamily="50" charset="-128"/>
                <a:ea typeface="メイリオ" panose="020B0604030504040204" pitchFamily="50" charset="-128"/>
              </a:rPr>
              <a:t>ElastiCache</a:t>
            </a:r>
            <a:r>
              <a:rPr lang="ja-JP" altLang="en-US" kern="0" dirty="0">
                <a:solidFill>
                  <a:schemeClr val="bg2"/>
                </a:solidFill>
                <a:latin typeface="メイリオ" panose="020B0604030504040204" pitchFamily="50" charset="-128"/>
                <a:ea typeface="メイリオ" panose="020B0604030504040204" pitchFamily="50" charset="-128"/>
              </a:rPr>
              <a:t>を利用してクエリ処理をインメモリ</a:t>
            </a:r>
            <a:r>
              <a:rPr lang="en-US" altLang="ja-JP" kern="0" dirty="0">
                <a:solidFill>
                  <a:schemeClr val="bg2"/>
                </a:solidFill>
                <a:latin typeface="メイリオ" panose="020B0604030504040204" pitchFamily="50" charset="-128"/>
                <a:ea typeface="メイリオ" panose="020B0604030504040204" pitchFamily="50" charset="-128"/>
              </a:rPr>
              <a:t>DB</a:t>
            </a:r>
            <a:r>
              <a:rPr lang="ja-JP" altLang="en-US" kern="0" dirty="0">
                <a:solidFill>
                  <a:schemeClr val="bg2"/>
                </a:solidFill>
                <a:latin typeface="メイリオ" panose="020B0604030504040204" pitchFamily="50" charset="-128"/>
                <a:ea typeface="メイリオ" panose="020B0604030504040204" pitchFamily="50" charset="-128"/>
              </a:rPr>
              <a:t>に保持して高速処理を可能にする。</a:t>
            </a:r>
            <a:endParaRPr lang="en-US" altLang="ja-JP" kern="0" dirty="0">
              <a:solidFill>
                <a:schemeClr val="bg2"/>
              </a:solidFill>
              <a:latin typeface="メイリオ" panose="020B0604030504040204" pitchFamily="50" charset="-128"/>
              <a:ea typeface="メイリオ" panose="020B0604030504040204" pitchFamily="50" charset="-128"/>
            </a:endParaRPr>
          </a:p>
        </p:txBody>
      </p:sp>
      <p:sp>
        <p:nvSpPr>
          <p:cNvPr id="5" name="コンテンツ プレースホルダー 2">
            <a:extLst>
              <a:ext uri="{FF2B5EF4-FFF2-40B4-BE49-F238E27FC236}">
                <a16:creationId xmlns:a16="http://schemas.microsoft.com/office/drawing/2014/main" id="{256CB6CE-291A-4BDF-9E35-80199C095188}"/>
              </a:ext>
            </a:extLst>
          </p:cNvPr>
          <p:cNvSpPr txBox="1">
            <a:spLocks/>
          </p:cNvSpPr>
          <p:nvPr/>
        </p:nvSpPr>
        <p:spPr bwMode="auto">
          <a:xfrm>
            <a:off x="1136567" y="2420888"/>
            <a:ext cx="2664296" cy="1440160"/>
          </a:xfrm>
          <a:prstGeom prst="rect">
            <a:avLst/>
          </a:prstGeom>
          <a:solidFill>
            <a:schemeClr val="bg2">
              <a:lumMod val="50000"/>
              <a:lumOff val="50000"/>
            </a:schemeClr>
          </a:solidFill>
          <a:ln w="9525">
            <a:no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pPr algn="ctr"/>
            <a:r>
              <a:rPr lang="en-US" altLang="ja-JP" b="1" kern="0" dirty="0" err="1">
                <a:solidFill>
                  <a:schemeClr val="bg1"/>
                </a:solidFill>
                <a:latin typeface="メイリオ" panose="020B0604030504040204" pitchFamily="50" charset="-128"/>
                <a:ea typeface="メイリオ" panose="020B0604030504040204" pitchFamily="50" charset="-128"/>
              </a:rPr>
              <a:t>ElastiCache</a:t>
            </a:r>
            <a:r>
              <a:rPr lang="ja-JP" altLang="en-US" b="1" kern="0" dirty="0">
                <a:solidFill>
                  <a:schemeClr val="bg1"/>
                </a:solidFill>
                <a:latin typeface="メイリオ" panose="020B0604030504040204" pitchFamily="50" charset="-128"/>
                <a:ea typeface="メイリオ" panose="020B0604030504040204" pitchFamily="50" charset="-128"/>
              </a:rPr>
              <a:t>の利用</a:t>
            </a:r>
            <a:endParaRPr lang="en-US" altLang="ja-JP" b="1" kern="0" dirty="0">
              <a:solidFill>
                <a:schemeClr val="bg1"/>
              </a:solidFill>
              <a:latin typeface="メイリオ" panose="020B0604030504040204" pitchFamily="50" charset="-128"/>
              <a:ea typeface="メイリオ" panose="020B0604030504040204" pitchFamily="50" charset="-128"/>
            </a:endParaRPr>
          </a:p>
        </p:txBody>
      </p:sp>
      <p:sp>
        <p:nvSpPr>
          <p:cNvPr id="6" name="コンテンツ プレースホルダー 2">
            <a:extLst>
              <a:ext uri="{FF2B5EF4-FFF2-40B4-BE49-F238E27FC236}">
                <a16:creationId xmlns:a16="http://schemas.microsoft.com/office/drawing/2014/main" id="{C9CE0521-6EE4-4FC5-90DB-BD6145ED13CF}"/>
              </a:ext>
            </a:extLst>
          </p:cNvPr>
          <p:cNvSpPr txBox="1">
            <a:spLocks/>
          </p:cNvSpPr>
          <p:nvPr/>
        </p:nvSpPr>
        <p:spPr bwMode="auto">
          <a:xfrm>
            <a:off x="3872871" y="3933056"/>
            <a:ext cx="5040560" cy="1440160"/>
          </a:xfrm>
          <a:prstGeom prst="rect">
            <a:avLst/>
          </a:prstGeom>
          <a:solidFill>
            <a:schemeClr val="bg1"/>
          </a:solidFill>
          <a:ln w="9525">
            <a:solidFill>
              <a:srgbClr val="0070C0"/>
            </a:solid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r>
              <a:rPr lang="en-US" altLang="ja-JP" kern="0" dirty="0">
                <a:solidFill>
                  <a:schemeClr val="bg2"/>
                </a:solidFill>
                <a:latin typeface="メイリオ" panose="020B0604030504040204" pitchFamily="50" charset="-128"/>
                <a:ea typeface="メイリオ" panose="020B0604030504040204" pitchFamily="50" charset="-128"/>
              </a:rPr>
              <a:t>MYSQL</a:t>
            </a:r>
            <a:r>
              <a:rPr lang="ja-JP" altLang="en-US" kern="0" dirty="0">
                <a:solidFill>
                  <a:schemeClr val="bg2"/>
                </a:solidFill>
                <a:latin typeface="メイリオ" panose="020B0604030504040204" pitchFamily="50" charset="-128"/>
                <a:ea typeface="メイリオ" panose="020B0604030504040204" pitchFamily="50" charset="-128"/>
              </a:rPr>
              <a:t>のオプション機能にある</a:t>
            </a:r>
            <a:r>
              <a:rPr lang="en-US" altLang="ja-JP" kern="0" dirty="0">
                <a:solidFill>
                  <a:schemeClr val="bg2"/>
                </a:solidFill>
                <a:latin typeface="メイリオ" panose="020B0604030504040204" pitchFamily="50" charset="-128"/>
                <a:ea typeface="メイリオ" panose="020B0604030504040204" pitchFamily="50" charset="-128"/>
              </a:rPr>
              <a:t>Memcached</a:t>
            </a:r>
            <a:r>
              <a:rPr lang="ja-JP" altLang="en-US" kern="0" dirty="0">
                <a:solidFill>
                  <a:schemeClr val="bg2"/>
                </a:solidFill>
                <a:latin typeface="メイリオ" panose="020B0604030504040204" pitchFamily="50" charset="-128"/>
                <a:ea typeface="メイリオ" panose="020B0604030504040204" pitchFamily="50" charset="-128"/>
              </a:rPr>
              <a:t>を利用してインメモリキャッシュを利用する。</a:t>
            </a:r>
            <a:endParaRPr lang="en-US" altLang="ja-JP" kern="0" dirty="0">
              <a:solidFill>
                <a:schemeClr val="bg2"/>
              </a:solidFill>
              <a:latin typeface="メイリオ" panose="020B0604030504040204" pitchFamily="50" charset="-128"/>
              <a:ea typeface="メイリオ" panose="020B0604030504040204" pitchFamily="50" charset="-128"/>
            </a:endParaRPr>
          </a:p>
        </p:txBody>
      </p:sp>
      <p:sp>
        <p:nvSpPr>
          <p:cNvPr id="7" name="コンテンツ プレースホルダー 2">
            <a:extLst>
              <a:ext uri="{FF2B5EF4-FFF2-40B4-BE49-F238E27FC236}">
                <a16:creationId xmlns:a16="http://schemas.microsoft.com/office/drawing/2014/main" id="{53812422-FA3B-4838-B4A3-6252C05EE9FA}"/>
              </a:ext>
            </a:extLst>
          </p:cNvPr>
          <p:cNvSpPr txBox="1">
            <a:spLocks/>
          </p:cNvSpPr>
          <p:nvPr/>
        </p:nvSpPr>
        <p:spPr bwMode="auto">
          <a:xfrm>
            <a:off x="1136567" y="3933056"/>
            <a:ext cx="2664296" cy="1440160"/>
          </a:xfrm>
          <a:prstGeom prst="rect">
            <a:avLst/>
          </a:prstGeom>
          <a:solidFill>
            <a:schemeClr val="bg2">
              <a:lumMod val="50000"/>
              <a:lumOff val="50000"/>
            </a:schemeClr>
          </a:solidFill>
          <a:ln w="9525">
            <a:no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30000"/>
              </a:spcBef>
              <a:spcAft>
                <a:spcPct val="0"/>
              </a:spcAft>
              <a:defRPr kumimoji="1">
                <a:solidFill>
                  <a:schemeClr val="tx1"/>
                </a:solidFill>
                <a:latin typeface="游明朝" panose="02020400000000000000" pitchFamily="18" charset="-128"/>
                <a:ea typeface="游明朝" panose="02020400000000000000" pitchFamily="18" charset="-128"/>
                <a:cs typeface="+mn-cs"/>
              </a:defRPr>
            </a:lvl1pPr>
            <a:lvl2pPr marL="539750" indent="-285750" algn="l" rtl="0" fontAlgn="base">
              <a:spcBef>
                <a:spcPct val="30000"/>
              </a:spcBef>
              <a:spcAft>
                <a:spcPct val="0"/>
              </a:spcAft>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2pPr>
            <a:lvl3pPr marL="952500" indent="-222250" algn="l" rtl="0" fontAlgn="base">
              <a:spcBef>
                <a:spcPct val="30000"/>
              </a:spcBef>
              <a:spcAft>
                <a:spcPct val="0"/>
              </a:spcAft>
              <a:buChar char="–"/>
              <a:defRPr kumimoji="1">
                <a:solidFill>
                  <a:schemeClr val="tx1"/>
                </a:solidFill>
                <a:latin typeface="游明朝" panose="02020400000000000000" pitchFamily="18" charset="-128"/>
                <a:ea typeface="游明朝" panose="02020400000000000000" pitchFamily="18" charset="-128"/>
              </a:defRPr>
            </a:lvl3pPr>
            <a:lvl4pPr marL="1390650" indent="-247650" algn="l" rtl="0" fontAlgn="base">
              <a:spcBef>
                <a:spcPct val="30000"/>
              </a:spcBef>
              <a:spcAft>
                <a:spcPct val="0"/>
              </a:spcAft>
              <a:buSzPct val="70000"/>
              <a:buFont typeface="Wingdings" pitchFamily="2" charset="2"/>
              <a:buChar char="l"/>
              <a:defRPr kumimoji="1">
                <a:solidFill>
                  <a:schemeClr val="tx1"/>
                </a:solidFill>
                <a:latin typeface="游明朝" panose="02020400000000000000" pitchFamily="18" charset="-128"/>
                <a:ea typeface="游明朝" panose="02020400000000000000" pitchFamily="18" charset="-128"/>
              </a:defRPr>
            </a:lvl4pPr>
            <a:lvl5pPr marL="1809750" indent="-228600" algn="l" rtl="0" fontAlgn="base">
              <a:spcBef>
                <a:spcPct val="30000"/>
              </a:spcBef>
              <a:spcAft>
                <a:spcPct val="0"/>
              </a:spcAft>
              <a:buSzPct val="70000"/>
              <a:buChar char="–"/>
              <a:defRPr kumimoji="1">
                <a:solidFill>
                  <a:schemeClr val="tx1"/>
                </a:solidFill>
                <a:latin typeface="游明朝" panose="02020400000000000000" pitchFamily="18" charset="-128"/>
                <a:ea typeface="游明朝" panose="02020400000000000000" pitchFamily="18" charset="-128"/>
              </a:defRPr>
            </a:lvl5pPr>
            <a:lvl6pPr marL="2266950" indent="-228600" algn="l" rtl="0" fontAlgn="base">
              <a:spcBef>
                <a:spcPct val="30000"/>
              </a:spcBef>
              <a:spcAft>
                <a:spcPct val="0"/>
              </a:spcAft>
              <a:buSzPct val="70000"/>
              <a:buChar char="–"/>
              <a:defRPr kumimoji="1">
                <a:solidFill>
                  <a:schemeClr val="tx1"/>
                </a:solidFill>
                <a:latin typeface="+mn-lt"/>
                <a:ea typeface="+mn-ea"/>
              </a:defRPr>
            </a:lvl6pPr>
            <a:lvl7pPr marL="2724150" indent="-228600" algn="l" rtl="0" fontAlgn="base">
              <a:spcBef>
                <a:spcPct val="30000"/>
              </a:spcBef>
              <a:spcAft>
                <a:spcPct val="0"/>
              </a:spcAft>
              <a:buSzPct val="70000"/>
              <a:buChar char="–"/>
              <a:defRPr kumimoji="1">
                <a:solidFill>
                  <a:schemeClr val="tx1"/>
                </a:solidFill>
                <a:latin typeface="+mn-lt"/>
                <a:ea typeface="+mn-ea"/>
              </a:defRPr>
            </a:lvl7pPr>
            <a:lvl8pPr marL="3181350" indent="-228600" algn="l" rtl="0" fontAlgn="base">
              <a:spcBef>
                <a:spcPct val="30000"/>
              </a:spcBef>
              <a:spcAft>
                <a:spcPct val="0"/>
              </a:spcAft>
              <a:buSzPct val="70000"/>
              <a:buChar char="–"/>
              <a:defRPr kumimoji="1">
                <a:solidFill>
                  <a:schemeClr val="tx1"/>
                </a:solidFill>
                <a:latin typeface="+mn-lt"/>
                <a:ea typeface="+mn-ea"/>
              </a:defRPr>
            </a:lvl8pPr>
            <a:lvl9pPr marL="3638550" indent="-228600" algn="l" rtl="0" fontAlgn="base">
              <a:spcBef>
                <a:spcPct val="30000"/>
              </a:spcBef>
              <a:spcAft>
                <a:spcPct val="0"/>
              </a:spcAft>
              <a:buSzPct val="70000"/>
              <a:buChar char="–"/>
              <a:defRPr kumimoji="1">
                <a:solidFill>
                  <a:schemeClr val="tx1"/>
                </a:solidFill>
                <a:latin typeface="+mn-lt"/>
                <a:ea typeface="+mn-ea"/>
              </a:defRPr>
            </a:lvl9pPr>
          </a:lstStyle>
          <a:p>
            <a:pPr algn="ctr"/>
            <a:r>
              <a:rPr lang="en-US" altLang="ja-JP" b="1" kern="0" dirty="0">
                <a:solidFill>
                  <a:schemeClr val="bg1"/>
                </a:solidFill>
                <a:latin typeface="メイリオ" panose="020B0604030504040204" pitchFamily="50" charset="-128"/>
                <a:ea typeface="メイリオ" panose="020B0604030504040204" pitchFamily="50" charset="-128"/>
              </a:rPr>
              <a:t>MYSQL</a:t>
            </a:r>
            <a:r>
              <a:rPr lang="ja-JP" altLang="en-US" b="1" kern="0" dirty="0">
                <a:solidFill>
                  <a:schemeClr val="bg1"/>
                </a:solidFill>
                <a:latin typeface="メイリオ" panose="020B0604030504040204" pitchFamily="50" charset="-128"/>
                <a:ea typeface="メイリオ" panose="020B0604030504040204" pitchFamily="50" charset="-128"/>
              </a:rPr>
              <a:t>のオプション</a:t>
            </a:r>
            <a:endParaRPr lang="en-US" altLang="ja-JP" b="1" kern="0" dirty="0">
              <a:solidFill>
                <a:schemeClr val="bg1"/>
              </a:solidFill>
              <a:latin typeface="メイリオ" panose="020B0604030504040204" pitchFamily="50" charset="-128"/>
              <a:ea typeface="メイリオ" panose="020B0604030504040204" pitchFamily="50" charset="-128"/>
            </a:endParaRPr>
          </a:p>
          <a:p>
            <a:pPr algn="ctr"/>
            <a:r>
              <a:rPr lang="ja-JP" altLang="en-US" b="1" kern="0" dirty="0">
                <a:solidFill>
                  <a:schemeClr val="bg1"/>
                </a:solidFill>
                <a:latin typeface="メイリオ" panose="020B0604030504040204" pitchFamily="50" charset="-128"/>
                <a:ea typeface="メイリオ" panose="020B0604030504040204" pitchFamily="50" charset="-128"/>
              </a:rPr>
              <a:t>機能の利用</a:t>
            </a:r>
            <a:endParaRPr lang="en-US" altLang="ja-JP" b="1" kern="0" dirty="0">
              <a:solidFill>
                <a:schemeClr val="bg1"/>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839090403"/>
      </p:ext>
    </p:extLst>
  </p:cSld>
  <p:clrMapOvr>
    <a:masterClrMapping/>
  </p:clrMapOvr>
  <mc:AlternateContent xmlns:mc="http://schemas.openxmlformats.org/markup-compatibility/2006" xmlns:p14="http://schemas.microsoft.com/office/powerpoint/2010/main">
    <mc:Choice Requires="p14">
      <p:transition spd="slow" p14:dur="2000" advTm="41439"/>
    </mc:Choice>
    <mc:Fallback xmlns="">
      <p:transition spd="slow" advTm="41439"/>
    </mc:Fallback>
  </mc:AlternateContent>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タイトル 1">
            <a:extLst>
              <a:ext uri="{FF2B5EF4-FFF2-40B4-BE49-F238E27FC236}">
                <a16:creationId xmlns:a16="http://schemas.microsoft.com/office/drawing/2014/main" id="{48F80BE1-D063-4240-BFC7-C8D243720250}"/>
              </a:ext>
            </a:extLst>
          </p:cNvPr>
          <p:cNvSpPr txBox="1">
            <a:spLocks/>
          </p:cNvSpPr>
          <p:nvPr/>
        </p:nvSpPr>
        <p:spPr bwMode="auto">
          <a:xfrm>
            <a:off x="631222" y="201863"/>
            <a:ext cx="8642258" cy="50208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rtl="0" fontAlgn="base">
              <a:lnSpc>
                <a:spcPct val="90000"/>
              </a:lnSpc>
              <a:spcBef>
                <a:spcPct val="0"/>
              </a:spcBef>
              <a:spcAft>
                <a:spcPct val="0"/>
              </a:spcAft>
              <a:defRPr kumimoji="1" sz="2000">
                <a:solidFill>
                  <a:schemeClr val="tx2"/>
                </a:solidFill>
                <a:latin typeface="游明朝" panose="02020400000000000000" pitchFamily="18" charset="-128"/>
                <a:ea typeface="游明朝" panose="02020400000000000000" pitchFamily="18" charset="-128"/>
                <a:cs typeface="+mj-cs"/>
              </a:defRPr>
            </a:lvl1pPr>
            <a:lvl2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2pPr>
            <a:lvl3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3pPr>
            <a:lvl4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4pPr>
            <a:lvl5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5pPr>
            <a:lvl6pPr marL="4572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6pPr>
            <a:lvl7pPr marL="9144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7pPr>
            <a:lvl8pPr marL="13716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8pPr>
            <a:lvl9pPr marL="18288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9pPr>
          </a:lstStyle>
          <a:p>
            <a:pPr marL="0" indent="0" algn="l">
              <a:buNone/>
            </a:pPr>
            <a:r>
              <a:rPr lang="en-US" altLang="ja-JP" sz="3000" dirty="0" err="1">
                <a:solidFill>
                  <a:srgbClr val="002060"/>
                </a:solidFill>
                <a:latin typeface="メイリオ" panose="020B0604030504040204" pitchFamily="50" charset="-128"/>
                <a:ea typeface="メイリオ" panose="020B0604030504040204" pitchFamily="50" charset="-128"/>
              </a:rPr>
              <a:t>ElastiCache</a:t>
            </a:r>
            <a:r>
              <a:rPr lang="ja-JP" altLang="en-US" sz="3000" dirty="0">
                <a:solidFill>
                  <a:srgbClr val="002060"/>
                </a:solidFill>
                <a:latin typeface="メイリオ" panose="020B0604030504040204" pitchFamily="50" charset="-128"/>
                <a:ea typeface="メイリオ" panose="020B0604030504040204" pitchFamily="50" charset="-128"/>
              </a:rPr>
              <a:t>の利用</a:t>
            </a:r>
            <a:endParaRPr lang="en-US" altLang="ja-JP" sz="3000" dirty="0">
              <a:solidFill>
                <a:srgbClr val="002060"/>
              </a:solidFill>
              <a:latin typeface="メイリオ" panose="020B0604030504040204" pitchFamily="50" charset="-128"/>
              <a:ea typeface="メイリオ" panose="020B0604030504040204" pitchFamily="50" charset="-128"/>
            </a:endParaRPr>
          </a:p>
        </p:txBody>
      </p:sp>
      <p:sp>
        <p:nvSpPr>
          <p:cNvPr id="37" name="コンテンツ プレースホルダー 2">
            <a:extLst>
              <a:ext uri="{FF2B5EF4-FFF2-40B4-BE49-F238E27FC236}">
                <a16:creationId xmlns:a16="http://schemas.microsoft.com/office/drawing/2014/main" id="{2DC1489D-7AED-4EB8-B650-CDD4C4BDCEE3}"/>
              </a:ext>
            </a:extLst>
          </p:cNvPr>
          <p:cNvSpPr txBox="1">
            <a:spLocks/>
          </p:cNvSpPr>
          <p:nvPr/>
        </p:nvSpPr>
        <p:spPr>
          <a:xfrm>
            <a:off x="631222" y="692696"/>
            <a:ext cx="9002298" cy="325343"/>
          </a:xfrm>
          <a:prstGeom prst="rect">
            <a:avLst/>
          </a:prstGeom>
        </p:spPr>
        <p:txBody>
          <a:bodyPr vert="horz" lIns="74295" tIns="37148" rIns="74295" bIns="37148" rtlCol="0">
            <a:noAutofit/>
          </a:bodyPr>
          <a:lstStyle>
            <a:lvl1pPr marL="228600" indent="-228600" algn="l" defTabSz="914400" rtl="0" eaLnBrk="1" latinLnBrk="0" hangingPunct="1">
              <a:lnSpc>
                <a:spcPct val="90000"/>
              </a:lnSpc>
              <a:spcBef>
                <a:spcPts val="1000"/>
              </a:spcBef>
              <a:buFont typeface="Wingdings 2" pitchFamily="18" charset="2"/>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2" pitchFamily="18" charset="2"/>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2" pitchFamily="18" charset="2"/>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5pPr>
            <a:lvl6pPr marL="25146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6pPr>
            <a:lvl7pPr marL="29718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7pPr>
            <a:lvl8pPr marL="34290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8pPr>
            <a:lvl9pPr marL="38862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9pPr>
          </a:lstStyle>
          <a:p>
            <a:pPr marL="0" indent="0">
              <a:buNone/>
            </a:pPr>
            <a:r>
              <a:rPr lang="ja-JP" altLang="en-US" sz="2400" dirty="0">
                <a:solidFill>
                  <a:srgbClr val="002060"/>
                </a:solidFill>
                <a:latin typeface="メイリオ" panose="020B0604030504040204" pitchFamily="50" charset="-128"/>
                <a:ea typeface="メイリオ" panose="020B0604030504040204" pitchFamily="50" charset="-128"/>
              </a:rPr>
              <a:t>読込処理の一部をキャッシュとして保持して、高速クエリ処理を実現する構成が可能</a:t>
            </a:r>
            <a:endParaRPr lang="en-US" altLang="ja-JP" sz="2400" dirty="0">
              <a:solidFill>
                <a:srgbClr val="002060"/>
              </a:solidFill>
              <a:latin typeface="メイリオ" panose="020B0604030504040204" pitchFamily="50" charset="-128"/>
              <a:ea typeface="メイリオ" panose="020B0604030504040204" pitchFamily="50" charset="-128"/>
            </a:endParaRPr>
          </a:p>
        </p:txBody>
      </p:sp>
      <p:pic>
        <p:nvPicPr>
          <p:cNvPr id="8" name="図 7">
            <a:extLst>
              <a:ext uri="{FF2B5EF4-FFF2-40B4-BE49-F238E27FC236}">
                <a16:creationId xmlns:a16="http://schemas.microsoft.com/office/drawing/2014/main" id="{FB9D2BBE-B7B6-4577-909C-949BE74B9A3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11630" y="3971688"/>
            <a:ext cx="745626" cy="848866"/>
          </a:xfrm>
          <a:prstGeom prst="rect">
            <a:avLst/>
          </a:prstGeom>
        </p:spPr>
      </p:pic>
      <p:sp>
        <p:nvSpPr>
          <p:cNvPr id="9" name="テキスト ボックス 8">
            <a:extLst>
              <a:ext uri="{FF2B5EF4-FFF2-40B4-BE49-F238E27FC236}">
                <a16:creationId xmlns:a16="http://schemas.microsoft.com/office/drawing/2014/main" id="{8F6A251F-D5C7-4739-8C4F-77D2E41ECCE6}"/>
              </a:ext>
            </a:extLst>
          </p:cNvPr>
          <p:cNvSpPr txBox="1"/>
          <p:nvPr/>
        </p:nvSpPr>
        <p:spPr>
          <a:xfrm>
            <a:off x="6528460" y="4267836"/>
            <a:ext cx="696323" cy="338554"/>
          </a:xfrm>
          <a:prstGeom prst="rect">
            <a:avLst/>
          </a:prstGeom>
          <a:noFill/>
        </p:spPr>
        <p:txBody>
          <a:bodyPr wrap="square" rtlCol="0">
            <a:spAutoFit/>
          </a:bodyPr>
          <a:lstStyle/>
          <a:p>
            <a:pPr algn="ctr"/>
            <a:r>
              <a:rPr lang="en-US" altLang="ja-JP" b="1" dirty="0">
                <a:solidFill>
                  <a:schemeClr val="bg1"/>
                </a:solidFill>
                <a:latin typeface="メイリオ" panose="020B0604030504040204" pitchFamily="50" charset="-128"/>
                <a:ea typeface="メイリオ" panose="020B0604030504040204" pitchFamily="50" charset="-128"/>
              </a:rPr>
              <a:t>RDS</a:t>
            </a:r>
          </a:p>
        </p:txBody>
      </p:sp>
      <p:pic>
        <p:nvPicPr>
          <p:cNvPr id="2054" name="Picture 6">
            <a:extLst>
              <a:ext uri="{FF2B5EF4-FFF2-40B4-BE49-F238E27FC236}">
                <a16:creationId xmlns:a16="http://schemas.microsoft.com/office/drawing/2014/main" id="{99EE6138-CA1C-4B66-AE34-960239456BA6}"/>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797310" y="3948235"/>
            <a:ext cx="910558" cy="920925"/>
          </a:xfrm>
          <a:prstGeom prst="rect">
            <a:avLst/>
          </a:prstGeom>
          <a:noFill/>
          <a:extLst>
            <a:ext uri="{909E8E84-426E-40DD-AFC4-6F175D3DCCD1}">
              <a14:hiddenFill xmlns:a14="http://schemas.microsoft.com/office/drawing/2010/main">
                <a:solidFill>
                  <a:srgbClr val="FFFFFF"/>
                </a:solidFill>
              </a14:hiddenFill>
            </a:ext>
          </a:extLst>
        </p:spPr>
      </p:pic>
      <p:pic>
        <p:nvPicPr>
          <p:cNvPr id="13" name="図 12" descr="音楽 が含まれている画像&#10;&#10;自動的に生成された説明">
            <a:extLst>
              <a:ext uri="{FF2B5EF4-FFF2-40B4-BE49-F238E27FC236}">
                <a16:creationId xmlns:a16="http://schemas.microsoft.com/office/drawing/2014/main" id="{DC57CB53-34B6-43BD-9BB5-33EC0A9D3F6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584537" y="1988840"/>
            <a:ext cx="877069" cy="1052482"/>
          </a:xfrm>
          <a:prstGeom prst="rect">
            <a:avLst/>
          </a:prstGeom>
        </p:spPr>
      </p:pic>
      <p:sp>
        <p:nvSpPr>
          <p:cNvPr id="14" name="テキスト ボックス 13">
            <a:extLst>
              <a:ext uri="{FF2B5EF4-FFF2-40B4-BE49-F238E27FC236}">
                <a16:creationId xmlns:a16="http://schemas.microsoft.com/office/drawing/2014/main" id="{9E57825A-208E-4178-80EB-B0A807B3D10F}"/>
              </a:ext>
            </a:extLst>
          </p:cNvPr>
          <p:cNvSpPr txBox="1"/>
          <p:nvPr/>
        </p:nvSpPr>
        <p:spPr>
          <a:xfrm>
            <a:off x="4723149" y="2337702"/>
            <a:ext cx="599844" cy="338554"/>
          </a:xfrm>
          <a:prstGeom prst="rect">
            <a:avLst/>
          </a:prstGeom>
          <a:noFill/>
        </p:spPr>
        <p:txBody>
          <a:bodyPr wrap="none" rtlCol="0">
            <a:spAutoFit/>
          </a:bodyPr>
          <a:lstStyle/>
          <a:p>
            <a:pPr algn="ctr"/>
            <a:r>
              <a:rPr kumimoji="1" lang="en-US" altLang="ja-JP" b="1" dirty="0">
                <a:solidFill>
                  <a:schemeClr val="bg1"/>
                </a:solidFill>
                <a:latin typeface="メイリオ" panose="020B0604030504040204" pitchFamily="50" charset="-128"/>
                <a:ea typeface="メイリオ" panose="020B0604030504040204" pitchFamily="50" charset="-128"/>
              </a:rPr>
              <a:t>EC2</a:t>
            </a:r>
          </a:p>
        </p:txBody>
      </p:sp>
      <p:cxnSp>
        <p:nvCxnSpPr>
          <p:cNvPr id="11" name="直線矢印コネクタ 10">
            <a:extLst>
              <a:ext uri="{FF2B5EF4-FFF2-40B4-BE49-F238E27FC236}">
                <a16:creationId xmlns:a16="http://schemas.microsoft.com/office/drawing/2014/main" id="{E3FC8368-1EB8-4536-9B9B-098347C14856}"/>
              </a:ext>
            </a:extLst>
          </p:cNvPr>
          <p:cNvCxnSpPr>
            <a:cxnSpLocks/>
            <a:stCxn id="13" idx="2"/>
          </p:cNvCxnSpPr>
          <p:nvPr/>
        </p:nvCxnSpPr>
        <p:spPr bwMode="auto">
          <a:xfrm flipH="1">
            <a:off x="3394371" y="3041322"/>
            <a:ext cx="1628701" cy="906913"/>
          </a:xfrm>
          <a:prstGeom prst="straightConnector1">
            <a:avLst/>
          </a:prstGeom>
          <a:noFill/>
          <a:ln w="28575" cap="flat" cmpd="sng" algn="ctr">
            <a:solidFill>
              <a:schemeClr val="accent2"/>
            </a:solidFill>
            <a:prstDash val="solid"/>
            <a:round/>
            <a:headEnd type="none" w="med" len="med"/>
            <a:tailEnd type="triangle"/>
          </a:ln>
          <a:effectLst/>
        </p:spPr>
      </p:cxnSp>
      <p:cxnSp>
        <p:nvCxnSpPr>
          <p:cNvPr id="19" name="直線矢印コネクタ 18">
            <a:extLst>
              <a:ext uri="{FF2B5EF4-FFF2-40B4-BE49-F238E27FC236}">
                <a16:creationId xmlns:a16="http://schemas.microsoft.com/office/drawing/2014/main" id="{B565E507-9128-463A-8A2D-712B9B9CD2B1}"/>
              </a:ext>
            </a:extLst>
          </p:cNvPr>
          <p:cNvCxnSpPr>
            <a:cxnSpLocks/>
            <a:stCxn id="8" idx="1"/>
            <a:endCxn id="2054" idx="3"/>
          </p:cNvCxnSpPr>
          <p:nvPr/>
        </p:nvCxnSpPr>
        <p:spPr bwMode="auto">
          <a:xfrm flipH="1">
            <a:off x="3707868" y="4396121"/>
            <a:ext cx="2803762" cy="12577"/>
          </a:xfrm>
          <a:prstGeom prst="straightConnector1">
            <a:avLst/>
          </a:prstGeom>
          <a:noFill/>
          <a:ln w="28575" cap="flat" cmpd="sng" algn="ctr">
            <a:solidFill>
              <a:schemeClr val="accent2"/>
            </a:solidFill>
            <a:prstDash val="solid"/>
            <a:round/>
            <a:headEnd type="triangle" w="med" len="med"/>
            <a:tailEnd type="triangle"/>
          </a:ln>
          <a:effectLst/>
        </p:spPr>
      </p:cxnSp>
      <p:cxnSp>
        <p:nvCxnSpPr>
          <p:cNvPr id="22" name="直線矢印コネクタ 21">
            <a:extLst>
              <a:ext uri="{FF2B5EF4-FFF2-40B4-BE49-F238E27FC236}">
                <a16:creationId xmlns:a16="http://schemas.microsoft.com/office/drawing/2014/main" id="{02BD6D78-9243-4A70-A76F-875971065CF4}"/>
              </a:ext>
            </a:extLst>
          </p:cNvPr>
          <p:cNvCxnSpPr>
            <a:cxnSpLocks/>
            <a:stCxn id="13" idx="2"/>
            <a:endCxn id="8" idx="0"/>
          </p:cNvCxnSpPr>
          <p:nvPr/>
        </p:nvCxnSpPr>
        <p:spPr bwMode="auto">
          <a:xfrm>
            <a:off x="5023072" y="3041322"/>
            <a:ext cx="1861371" cy="930366"/>
          </a:xfrm>
          <a:prstGeom prst="straightConnector1">
            <a:avLst/>
          </a:prstGeom>
          <a:noFill/>
          <a:ln w="28575" cap="flat" cmpd="sng" algn="ctr">
            <a:solidFill>
              <a:schemeClr val="accent2"/>
            </a:solidFill>
            <a:prstDash val="solid"/>
            <a:round/>
            <a:headEnd type="none" w="med" len="med"/>
            <a:tailEnd type="triangle"/>
          </a:ln>
          <a:effectLst/>
        </p:spPr>
      </p:cxnSp>
      <p:sp>
        <p:nvSpPr>
          <p:cNvPr id="23" name="テキスト ボックス 22">
            <a:extLst>
              <a:ext uri="{FF2B5EF4-FFF2-40B4-BE49-F238E27FC236}">
                <a16:creationId xmlns:a16="http://schemas.microsoft.com/office/drawing/2014/main" id="{3D49115A-2214-4B08-8940-B7E8BE765F11}"/>
              </a:ext>
            </a:extLst>
          </p:cNvPr>
          <p:cNvSpPr txBox="1"/>
          <p:nvPr/>
        </p:nvSpPr>
        <p:spPr>
          <a:xfrm>
            <a:off x="5814781" y="2882309"/>
            <a:ext cx="3070071" cy="584775"/>
          </a:xfrm>
          <a:prstGeom prst="rect">
            <a:avLst/>
          </a:prstGeom>
          <a:noFill/>
        </p:spPr>
        <p:txBody>
          <a:bodyPr wrap="none" rtlCol="0">
            <a:spAutoFit/>
          </a:bodyPr>
          <a:lstStyle/>
          <a:p>
            <a:r>
              <a:rPr kumimoji="1" lang="ja-JP" altLang="en-US" dirty="0">
                <a:latin typeface="メイリオ" panose="020B0604030504040204" pitchFamily="50" charset="-128"/>
                <a:ea typeface="メイリオ" panose="020B0604030504040204" pitchFamily="50" charset="-128"/>
              </a:rPr>
              <a:t>キャッシュがない場合は</a:t>
            </a:r>
            <a:r>
              <a:rPr kumimoji="1" lang="en-US" altLang="ja-JP" dirty="0">
                <a:latin typeface="メイリオ" panose="020B0604030504040204" pitchFamily="50" charset="-128"/>
                <a:ea typeface="メイリオ" panose="020B0604030504040204" pitchFamily="50" charset="-128"/>
              </a:rPr>
              <a:t>RDS</a:t>
            </a:r>
            <a:r>
              <a:rPr kumimoji="1" lang="ja-JP" altLang="en-US" dirty="0">
                <a:latin typeface="メイリオ" panose="020B0604030504040204" pitchFamily="50" charset="-128"/>
                <a:ea typeface="メイリオ" panose="020B0604030504040204" pitchFamily="50" charset="-128"/>
              </a:rPr>
              <a:t>で</a:t>
            </a:r>
            <a:endParaRPr kumimoji="1" lang="en-US" altLang="ja-JP" dirty="0">
              <a:latin typeface="メイリオ" panose="020B0604030504040204" pitchFamily="50" charset="-128"/>
              <a:ea typeface="メイリオ" panose="020B0604030504040204" pitchFamily="50" charset="-128"/>
            </a:endParaRPr>
          </a:p>
          <a:p>
            <a:r>
              <a:rPr kumimoji="1" lang="ja-JP" altLang="en-US" dirty="0">
                <a:latin typeface="メイリオ" panose="020B0604030504040204" pitchFamily="50" charset="-128"/>
                <a:ea typeface="メイリオ" panose="020B0604030504040204" pitchFamily="50" charset="-128"/>
              </a:rPr>
              <a:t>クエリを実行</a:t>
            </a:r>
          </a:p>
        </p:txBody>
      </p:sp>
      <p:sp>
        <p:nvSpPr>
          <p:cNvPr id="28" name="テキスト ボックス 27">
            <a:extLst>
              <a:ext uri="{FF2B5EF4-FFF2-40B4-BE49-F238E27FC236}">
                <a16:creationId xmlns:a16="http://schemas.microsoft.com/office/drawing/2014/main" id="{AD81A662-3C64-495F-AD77-3D06A56503AD}"/>
              </a:ext>
            </a:extLst>
          </p:cNvPr>
          <p:cNvSpPr txBox="1"/>
          <p:nvPr/>
        </p:nvSpPr>
        <p:spPr>
          <a:xfrm>
            <a:off x="1844313" y="3034592"/>
            <a:ext cx="2441694" cy="584775"/>
          </a:xfrm>
          <a:prstGeom prst="rect">
            <a:avLst/>
          </a:prstGeom>
          <a:noFill/>
        </p:spPr>
        <p:txBody>
          <a:bodyPr wrap="none" rtlCol="0">
            <a:spAutoFit/>
          </a:bodyPr>
          <a:lstStyle/>
          <a:p>
            <a:r>
              <a:rPr kumimoji="1" lang="ja-JP" altLang="en-US" dirty="0">
                <a:latin typeface="メイリオ" panose="020B0604030504040204" pitchFamily="50" charset="-128"/>
                <a:ea typeface="メイリオ" panose="020B0604030504040204" pitchFamily="50" charset="-128"/>
              </a:rPr>
              <a:t>キャッシュがある場合は</a:t>
            </a:r>
            <a:endParaRPr kumimoji="1" lang="en-US" altLang="ja-JP" dirty="0">
              <a:latin typeface="メイリオ" panose="020B0604030504040204" pitchFamily="50" charset="-128"/>
              <a:ea typeface="メイリオ" panose="020B0604030504040204" pitchFamily="50" charset="-128"/>
            </a:endParaRPr>
          </a:p>
          <a:p>
            <a:r>
              <a:rPr lang="en-US" altLang="ja-JP" dirty="0" err="1">
                <a:latin typeface="メイリオ" panose="020B0604030504040204" pitchFamily="50" charset="-128"/>
                <a:ea typeface="メイリオ" panose="020B0604030504040204" pitchFamily="50" charset="-128"/>
              </a:rPr>
              <a:t>ElastiCache</a:t>
            </a:r>
            <a:r>
              <a:rPr lang="ja-JP" altLang="en-US" dirty="0">
                <a:latin typeface="メイリオ" panose="020B0604030504040204" pitchFamily="50" charset="-128"/>
                <a:ea typeface="メイリオ" panose="020B0604030504040204" pitchFamily="50" charset="-128"/>
              </a:rPr>
              <a:t>で処理</a:t>
            </a:r>
            <a:endParaRPr kumimoji="1" lang="en-US" altLang="ja-JP" dirty="0">
              <a:latin typeface="メイリオ" panose="020B0604030504040204" pitchFamily="50" charset="-128"/>
              <a:ea typeface="メイリオ" panose="020B0604030504040204" pitchFamily="50" charset="-128"/>
            </a:endParaRPr>
          </a:p>
        </p:txBody>
      </p:sp>
      <p:sp>
        <p:nvSpPr>
          <p:cNvPr id="29" name="テキスト ボックス 28">
            <a:extLst>
              <a:ext uri="{FF2B5EF4-FFF2-40B4-BE49-F238E27FC236}">
                <a16:creationId xmlns:a16="http://schemas.microsoft.com/office/drawing/2014/main" id="{A42D8B3E-9012-4134-BBDA-E0B472A0C633}"/>
              </a:ext>
            </a:extLst>
          </p:cNvPr>
          <p:cNvSpPr txBox="1"/>
          <p:nvPr/>
        </p:nvSpPr>
        <p:spPr>
          <a:xfrm>
            <a:off x="3802225" y="4576772"/>
            <a:ext cx="2646878" cy="338554"/>
          </a:xfrm>
          <a:prstGeom prst="rect">
            <a:avLst/>
          </a:prstGeom>
          <a:noFill/>
        </p:spPr>
        <p:txBody>
          <a:bodyPr wrap="none" rtlCol="0">
            <a:spAutoFit/>
          </a:bodyPr>
          <a:lstStyle/>
          <a:p>
            <a:r>
              <a:rPr kumimoji="1" lang="ja-JP" altLang="en-US" dirty="0">
                <a:latin typeface="メイリオ" panose="020B0604030504040204" pitchFamily="50" charset="-128"/>
                <a:ea typeface="メイリオ" panose="020B0604030504040204" pitchFamily="50" charset="-128"/>
              </a:rPr>
              <a:t>クエリをキャッシュに保持</a:t>
            </a:r>
            <a:endParaRPr kumimoji="1" lang="en-US" altLang="ja-JP"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442131791"/>
      </p:ext>
    </p:extLst>
  </p:cSld>
  <p:clrMapOvr>
    <a:masterClrMapping/>
  </p:clrMapOvr>
  <mc:AlternateContent xmlns:mc="http://schemas.openxmlformats.org/markup-compatibility/2006" xmlns:p14="http://schemas.microsoft.com/office/powerpoint/2010/main">
    <mc:Choice Requires="p14">
      <p:transition spd="slow" p14:dur="2000" advTm="34915"/>
    </mc:Choice>
    <mc:Fallback xmlns="">
      <p:transition spd="slow" advTm="34915"/>
    </mc:Fallback>
  </mc:AlternateContent>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タイトル 1">
            <a:extLst>
              <a:ext uri="{FF2B5EF4-FFF2-40B4-BE49-F238E27FC236}">
                <a16:creationId xmlns:a16="http://schemas.microsoft.com/office/drawing/2014/main" id="{48F80BE1-D063-4240-BFC7-C8D243720250}"/>
              </a:ext>
            </a:extLst>
          </p:cNvPr>
          <p:cNvSpPr txBox="1">
            <a:spLocks/>
          </p:cNvSpPr>
          <p:nvPr/>
        </p:nvSpPr>
        <p:spPr bwMode="auto">
          <a:xfrm>
            <a:off x="631222" y="201863"/>
            <a:ext cx="8642258" cy="50208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rtl="0" fontAlgn="base">
              <a:lnSpc>
                <a:spcPct val="90000"/>
              </a:lnSpc>
              <a:spcBef>
                <a:spcPct val="0"/>
              </a:spcBef>
              <a:spcAft>
                <a:spcPct val="0"/>
              </a:spcAft>
              <a:defRPr kumimoji="1" sz="2000">
                <a:solidFill>
                  <a:schemeClr val="tx2"/>
                </a:solidFill>
                <a:latin typeface="游明朝" panose="02020400000000000000" pitchFamily="18" charset="-128"/>
                <a:ea typeface="游明朝" panose="02020400000000000000" pitchFamily="18" charset="-128"/>
                <a:cs typeface="+mj-cs"/>
              </a:defRPr>
            </a:lvl1pPr>
            <a:lvl2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2pPr>
            <a:lvl3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3pPr>
            <a:lvl4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4pPr>
            <a:lvl5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5pPr>
            <a:lvl6pPr marL="4572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6pPr>
            <a:lvl7pPr marL="9144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7pPr>
            <a:lvl8pPr marL="13716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8pPr>
            <a:lvl9pPr marL="18288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9pPr>
          </a:lstStyle>
          <a:p>
            <a:pPr marL="0" indent="0" algn="l">
              <a:buNone/>
            </a:pPr>
            <a:r>
              <a:rPr lang="en-US" altLang="ja-JP" sz="3000" dirty="0">
                <a:solidFill>
                  <a:srgbClr val="002060"/>
                </a:solidFill>
                <a:latin typeface="メイリオ" panose="020B0604030504040204" pitchFamily="50" charset="-128"/>
                <a:ea typeface="メイリオ" panose="020B0604030504040204" pitchFamily="50" charset="-128"/>
              </a:rPr>
              <a:t>Aurora</a:t>
            </a:r>
            <a:r>
              <a:rPr lang="ja-JP" altLang="en-US" sz="3000" dirty="0">
                <a:solidFill>
                  <a:srgbClr val="002060"/>
                </a:solidFill>
                <a:latin typeface="メイリオ" panose="020B0604030504040204" pitchFamily="50" charset="-128"/>
                <a:ea typeface="メイリオ" panose="020B0604030504040204" pitchFamily="50" charset="-128"/>
              </a:rPr>
              <a:t>への移行</a:t>
            </a:r>
            <a:endParaRPr lang="en-US" altLang="ja-JP" sz="3000" dirty="0">
              <a:solidFill>
                <a:srgbClr val="002060"/>
              </a:solidFill>
              <a:latin typeface="メイリオ" panose="020B0604030504040204" pitchFamily="50" charset="-128"/>
              <a:ea typeface="メイリオ" panose="020B0604030504040204" pitchFamily="50" charset="-128"/>
            </a:endParaRPr>
          </a:p>
        </p:txBody>
      </p:sp>
      <p:sp>
        <p:nvSpPr>
          <p:cNvPr id="37" name="コンテンツ プレースホルダー 2">
            <a:extLst>
              <a:ext uri="{FF2B5EF4-FFF2-40B4-BE49-F238E27FC236}">
                <a16:creationId xmlns:a16="http://schemas.microsoft.com/office/drawing/2014/main" id="{2DC1489D-7AED-4EB8-B650-CDD4C4BDCEE3}"/>
              </a:ext>
            </a:extLst>
          </p:cNvPr>
          <p:cNvSpPr txBox="1">
            <a:spLocks/>
          </p:cNvSpPr>
          <p:nvPr/>
        </p:nvSpPr>
        <p:spPr>
          <a:xfrm>
            <a:off x="631222" y="692696"/>
            <a:ext cx="9002298" cy="325343"/>
          </a:xfrm>
          <a:prstGeom prst="rect">
            <a:avLst/>
          </a:prstGeom>
        </p:spPr>
        <p:txBody>
          <a:bodyPr vert="horz" lIns="74295" tIns="37148" rIns="74295" bIns="37148" rtlCol="0">
            <a:noAutofit/>
          </a:bodyPr>
          <a:lstStyle>
            <a:lvl1pPr marL="228600" indent="-228600" algn="l" defTabSz="914400" rtl="0" eaLnBrk="1" latinLnBrk="0" hangingPunct="1">
              <a:lnSpc>
                <a:spcPct val="90000"/>
              </a:lnSpc>
              <a:spcBef>
                <a:spcPts val="1000"/>
              </a:spcBef>
              <a:buFont typeface="Wingdings 2" pitchFamily="18" charset="2"/>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2" pitchFamily="18" charset="2"/>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2" pitchFamily="18" charset="2"/>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5pPr>
            <a:lvl6pPr marL="25146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6pPr>
            <a:lvl7pPr marL="29718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7pPr>
            <a:lvl8pPr marL="34290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8pPr>
            <a:lvl9pPr marL="38862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9pPr>
          </a:lstStyle>
          <a:p>
            <a:pPr marL="0" indent="0">
              <a:buNone/>
            </a:pPr>
            <a:r>
              <a:rPr lang="en-US" altLang="ja-JP" sz="2400" dirty="0">
                <a:solidFill>
                  <a:srgbClr val="002060"/>
                </a:solidFill>
                <a:latin typeface="メイリオ" panose="020B0604030504040204" pitchFamily="50" charset="-128"/>
                <a:ea typeface="メイリオ" panose="020B0604030504040204" pitchFamily="50" charset="-128"/>
              </a:rPr>
              <a:t>RDS</a:t>
            </a:r>
            <a:r>
              <a:rPr lang="ja-JP" altLang="en-US" sz="2400" dirty="0">
                <a:solidFill>
                  <a:srgbClr val="002060"/>
                </a:solidFill>
                <a:latin typeface="メイリオ" panose="020B0604030504040204" pitchFamily="50" charset="-128"/>
                <a:ea typeface="メイリオ" panose="020B0604030504040204" pitchFamily="50" charset="-128"/>
              </a:rPr>
              <a:t>の</a:t>
            </a:r>
            <a:r>
              <a:rPr lang="en-US" altLang="ja-JP" sz="2400" dirty="0">
                <a:solidFill>
                  <a:srgbClr val="002060"/>
                </a:solidFill>
                <a:latin typeface="メイリオ" panose="020B0604030504040204" pitchFamily="50" charset="-128"/>
                <a:ea typeface="メイリオ" panose="020B0604030504040204" pitchFamily="50" charset="-128"/>
              </a:rPr>
              <a:t>MySQL</a:t>
            </a:r>
            <a:r>
              <a:rPr lang="ja-JP" altLang="en-US" sz="2400" dirty="0">
                <a:solidFill>
                  <a:srgbClr val="002060"/>
                </a:solidFill>
                <a:latin typeface="メイリオ" panose="020B0604030504040204" pitchFamily="50" charset="-128"/>
                <a:ea typeface="メイリオ" panose="020B0604030504040204" pitchFamily="50" charset="-128"/>
              </a:rPr>
              <a:t>と</a:t>
            </a:r>
            <a:r>
              <a:rPr lang="en-US" altLang="ja-JP" sz="2400" dirty="0" err="1">
                <a:solidFill>
                  <a:srgbClr val="002060"/>
                </a:solidFill>
                <a:latin typeface="メイリオ" panose="020B0604030504040204" pitchFamily="50" charset="-128"/>
                <a:ea typeface="メイリオ" panose="020B0604030504040204" pitchFamily="50" charset="-128"/>
              </a:rPr>
              <a:t>Postgre</a:t>
            </a:r>
            <a:r>
              <a:rPr lang="ja-JP" altLang="en-US" sz="2400" dirty="0">
                <a:solidFill>
                  <a:srgbClr val="002060"/>
                </a:solidFill>
                <a:latin typeface="メイリオ" panose="020B0604030504040204" pitchFamily="50" charset="-128"/>
                <a:ea typeface="メイリオ" panose="020B0604030504040204" pitchFamily="50" charset="-128"/>
              </a:rPr>
              <a:t>は</a:t>
            </a:r>
            <a:r>
              <a:rPr lang="en-US" altLang="ja-JP" sz="2400" dirty="0">
                <a:solidFill>
                  <a:srgbClr val="002060"/>
                </a:solidFill>
                <a:latin typeface="メイリオ" panose="020B0604030504040204" pitchFamily="50" charset="-128"/>
                <a:ea typeface="メイリオ" panose="020B0604030504040204" pitchFamily="50" charset="-128"/>
              </a:rPr>
              <a:t>Aurora</a:t>
            </a:r>
            <a:r>
              <a:rPr lang="ja-JP" altLang="en-US" sz="2400" dirty="0">
                <a:solidFill>
                  <a:srgbClr val="002060"/>
                </a:solidFill>
                <a:latin typeface="メイリオ" panose="020B0604030504040204" pitchFamily="50" charset="-128"/>
                <a:ea typeface="メイリオ" panose="020B0604030504040204" pitchFamily="50" charset="-128"/>
              </a:rPr>
              <a:t>と互換性があるバージョンは容易に移行が可能で、パフォーマンスを向上させることができる</a:t>
            </a:r>
            <a:endParaRPr lang="en-US" altLang="ja-JP" sz="2400" dirty="0">
              <a:solidFill>
                <a:srgbClr val="002060"/>
              </a:solidFill>
              <a:latin typeface="メイリオ" panose="020B0604030504040204" pitchFamily="50" charset="-128"/>
              <a:ea typeface="メイリオ" panose="020B0604030504040204" pitchFamily="50" charset="-128"/>
            </a:endParaRPr>
          </a:p>
        </p:txBody>
      </p:sp>
      <p:pic>
        <p:nvPicPr>
          <p:cNvPr id="4" name="図 3">
            <a:extLst>
              <a:ext uri="{FF2B5EF4-FFF2-40B4-BE49-F238E27FC236}">
                <a16:creationId xmlns:a16="http://schemas.microsoft.com/office/drawing/2014/main" id="{0B4F286A-8E38-4A8A-AF94-096711F41D1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92760" y="3299240"/>
            <a:ext cx="1080120" cy="1229674"/>
          </a:xfrm>
          <a:prstGeom prst="rect">
            <a:avLst/>
          </a:prstGeom>
        </p:spPr>
      </p:pic>
      <p:sp>
        <p:nvSpPr>
          <p:cNvPr id="5" name="テキスト ボックス 4">
            <a:extLst>
              <a:ext uri="{FF2B5EF4-FFF2-40B4-BE49-F238E27FC236}">
                <a16:creationId xmlns:a16="http://schemas.microsoft.com/office/drawing/2014/main" id="{0AFFF6B5-B3B5-4EAF-A44F-F44DF7067B1F}"/>
              </a:ext>
            </a:extLst>
          </p:cNvPr>
          <p:cNvSpPr txBox="1"/>
          <p:nvPr/>
        </p:nvSpPr>
        <p:spPr>
          <a:xfrm>
            <a:off x="2809590" y="3836601"/>
            <a:ext cx="1008699" cy="338554"/>
          </a:xfrm>
          <a:prstGeom prst="rect">
            <a:avLst/>
          </a:prstGeom>
          <a:noFill/>
        </p:spPr>
        <p:txBody>
          <a:bodyPr wrap="square" rtlCol="0">
            <a:spAutoFit/>
          </a:bodyPr>
          <a:lstStyle/>
          <a:p>
            <a:pPr algn="ctr"/>
            <a:r>
              <a:rPr lang="en-US" altLang="ja-JP" b="1" dirty="0">
                <a:solidFill>
                  <a:schemeClr val="bg1"/>
                </a:solidFill>
                <a:latin typeface="メイリオ" panose="020B0604030504040204" pitchFamily="50" charset="-128"/>
                <a:ea typeface="メイリオ" panose="020B0604030504040204" pitchFamily="50" charset="-128"/>
              </a:rPr>
              <a:t>RDS</a:t>
            </a:r>
          </a:p>
        </p:txBody>
      </p:sp>
      <p:pic>
        <p:nvPicPr>
          <p:cNvPr id="6" name="図 5">
            <a:extLst>
              <a:ext uri="{FF2B5EF4-FFF2-40B4-BE49-F238E27FC236}">
                <a16:creationId xmlns:a16="http://schemas.microsoft.com/office/drawing/2014/main" id="{288D383A-C9A6-43CC-B427-BB6CF09622B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65168" y="3299240"/>
            <a:ext cx="1080120" cy="1229674"/>
          </a:xfrm>
          <a:prstGeom prst="rect">
            <a:avLst/>
          </a:prstGeom>
        </p:spPr>
      </p:pic>
      <p:sp>
        <p:nvSpPr>
          <p:cNvPr id="7" name="テキスト ボックス 6">
            <a:extLst>
              <a:ext uri="{FF2B5EF4-FFF2-40B4-BE49-F238E27FC236}">
                <a16:creationId xmlns:a16="http://schemas.microsoft.com/office/drawing/2014/main" id="{81BDB1FF-5557-4304-8B02-AC474AF3B7A3}"/>
              </a:ext>
            </a:extLst>
          </p:cNvPr>
          <p:cNvSpPr txBox="1"/>
          <p:nvPr/>
        </p:nvSpPr>
        <p:spPr>
          <a:xfrm>
            <a:off x="6481998" y="3836601"/>
            <a:ext cx="1008699" cy="338554"/>
          </a:xfrm>
          <a:prstGeom prst="rect">
            <a:avLst/>
          </a:prstGeom>
          <a:noFill/>
        </p:spPr>
        <p:txBody>
          <a:bodyPr wrap="square" rtlCol="0">
            <a:spAutoFit/>
          </a:bodyPr>
          <a:lstStyle/>
          <a:p>
            <a:pPr algn="ctr"/>
            <a:r>
              <a:rPr lang="en-US" altLang="ja-JP" b="1" dirty="0">
                <a:solidFill>
                  <a:schemeClr val="bg1"/>
                </a:solidFill>
                <a:latin typeface="メイリオ" panose="020B0604030504040204" pitchFamily="50" charset="-128"/>
                <a:ea typeface="メイリオ" panose="020B0604030504040204" pitchFamily="50" charset="-128"/>
              </a:rPr>
              <a:t>Aurora</a:t>
            </a:r>
          </a:p>
        </p:txBody>
      </p:sp>
      <p:sp>
        <p:nvSpPr>
          <p:cNvPr id="2" name="矢印: 下 1">
            <a:extLst>
              <a:ext uri="{FF2B5EF4-FFF2-40B4-BE49-F238E27FC236}">
                <a16:creationId xmlns:a16="http://schemas.microsoft.com/office/drawing/2014/main" id="{7653FD73-A830-4B5A-AF6D-4D59B309F8D2}"/>
              </a:ext>
            </a:extLst>
          </p:cNvPr>
          <p:cNvSpPr/>
          <p:nvPr/>
        </p:nvSpPr>
        <p:spPr bwMode="auto">
          <a:xfrm rot="16200000">
            <a:off x="4834378" y="3121989"/>
            <a:ext cx="648072" cy="1584176"/>
          </a:xfrm>
          <a:prstGeom prst="downArrow">
            <a:avLst/>
          </a:prstGeom>
          <a:solidFill>
            <a:schemeClr val="accent6"/>
          </a:solidFill>
          <a:ln w="12700" cap="flat" cmpd="sng" algn="ctr">
            <a:no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ja-JP" altLang="en-US" sz="1600" b="0" i="0" u="none" strike="noStrike" cap="none" normalizeH="0" baseline="0">
              <a:ln>
                <a:noFill/>
              </a:ln>
              <a:solidFill>
                <a:schemeClr val="tx1"/>
              </a:solidFill>
              <a:effectLst/>
              <a:latin typeface="ＭＳ Ｐゴシック" pitchFamily="50" charset="-128"/>
              <a:ea typeface="ＭＳ Ｐゴシック" pitchFamily="50" charset="-128"/>
            </a:endParaRPr>
          </a:p>
        </p:txBody>
      </p:sp>
    </p:spTree>
    <p:extLst>
      <p:ext uri="{BB962C8B-B14F-4D97-AF65-F5344CB8AC3E}">
        <p14:creationId xmlns:p14="http://schemas.microsoft.com/office/powerpoint/2010/main" val="3358497826"/>
      </p:ext>
    </p:extLst>
  </p:cSld>
  <p:clrMapOvr>
    <a:masterClrMapping/>
  </p:clrMapOvr>
  <mc:AlternateContent xmlns:mc="http://schemas.openxmlformats.org/markup-compatibility/2006" xmlns:p14="http://schemas.microsoft.com/office/powerpoint/2010/main">
    <mc:Choice Requires="p14">
      <p:transition spd="slow" p14:dur="2000" advTm="45910"/>
    </mc:Choice>
    <mc:Fallback xmlns="">
      <p:transition spd="slow" advTm="45910"/>
    </mc:Fallback>
  </mc:AlternateContent>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コンテンツ プレースホルダー 2">
            <a:extLst>
              <a:ext uri="{FF2B5EF4-FFF2-40B4-BE49-F238E27FC236}">
                <a16:creationId xmlns:a16="http://schemas.microsoft.com/office/drawing/2014/main" id="{24193271-70C8-43C1-840A-BF9ABD495DB2}"/>
              </a:ext>
            </a:extLst>
          </p:cNvPr>
          <p:cNvSpPr txBox="1">
            <a:spLocks/>
          </p:cNvSpPr>
          <p:nvPr/>
        </p:nvSpPr>
        <p:spPr>
          <a:xfrm>
            <a:off x="963666" y="1352532"/>
            <a:ext cx="8309814" cy="300317"/>
          </a:xfrm>
          <a:prstGeom prst="rect">
            <a:avLst/>
          </a:prstGeom>
        </p:spPr>
        <p:txBody>
          <a:bodyPr vert="horz" lIns="68580" tIns="34290" rIns="68580" bIns="34290" rtlCol="0">
            <a:noAutofit/>
          </a:bodyPr>
          <a:lstStyle>
            <a:lvl1pPr marL="228600" indent="-228600" algn="l" defTabSz="914400" rtl="0" eaLnBrk="1" latinLnBrk="0" hangingPunct="1">
              <a:lnSpc>
                <a:spcPct val="90000"/>
              </a:lnSpc>
              <a:spcBef>
                <a:spcPts val="1000"/>
              </a:spcBef>
              <a:buFont typeface="Wingdings 2" pitchFamily="18" charset="2"/>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2" pitchFamily="18" charset="2"/>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2" pitchFamily="18" charset="2"/>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5pPr>
            <a:lvl6pPr marL="25146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6pPr>
            <a:lvl7pPr marL="29718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7pPr>
            <a:lvl8pPr marL="34290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8pPr>
            <a:lvl9pPr marL="38862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9pPr>
          </a:lstStyle>
          <a:p>
            <a:pPr marL="0" indent="0">
              <a:buNone/>
            </a:pPr>
            <a:endParaRPr lang="en-US" altLang="ja-JP" sz="2215" dirty="0">
              <a:solidFill>
                <a:srgbClr val="002060"/>
              </a:solidFill>
              <a:latin typeface="メイリオ" panose="020B0604030504040204" pitchFamily="50" charset="-128"/>
              <a:ea typeface="メイリオ" panose="020B0604030504040204" pitchFamily="50" charset="-128"/>
            </a:endParaRPr>
          </a:p>
        </p:txBody>
      </p:sp>
      <p:sp>
        <p:nvSpPr>
          <p:cNvPr id="11" name="正方形/長方形 10">
            <a:extLst>
              <a:ext uri="{FF2B5EF4-FFF2-40B4-BE49-F238E27FC236}">
                <a16:creationId xmlns:a16="http://schemas.microsoft.com/office/drawing/2014/main" id="{07450EDD-CBFA-4EF8-8441-09315457B02F}"/>
              </a:ext>
            </a:extLst>
          </p:cNvPr>
          <p:cNvSpPr/>
          <p:nvPr/>
        </p:nvSpPr>
        <p:spPr bwMode="auto">
          <a:xfrm>
            <a:off x="2793240" y="2817072"/>
            <a:ext cx="4320000" cy="1260000"/>
          </a:xfrm>
          <a:prstGeom prst="rect">
            <a:avLst/>
          </a:prstGeom>
          <a:no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vert="horz" wrap="square" lIns="0" tIns="0" rIns="0" bIns="0" numCol="1" rtlCol="0" anchor="ctr" anchorCtr="0" compatLnSpc="1">
            <a:prstTxWarp prst="textNoShape">
              <a:avLst/>
            </a:prstTxWarp>
          </a:bodyPr>
          <a:lstStyle/>
          <a:p>
            <a:pPr algn="ctr"/>
            <a:r>
              <a:rPr kumimoji="0" lang="en-US" altLang="ja-JP" sz="2600" dirty="0">
                <a:solidFill>
                  <a:srgbClr val="000000"/>
                </a:solidFill>
                <a:latin typeface="メイリオ" pitchFamily="50" charset="-128"/>
                <a:ea typeface="メイリオ" pitchFamily="50" charset="-128"/>
                <a:cs typeface="メイリオ" pitchFamily="50" charset="-128"/>
              </a:rPr>
              <a:t>RDS</a:t>
            </a:r>
            <a:r>
              <a:rPr kumimoji="0" lang="ja-JP" altLang="en-US" sz="2600" dirty="0">
                <a:solidFill>
                  <a:srgbClr val="000000"/>
                </a:solidFill>
                <a:latin typeface="メイリオ" pitchFamily="50" charset="-128"/>
                <a:ea typeface="メイリオ" pitchFamily="50" charset="-128"/>
                <a:cs typeface="メイリオ" pitchFamily="50" charset="-128"/>
              </a:rPr>
              <a:t>のネットワーク</a:t>
            </a:r>
            <a:br>
              <a:rPr kumimoji="0" lang="en-US" altLang="ja-JP" sz="2600" dirty="0">
                <a:solidFill>
                  <a:srgbClr val="000000"/>
                </a:solidFill>
                <a:latin typeface="メイリオ" pitchFamily="50" charset="-128"/>
                <a:ea typeface="メイリオ" pitchFamily="50" charset="-128"/>
                <a:cs typeface="メイリオ" pitchFamily="50" charset="-128"/>
              </a:rPr>
            </a:br>
            <a:r>
              <a:rPr kumimoji="0" lang="ja-JP" altLang="en-US" sz="2600" dirty="0">
                <a:solidFill>
                  <a:srgbClr val="000000"/>
                </a:solidFill>
                <a:latin typeface="メイリオ" pitchFamily="50" charset="-128"/>
                <a:ea typeface="メイリオ" pitchFamily="50" charset="-128"/>
                <a:cs typeface="メイリオ" pitchFamily="50" charset="-128"/>
              </a:rPr>
              <a:t>構成の確認</a:t>
            </a:r>
            <a:endParaRPr kumimoji="0" lang="en-US" altLang="ja-JP" sz="2600" dirty="0">
              <a:solidFill>
                <a:srgbClr val="000000"/>
              </a:solidFill>
              <a:latin typeface="メイリオ" pitchFamily="50" charset="-128"/>
              <a:ea typeface="メイリオ" pitchFamily="50" charset="-128"/>
              <a:cs typeface="メイリオ" pitchFamily="50" charset="-128"/>
            </a:endParaRPr>
          </a:p>
        </p:txBody>
      </p:sp>
    </p:spTree>
    <p:extLst>
      <p:ext uri="{BB962C8B-B14F-4D97-AF65-F5344CB8AC3E}">
        <p14:creationId xmlns:p14="http://schemas.microsoft.com/office/powerpoint/2010/main" val="1340174631"/>
      </p:ext>
    </p:extLst>
  </p:cSld>
  <p:clrMapOvr>
    <a:masterClrMapping/>
  </p:clrMapOvr>
  <mc:AlternateContent xmlns:mc="http://schemas.openxmlformats.org/markup-compatibility/2006" xmlns:p14="http://schemas.microsoft.com/office/powerpoint/2010/main">
    <mc:Choice Requires="p14">
      <p:transition spd="slow" p14:dur="2000" advTm="9705"/>
    </mc:Choice>
    <mc:Fallback xmlns="">
      <p:transition spd="slow" advTm="9705"/>
    </mc:Fallback>
  </mc:AlternateContent>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正方形/長方形 5">
            <a:extLst>
              <a:ext uri="{FF2B5EF4-FFF2-40B4-BE49-F238E27FC236}">
                <a16:creationId xmlns:a16="http://schemas.microsoft.com/office/drawing/2014/main" id="{2ED80C60-7F5E-4BD6-BC37-50E776F1ABAF}"/>
              </a:ext>
            </a:extLst>
          </p:cNvPr>
          <p:cNvSpPr/>
          <p:nvPr/>
        </p:nvSpPr>
        <p:spPr bwMode="auto">
          <a:xfrm>
            <a:off x="3596908" y="1988840"/>
            <a:ext cx="2442701" cy="3889072"/>
          </a:xfrm>
          <a:prstGeom prst="rect">
            <a:avLst/>
          </a:prstGeom>
          <a:solidFill>
            <a:srgbClr val="FFC000"/>
          </a:solidFill>
          <a:ln w="12700" cap="flat" cmpd="sng" algn="ctr">
            <a:no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altLang="ja-JP" sz="1400" b="1" dirty="0">
                <a:solidFill>
                  <a:schemeClr val="bg1"/>
                </a:solidFill>
                <a:latin typeface="メイリオ" panose="020B0604030504040204" pitchFamily="50" charset="-128"/>
                <a:ea typeface="メイリオ" panose="020B0604030504040204" pitchFamily="50" charset="-128"/>
              </a:rPr>
              <a:t>AZ</a:t>
            </a:r>
            <a:endParaRPr kumimoji="1" lang="ja-JP" altLang="en-US" sz="1400" b="1"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endParaRPr>
          </a:p>
        </p:txBody>
      </p:sp>
      <p:sp>
        <p:nvSpPr>
          <p:cNvPr id="53" name="正方形/長方形 5">
            <a:extLst>
              <a:ext uri="{FF2B5EF4-FFF2-40B4-BE49-F238E27FC236}">
                <a16:creationId xmlns:a16="http://schemas.microsoft.com/office/drawing/2014/main" id="{819A638F-DFC0-4277-9898-EEC91505603D}"/>
              </a:ext>
            </a:extLst>
          </p:cNvPr>
          <p:cNvSpPr/>
          <p:nvPr/>
        </p:nvSpPr>
        <p:spPr bwMode="auto">
          <a:xfrm>
            <a:off x="926123" y="1988840"/>
            <a:ext cx="2442701" cy="3889072"/>
          </a:xfrm>
          <a:prstGeom prst="rect">
            <a:avLst/>
          </a:prstGeom>
          <a:solidFill>
            <a:srgbClr val="FFC000"/>
          </a:solidFill>
          <a:ln w="12700" cap="flat" cmpd="sng" algn="ctr">
            <a:no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altLang="ja-JP" sz="1400" b="1" dirty="0">
                <a:solidFill>
                  <a:schemeClr val="bg1"/>
                </a:solidFill>
                <a:latin typeface="メイリオ" panose="020B0604030504040204" pitchFamily="50" charset="-128"/>
                <a:ea typeface="メイリオ" panose="020B0604030504040204" pitchFamily="50" charset="-128"/>
              </a:rPr>
              <a:t>AZ</a:t>
            </a:r>
            <a:endParaRPr kumimoji="1" lang="ja-JP" altLang="en-US" sz="1400" b="1"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endParaRPr>
          </a:p>
        </p:txBody>
      </p:sp>
      <p:sp>
        <p:nvSpPr>
          <p:cNvPr id="46" name="四角形: 角を丸くする 33">
            <a:extLst>
              <a:ext uri="{FF2B5EF4-FFF2-40B4-BE49-F238E27FC236}">
                <a16:creationId xmlns:a16="http://schemas.microsoft.com/office/drawing/2014/main" id="{E766E255-926F-49A9-AF64-0DEBD5C50F13}"/>
              </a:ext>
            </a:extLst>
          </p:cNvPr>
          <p:cNvSpPr/>
          <p:nvPr/>
        </p:nvSpPr>
        <p:spPr bwMode="auto">
          <a:xfrm>
            <a:off x="1112674" y="2276872"/>
            <a:ext cx="2069437" cy="1490099"/>
          </a:xfrm>
          <a:prstGeom prst="roundRect">
            <a:avLst/>
          </a:prstGeom>
          <a:solidFill>
            <a:schemeClr val="bg1"/>
          </a:solidFill>
          <a:ln w="12700" cap="flat" cmpd="sng" algn="ctr">
            <a:solidFill>
              <a:srgbClr val="F0861E"/>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kumimoji="1" lang="ja-JP" altLang="en-US" sz="1200" b="1"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rPr>
              <a:t>パブリックサブネット</a:t>
            </a:r>
            <a:r>
              <a:rPr kumimoji="1" lang="en-US" altLang="ja-JP" sz="1200" b="0"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rPr>
              <a:t>10.0.0.0/24</a:t>
            </a:r>
            <a:r>
              <a:rPr lang="en-US" altLang="ja-JP" sz="1200" dirty="0">
                <a:solidFill>
                  <a:srgbClr val="FF0000"/>
                </a:solidFill>
                <a:latin typeface="メイリオ" panose="020B0604030504040204" pitchFamily="50" charset="-128"/>
                <a:ea typeface="メイリオ" panose="020B0604030504040204" pitchFamily="50" charset="-128"/>
              </a:rPr>
              <a:t>	</a:t>
            </a:r>
            <a:endParaRPr kumimoji="1" lang="ja-JP" altLang="en-US" sz="1200" b="0"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endParaRPr>
          </a:p>
        </p:txBody>
      </p:sp>
      <p:sp>
        <p:nvSpPr>
          <p:cNvPr id="27" name="タイトル 1">
            <a:extLst>
              <a:ext uri="{FF2B5EF4-FFF2-40B4-BE49-F238E27FC236}">
                <a16:creationId xmlns:a16="http://schemas.microsoft.com/office/drawing/2014/main" id="{48F80BE1-D063-4240-BFC7-C8D243720250}"/>
              </a:ext>
            </a:extLst>
          </p:cNvPr>
          <p:cNvSpPr txBox="1">
            <a:spLocks/>
          </p:cNvSpPr>
          <p:nvPr/>
        </p:nvSpPr>
        <p:spPr bwMode="auto">
          <a:xfrm>
            <a:off x="631222" y="201863"/>
            <a:ext cx="8642258" cy="50208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rtl="0" fontAlgn="base">
              <a:lnSpc>
                <a:spcPct val="90000"/>
              </a:lnSpc>
              <a:spcBef>
                <a:spcPct val="0"/>
              </a:spcBef>
              <a:spcAft>
                <a:spcPct val="0"/>
              </a:spcAft>
              <a:defRPr kumimoji="1" sz="2000">
                <a:solidFill>
                  <a:schemeClr val="tx2"/>
                </a:solidFill>
                <a:latin typeface="游明朝" panose="02020400000000000000" pitchFamily="18" charset="-128"/>
                <a:ea typeface="游明朝" panose="02020400000000000000" pitchFamily="18" charset="-128"/>
                <a:cs typeface="+mj-cs"/>
              </a:defRPr>
            </a:lvl1pPr>
            <a:lvl2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2pPr>
            <a:lvl3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3pPr>
            <a:lvl4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4pPr>
            <a:lvl5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5pPr>
            <a:lvl6pPr marL="4572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6pPr>
            <a:lvl7pPr marL="9144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7pPr>
            <a:lvl8pPr marL="13716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8pPr>
            <a:lvl9pPr marL="18288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9pPr>
          </a:lstStyle>
          <a:p>
            <a:pPr algn="l"/>
            <a:r>
              <a:rPr lang="ja-JP" altLang="en-US" sz="3000" dirty="0">
                <a:latin typeface="メイリオ" panose="020B0604030504040204" pitchFamily="50" charset="-128"/>
                <a:ea typeface="メイリオ" panose="020B0604030504040204" pitchFamily="50" charset="-128"/>
              </a:rPr>
              <a:t>アーキテクチャパターン</a:t>
            </a:r>
          </a:p>
        </p:txBody>
      </p:sp>
      <p:pic>
        <p:nvPicPr>
          <p:cNvPr id="31" name="図 41" descr="音楽 が含まれている画像&#10;&#10;自動的に生成された説明">
            <a:extLst>
              <a:ext uri="{FF2B5EF4-FFF2-40B4-BE49-F238E27FC236}">
                <a16:creationId xmlns:a16="http://schemas.microsoft.com/office/drawing/2014/main" id="{8C29F774-132B-407F-BB33-8F45B6C238B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38724" y="2924944"/>
            <a:ext cx="495620" cy="590267"/>
          </a:xfrm>
          <a:prstGeom prst="rect">
            <a:avLst/>
          </a:prstGeom>
        </p:spPr>
      </p:pic>
      <p:sp>
        <p:nvSpPr>
          <p:cNvPr id="32" name="テキスト ボックス 42">
            <a:extLst>
              <a:ext uri="{FF2B5EF4-FFF2-40B4-BE49-F238E27FC236}">
                <a16:creationId xmlns:a16="http://schemas.microsoft.com/office/drawing/2014/main" id="{67823DB0-EE2F-4961-9743-3E009E957D9D}"/>
              </a:ext>
            </a:extLst>
          </p:cNvPr>
          <p:cNvSpPr txBox="1"/>
          <p:nvPr/>
        </p:nvSpPr>
        <p:spPr>
          <a:xfrm>
            <a:off x="1393849" y="3094196"/>
            <a:ext cx="612503" cy="276999"/>
          </a:xfrm>
          <a:prstGeom prst="rect">
            <a:avLst/>
          </a:prstGeom>
          <a:noFill/>
        </p:spPr>
        <p:txBody>
          <a:bodyPr wrap="square" rtlCol="0">
            <a:spAutoFit/>
          </a:bodyPr>
          <a:lstStyle/>
          <a:p>
            <a:pPr algn="ctr"/>
            <a:r>
              <a:rPr kumimoji="1" lang="en-US" altLang="ja-JP" sz="1200" b="1" dirty="0">
                <a:solidFill>
                  <a:schemeClr val="bg1"/>
                </a:solidFill>
                <a:latin typeface="メイリオ" panose="020B0604030504040204" pitchFamily="50" charset="-128"/>
                <a:ea typeface="メイリオ" panose="020B0604030504040204" pitchFamily="50" charset="-128"/>
              </a:rPr>
              <a:t>EC2</a:t>
            </a:r>
          </a:p>
        </p:txBody>
      </p:sp>
      <p:pic>
        <p:nvPicPr>
          <p:cNvPr id="33" name="Picture 6" descr="Download | WordPress.org">
            <a:extLst>
              <a:ext uri="{FF2B5EF4-FFF2-40B4-BE49-F238E27FC236}">
                <a16:creationId xmlns:a16="http://schemas.microsoft.com/office/drawing/2014/main" id="{4B3A4E2D-988C-4211-9AA1-65E5C05A93AB}"/>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924752" y="2978803"/>
            <a:ext cx="940016" cy="493508"/>
          </a:xfrm>
          <a:prstGeom prst="rect">
            <a:avLst/>
          </a:prstGeom>
          <a:noFill/>
          <a:extLst>
            <a:ext uri="{909E8E84-426E-40DD-AFC4-6F175D3DCCD1}">
              <a14:hiddenFill xmlns:a14="http://schemas.microsoft.com/office/drawing/2010/main">
                <a:solidFill>
                  <a:srgbClr val="FFFFFF"/>
                </a:solidFill>
              </a14:hiddenFill>
            </a:ext>
          </a:extLst>
        </p:spPr>
      </p:pic>
      <p:sp>
        <p:nvSpPr>
          <p:cNvPr id="36" name="四角形: 角を丸くする 7">
            <a:extLst>
              <a:ext uri="{FF2B5EF4-FFF2-40B4-BE49-F238E27FC236}">
                <a16:creationId xmlns:a16="http://schemas.microsoft.com/office/drawing/2014/main" id="{2466640F-20B6-4C1B-B982-5CCB8E710B76}"/>
              </a:ext>
            </a:extLst>
          </p:cNvPr>
          <p:cNvSpPr/>
          <p:nvPr/>
        </p:nvSpPr>
        <p:spPr bwMode="auto">
          <a:xfrm>
            <a:off x="3790050" y="4229628"/>
            <a:ext cx="2069437" cy="1490099"/>
          </a:xfrm>
          <a:prstGeom prst="roundRect">
            <a:avLst/>
          </a:prstGeom>
          <a:solidFill>
            <a:schemeClr val="bg1"/>
          </a:solidFill>
          <a:ln w="12700" cap="flat" cmpd="sng" algn="ctr">
            <a:solidFill>
              <a:srgbClr val="F0861E"/>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kumimoji="1" lang="ja-JP" altLang="en-US" sz="1200" b="1"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rPr>
              <a:t>プライベートサブネット</a:t>
            </a:r>
            <a:r>
              <a:rPr kumimoji="1" lang="en-US" altLang="ja-JP" sz="1200" b="0"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rPr>
              <a:t>10.0.1.0/24</a:t>
            </a:r>
            <a:endParaRPr kumimoji="1" lang="ja-JP" altLang="en-US" sz="1200" b="0"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endParaRPr>
          </a:p>
        </p:txBody>
      </p:sp>
      <p:sp>
        <p:nvSpPr>
          <p:cNvPr id="37" name="四角形: 角を丸くする 33">
            <a:extLst>
              <a:ext uri="{FF2B5EF4-FFF2-40B4-BE49-F238E27FC236}">
                <a16:creationId xmlns:a16="http://schemas.microsoft.com/office/drawing/2014/main" id="{8E33B87B-5F2D-41DD-B355-9D59FD06AE04}"/>
              </a:ext>
            </a:extLst>
          </p:cNvPr>
          <p:cNvSpPr/>
          <p:nvPr/>
        </p:nvSpPr>
        <p:spPr bwMode="auto">
          <a:xfrm>
            <a:off x="3790050" y="2276872"/>
            <a:ext cx="2069437" cy="1490099"/>
          </a:xfrm>
          <a:prstGeom prst="roundRect">
            <a:avLst/>
          </a:prstGeom>
          <a:solidFill>
            <a:schemeClr val="bg1"/>
          </a:solidFill>
          <a:ln w="12700" cap="flat" cmpd="sng" algn="ctr">
            <a:solidFill>
              <a:srgbClr val="F0861E"/>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kumimoji="1" lang="ja-JP" altLang="en-US" sz="1200" b="1"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rPr>
              <a:t>パブリックサブネット</a:t>
            </a:r>
            <a:r>
              <a:rPr kumimoji="1" lang="en-US" altLang="ja-JP" sz="1200" b="0"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rPr>
              <a:t>10.0.0.0/24</a:t>
            </a:r>
            <a:r>
              <a:rPr lang="en-US" altLang="ja-JP" sz="1200" dirty="0">
                <a:solidFill>
                  <a:srgbClr val="FF0000"/>
                </a:solidFill>
                <a:latin typeface="メイリオ" panose="020B0604030504040204" pitchFamily="50" charset="-128"/>
                <a:ea typeface="メイリオ" panose="020B0604030504040204" pitchFamily="50" charset="-128"/>
              </a:rPr>
              <a:t>	</a:t>
            </a:r>
            <a:endParaRPr kumimoji="1" lang="ja-JP" altLang="en-US" sz="1200" b="0"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endParaRPr>
          </a:p>
        </p:txBody>
      </p:sp>
      <p:pic>
        <p:nvPicPr>
          <p:cNvPr id="38" name="図 41" descr="音楽 が含まれている画像&#10;&#10;自動的に生成された説明">
            <a:extLst>
              <a:ext uri="{FF2B5EF4-FFF2-40B4-BE49-F238E27FC236}">
                <a16:creationId xmlns:a16="http://schemas.microsoft.com/office/drawing/2014/main" id="{4703A9F8-A97D-4B4A-A1DF-B249149FD98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45639" y="2958964"/>
            <a:ext cx="495620" cy="590267"/>
          </a:xfrm>
          <a:prstGeom prst="rect">
            <a:avLst/>
          </a:prstGeom>
        </p:spPr>
      </p:pic>
      <p:sp>
        <p:nvSpPr>
          <p:cNvPr id="39" name="テキスト ボックス 42">
            <a:extLst>
              <a:ext uri="{FF2B5EF4-FFF2-40B4-BE49-F238E27FC236}">
                <a16:creationId xmlns:a16="http://schemas.microsoft.com/office/drawing/2014/main" id="{85945B66-75D6-410E-B020-66347FB6FFC1}"/>
              </a:ext>
            </a:extLst>
          </p:cNvPr>
          <p:cNvSpPr txBox="1"/>
          <p:nvPr/>
        </p:nvSpPr>
        <p:spPr>
          <a:xfrm>
            <a:off x="4500764" y="3128216"/>
            <a:ext cx="612503" cy="276999"/>
          </a:xfrm>
          <a:prstGeom prst="rect">
            <a:avLst/>
          </a:prstGeom>
          <a:noFill/>
        </p:spPr>
        <p:txBody>
          <a:bodyPr wrap="square" rtlCol="0">
            <a:spAutoFit/>
          </a:bodyPr>
          <a:lstStyle/>
          <a:p>
            <a:pPr algn="ctr"/>
            <a:r>
              <a:rPr kumimoji="1" lang="en-US" altLang="ja-JP" sz="1200" b="1" dirty="0">
                <a:solidFill>
                  <a:schemeClr val="bg1"/>
                </a:solidFill>
                <a:latin typeface="メイリオ" panose="020B0604030504040204" pitchFamily="50" charset="-128"/>
                <a:ea typeface="メイリオ" panose="020B0604030504040204" pitchFamily="50" charset="-128"/>
              </a:rPr>
              <a:t>EC2</a:t>
            </a:r>
          </a:p>
        </p:txBody>
      </p:sp>
      <p:pic>
        <p:nvPicPr>
          <p:cNvPr id="40" name="図 41" descr="音楽 が含まれている画像&#10;&#10;自動的に生成された説明">
            <a:extLst>
              <a:ext uri="{FF2B5EF4-FFF2-40B4-BE49-F238E27FC236}">
                <a16:creationId xmlns:a16="http://schemas.microsoft.com/office/drawing/2014/main" id="{18134A23-C3FF-4025-AFE3-39153EE62C9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45639" y="4901527"/>
            <a:ext cx="495620" cy="590267"/>
          </a:xfrm>
          <a:prstGeom prst="rect">
            <a:avLst/>
          </a:prstGeom>
        </p:spPr>
      </p:pic>
      <p:sp>
        <p:nvSpPr>
          <p:cNvPr id="41" name="テキスト ボックス 42">
            <a:extLst>
              <a:ext uri="{FF2B5EF4-FFF2-40B4-BE49-F238E27FC236}">
                <a16:creationId xmlns:a16="http://schemas.microsoft.com/office/drawing/2014/main" id="{ED08B1FA-C1A0-4410-9A98-105C67768696}"/>
              </a:ext>
            </a:extLst>
          </p:cNvPr>
          <p:cNvSpPr txBox="1"/>
          <p:nvPr/>
        </p:nvSpPr>
        <p:spPr>
          <a:xfrm>
            <a:off x="4500764" y="5070779"/>
            <a:ext cx="612503" cy="276999"/>
          </a:xfrm>
          <a:prstGeom prst="rect">
            <a:avLst/>
          </a:prstGeom>
          <a:noFill/>
        </p:spPr>
        <p:txBody>
          <a:bodyPr wrap="square" rtlCol="0">
            <a:spAutoFit/>
          </a:bodyPr>
          <a:lstStyle/>
          <a:p>
            <a:pPr algn="ctr"/>
            <a:r>
              <a:rPr kumimoji="1" lang="en-US" altLang="ja-JP" sz="1200" b="1" dirty="0">
                <a:solidFill>
                  <a:schemeClr val="bg1"/>
                </a:solidFill>
                <a:latin typeface="メイリオ" panose="020B0604030504040204" pitchFamily="50" charset="-128"/>
                <a:ea typeface="メイリオ" panose="020B0604030504040204" pitchFamily="50" charset="-128"/>
              </a:rPr>
              <a:t>EC2</a:t>
            </a:r>
          </a:p>
        </p:txBody>
      </p:sp>
      <p:cxnSp>
        <p:nvCxnSpPr>
          <p:cNvPr id="42" name="コネクタ: カギ線 23">
            <a:extLst>
              <a:ext uri="{FF2B5EF4-FFF2-40B4-BE49-F238E27FC236}">
                <a16:creationId xmlns:a16="http://schemas.microsoft.com/office/drawing/2014/main" id="{08FD04DE-3848-4F31-A09D-619FF200BD59}"/>
              </a:ext>
            </a:extLst>
          </p:cNvPr>
          <p:cNvCxnSpPr>
            <a:cxnSpLocks/>
            <a:endCxn id="40" idx="0"/>
          </p:cNvCxnSpPr>
          <p:nvPr/>
        </p:nvCxnSpPr>
        <p:spPr bwMode="auto">
          <a:xfrm>
            <a:off x="4793449" y="3549231"/>
            <a:ext cx="0" cy="1352296"/>
          </a:xfrm>
          <a:prstGeom prst="straightConnector1">
            <a:avLst/>
          </a:prstGeom>
          <a:noFill/>
          <a:ln w="31750" cap="flat" cmpd="sng" algn="ctr">
            <a:solidFill>
              <a:srgbClr val="FF0000"/>
            </a:solidFill>
            <a:prstDash val="solid"/>
            <a:round/>
            <a:headEnd type="triangle" w="med" len="med"/>
            <a:tailEnd type="triangle"/>
          </a:ln>
          <a:effectLst/>
        </p:spPr>
      </p:cxnSp>
      <p:pic>
        <p:nvPicPr>
          <p:cNvPr id="43" name="Picture 6" descr="Download | WordPress.org">
            <a:extLst>
              <a:ext uri="{FF2B5EF4-FFF2-40B4-BE49-F238E27FC236}">
                <a16:creationId xmlns:a16="http://schemas.microsoft.com/office/drawing/2014/main" id="{71757705-24E7-4D93-96ED-98F41B7B5270}"/>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031667" y="3012823"/>
            <a:ext cx="940016" cy="493508"/>
          </a:xfrm>
          <a:prstGeom prst="rect">
            <a:avLst/>
          </a:prstGeom>
          <a:noFill/>
          <a:extLst>
            <a:ext uri="{909E8E84-426E-40DD-AFC4-6F175D3DCCD1}">
              <a14:hiddenFill xmlns:a14="http://schemas.microsoft.com/office/drawing/2010/main">
                <a:solidFill>
                  <a:srgbClr val="FFFFFF"/>
                </a:solidFill>
              </a14:hiddenFill>
            </a:ext>
          </a:extLst>
        </p:spPr>
      </p:pic>
      <p:sp>
        <p:nvSpPr>
          <p:cNvPr id="44" name="テキスト ボックス 99">
            <a:extLst>
              <a:ext uri="{FF2B5EF4-FFF2-40B4-BE49-F238E27FC236}">
                <a16:creationId xmlns:a16="http://schemas.microsoft.com/office/drawing/2014/main" id="{2CF2BA59-5D84-4A57-8795-919421BDB6D8}"/>
              </a:ext>
            </a:extLst>
          </p:cNvPr>
          <p:cNvSpPr txBox="1"/>
          <p:nvPr/>
        </p:nvSpPr>
        <p:spPr>
          <a:xfrm>
            <a:off x="4069316" y="5445224"/>
            <a:ext cx="1664950" cy="246221"/>
          </a:xfrm>
          <a:prstGeom prst="rect">
            <a:avLst/>
          </a:prstGeom>
          <a:noFill/>
        </p:spPr>
        <p:txBody>
          <a:bodyPr wrap="square" rtlCol="0">
            <a:spAutoFit/>
          </a:bodyPr>
          <a:lstStyle/>
          <a:p>
            <a:pPr algn="ctr"/>
            <a:r>
              <a:rPr lang="en-US" altLang="ja-JP" sz="1000" b="1" dirty="0">
                <a:latin typeface="メイリオ" panose="020B0604030504040204" pitchFamily="50" charset="-128"/>
                <a:ea typeface="メイリオ" panose="020B0604030504040204" pitchFamily="50" charset="-128"/>
              </a:rPr>
              <a:t>EC2</a:t>
            </a:r>
            <a:r>
              <a:rPr lang="ja-JP" altLang="en-US" sz="1000" b="1" dirty="0">
                <a:latin typeface="メイリオ" panose="020B0604030504040204" pitchFamily="50" charset="-128"/>
                <a:ea typeface="メイリオ" panose="020B0604030504040204" pitchFamily="50" charset="-128"/>
              </a:rPr>
              <a:t>の</a:t>
            </a:r>
            <a:r>
              <a:rPr lang="en-US" altLang="ja-JP" sz="1000" b="1" dirty="0">
                <a:latin typeface="メイリオ" panose="020B0604030504040204" pitchFamily="50" charset="-128"/>
                <a:ea typeface="メイリオ" panose="020B0604030504040204" pitchFamily="50" charset="-128"/>
              </a:rPr>
              <a:t>MySQL</a:t>
            </a:r>
            <a:r>
              <a:rPr lang="ja-JP" altLang="en-US" sz="1000" b="1" dirty="0">
                <a:latin typeface="メイリオ" panose="020B0604030504040204" pitchFamily="50" charset="-128"/>
                <a:ea typeface="メイリオ" panose="020B0604030504040204" pitchFamily="50" charset="-128"/>
              </a:rPr>
              <a:t>サーバー</a:t>
            </a:r>
            <a:endParaRPr lang="en-US" altLang="ja-JP" sz="1000" b="1" dirty="0">
              <a:latin typeface="メイリオ" panose="020B0604030504040204" pitchFamily="50" charset="-128"/>
              <a:ea typeface="メイリオ" panose="020B0604030504040204" pitchFamily="50" charset="-128"/>
            </a:endParaRPr>
          </a:p>
        </p:txBody>
      </p:sp>
      <p:sp>
        <p:nvSpPr>
          <p:cNvPr id="45" name="テキスト ボックス 99">
            <a:extLst>
              <a:ext uri="{FF2B5EF4-FFF2-40B4-BE49-F238E27FC236}">
                <a16:creationId xmlns:a16="http://schemas.microsoft.com/office/drawing/2014/main" id="{1D420B26-8233-4D9D-9546-ECF82BB2BBA0}"/>
              </a:ext>
            </a:extLst>
          </p:cNvPr>
          <p:cNvSpPr txBox="1"/>
          <p:nvPr/>
        </p:nvSpPr>
        <p:spPr>
          <a:xfrm>
            <a:off x="3961139" y="2787365"/>
            <a:ext cx="1664950" cy="246221"/>
          </a:xfrm>
          <a:prstGeom prst="rect">
            <a:avLst/>
          </a:prstGeom>
          <a:noFill/>
        </p:spPr>
        <p:txBody>
          <a:bodyPr wrap="square" rtlCol="0">
            <a:spAutoFit/>
          </a:bodyPr>
          <a:lstStyle/>
          <a:p>
            <a:pPr algn="ctr"/>
            <a:r>
              <a:rPr lang="en-US" altLang="ja-JP" sz="1000" b="1" dirty="0">
                <a:latin typeface="メイリオ" panose="020B0604030504040204" pitchFamily="50" charset="-128"/>
                <a:ea typeface="メイリオ" panose="020B0604030504040204" pitchFamily="50" charset="-128"/>
              </a:rPr>
              <a:t>Apache</a:t>
            </a:r>
            <a:r>
              <a:rPr lang="ja-JP" altLang="en-US" sz="1000" b="1" dirty="0">
                <a:latin typeface="メイリオ" panose="020B0604030504040204" pitchFamily="50" charset="-128"/>
                <a:ea typeface="メイリオ" panose="020B0604030504040204" pitchFamily="50" charset="-128"/>
              </a:rPr>
              <a:t> </a:t>
            </a:r>
            <a:r>
              <a:rPr lang="en-US" altLang="ja-JP" sz="1000" b="1" dirty="0">
                <a:latin typeface="メイリオ" panose="020B0604030504040204" pitchFamily="50" charset="-128"/>
                <a:ea typeface="メイリオ" panose="020B0604030504040204" pitchFamily="50" charset="-128"/>
              </a:rPr>
              <a:t>WEB</a:t>
            </a:r>
            <a:r>
              <a:rPr lang="ja-JP" altLang="en-US" sz="1000" b="1" dirty="0">
                <a:latin typeface="メイリオ" panose="020B0604030504040204" pitchFamily="50" charset="-128"/>
                <a:ea typeface="メイリオ" panose="020B0604030504040204" pitchFamily="50" charset="-128"/>
              </a:rPr>
              <a:t>サーバー</a:t>
            </a:r>
            <a:endParaRPr lang="en-US" altLang="ja-JP" sz="1000" b="1" dirty="0">
              <a:latin typeface="メイリオ" panose="020B0604030504040204" pitchFamily="50" charset="-128"/>
              <a:ea typeface="メイリオ" panose="020B0604030504040204" pitchFamily="50" charset="-128"/>
            </a:endParaRPr>
          </a:p>
        </p:txBody>
      </p:sp>
      <p:sp>
        <p:nvSpPr>
          <p:cNvPr id="47" name="テキスト ボックス 99">
            <a:extLst>
              <a:ext uri="{FF2B5EF4-FFF2-40B4-BE49-F238E27FC236}">
                <a16:creationId xmlns:a16="http://schemas.microsoft.com/office/drawing/2014/main" id="{61EC9072-5C79-4693-8DC1-E7C2687C3066}"/>
              </a:ext>
            </a:extLst>
          </p:cNvPr>
          <p:cNvSpPr txBox="1"/>
          <p:nvPr/>
        </p:nvSpPr>
        <p:spPr>
          <a:xfrm>
            <a:off x="1199818" y="2787365"/>
            <a:ext cx="1664950" cy="246221"/>
          </a:xfrm>
          <a:prstGeom prst="rect">
            <a:avLst/>
          </a:prstGeom>
          <a:noFill/>
        </p:spPr>
        <p:txBody>
          <a:bodyPr wrap="square" rtlCol="0">
            <a:spAutoFit/>
          </a:bodyPr>
          <a:lstStyle/>
          <a:p>
            <a:pPr algn="ctr"/>
            <a:r>
              <a:rPr lang="en-US" altLang="ja-JP" sz="1000" b="1" dirty="0">
                <a:latin typeface="メイリオ" panose="020B0604030504040204" pitchFamily="50" charset="-128"/>
                <a:ea typeface="メイリオ" panose="020B0604030504040204" pitchFamily="50" charset="-128"/>
              </a:rPr>
              <a:t>Apache</a:t>
            </a:r>
            <a:r>
              <a:rPr lang="ja-JP" altLang="en-US" sz="1000" b="1" dirty="0">
                <a:latin typeface="メイリオ" panose="020B0604030504040204" pitchFamily="50" charset="-128"/>
                <a:ea typeface="メイリオ" panose="020B0604030504040204" pitchFamily="50" charset="-128"/>
              </a:rPr>
              <a:t> </a:t>
            </a:r>
            <a:r>
              <a:rPr lang="en-US" altLang="ja-JP" sz="1000" b="1" dirty="0">
                <a:latin typeface="メイリオ" panose="020B0604030504040204" pitchFamily="50" charset="-128"/>
                <a:ea typeface="メイリオ" panose="020B0604030504040204" pitchFamily="50" charset="-128"/>
              </a:rPr>
              <a:t>WEB</a:t>
            </a:r>
            <a:r>
              <a:rPr lang="ja-JP" altLang="en-US" sz="1000" b="1" dirty="0">
                <a:latin typeface="メイリオ" panose="020B0604030504040204" pitchFamily="50" charset="-128"/>
                <a:ea typeface="メイリオ" panose="020B0604030504040204" pitchFamily="50" charset="-128"/>
              </a:rPr>
              <a:t>サーバー</a:t>
            </a:r>
            <a:endParaRPr lang="en-US" altLang="ja-JP" sz="1000" b="1" dirty="0">
              <a:latin typeface="メイリオ" panose="020B0604030504040204" pitchFamily="50" charset="-128"/>
              <a:ea typeface="メイリオ" panose="020B0604030504040204" pitchFamily="50" charset="-128"/>
            </a:endParaRPr>
          </a:p>
        </p:txBody>
      </p:sp>
      <p:sp>
        <p:nvSpPr>
          <p:cNvPr id="55" name="正方形/長方形 5">
            <a:extLst>
              <a:ext uri="{FF2B5EF4-FFF2-40B4-BE49-F238E27FC236}">
                <a16:creationId xmlns:a16="http://schemas.microsoft.com/office/drawing/2014/main" id="{1443A0F0-453F-47FA-AE89-F0220EE7BBB7}"/>
              </a:ext>
            </a:extLst>
          </p:cNvPr>
          <p:cNvSpPr/>
          <p:nvPr/>
        </p:nvSpPr>
        <p:spPr bwMode="auto">
          <a:xfrm>
            <a:off x="6263481" y="1988840"/>
            <a:ext cx="2442701" cy="3889072"/>
          </a:xfrm>
          <a:prstGeom prst="rect">
            <a:avLst/>
          </a:prstGeom>
          <a:solidFill>
            <a:srgbClr val="FFC000"/>
          </a:solidFill>
          <a:ln w="12700" cap="flat" cmpd="sng" algn="ctr">
            <a:no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altLang="ja-JP" sz="1400" b="1" dirty="0">
                <a:solidFill>
                  <a:schemeClr val="bg1"/>
                </a:solidFill>
                <a:latin typeface="メイリオ" panose="020B0604030504040204" pitchFamily="50" charset="-128"/>
                <a:ea typeface="メイリオ" panose="020B0604030504040204" pitchFamily="50" charset="-128"/>
              </a:rPr>
              <a:t>AZ</a:t>
            </a:r>
            <a:endParaRPr kumimoji="1" lang="ja-JP" altLang="en-US" sz="1400" b="1"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endParaRPr>
          </a:p>
        </p:txBody>
      </p:sp>
      <p:sp>
        <p:nvSpPr>
          <p:cNvPr id="56" name="四角形: 角を丸くする 7">
            <a:extLst>
              <a:ext uri="{FF2B5EF4-FFF2-40B4-BE49-F238E27FC236}">
                <a16:creationId xmlns:a16="http://schemas.microsoft.com/office/drawing/2014/main" id="{447E50F1-0775-48A9-8BD4-8D73F86C939E}"/>
              </a:ext>
            </a:extLst>
          </p:cNvPr>
          <p:cNvSpPr/>
          <p:nvPr/>
        </p:nvSpPr>
        <p:spPr bwMode="auto">
          <a:xfrm>
            <a:off x="6456623" y="4229628"/>
            <a:ext cx="2069437" cy="1490099"/>
          </a:xfrm>
          <a:prstGeom prst="roundRect">
            <a:avLst/>
          </a:prstGeom>
          <a:solidFill>
            <a:schemeClr val="bg1"/>
          </a:solidFill>
          <a:ln w="12700" cap="flat" cmpd="sng" algn="ctr">
            <a:solidFill>
              <a:srgbClr val="F0861E"/>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kumimoji="1" lang="ja-JP" altLang="en-US" sz="1200" b="1"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rPr>
              <a:t>プライベートサブネット</a:t>
            </a:r>
            <a:r>
              <a:rPr kumimoji="1" lang="en-US" altLang="ja-JP" sz="1200" b="0"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rPr>
              <a:t>10.0.1.0/24</a:t>
            </a:r>
            <a:endParaRPr kumimoji="1" lang="ja-JP" altLang="en-US" sz="1200" b="0"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endParaRPr>
          </a:p>
        </p:txBody>
      </p:sp>
      <p:sp>
        <p:nvSpPr>
          <p:cNvPr id="57" name="四角形: 角を丸くする 33">
            <a:extLst>
              <a:ext uri="{FF2B5EF4-FFF2-40B4-BE49-F238E27FC236}">
                <a16:creationId xmlns:a16="http://schemas.microsoft.com/office/drawing/2014/main" id="{CC4B422D-9863-4FE5-A9B4-EC6C2967E465}"/>
              </a:ext>
            </a:extLst>
          </p:cNvPr>
          <p:cNvSpPr/>
          <p:nvPr/>
        </p:nvSpPr>
        <p:spPr bwMode="auto">
          <a:xfrm>
            <a:off x="6456623" y="2276872"/>
            <a:ext cx="2069437" cy="1490099"/>
          </a:xfrm>
          <a:prstGeom prst="roundRect">
            <a:avLst/>
          </a:prstGeom>
          <a:solidFill>
            <a:schemeClr val="bg1"/>
          </a:solidFill>
          <a:ln w="12700" cap="flat" cmpd="sng" algn="ctr">
            <a:solidFill>
              <a:srgbClr val="F0861E"/>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kumimoji="1" lang="ja-JP" altLang="en-US" sz="1200" b="1"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rPr>
              <a:t>パブリックサブネット</a:t>
            </a:r>
            <a:r>
              <a:rPr kumimoji="1" lang="en-US" altLang="ja-JP" sz="1200" b="0"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rPr>
              <a:t>10.0.0.0/24</a:t>
            </a:r>
            <a:r>
              <a:rPr lang="en-US" altLang="ja-JP" sz="1200" dirty="0">
                <a:solidFill>
                  <a:srgbClr val="FF0000"/>
                </a:solidFill>
                <a:latin typeface="メイリオ" panose="020B0604030504040204" pitchFamily="50" charset="-128"/>
                <a:ea typeface="メイリオ" panose="020B0604030504040204" pitchFamily="50" charset="-128"/>
              </a:rPr>
              <a:t>	</a:t>
            </a:r>
            <a:endParaRPr kumimoji="1" lang="ja-JP" altLang="en-US" sz="1200" b="0"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endParaRPr>
          </a:p>
        </p:txBody>
      </p:sp>
      <p:pic>
        <p:nvPicPr>
          <p:cNvPr id="58" name="図 41" descr="音楽 が含まれている画像&#10;&#10;自動的に生成された説明">
            <a:extLst>
              <a:ext uri="{FF2B5EF4-FFF2-40B4-BE49-F238E27FC236}">
                <a16:creationId xmlns:a16="http://schemas.microsoft.com/office/drawing/2014/main" id="{0D818197-56EC-4F14-8D98-6BF4FD2C56C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12212" y="2958964"/>
            <a:ext cx="495620" cy="590267"/>
          </a:xfrm>
          <a:prstGeom prst="rect">
            <a:avLst/>
          </a:prstGeom>
        </p:spPr>
      </p:pic>
      <p:sp>
        <p:nvSpPr>
          <p:cNvPr id="59" name="テキスト ボックス 42">
            <a:extLst>
              <a:ext uri="{FF2B5EF4-FFF2-40B4-BE49-F238E27FC236}">
                <a16:creationId xmlns:a16="http://schemas.microsoft.com/office/drawing/2014/main" id="{4C022E62-15C4-421F-9999-82D0E5656E3C}"/>
              </a:ext>
            </a:extLst>
          </p:cNvPr>
          <p:cNvSpPr txBox="1"/>
          <p:nvPr/>
        </p:nvSpPr>
        <p:spPr>
          <a:xfrm>
            <a:off x="7167337" y="3128216"/>
            <a:ext cx="612503" cy="276999"/>
          </a:xfrm>
          <a:prstGeom prst="rect">
            <a:avLst/>
          </a:prstGeom>
          <a:noFill/>
        </p:spPr>
        <p:txBody>
          <a:bodyPr wrap="square" rtlCol="0">
            <a:spAutoFit/>
          </a:bodyPr>
          <a:lstStyle/>
          <a:p>
            <a:pPr algn="ctr"/>
            <a:r>
              <a:rPr kumimoji="1" lang="en-US" altLang="ja-JP" sz="1200" b="1" dirty="0">
                <a:solidFill>
                  <a:schemeClr val="bg1"/>
                </a:solidFill>
                <a:latin typeface="メイリオ" panose="020B0604030504040204" pitchFamily="50" charset="-128"/>
                <a:ea typeface="メイリオ" panose="020B0604030504040204" pitchFamily="50" charset="-128"/>
              </a:rPr>
              <a:t>EC2</a:t>
            </a:r>
          </a:p>
        </p:txBody>
      </p:sp>
      <p:cxnSp>
        <p:nvCxnSpPr>
          <p:cNvPr id="62" name="コネクタ: カギ線 23">
            <a:extLst>
              <a:ext uri="{FF2B5EF4-FFF2-40B4-BE49-F238E27FC236}">
                <a16:creationId xmlns:a16="http://schemas.microsoft.com/office/drawing/2014/main" id="{AAF18779-16FA-4A61-945E-4D72C38B8275}"/>
              </a:ext>
            </a:extLst>
          </p:cNvPr>
          <p:cNvCxnSpPr>
            <a:cxnSpLocks/>
          </p:cNvCxnSpPr>
          <p:nvPr/>
        </p:nvCxnSpPr>
        <p:spPr bwMode="auto">
          <a:xfrm>
            <a:off x="7460022" y="3549231"/>
            <a:ext cx="0" cy="1352296"/>
          </a:xfrm>
          <a:prstGeom prst="straightConnector1">
            <a:avLst/>
          </a:prstGeom>
          <a:noFill/>
          <a:ln w="31750" cap="flat" cmpd="sng" algn="ctr">
            <a:solidFill>
              <a:srgbClr val="FF0000"/>
            </a:solidFill>
            <a:prstDash val="solid"/>
            <a:round/>
            <a:headEnd type="triangle" w="med" len="med"/>
            <a:tailEnd type="triangle"/>
          </a:ln>
          <a:effectLst/>
        </p:spPr>
      </p:cxnSp>
      <p:pic>
        <p:nvPicPr>
          <p:cNvPr id="63" name="Picture 6" descr="Download | WordPress.org">
            <a:extLst>
              <a:ext uri="{FF2B5EF4-FFF2-40B4-BE49-F238E27FC236}">
                <a16:creationId xmlns:a16="http://schemas.microsoft.com/office/drawing/2014/main" id="{C3E58CDB-27F2-476B-94E6-E0CC3F90591D}"/>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698240" y="3012823"/>
            <a:ext cx="940016" cy="493508"/>
          </a:xfrm>
          <a:prstGeom prst="rect">
            <a:avLst/>
          </a:prstGeom>
          <a:noFill/>
          <a:extLst>
            <a:ext uri="{909E8E84-426E-40DD-AFC4-6F175D3DCCD1}">
              <a14:hiddenFill xmlns:a14="http://schemas.microsoft.com/office/drawing/2010/main">
                <a:solidFill>
                  <a:srgbClr val="FFFFFF"/>
                </a:solidFill>
              </a14:hiddenFill>
            </a:ext>
          </a:extLst>
        </p:spPr>
      </p:pic>
      <p:sp>
        <p:nvSpPr>
          <p:cNvPr id="65" name="テキスト ボックス 99">
            <a:extLst>
              <a:ext uri="{FF2B5EF4-FFF2-40B4-BE49-F238E27FC236}">
                <a16:creationId xmlns:a16="http://schemas.microsoft.com/office/drawing/2014/main" id="{94838E56-9080-43C9-9F4B-5F08EFF00DA6}"/>
              </a:ext>
            </a:extLst>
          </p:cNvPr>
          <p:cNvSpPr txBox="1"/>
          <p:nvPr/>
        </p:nvSpPr>
        <p:spPr>
          <a:xfrm>
            <a:off x="6627712" y="2787365"/>
            <a:ext cx="1664950" cy="246221"/>
          </a:xfrm>
          <a:prstGeom prst="rect">
            <a:avLst/>
          </a:prstGeom>
          <a:noFill/>
        </p:spPr>
        <p:txBody>
          <a:bodyPr wrap="square" rtlCol="0">
            <a:spAutoFit/>
          </a:bodyPr>
          <a:lstStyle/>
          <a:p>
            <a:pPr algn="ctr"/>
            <a:r>
              <a:rPr lang="en-US" altLang="ja-JP" sz="1000" b="1" dirty="0">
                <a:latin typeface="メイリオ" panose="020B0604030504040204" pitchFamily="50" charset="-128"/>
                <a:ea typeface="メイリオ" panose="020B0604030504040204" pitchFamily="50" charset="-128"/>
              </a:rPr>
              <a:t>Apache</a:t>
            </a:r>
            <a:r>
              <a:rPr lang="ja-JP" altLang="en-US" sz="1000" b="1" dirty="0">
                <a:latin typeface="メイリオ" panose="020B0604030504040204" pitchFamily="50" charset="-128"/>
                <a:ea typeface="メイリオ" panose="020B0604030504040204" pitchFamily="50" charset="-128"/>
              </a:rPr>
              <a:t> </a:t>
            </a:r>
            <a:r>
              <a:rPr lang="en-US" altLang="ja-JP" sz="1000" b="1" dirty="0">
                <a:latin typeface="メイリオ" panose="020B0604030504040204" pitchFamily="50" charset="-128"/>
                <a:ea typeface="メイリオ" panose="020B0604030504040204" pitchFamily="50" charset="-128"/>
              </a:rPr>
              <a:t>WEB</a:t>
            </a:r>
            <a:r>
              <a:rPr lang="ja-JP" altLang="en-US" sz="1000" b="1" dirty="0">
                <a:latin typeface="メイリオ" panose="020B0604030504040204" pitchFamily="50" charset="-128"/>
                <a:ea typeface="メイリオ" panose="020B0604030504040204" pitchFamily="50" charset="-128"/>
              </a:rPr>
              <a:t>サーバー</a:t>
            </a:r>
            <a:endParaRPr lang="en-US" altLang="ja-JP" sz="1000" b="1" dirty="0">
              <a:latin typeface="メイリオ" panose="020B0604030504040204" pitchFamily="50" charset="-128"/>
              <a:ea typeface="メイリオ" panose="020B0604030504040204" pitchFamily="50" charset="-128"/>
            </a:endParaRPr>
          </a:p>
        </p:txBody>
      </p:sp>
      <p:pic>
        <p:nvPicPr>
          <p:cNvPr id="1026" name="Picture 2" descr="Amazon RDS（マネージドリレーショナルデータベース）| AWS">
            <a:extLst>
              <a:ext uri="{FF2B5EF4-FFF2-40B4-BE49-F238E27FC236}">
                <a16:creationId xmlns:a16="http://schemas.microsoft.com/office/drawing/2014/main" id="{E230FB68-18F3-4FD3-85DA-DBFFF277845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052592" y="4780112"/>
            <a:ext cx="808321" cy="808321"/>
          </a:xfrm>
          <a:prstGeom prst="rect">
            <a:avLst/>
          </a:prstGeom>
          <a:noFill/>
          <a:extLst>
            <a:ext uri="{909E8E84-426E-40DD-AFC4-6F175D3DCCD1}">
              <a14:hiddenFill xmlns:a14="http://schemas.microsoft.com/office/drawing/2010/main">
                <a:solidFill>
                  <a:srgbClr val="FFFFFF"/>
                </a:solidFill>
              </a14:hiddenFill>
            </a:ext>
          </a:extLst>
        </p:spPr>
      </p:pic>
      <p:sp>
        <p:nvSpPr>
          <p:cNvPr id="66" name="テキスト ボックス 42">
            <a:extLst>
              <a:ext uri="{FF2B5EF4-FFF2-40B4-BE49-F238E27FC236}">
                <a16:creationId xmlns:a16="http://schemas.microsoft.com/office/drawing/2014/main" id="{DB3C6439-0A22-43BD-ACAE-29DBB0094849}"/>
              </a:ext>
            </a:extLst>
          </p:cNvPr>
          <p:cNvSpPr txBox="1"/>
          <p:nvPr/>
        </p:nvSpPr>
        <p:spPr>
          <a:xfrm>
            <a:off x="7167337" y="5070779"/>
            <a:ext cx="612503" cy="276999"/>
          </a:xfrm>
          <a:prstGeom prst="rect">
            <a:avLst/>
          </a:prstGeom>
          <a:noFill/>
        </p:spPr>
        <p:txBody>
          <a:bodyPr wrap="square" rtlCol="0">
            <a:spAutoFit/>
          </a:bodyPr>
          <a:lstStyle/>
          <a:p>
            <a:pPr algn="ctr"/>
            <a:r>
              <a:rPr kumimoji="1" lang="en-US" altLang="ja-JP" sz="1200" b="1" dirty="0">
                <a:solidFill>
                  <a:schemeClr val="bg1"/>
                </a:solidFill>
                <a:latin typeface="メイリオ" panose="020B0604030504040204" pitchFamily="50" charset="-128"/>
                <a:ea typeface="メイリオ" panose="020B0604030504040204" pitchFamily="50" charset="-128"/>
              </a:rPr>
              <a:t>RDS</a:t>
            </a:r>
          </a:p>
        </p:txBody>
      </p:sp>
      <p:sp>
        <p:nvSpPr>
          <p:cNvPr id="67" name="テキスト ボックス 99">
            <a:extLst>
              <a:ext uri="{FF2B5EF4-FFF2-40B4-BE49-F238E27FC236}">
                <a16:creationId xmlns:a16="http://schemas.microsoft.com/office/drawing/2014/main" id="{72682918-4FA2-409B-B0D4-82E6098053AD}"/>
              </a:ext>
            </a:extLst>
          </p:cNvPr>
          <p:cNvSpPr txBox="1"/>
          <p:nvPr/>
        </p:nvSpPr>
        <p:spPr>
          <a:xfrm>
            <a:off x="6672426" y="5493447"/>
            <a:ext cx="1664950" cy="246221"/>
          </a:xfrm>
          <a:prstGeom prst="rect">
            <a:avLst/>
          </a:prstGeom>
          <a:noFill/>
        </p:spPr>
        <p:txBody>
          <a:bodyPr wrap="square" rtlCol="0">
            <a:spAutoFit/>
          </a:bodyPr>
          <a:lstStyle/>
          <a:p>
            <a:pPr algn="ctr"/>
            <a:r>
              <a:rPr lang="en-US" altLang="ja-JP" sz="1000" b="1" dirty="0">
                <a:latin typeface="メイリオ" panose="020B0604030504040204" pitchFamily="50" charset="-128"/>
                <a:ea typeface="メイリオ" panose="020B0604030504040204" pitchFamily="50" charset="-128"/>
              </a:rPr>
              <a:t>RDS</a:t>
            </a:r>
            <a:r>
              <a:rPr lang="ja-JP" altLang="en-US" sz="1000" b="1" dirty="0">
                <a:latin typeface="メイリオ" panose="020B0604030504040204" pitchFamily="50" charset="-128"/>
                <a:ea typeface="メイリオ" panose="020B0604030504040204" pitchFamily="50" charset="-128"/>
              </a:rPr>
              <a:t>の</a:t>
            </a:r>
            <a:r>
              <a:rPr lang="en-US" altLang="ja-JP" sz="1000" b="1" dirty="0">
                <a:latin typeface="メイリオ" panose="020B0604030504040204" pitchFamily="50" charset="-128"/>
                <a:ea typeface="メイリオ" panose="020B0604030504040204" pitchFamily="50" charset="-128"/>
              </a:rPr>
              <a:t>MySQL</a:t>
            </a:r>
          </a:p>
        </p:txBody>
      </p:sp>
      <p:sp>
        <p:nvSpPr>
          <p:cNvPr id="2" name="Rectangle: Rounded Corners 1">
            <a:extLst>
              <a:ext uri="{FF2B5EF4-FFF2-40B4-BE49-F238E27FC236}">
                <a16:creationId xmlns:a16="http://schemas.microsoft.com/office/drawing/2014/main" id="{6CD87113-A39D-4A97-B209-21836B16F471}"/>
              </a:ext>
            </a:extLst>
          </p:cNvPr>
          <p:cNvSpPr/>
          <p:nvPr/>
        </p:nvSpPr>
        <p:spPr bwMode="auto">
          <a:xfrm>
            <a:off x="781947" y="1827784"/>
            <a:ext cx="5257662" cy="4213775"/>
          </a:xfrm>
          <a:prstGeom prst="roundRect">
            <a:avLst/>
          </a:prstGeom>
          <a:noFill/>
          <a:ln w="41275" cap="flat" cmpd="sng" algn="ctr">
            <a:solidFill>
              <a:schemeClr val="accent2"/>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ja-JP" altLang="en-US" sz="1600" b="0" i="0" u="none" strike="noStrike" cap="none" normalizeH="0" baseline="0">
              <a:ln>
                <a:noFill/>
              </a:ln>
              <a:solidFill>
                <a:schemeClr val="tx1"/>
              </a:solidFill>
              <a:effectLst/>
              <a:latin typeface="ＭＳ Ｐゴシック" pitchFamily="50" charset="-128"/>
              <a:ea typeface="ＭＳ Ｐゴシック" pitchFamily="50" charset="-128"/>
            </a:endParaRPr>
          </a:p>
        </p:txBody>
      </p:sp>
      <p:sp>
        <p:nvSpPr>
          <p:cNvPr id="34" name="Rectangle: Rounded Corners 33">
            <a:extLst>
              <a:ext uri="{FF2B5EF4-FFF2-40B4-BE49-F238E27FC236}">
                <a16:creationId xmlns:a16="http://schemas.microsoft.com/office/drawing/2014/main" id="{226EBB9F-0F13-4DA1-81A4-223682C3C89C}"/>
              </a:ext>
            </a:extLst>
          </p:cNvPr>
          <p:cNvSpPr/>
          <p:nvPr/>
        </p:nvSpPr>
        <p:spPr bwMode="auto">
          <a:xfrm>
            <a:off x="6150847" y="1827784"/>
            <a:ext cx="2708108" cy="4213775"/>
          </a:xfrm>
          <a:prstGeom prst="roundRect">
            <a:avLst/>
          </a:prstGeom>
          <a:noFill/>
          <a:ln w="41275" cap="flat" cmpd="sng" algn="ctr">
            <a:solidFill>
              <a:schemeClr val="accent2"/>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ja-JP" altLang="en-US" sz="1600" b="0" i="0" u="none" strike="noStrike" cap="none" normalizeH="0" baseline="0">
              <a:ln>
                <a:noFill/>
              </a:ln>
              <a:solidFill>
                <a:schemeClr val="tx1"/>
              </a:solidFill>
              <a:effectLst/>
              <a:latin typeface="ＭＳ Ｐゴシック" pitchFamily="50" charset="-128"/>
              <a:ea typeface="ＭＳ Ｐゴシック" pitchFamily="50" charset="-128"/>
            </a:endParaRPr>
          </a:p>
        </p:txBody>
      </p:sp>
      <p:sp>
        <p:nvSpPr>
          <p:cNvPr id="35" name="TextBox 34">
            <a:extLst>
              <a:ext uri="{FF2B5EF4-FFF2-40B4-BE49-F238E27FC236}">
                <a16:creationId xmlns:a16="http://schemas.microsoft.com/office/drawing/2014/main" id="{0E67217D-9720-43BC-A0FC-810CAA7FFFEE}"/>
              </a:ext>
            </a:extLst>
          </p:cNvPr>
          <p:cNvSpPr txBox="1"/>
          <p:nvPr/>
        </p:nvSpPr>
        <p:spPr>
          <a:xfrm>
            <a:off x="2309246" y="6116485"/>
            <a:ext cx="2245994" cy="338554"/>
          </a:xfrm>
          <a:prstGeom prst="rect">
            <a:avLst/>
          </a:prstGeom>
          <a:noFill/>
        </p:spPr>
        <p:txBody>
          <a:bodyPr wrap="square" rtlCol="0">
            <a:spAutoFit/>
          </a:bodyPr>
          <a:lstStyle/>
          <a:p>
            <a:pPr algn="ctr"/>
            <a:r>
              <a:rPr kumimoji="1" lang="ja-JP" altLang="en-US" b="1" dirty="0">
                <a:solidFill>
                  <a:srgbClr val="FF0000"/>
                </a:solidFill>
                <a:latin typeface="メイリオ" panose="020B0604030504040204" pitchFamily="50" charset="-128"/>
                <a:ea typeface="メイリオ" panose="020B0604030504040204" pitchFamily="50" charset="-128"/>
              </a:rPr>
              <a:t>アンマネージド型</a:t>
            </a:r>
          </a:p>
        </p:txBody>
      </p:sp>
      <p:sp>
        <p:nvSpPr>
          <p:cNvPr id="48" name="TextBox 47">
            <a:extLst>
              <a:ext uri="{FF2B5EF4-FFF2-40B4-BE49-F238E27FC236}">
                <a16:creationId xmlns:a16="http://schemas.microsoft.com/office/drawing/2014/main" id="{CC0FF913-43AF-44CA-BBD1-F3A9243857DB}"/>
              </a:ext>
            </a:extLst>
          </p:cNvPr>
          <p:cNvSpPr txBox="1"/>
          <p:nvPr/>
        </p:nvSpPr>
        <p:spPr>
          <a:xfrm>
            <a:off x="6361834" y="6116485"/>
            <a:ext cx="2245994" cy="338554"/>
          </a:xfrm>
          <a:prstGeom prst="rect">
            <a:avLst/>
          </a:prstGeom>
          <a:noFill/>
        </p:spPr>
        <p:txBody>
          <a:bodyPr wrap="square" rtlCol="0">
            <a:spAutoFit/>
          </a:bodyPr>
          <a:lstStyle/>
          <a:p>
            <a:pPr algn="ctr"/>
            <a:r>
              <a:rPr kumimoji="1" lang="ja-JP" altLang="en-US" b="1" dirty="0">
                <a:solidFill>
                  <a:srgbClr val="FF0000"/>
                </a:solidFill>
                <a:latin typeface="メイリオ" panose="020B0604030504040204" pitchFamily="50" charset="-128"/>
                <a:ea typeface="メイリオ" panose="020B0604030504040204" pitchFamily="50" charset="-128"/>
              </a:rPr>
              <a:t>マネージド型</a:t>
            </a:r>
          </a:p>
        </p:txBody>
      </p:sp>
    </p:spTree>
    <p:extLst>
      <p:ext uri="{BB962C8B-B14F-4D97-AF65-F5344CB8AC3E}">
        <p14:creationId xmlns:p14="http://schemas.microsoft.com/office/powerpoint/2010/main" val="428915183"/>
      </p:ext>
    </p:extLst>
  </p:cSld>
  <p:clrMapOvr>
    <a:masterClrMapping/>
  </p:clrMapOvr>
  <mc:AlternateContent xmlns:mc="http://schemas.openxmlformats.org/markup-compatibility/2006" xmlns:p14="http://schemas.microsoft.com/office/powerpoint/2010/main">
    <mc:Choice Requires="p14">
      <p:transition spd="slow" p14:dur="2000" advTm="74828"/>
    </mc:Choice>
    <mc:Fallback xmlns="">
      <p:transition spd="slow" advTm="74828"/>
    </mc:Fallback>
  </mc:AlternateContent>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正方形/長方形 5">
            <a:extLst>
              <a:ext uri="{FF2B5EF4-FFF2-40B4-BE49-F238E27FC236}">
                <a16:creationId xmlns:a16="http://schemas.microsoft.com/office/drawing/2014/main" id="{819A638F-DFC0-4277-9898-EEC91505603D}"/>
              </a:ext>
            </a:extLst>
          </p:cNvPr>
          <p:cNvSpPr/>
          <p:nvPr/>
        </p:nvSpPr>
        <p:spPr bwMode="auto">
          <a:xfrm>
            <a:off x="1712640" y="1988840"/>
            <a:ext cx="2442701" cy="3889072"/>
          </a:xfrm>
          <a:prstGeom prst="rect">
            <a:avLst/>
          </a:prstGeom>
          <a:solidFill>
            <a:srgbClr val="FFC000"/>
          </a:solidFill>
          <a:ln w="12700" cap="flat" cmpd="sng" algn="ctr">
            <a:no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altLang="ja-JP" sz="1400" b="1" dirty="0">
                <a:solidFill>
                  <a:schemeClr val="bg1"/>
                </a:solidFill>
                <a:latin typeface="メイリオ" panose="020B0604030504040204" pitchFamily="50" charset="-128"/>
                <a:ea typeface="メイリオ" panose="020B0604030504040204" pitchFamily="50" charset="-128"/>
              </a:rPr>
              <a:t>AZ</a:t>
            </a:r>
            <a:endParaRPr kumimoji="1" lang="ja-JP" altLang="en-US" sz="1400" b="1"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endParaRPr>
          </a:p>
        </p:txBody>
      </p:sp>
      <p:sp>
        <p:nvSpPr>
          <p:cNvPr id="46" name="四角形: 角を丸くする 33">
            <a:extLst>
              <a:ext uri="{FF2B5EF4-FFF2-40B4-BE49-F238E27FC236}">
                <a16:creationId xmlns:a16="http://schemas.microsoft.com/office/drawing/2014/main" id="{E766E255-926F-49A9-AF64-0DEBD5C50F13}"/>
              </a:ext>
            </a:extLst>
          </p:cNvPr>
          <p:cNvSpPr/>
          <p:nvPr/>
        </p:nvSpPr>
        <p:spPr bwMode="auto">
          <a:xfrm>
            <a:off x="1899191" y="2276872"/>
            <a:ext cx="2069437" cy="1490099"/>
          </a:xfrm>
          <a:prstGeom prst="roundRect">
            <a:avLst/>
          </a:prstGeom>
          <a:solidFill>
            <a:schemeClr val="bg1"/>
          </a:solidFill>
          <a:ln w="12700" cap="flat" cmpd="sng" algn="ctr">
            <a:solidFill>
              <a:srgbClr val="F0861E"/>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kumimoji="1" lang="ja-JP" altLang="en-US" sz="1200" b="1"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rPr>
              <a:t>パブリックサブネット</a:t>
            </a:r>
            <a:r>
              <a:rPr kumimoji="1" lang="en-US" altLang="ja-JP" sz="1200" b="0"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rPr>
              <a:t>10.0.0.0/24</a:t>
            </a:r>
            <a:r>
              <a:rPr lang="en-US" altLang="ja-JP" sz="1200" dirty="0">
                <a:solidFill>
                  <a:srgbClr val="FF0000"/>
                </a:solidFill>
                <a:latin typeface="メイリオ" panose="020B0604030504040204" pitchFamily="50" charset="-128"/>
                <a:ea typeface="メイリオ" panose="020B0604030504040204" pitchFamily="50" charset="-128"/>
              </a:rPr>
              <a:t>	</a:t>
            </a:r>
            <a:endParaRPr kumimoji="1" lang="ja-JP" altLang="en-US" sz="1200" b="0"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endParaRPr>
          </a:p>
        </p:txBody>
      </p:sp>
      <p:sp>
        <p:nvSpPr>
          <p:cNvPr id="27" name="タイトル 1">
            <a:extLst>
              <a:ext uri="{FF2B5EF4-FFF2-40B4-BE49-F238E27FC236}">
                <a16:creationId xmlns:a16="http://schemas.microsoft.com/office/drawing/2014/main" id="{48F80BE1-D063-4240-BFC7-C8D243720250}"/>
              </a:ext>
            </a:extLst>
          </p:cNvPr>
          <p:cNvSpPr txBox="1">
            <a:spLocks/>
          </p:cNvSpPr>
          <p:nvPr/>
        </p:nvSpPr>
        <p:spPr bwMode="auto">
          <a:xfrm>
            <a:off x="631222" y="201863"/>
            <a:ext cx="8642258" cy="50208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rtl="0" fontAlgn="base">
              <a:lnSpc>
                <a:spcPct val="90000"/>
              </a:lnSpc>
              <a:spcBef>
                <a:spcPct val="0"/>
              </a:spcBef>
              <a:spcAft>
                <a:spcPct val="0"/>
              </a:spcAft>
              <a:defRPr kumimoji="1" sz="2000">
                <a:solidFill>
                  <a:schemeClr val="tx2"/>
                </a:solidFill>
                <a:latin typeface="游明朝" panose="02020400000000000000" pitchFamily="18" charset="-128"/>
                <a:ea typeface="游明朝" panose="02020400000000000000" pitchFamily="18" charset="-128"/>
                <a:cs typeface="+mj-cs"/>
              </a:defRPr>
            </a:lvl1pPr>
            <a:lvl2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2pPr>
            <a:lvl3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3pPr>
            <a:lvl4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4pPr>
            <a:lvl5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5pPr>
            <a:lvl6pPr marL="4572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6pPr>
            <a:lvl7pPr marL="9144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7pPr>
            <a:lvl8pPr marL="13716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8pPr>
            <a:lvl9pPr marL="18288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9pPr>
          </a:lstStyle>
          <a:p>
            <a:pPr algn="l"/>
            <a:r>
              <a:rPr lang="en-US" altLang="ja-JP" sz="3000" dirty="0">
                <a:latin typeface="メイリオ" panose="020B0604030504040204" pitchFamily="50" charset="-128"/>
                <a:ea typeface="メイリオ" panose="020B0604030504040204" pitchFamily="50" charset="-128"/>
              </a:rPr>
              <a:t>2</a:t>
            </a:r>
            <a:r>
              <a:rPr lang="ja-JP" altLang="en-US" sz="3000" dirty="0">
                <a:latin typeface="メイリオ" panose="020B0604030504040204" pitchFamily="50" charset="-128"/>
                <a:ea typeface="メイリオ" panose="020B0604030504040204" pitchFamily="50" charset="-128"/>
              </a:rPr>
              <a:t>層アーキテクチャの場合</a:t>
            </a:r>
          </a:p>
        </p:txBody>
      </p:sp>
      <p:sp>
        <p:nvSpPr>
          <p:cNvPr id="21" name="コンテンツ プレースホルダー 2">
            <a:extLst>
              <a:ext uri="{FF2B5EF4-FFF2-40B4-BE49-F238E27FC236}">
                <a16:creationId xmlns:a16="http://schemas.microsoft.com/office/drawing/2014/main" id="{86DB1E5B-EB1A-49D0-AE4D-2F46DD7D25F4}"/>
              </a:ext>
            </a:extLst>
          </p:cNvPr>
          <p:cNvSpPr txBox="1">
            <a:spLocks/>
          </p:cNvSpPr>
          <p:nvPr/>
        </p:nvSpPr>
        <p:spPr>
          <a:xfrm>
            <a:off x="631222" y="799401"/>
            <a:ext cx="8858282" cy="325343"/>
          </a:xfrm>
          <a:prstGeom prst="rect">
            <a:avLst/>
          </a:prstGeom>
        </p:spPr>
        <p:txBody>
          <a:bodyPr vert="horz" lIns="74295" tIns="37148" rIns="74295" bIns="37148" rtlCol="0">
            <a:noAutofit/>
          </a:bodyPr>
          <a:lstStyle>
            <a:lvl1pPr marL="228600" indent="-228600" algn="l" defTabSz="914400" rtl="0" eaLnBrk="1" latinLnBrk="0" hangingPunct="1">
              <a:lnSpc>
                <a:spcPct val="90000"/>
              </a:lnSpc>
              <a:spcBef>
                <a:spcPts val="1000"/>
              </a:spcBef>
              <a:buFont typeface="Wingdings 2" pitchFamily="18" charset="2"/>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2" pitchFamily="18" charset="2"/>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2" pitchFamily="18" charset="2"/>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5pPr>
            <a:lvl6pPr marL="25146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6pPr>
            <a:lvl7pPr marL="29718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7pPr>
            <a:lvl8pPr marL="34290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8pPr>
            <a:lvl9pPr marL="38862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9pPr>
          </a:lstStyle>
          <a:p>
            <a:pPr marL="0" indent="0">
              <a:buNone/>
            </a:pPr>
            <a:r>
              <a:rPr lang="en-US" altLang="ja-JP" sz="2400" dirty="0">
                <a:solidFill>
                  <a:srgbClr val="002060"/>
                </a:solidFill>
                <a:latin typeface="メイリオ" panose="020B0604030504040204" pitchFamily="50" charset="-128"/>
                <a:ea typeface="メイリオ" panose="020B0604030504040204" pitchFamily="50" charset="-128"/>
              </a:rPr>
              <a:t>2</a:t>
            </a:r>
            <a:r>
              <a:rPr lang="ja-JP" altLang="en-US" sz="2400" dirty="0">
                <a:solidFill>
                  <a:srgbClr val="002060"/>
                </a:solidFill>
                <a:latin typeface="メイリオ" panose="020B0604030504040204" pitchFamily="50" charset="-128"/>
                <a:ea typeface="メイリオ" panose="020B0604030504040204" pitchFamily="50" charset="-128"/>
              </a:rPr>
              <a:t>層アーキテクチャの場合はインスタンス間のトラフィック制御にセキュリティグループが適用される。</a:t>
            </a:r>
            <a:endParaRPr lang="en-US" altLang="ja-JP" sz="2400" dirty="0">
              <a:solidFill>
                <a:srgbClr val="002060"/>
              </a:solidFill>
              <a:latin typeface="メイリオ" panose="020B0604030504040204" pitchFamily="50" charset="-128"/>
              <a:ea typeface="メイリオ" panose="020B0604030504040204" pitchFamily="50" charset="-128"/>
            </a:endParaRPr>
          </a:p>
        </p:txBody>
      </p:sp>
      <p:pic>
        <p:nvPicPr>
          <p:cNvPr id="31" name="図 41" descr="音楽 が含まれている画像&#10;&#10;自動的に生成された説明">
            <a:extLst>
              <a:ext uri="{FF2B5EF4-FFF2-40B4-BE49-F238E27FC236}">
                <a16:creationId xmlns:a16="http://schemas.microsoft.com/office/drawing/2014/main" id="{8C29F774-132B-407F-BB33-8F45B6C238B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25241" y="2924944"/>
            <a:ext cx="495620" cy="590267"/>
          </a:xfrm>
          <a:prstGeom prst="rect">
            <a:avLst/>
          </a:prstGeom>
        </p:spPr>
      </p:pic>
      <p:sp>
        <p:nvSpPr>
          <p:cNvPr id="32" name="テキスト ボックス 42">
            <a:extLst>
              <a:ext uri="{FF2B5EF4-FFF2-40B4-BE49-F238E27FC236}">
                <a16:creationId xmlns:a16="http://schemas.microsoft.com/office/drawing/2014/main" id="{67823DB0-EE2F-4961-9743-3E009E957D9D}"/>
              </a:ext>
            </a:extLst>
          </p:cNvPr>
          <p:cNvSpPr txBox="1"/>
          <p:nvPr/>
        </p:nvSpPr>
        <p:spPr>
          <a:xfrm>
            <a:off x="2180366" y="3094196"/>
            <a:ext cx="612503" cy="276999"/>
          </a:xfrm>
          <a:prstGeom prst="rect">
            <a:avLst/>
          </a:prstGeom>
          <a:noFill/>
        </p:spPr>
        <p:txBody>
          <a:bodyPr wrap="square" rtlCol="0">
            <a:spAutoFit/>
          </a:bodyPr>
          <a:lstStyle/>
          <a:p>
            <a:pPr algn="ctr"/>
            <a:r>
              <a:rPr kumimoji="1" lang="en-US" altLang="ja-JP" sz="1200" b="1" dirty="0">
                <a:solidFill>
                  <a:schemeClr val="bg1"/>
                </a:solidFill>
                <a:latin typeface="メイリオ" panose="020B0604030504040204" pitchFamily="50" charset="-128"/>
                <a:ea typeface="メイリオ" panose="020B0604030504040204" pitchFamily="50" charset="-128"/>
              </a:rPr>
              <a:t>EC2</a:t>
            </a:r>
          </a:p>
        </p:txBody>
      </p:sp>
      <p:pic>
        <p:nvPicPr>
          <p:cNvPr id="33" name="Picture 6" descr="Download | WordPress.org">
            <a:extLst>
              <a:ext uri="{FF2B5EF4-FFF2-40B4-BE49-F238E27FC236}">
                <a16:creationId xmlns:a16="http://schemas.microsoft.com/office/drawing/2014/main" id="{4B3A4E2D-988C-4211-9AA1-65E5C05A93AB}"/>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711269" y="2978803"/>
            <a:ext cx="940016" cy="493508"/>
          </a:xfrm>
          <a:prstGeom prst="rect">
            <a:avLst/>
          </a:prstGeom>
          <a:noFill/>
          <a:extLst>
            <a:ext uri="{909E8E84-426E-40DD-AFC4-6F175D3DCCD1}">
              <a14:hiddenFill xmlns:a14="http://schemas.microsoft.com/office/drawing/2010/main">
                <a:solidFill>
                  <a:srgbClr val="FFFFFF"/>
                </a:solidFill>
              </a14:hiddenFill>
            </a:ext>
          </a:extLst>
        </p:spPr>
      </p:pic>
      <p:sp>
        <p:nvSpPr>
          <p:cNvPr id="47" name="テキスト ボックス 99">
            <a:extLst>
              <a:ext uri="{FF2B5EF4-FFF2-40B4-BE49-F238E27FC236}">
                <a16:creationId xmlns:a16="http://schemas.microsoft.com/office/drawing/2014/main" id="{61EC9072-5C79-4693-8DC1-E7C2687C3066}"/>
              </a:ext>
            </a:extLst>
          </p:cNvPr>
          <p:cNvSpPr txBox="1"/>
          <p:nvPr/>
        </p:nvSpPr>
        <p:spPr>
          <a:xfrm>
            <a:off x="1986335" y="2787365"/>
            <a:ext cx="1664950" cy="246221"/>
          </a:xfrm>
          <a:prstGeom prst="rect">
            <a:avLst/>
          </a:prstGeom>
          <a:noFill/>
        </p:spPr>
        <p:txBody>
          <a:bodyPr wrap="square" rtlCol="0">
            <a:spAutoFit/>
          </a:bodyPr>
          <a:lstStyle/>
          <a:p>
            <a:pPr algn="ctr"/>
            <a:r>
              <a:rPr lang="en-US" altLang="ja-JP" sz="1000" b="1" dirty="0">
                <a:latin typeface="メイリオ" panose="020B0604030504040204" pitchFamily="50" charset="-128"/>
                <a:ea typeface="メイリオ" panose="020B0604030504040204" pitchFamily="50" charset="-128"/>
              </a:rPr>
              <a:t>Apache</a:t>
            </a:r>
            <a:r>
              <a:rPr lang="ja-JP" altLang="en-US" sz="1000" b="1" dirty="0">
                <a:latin typeface="メイリオ" panose="020B0604030504040204" pitchFamily="50" charset="-128"/>
                <a:ea typeface="メイリオ" panose="020B0604030504040204" pitchFamily="50" charset="-128"/>
              </a:rPr>
              <a:t> </a:t>
            </a:r>
            <a:r>
              <a:rPr lang="en-US" altLang="ja-JP" sz="1000" b="1" dirty="0">
                <a:latin typeface="メイリオ" panose="020B0604030504040204" pitchFamily="50" charset="-128"/>
                <a:ea typeface="メイリオ" panose="020B0604030504040204" pitchFamily="50" charset="-128"/>
              </a:rPr>
              <a:t>WEB</a:t>
            </a:r>
            <a:r>
              <a:rPr lang="ja-JP" altLang="en-US" sz="1000" b="1" dirty="0">
                <a:latin typeface="メイリオ" panose="020B0604030504040204" pitchFamily="50" charset="-128"/>
                <a:ea typeface="メイリオ" panose="020B0604030504040204" pitchFamily="50" charset="-128"/>
              </a:rPr>
              <a:t>サーバー</a:t>
            </a:r>
            <a:endParaRPr lang="en-US" altLang="ja-JP" sz="1000" b="1" dirty="0">
              <a:latin typeface="メイリオ" panose="020B0604030504040204" pitchFamily="50" charset="-128"/>
              <a:ea typeface="メイリオ" panose="020B0604030504040204" pitchFamily="50" charset="-128"/>
            </a:endParaRPr>
          </a:p>
        </p:txBody>
      </p:sp>
      <p:sp>
        <p:nvSpPr>
          <p:cNvPr id="55" name="正方形/長方形 5">
            <a:extLst>
              <a:ext uri="{FF2B5EF4-FFF2-40B4-BE49-F238E27FC236}">
                <a16:creationId xmlns:a16="http://schemas.microsoft.com/office/drawing/2014/main" id="{1443A0F0-453F-47FA-AE89-F0220EE7BBB7}"/>
              </a:ext>
            </a:extLst>
          </p:cNvPr>
          <p:cNvSpPr/>
          <p:nvPr/>
        </p:nvSpPr>
        <p:spPr bwMode="auto">
          <a:xfrm>
            <a:off x="5825862" y="1988840"/>
            <a:ext cx="2442701" cy="3889072"/>
          </a:xfrm>
          <a:prstGeom prst="rect">
            <a:avLst/>
          </a:prstGeom>
          <a:solidFill>
            <a:srgbClr val="FFC000"/>
          </a:solidFill>
          <a:ln w="12700" cap="flat" cmpd="sng" algn="ctr">
            <a:no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altLang="ja-JP" sz="1400" b="1" dirty="0">
                <a:solidFill>
                  <a:schemeClr val="bg1"/>
                </a:solidFill>
                <a:latin typeface="メイリオ" panose="020B0604030504040204" pitchFamily="50" charset="-128"/>
                <a:ea typeface="メイリオ" panose="020B0604030504040204" pitchFamily="50" charset="-128"/>
              </a:rPr>
              <a:t>AZ</a:t>
            </a:r>
            <a:endParaRPr kumimoji="1" lang="ja-JP" altLang="en-US" sz="1400" b="1"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endParaRPr>
          </a:p>
        </p:txBody>
      </p:sp>
      <p:sp>
        <p:nvSpPr>
          <p:cNvPr id="56" name="四角形: 角を丸くする 7">
            <a:extLst>
              <a:ext uri="{FF2B5EF4-FFF2-40B4-BE49-F238E27FC236}">
                <a16:creationId xmlns:a16="http://schemas.microsoft.com/office/drawing/2014/main" id="{447E50F1-0775-48A9-8BD4-8D73F86C939E}"/>
              </a:ext>
            </a:extLst>
          </p:cNvPr>
          <p:cNvSpPr/>
          <p:nvPr/>
        </p:nvSpPr>
        <p:spPr bwMode="auto">
          <a:xfrm>
            <a:off x="6019004" y="4229628"/>
            <a:ext cx="2069437" cy="1490099"/>
          </a:xfrm>
          <a:prstGeom prst="roundRect">
            <a:avLst/>
          </a:prstGeom>
          <a:solidFill>
            <a:schemeClr val="bg1"/>
          </a:solidFill>
          <a:ln w="12700" cap="flat" cmpd="sng" algn="ctr">
            <a:solidFill>
              <a:srgbClr val="F0861E"/>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kumimoji="1" lang="ja-JP" altLang="en-US" sz="1200" b="1"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rPr>
              <a:t>プライベートサブネット</a:t>
            </a:r>
            <a:r>
              <a:rPr kumimoji="1" lang="en-US" altLang="ja-JP" sz="1200" b="0"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rPr>
              <a:t>10.0.1.0/24</a:t>
            </a:r>
            <a:endParaRPr kumimoji="1" lang="ja-JP" altLang="en-US" sz="1200" b="0"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endParaRPr>
          </a:p>
        </p:txBody>
      </p:sp>
      <p:sp>
        <p:nvSpPr>
          <p:cNvPr id="57" name="四角形: 角を丸くする 33">
            <a:extLst>
              <a:ext uri="{FF2B5EF4-FFF2-40B4-BE49-F238E27FC236}">
                <a16:creationId xmlns:a16="http://schemas.microsoft.com/office/drawing/2014/main" id="{CC4B422D-9863-4FE5-A9B4-EC6C2967E465}"/>
              </a:ext>
            </a:extLst>
          </p:cNvPr>
          <p:cNvSpPr/>
          <p:nvPr/>
        </p:nvSpPr>
        <p:spPr bwMode="auto">
          <a:xfrm>
            <a:off x="6019004" y="2276872"/>
            <a:ext cx="2069437" cy="1490099"/>
          </a:xfrm>
          <a:prstGeom prst="roundRect">
            <a:avLst/>
          </a:prstGeom>
          <a:solidFill>
            <a:schemeClr val="bg1"/>
          </a:solidFill>
          <a:ln w="12700" cap="flat" cmpd="sng" algn="ctr">
            <a:solidFill>
              <a:srgbClr val="F0861E"/>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kumimoji="1" lang="ja-JP" altLang="en-US" sz="1200" b="1"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rPr>
              <a:t>パブリックサブネット</a:t>
            </a:r>
            <a:r>
              <a:rPr kumimoji="1" lang="en-US" altLang="ja-JP" sz="1200" b="0"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rPr>
              <a:t>10.0.0.0/24</a:t>
            </a:r>
            <a:r>
              <a:rPr lang="en-US" altLang="ja-JP" sz="1200" dirty="0">
                <a:solidFill>
                  <a:srgbClr val="FF0000"/>
                </a:solidFill>
                <a:latin typeface="メイリオ" panose="020B0604030504040204" pitchFamily="50" charset="-128"/>
                <a:ea typeface="メイリオ" panose="020B0604030504040204" pitchFamily="50" charset="-128"/>
              </a:rPr>
              <a:t>	</a:t>
            </a:r>
            <a:endParaRPr kumimoji="1" lang="ja-JP" altLang="en-US" sz="1200" b="0"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endParaRPr>
          </a:p>
        </p:txBody>
      </p:sp>
      <p:pic>
        <p:nvPicPr>
          <p:cNvPr id="58" name="図 41" descr="音楽 が含まれている画像&#10;&#10;自動的に生成された説明">
            <a:extLst>
              <a:ext uri="{FF2B5EF4-FFF2-40B4-BE49-F238E27FC236}">
                <a16:creationId xmlns:a16="http://schemas.microsoft.com/office/drawing/2014/main" id="{0D818197-56EC-4F14-8D98-6BF4FD2C56C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74593" y="2958964"/>
            <a:ext cx="495620" cy="590267"/>
          </a:xfrm>
          <a:prstGeom prst="rect">
            <a:avLst/>
          </a:prstGeom>
        </p:spPr>
      </p:pic>
      <p:sp>
        <p:nvSpPr>
          <p:cNvPr id="59" name="テキスト ボックス 42">
            <a:extLst>
              <a:ext uri="{FF2B5EF4-FFF2-40B4-BE49-F238E27FC236}">
                <a16:creationId xmlns:a16="http://schemas.microsoft.com/office/drawing/2014/main" id="{4C022E62-15C4-421F-9999-82D0E5656E3C}"/>
              </a:ext>
            </a:extLst>
          </p:cNvPr>
          <p:cNvSpPr txBox="1"/>
          <p:nvPr/>
        </p:nvSpPr>
        <p:spPr>
          <a:xfrm>
            <a:off x="6729718" y="3128216"/>
            <a:ext cx="612503" cy="276999"/>
          </a:xfrm>
          <a:prstGeom prst="rect">
            <a:avLst/>
          </a:prstGeom>
          <a:noFill/>
        </p:spPr>
        <p:txBody>
          <a:bodyPr wrap="square" rtlCol="0">
            <a:spAutoFit/>
          </a:bodyPr>
          <a:lstStyle/>
          <a:p>
            <a:pPr algn="ctr"/>
            <a:r>
              <a:rPr kumimoji="1" lang="en-US" altLang="ja-JP" sz="1200" b="1" dirty="0">
                <a:solidFill>
                  <a:schemeClr val="bg1"/>
                </a:solidFill>
                <a:latin typeface="メイリオ" panose="020B0604030504040204" pitchFamily="50" charset="-128"/>
                <a:ea typeface="メイリオ" panose="020B0604030504040204" pitchFamily="50" charset="-128"/>
              </a:rPr>
              <a:t>EC2</a:t>
            </a:r>
          </a:p>
        </p:txBody>
      </p:sp>
      <p:cxnSp>
        <p:nvCxnSpPr>
          <p:cNvPr id="62" name="コネクタ: カギ線 23">
            <a:extLst>
              <a:ext uri="{FF2B5EF4-FFF2-40B4-BE49-F238E27FC236}">
                <a16:creationId xmlns:a16="http://schemas.microsoft.com/office/drawing/2014/main" id="{AAF18779-16FA-4A61-945E-4D72C38B8275}"/>
              </a:ext>
            </a:extLst>
          </p:cNvPr>
          <p:cNvCxnSpPr>
            <a:cxnSpLocks/>
          </p:cNvCxnSpPr>
          <p:nvPr/>
        </p:nvCxnSpPr>
        <p:spPr bwMode="auto">
          <a:xfrm>
            <a:off x="7022403" y="3549231"/>
            <a:ext cx="0" cy="1352296"/>
          </a:xfrm>
          <a:prstGeom prst="straightConnector1">
            <a:avLst/>
          </a:prstGeom>
          <a:noFill/>
          <a:ln w="31750" cap="flat" cmpd="sng" algn="ctr">
            <a:solidFill>
              <a:srgbClr val="FF0000"/>
            </a:solidFill>
            <a:prstDash val="solid"/>
            <a:round/>
            <a:headEnd type="triangle" w="med" len="med"/>
            <a:tailEnd type="triangle"/>
          </a:ln>
          <a:effectLst/>
        </p:spPr>
      </p:cxnSp>
      <p:pic>
        <p:nvPicPr>
          <p:cNvPr id="63" name="Picture 6" descr="Download | WordPress.org">
            <a:extLst>
              <a:ext uri="{FF2B5EF4-FFF2-40B4-BE49-F238E27FC236}">
                <a16:creationId xmlns:a16="http://schemas.microsoft.com/office/drawing/2014/main" id="{C3E58CDB-27F2-476B-94E6-E0CC3F90591D}"/>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260621" y="3012823"/>
            <a:ext cx="940016" cy="493508"/>
          </a:xfrm>
          <a:prstGeom prst="rect">
            <a:avLst/>
          </a:prstGeom>
          <a:noFill/>
          <a:extLst>
            <a:ext uri="{909E8E84-426E-40DD-AFC4-6F175D3DCCD1}">
              <a14:hiddenFill xmlns:a14="http://schemas.microsoft.com/office/drawing/2010/main">
                <a:solidFill>
                  <a:srgbClr val="FFFFFF"/>
                </a:solidFill>
              </a14:hiddenFill>
            </a:ext>
          </a:extLst>
        </p:spPr>
      </p:pic>
      <p:sp>
        <p:nvSpPr>
          <p:cNvPr id="65" name="テキスト ボックス 99">
            <a:extLst>
              <a:ext uri="{FF2B5EF4-FFF2-40B4-BE49-F238E27FC236}">
                <a16:creationId xmlns:a16="http://schemas.microsoft.com/office/drawing/2014/main" id="{94838E56-9080-43C9-9F4B-5F08EFF00DA6}"/>
              </a:ext>
            </a:extLst>
          </p:cNvPr>
          <p:cNvSpPr txBox="1"/>
          <p:nvPr/>
        </p:nvSpPr>
        <p:spPr>
          <a:xfrm>
            <a:off x="6190093" y="2787365"/>
            <a:ext cx="1664950" cy="246221"/>
          </a:xfrm>
          <a:prstGeom prst="rect">
            <a:avLst/>
          </a:prstGeom>
          <a:noFill/>
        </p:spPr>
        <p:txBody>
          <a:bodyPr wrap="square" rtlCol="0">
            <a:spAutoFit/>
          </a:bodyPr>
          <a:lstStyle/>
          <a:p>
            <a:pPr algn="ctr"/>
            <a:r>
              <a:rPr lang="en-US" altLang="ja-JP" sz="1000" b="1" dirty="0">
                <a:latin typeface="メイリオ" panose="020B0604030504040204" pitchFamily="50" charset="-128"/>
                <a:ea typeface="メイリオ" panose="020B0604030504040204" pitchFamily="50" charset="-128"/>
              </a:rPr>
              <a:t>Apache</a:t>
            </a:r>
            <a:r>
              <a:rPr lang="ja-JP" altLang="en-US" sz="1000" b="1" dirty="0">
                <a:latin typeface="メイリオ" panose="020B0604030504040204" pitchFamily="50" charset="-128"/>
                <a:ea typeface="メイリオ" panose="020B0604030504040204" pitchFamily="50" charset="-128"/>
              </a:rPr>
              <a:t> </a:t>
            </a:r>
            <a:r>
              <a:rPr lang="en-US" altLang="ja-JP" sz="1000" b="1" dirty="0">
                <a:latin typeface="メイリオ" panose="020B0604030504040204" pitchFamily="50" charset="-128"/>
                <a:ea typeface="メイリオ" panose="020B0604030504040204" pitchFamily="50" charset="-128"/>
              </a:rPr>
              <a:t>WEB</a:t>
            </a:r>
            <a:r>
              <a:rPr lang="ja-JP" altLang="en-US" sz="1000" b="1" dirty="0">
                <a:latin typeface="メイリオ" panose="020B0604030504040204" pitchFamily="50" charset="-128"/>
                <a:ea typeface="メイリオ" panose="020B0604030504040204" pitchFamily="50" charset="-128"/>
              </a:rPr>
              <a:t>サーバー</a:t>
            </a:r>
            <a:endParaRPr lang="en-US" altLang="ja-JP" sz="1000" b="1" dirty="0">
              <a:latin typeface="メイリオ" panose="020B0604030504040204" pitchFamily="50" charset="-128"/>
              <a:ea typeface="メイリオ" panose="020B0604030504040204" pitchFamily="50" charset="-128"/>
            </a:endParaRPr>
          </a:p>
        </p:txBody>
      </p:sp>
      <p:pic>
        <p:nvPicPr>
          <p:cNvPr id="1026" name="Picture 2" descr="Amazon RDS（マネージドリレーショナルデータベース）| AWS">
            <a:extLst>
              <a:ext uri="{FF2B5EF4-FFF2-40B4-BE49-F238E27FC236}">
                <a16:creationId xmlns:a16="http://schemas.microsoft.com/office/drawing/2014/main" id="{E230FB68-18F3-4FD3-85DA-DBFFF277845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614973" y="4780112"/>
            <a:ext cx="808321" cy="808321"/>
          </a:xfrm>
          <a:prstGeom prst="rect">
            <a:avLst/>
          </a:prstGeom>
          <a:noFill/>
          <a:extLst>
            <a:ext uri="{909E8E84-426E-40DD-AFC4-6F175D3DCCD1}">
              <a14:hiddenFill xmlns:a14="http://schemas.microsoft.com/office/drawing/2010/main">
                <a:solidFill>
                  <a:srgbClr val="FFFFFF"/>
                </a:solidFill>
              </a14:hiddenFill>
            </a:ext>
          </a:extLst>
        </p:spPr>
      </p:pic>
      <p:sp>
        <p:nvSpPr>
          <p:cNvPr id="66" name="テキスト ボックス 42">
            <a:extLst>
              <a:ext uri="{FF2B5EF4-FFF2-40B4-BE49-F238E27FC236}">
                <a16:creationId xmlns:a16="http://schemas.microsoft.com/office/drawing/2014/main" id="{DB3C6439-0A22-43BD-ACAE-29DBB0094849}"/>
              </a:ext>
            </a:extLst>
          </p:cNvPr>
          <p:cNvSpPr txBox="1"/>
          <p:nvPr/>
        </p:nvSpPr>
        <p:spPr>
          <a:xfrm>
            <a:off x="6729718" y="5070779"/>
            <a:ext cx="612503" cy="276999"/>
          </a:xfrm>
          <a:prstGeom prst="rect">
            <a:avLst/>
          </a:prstGeom>
          <a:noFill/>
        </p:spPr>
        <p:txBody>
          <a:bodyPr wrap="square" rtlCol="0">
            <a:spAutoFit/>
          </a:bodyPr>
          <a:lstStyle/>
          <a:p>
            <a:pPr algn="ctr"/>
            <a:r>
              <a:rPr kumimoji="1" lang="en-US" altLang="ja-JP" sz="1200" b="1" dirty="0">
                <a:solidFill>
                  <a:schemeClr val="bg1"/>
                </a:solidFill>
                <a:latin typeface="メイリオ" panose="020B0604030504040204" pitchFamily="50" charset="-128"/>
                <a:ea typeface="メイリオ" panose="020B0604030504040204" pitchFamily="50" charset="-128"/>
              </a:rPr>
              <a:t>RDS</a:t>
            </a:r>
          </a:p>
        </p:txBody>
      </p:sp>
      <p:sp>
        <p:nvSpPr>
          <p:cNvPr id="67" name="テキスト ボックス 99">
            <a:extLst>
              <a:ext uri="{FF2B5EF4-FFF2-40B4-BE49-F238E27FC236}">
                <a16:creationId xmlns:a16="http://schemas.microsoft.com/office/drawing/2014/main" id="{72682918-4FA2-409B-B0D4-82E6098053AD}"/>
              </a:ext>
            </a:extLst>
          </p:cNvPr>
          <p:cNvSpPr txBox="1"/>
          <p:nvPr/>
        </p:nvSpPr>
        <p:spPr>
          <a:xfrm>
            <a:off x="6234807" y="5493447"/>
            <a:ext cx="1664950" cy="246221"/>
          </a:xfrm>
          <a:prstGeom prst="rect">
            <a:avLst/>
          </a:prstGeom>
          <a:noFill/>
        </p:spPr>
        <p:txBody>
          <a:bodyPr wrap="square" rtlCol="0">
            <a:spAutoFit/>
          </a:bodyPr>
          <a:lstStyle/>
          <a:p>
            <a:pPr algn="ctr"/>
            <a:r>
              <a:rPr lang="en-US" altLang="ja-JP" sz="1000" b="1" dirty="0">
                <a:latin typeface="メイリオ" panose="020B0604030504040204" pitchFamily="50" charset="-128"/>
                <a:ea typeface="メイリオ" panose="020B0604030504040204" pitchFamily="50" charset="-128"/>
              </a:rPr>
              <a:t>RDS</a:t>
            </a:r>
            <a:r>
              <a:rPr lang="ja-JP" altLang="en-US" sz="1000" b="1" dirty="0">
                <a:latin typeface="メイリオ" panose="020B0604030504040204" pitchFamily="50" charset="-128"/>
                <a:ea typeface="メイリオ" panose="020B0604030504040204" pitchFamily="50" charset="-128"/>
              </a:rPr>
              <a:t>の</a:t>
            </a:r>
            <a:r>
              <a:rPr lang="en-US" altLang="ja-JP" sz="1000" b="1" dirty="0">
                <a:latin typeface="メイリオ" panose="020B0604030504040204" pitchFamily="50" charset="-128"/>
                <a:ea typeface="メイリオ" panose="020B0604030504040204" pitchFamily="50" charset="-128"/>
              </a:rPr>
              <a:t>MySQL</a:t>
            </a:r>
          </a:p>
        </p:txBody>
      </p:sp>
      <p:sp>
        <p:nvSpPr>
          <p:cNvPr id="2" name="Arrow: Right 1">
            <a:extLst>
              <a:ext uri="{FF2B5EF4-FFF2-40B4-BE49-F238E27FC236}">
                <a16:creationId xmlns:a16="http://schemas.microsoft.com/office/drawing/2014/main" id="{5E7BF5A3-F671-4711-8F9D-EF59B0DF9032}"/>
              </a:ext>
            </a:extLst>
          </p:cNvPr>
          <p:cNvSpPr/>
          <p:nvPr/>
        </p:nvSpPr>
        <p:spPr bwMode="auto">
          <a:xfrm>
            <a:off x="4520952" y="3429000"/>
            <a:ext cx="904020" cy="936104"/>
          </a:xfrm>
          <a:prstGeom prst="rightArrow">
            <a:avLst/>
          </a:prstGeom>
          <a:solidFill>
            <a:schemeClr val="accent2"/>
          </a:solidFill>
          <a:ln w="12700" cap="flat" cmpd="sng" algn="ctr">
            <a:solidFill>
              <a:schemeClr val="accent1"/>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ja-JP" altLang="en-US" sz="1600" b="0" i="0" u="none" strike="noStrike" cap="none" normalizeH="0" baseline="0">
              <a:ln>
                <a:noFill/>
              </a:ln>
              <a:solidFill>
                <a:schemeClr val="tx1"/>
              </a:solidFill>
              <a:effectLst/>
              <a:latin typeface="ＭＳ Ｐゴシック" pitchFamily="50" charset="-128"/>
              <a:ea typeface="ＭＳ Ｐゴシック" pitchFamily="50" charset="-128"/>
            </a:endParaRPr>
          </a:p>
        </p:txBody>
      </p:sp>
      <p:sp>
        <p:nvSpPr>
          <p:cNvPr id="25" name="四角形: 角を丸くする 2">
            <a:extLst>
              <a:ext uri="{FF2B5EF4-FFF2-40B4-BE49-F238E27FC236}">
                <a16:creationId xmlns:a16="http://schemas.microsoft.com/office/drawing/2014/main" id="{74B05B11-F559-4AC8-A8B6-993442FE5375}"/>
              </a:ext>
            </a:extLst>
          </p:cNvPr>
          <p:cNvSpPr/>
          <p:nvPr/>
        </p:nvSpPr>
        <p:spPr bwMode="auto">
          <a:xfrm>
            <a:off x="7082064" y="3356992"/>
            <a:ext cx="1399328" cy="633015"/>
          </a:xfrm>
          <a:prstGeom prst="roundRect">
            <a:avLst/>
          </a:prstGeom>
          <a:solidFill>
            <a:srgbClr val="F0861E"/>
          </a:solidFill>
          <a:ln w="12700" cap="flat" cmpd="sng" algn="ctr">
            <a:noFill/>
            <a:prstDash val="solid"/>
            <a:round/>
            <a:headEnd type="none" w="med" len="med"/>
            <a:tailEnd type="none" w="med" len="med"/>
          </a:ln>
          <a:effectLst/>
        </p:spPr>
        <p:txBody>
          <a:bodyPr vert="horz" wrap="square" lIns="36000" tIns="36000" rIns="36000" bIns="360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ja-JP" altLang="en-US" sz="1200" dirty="0">
                <a:latin typeface="メイリオ" panose="020B0604030504040204" pitchFamily="50" charset="-128"/>
                <a:ea typeface="メイリオ" panose="020B0604030504040204" pitchFamily="50" charset="-128"/>
              </a:rPr>
              <a:t>セキュリティ</a:t>
            </a:r>
            <a:endParaRPr lang="en-US" altLang="ja-JP" sz="1200" dirty="0">
              <a:latin typeface="メイリオ" panose="020B0604030504040204" pitchFamily="50" charset="-128"/>
              <a:ea typeface="メイリオ" panose="020B0604030504040204" pitchFamily="50" charset="-128"/>
            </a:endParaRPr>
          </a:p>
          <a:p>
            <a:pPr marL="0" marR="0" indent="0" algn="ctr" defTabSz="914400" rtl="0" eaLnBrk="1" fontAlgn="base" latinLnBrk="0" hangingPunct="1">
              <a:lnSpc>
                <a:spcPct val="100000"/>
              </a:lnSpc>
              <a:spcBef>
                <a:spcPct val="0"/>
              </a:spcBef>
              <a:spcAft>
                <a:spcPct val="0"/>
              </a:spcAft>
              <a:buClrTx/>
              <a:buSzTx/>
              <a:buFontTx/>
              <a:buNone/>
              <a:tabLst/>
            </a:pPr>
            <a:r>
              <a:rPr lang="ja-JP" altLang="en-US" sz="1200" dirty="0">
                <a:latin typeface="メイリオ" panose="020B0604030504040204" pitchFamily="50" charset="-128"/>
                <a:ea typeface="メイリオ" panose="020B0604030504040204" pitchFamily="50" charset="-128"/>
              </a:rPr>
              <a:t>グループ</a:t>
            </a:r>
            <a:endParaRPr lang="en-US" altLang="ja-JP" sz="1200" dirty="0">
              <a:latin typeface="メイリオ" panose="020B0604030504040204" pitchFamily="50" charset="-128"/>
              <a:ea typeface="メイリオ" panose="020B0604030504040204" pitchFamily="50" charset="-128"/>
            </a:endParaRPr>
          </a:p>
        </p:txBody>
      </p:sp>
      <p:sp>
        <p:nvSpPr>
          <p:cNvPr id="26" name="テキスト ボックス 99">
            <a:extLst>
              <a:ext uri="{FF2B5EF4-FFF2-40B4-BE49-F238E27FC236}">
                <a16:creationId xmlns:a16="http://schemas.microsoft.com/office/drawing/2014/main" id="{49969141-1BD1-433C-8348-4E9618DAF8D0}"/>
              </a:ext>
            </a:extLst>
          </p:cNvPr>
          <p:cNvSpPr txBox="1"/>
          <p:nvPr/>
        </p:nvSpPr>
        <p:spPr>
          <a:xfrm>
            <a:off x="1928664" y="3470811"/>
            <a:ext cx="1664950" cy="246221"/>
          </a:xfrm>
          <a:prstGeom prst="rect">
            <a:avLst/>
          </a:prstGeom>
          <a:noFill/>
        </p:spPr>
        <p:txBody>
          <a:bodyPr wrap="square" rtlCol="0">
            <a:spAutoFit/>
          </a:bodyPr>
          <a:lstStyle/>
          <a:p>
            <a:pPr algn="ctr"/>
            <a:r>
              <a:rPr lang="en-US" altLang="ja-JP" sz="1000" b="1" dirty="0">
                <a:latin typeface="メイリオ" panose="020B0604030504040204" pitchFamily="50" charset="-128"/>
                <a:ea typeface="メイリオ" panose="020B0604030504040204" pitchFamily="50" charset="-128"/>
              </a:rPr>
              <a:t>MySQL</a:t>
            </a:r>
            <a:r>
              <a:rPr lang="ja-JP" altLang="en-US" sz="1000" b="1" dirty="0">
                <a:latin typeface="メイリオ" panose="020B0604030504040204" pitchFamily="50" charset="-128"/>
                <a:ea typeface="メイリオ" panose="020B0604030504040204" pitchFamily="50" charset="-128"/>
              </a:rPr>
              <a:t>サーバー</a:t>
            </a:r>
            <a:endParaRPr lang="en-US" altLang="ja-JP" sz="1000" b="1" dirty="0">
              <a:latin typeface="メイリオ" panose="020B0604030504040204" pitchFamily="50" charset="-128"/>
              <a:ea typeface="メイリオ" panose="020B0604030504040204" pitchFamily="50" charset="-128"/>
            </a:endParaRPr>
          </a:p>
        </p:txBody>
      </p:sp>
      <p:sp>
        <p:nvSpPr>
          <p:cNvPr id="29" name="四角形: 角を丸くする 2">
            <a:extLst>
              <a:ext uri="{FF2B5EF4-FFF2-40B4-BE49-F238E27FC236}">
                <a16:creationId xmlns:a16="http://schemas.microsoft.com/office/drawing/2014/main" id="{AF09C195-5807-4DF8-A732-6F2B1BF48B07}"/>
              </a:ext>
            </a:extLst>
          </p:cNvPr>
          <p:cNvSpPr/>
          <p:nvPr/>
        </p:nvSpPr>
        <p:spPr bwMode="auto">
          <a:xfrm>
            <a:off x="7089930" y="4524177"/>
            <a:ext cx="1399328" cy="633015"/>
          </a:xfrm>
          <a:prstGeom prst="roundRect">
            <a:avLst/>
          </a:prstGeom>
          <a:solidFill>
            <a:srgbClr val="F0861E"/>
          </a:solidFill>
          <a:ln w="12700" cap="flat" cmpd="sng" algn="ctr">
            <a:noFill/>
            <a:prstDash val="solid"/>
            <a:round/>
            <a:headEnd type="none" w="med" len="med"/>
            <a:tailEnd type="none" w="med" len="med"/>
          </a:ln>
          <a:effectLst/>
        </p:spPr>
        <p:txBody>
          <a:bodyPr vert="horz" wrap="square" lIns="36000" tIns="36000" rIns="36000" bIns="360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ja-JP" altLang="en-US" sz="1200" dirty="0">
                <a:latin typeface="メイリオ" panose="020B0604030504040204" pitchFamily="50" charset="-128"/>
                <a:ea typeface="メイリオ" panose="020B0604030504040204" pitchFamily="50" charset="-128"/>
              </a:rPr>
              <a:t>セキュリティ</a:t>
            </a:r>
            <a:endParaRPr lang="en-US" altLang="ja-JP" sz="1200" dirty="0">
              <a:latin typeface="メイリオ" panose="020B0604030504040204" pitchFamily="50" charset="-128"/>
              <a:ea typeface="メイリオ" panose="020B0604030504040204" pitchFamily="50" charset="-128"/>
            </a:endParaRPr>
          </a:p>
          <a:p>
            <a:pPr marL="0" marR="0" indent="0" algn="ctr" defTabSz="914400" rtl="0" eaLnBrk="1" fontAlgn="base" latinLnBrk="0" hangingPunct="1">
              <a:lnSpc>
                <a:spcPct val="100000"/>
              </a:lnSpc>
              <a:spcBef>
                <a:spcPct val="0"/>
              </a:spcBef>
              <a:spcAft>
                <a:spcPct val="0"/>
              </a:spcAft>
              <a:buClrTx/>
              <a:buSzTx/>
              <a:buFontTx/>
              <a:buNone/>
              <a:tabLst/>
            </a:pPr>
            <a:r>
              <a:rPr lang="ja-JP" altLang="en-US" sz="1200" dirty="0">
                <a:latin typeface="メイリオ" panose="020B0604030504040204" pitchFamily="50" charset="-128"/>
                <a:ea typeface="メイリオ" panose="020B0604030504040204" pitchFamily="50" charset="-128"/>
              </a:rPr>
              <a:t>グループ</a:t>
            </a:r>
            <a:endParaRPr lang="en-US" altLang="ja-JP" sz="12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671895891"/>
      </p:ext>
    </p:extLst>
  </p:cSld>
  <p:clrMapOvr>
    <a:masterClrMapping/>
  </p:clrMapOvr>
  <mc:AlternateContent xmlns:mc="http://schemas.openxmlformats.org/markup-compatibility/2006" xmlns:p14="http://schemas.microsoft.com/office/powerpoint/2010/main">
    <mc:Choice Requires="p14">
      <p:transition spd="slow" p14:dur="2000" advTm="17108"/>
    </mc:Choice>
    <mc:Fallback xmlns="">
      <p:transition spd="slow" advTm="17108"/>
    </mc:Fallback>
  </mc:AlternateContent>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タイトル 1">
            <a:extLst>
              <a:ext uri="{FF2B5EF4-FFF2-40B4-BE49-F238E27FC236}">
                <a16:creationId xmlns:a16="http://schemas.microsoft.com/office/drawing/2014/main" id="{48F80BE1-D063-4240-BFC7-C8D243720250}"/>
              </a:ext>
            </a:extLst>
          </p:cNvPr>
          <p:cNvSpPr txBox="1">
            <a:spLocks/>
          </p:cNvSpPr>
          <p:nvPr/>
        </p:nvSpPr>
        <p:spPr bwMode="auto">
          <a:xfrm>
            <a:off x="631222" y="201863"/>
            <a:ext cx="8642258" cy="50208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rtl="0" fontAlgn="base">
              <a:lnSpc>
                <a:spcPct val="90000"/>
              </a:lnSpc>
              <a:spcBef>
                <a:spcPct val="0"/>
              </a:spcBef>
              <a:spcAft>
                <a:spcPct val="0"/>
              </a:spcAft>
              <a:defRPr kumimoji="1" sz="2000">
                <a:solidFill>
                  <a:schemeClr val="tx2"/>
                </a:solidFill>
                <a:latin typeface="游明朝" panose="02020400000000000000" pitchFamily="18" charset="-128"/>
                <a:ea typeface="游明朝" panose="02020400000000000000" pitchFamily="18" charset="-128"/>
                <a:cs typeface="+mj-cs"/>
              </a:defRPr>
            </a:lvl1pPr>
            <a:lvl2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2pPr>
            <a:lvl3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3pPr>
            <a:lvl4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4pPr>
            <a:lvl5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5pPr>
            <a:lvl6pPr marL="4572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6pPr>
            <a:lvl7pPr marL="9144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7pPr>
            <a:lvl8pPr marL="13716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8pPr>
            <a:lvl9pPr marL="18288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9pPr>
          </a:lstStyle>
          <a:p>
            <a:pPr algn="l"/>
            <a:r>
              <a:rPr lang="en-US" altLang="ja-JP" sz="3000" dirty="0">
                <a:latin typeface="メイリオ" panose="020B0604030504040204" pitchFamily="50" charset="-128"/>
                <a:ea typeface="メイリオ" panose="020B0604030504040204" pitchFamily="50" charset="-128"/>
              </a:rPr>
              <a:t>2</a:t>
            </a:r>
            <a:r>
              <a:rPr lang="ja-JP" altLang="en-US" sz="3000" dirty="0">
                <a:latin typeface="メイリオ" panose="020B0604030504040204" pitchFamily="50" charset="-128"/>
                <a:ea typeface="メイリオ" panose="020B0604030504040204" pitchFamily="50" charset="-128"/>
              </a:rPr>
              <a:t>層アーキテクチャの場合</a:t>
            </a:r>
          </a:p>
        </p:txBody>
      </p:sp>
      <p:sp>
        <p:nvSpPr>
          <p:cNvPr id="21" name="コンテンツ プレースホルダー 2">
            <a:extLst>
              <a:ext uri="{FF2B5EF4-FFF2-40B4-BE49-F238E27FC236}">
                <a16:creationId xmlns:a16="http://schemas.microsoft.com/office/drawing/2014/main" id="{86DB1E5B-EB1A-49D0-AE4D-2F46DD7D25F4}"/>
              </a:ext>
            </a:extLst>
          </p:cNvPr>
          <p:cNvSpPr txBox="1">
            <a:spLocks/>
          </p:cNvSpPr>
          <p:nvPr/>
        </p:nvSpPr>
        <p:spPr>
          <a:xfrm>
            <a:off x="631222" y="799401"/>
            <a:ext cx="8858282" cy="325343"/>
          </a:xfrm>
          <a:prstGeom prst="rect">
            <a:avLst/>
          </a:prstGeom>
        </p:spPr>
        <p:txBody>
          <a:bodyPr vert="horz" lIns="74295" tIns="37148" rIns="74295" bIns="37148" rtlCol="0">
            <a:noAutofit/>
          </a:bodyPr>
          <a:lstStyle>
            <a:lvl1pPr marL="228600" indent="-228600" algn="l" defTabSz="914400" rtl="0" eaLnBrk="1" latinLnBrk="0" hangingPunct="1">
              <a:lnSpc>
                <a:spcPct val="90000"/>
              </a:lnSpc>
              <a:spcBef>
                <a:spcPts val="1000"/>
              </a:spcBef>
              <a:buFont typeface="Wingdings 2" pitchFamily="18" charset="2"/>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2" pitchFamily="18" charset="2"/>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2" pitchFamily="18" charset="2"/>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5pPr>
            <a:lvl6pPr marL="25146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6pPr>
            <a:lvl7pPr marL="29718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7pPr>
            <a:lvl8pPr marL="34290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8pPr>
            <a:lvl9pPr marL="38862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9pPr>
          </a:lstStyle>
          <a:p>
            <a:pPr marL="0" indent="0">
              <a:buNone/>
            </a:pPr>
            <a:r>
              <a:rPr lang="en-US" altLang="ja-JP" sz="2400" dirty="0">
                <a:solidFill>
                  <a:srgbClr val="002060"/>
                </a:solidFill>
                <a:latin typeface="メイリオ" panose="020B0604030504040204" pitchFamily="50" charset="-128"/>
                <a:ea typeface="メイリオ" panose="020B0604030504040204" pitchFamily="50" charset="-128"/>
              </a:rPr>
              <a:t>RDS</a:t>
            </a:r>
            <a:r>
              <a:rPr lang="ja-JP" altLang="en-US" sz="2400" dirty="0">
                <a:solidFill>
                  <a:srgbClr val="002060"/>
                </a:solidFill>
                <a:latin typeface="メイリオ" panose="020B0604030504040204" pitchFamily="50" charset="-128"/>
                <a:ea typeface="メイリオ" panose="020B0604030504040204" pitchFamily="50" charset="-128"/>
              </a:rPr>
              <a:t>へのアクセスを</a:t>
            </a:r>
            <a:r>
              <a:rPr lang="en-US" altLang="ja-JP" sz="2400" dirty="0">
                <a:solidFill>
                  <a:srgbClr val="002060"/>
                </a:solidFill>
                <a:latin typeface="メイリオ" panose="020B0604030504040204" pitchFamily="50" charset="-128"/>
                <a:ea typeface="メイリオ" panose="020B0604030504040204" pitchFamily="50" charset="-128"/>
              </a:rPr>
              <a:t>WEB</a:t>
            </a:r>
            <a:r>
              <a:rPr lang="ja-JP" altLang="en-US" sz="2400" dirty="0">
                <a:solidFill>
                  <a:srgbClr val="002060"/>
                </a:solidFill>
                <a:latin typeface="メイリオ" panose="020B0604030504040204" pitchFamily="50" charset="-128"/>
                <a:ea typeface="メイリオ" panose="020B0604030504040204" pitchFamily="50" charset="-128"/>
              </a:rPr>
              <a:t>サーバーに限定することでセキュリティを高める</a:t>
            </a:r>
            <a:endParaRPr lang="en-US" altLang="ja-JP" sz="2400" dirty="0">
              <a:solidFill>
                <a:srgbClr val="002060"/>
              </a:solidFill>
              <a:latin typeface="メイリオ" panose="020B0604030504040204" pitchFamily="50" charset="-128"/>
              <a:ea typeface="メイリオ" panose="020B0604030504040204" pitchFamily="50" charset="-128"/>
            </a:endParaRPr>
          </a:p>
        </p:txBody>
      </p:sp>
      <p:sp>
        <p:nvSpPr>
          <p:cNvPr id="32" name="テキスト ボックス 42">
            <a:extLst>
              <a:ext uri="{FF2B5EF4-FFF2-40B4-BE49-F238E27FC236}">
                <a16:creationId xmlns:a16="http://schemas.microsoft.com/office/drawing/2014/main" id="{67823DB0-EE2F-4961-9743-3E009E957D9D}"/>
              </a:ext>
            </a:extLst>
          </p:cNvPr>
          <p:cNvSpPr txBox="1"/>
          <p:nvPr/>
        </p:nvSpPr>
        <p:spPr>
          <a:xfrm>
            <a:off x="2180366" y="3094196"/>
            <a:ext cx="612503" cy="276999"/>
          </a:xfrm>
          <a:prstGeom prst="rect">
            <a:avLst/>
          </a:prstGeom>
          <a:noFill/>
        </p:spPr>
        <p:txBody>
          <a:bodyPr wrap="square" rtlCol="0">
            <a:spAutoFit/>
          </a:bodyPr>
          <a:lstStyle/>
          <a:p>
            <a:pPr algn="ctr"/>
            <a:r>
              <a:rPr kumimoji="1" lang="en-US" altLang="ja-JP" sz="1200" b="1" dirty="0">
                <a:solidFill>
                  <a:schemeClr val="bg1"/>
                </a:solidFill>
                <a:latin typeface="メイリオ" panose="020B0604030504040204" pitchFamily="50" charset="-128"/>
                <a:ea typeface="メイリオ" panose="020B0604030504040204" pitchFamily="50" charset="-128"/>
              </a:rPr>
              <a:t>EC2</a:t>
            </a:r>
          </a:p>
        </p:txBody>
      </p:sp>
      <p:sp>
        <p:nvSpPr>
          <p:cNvPr id="55" name="正方形/長方形 5">
            <a:extLst>
              <a:ext uri="{FF2B5EF4-FFF2-40B4-BE49-F238E27FC236}">
                <a16:creationId xmlns:a16="http://schemas.microsoft.com/office/drawing/2014/main" id="{1443A0F0-453F-47FA-AE89-F0220EE7BBB7}"/>
              </a:ext>
            </a:extLst>
          </p:cNvPr>
          <p:cNvSpPr/>
          <p:nvPr/>
        </p:nvSpPr>
        <p:spPr bwMode="auto">
          <a:xfrm>
            <a:off x="1281492" y="1988840"/>
            <a:ext cx="2442701" cy="3889072"/>
          </a:xfrm>
          <a:prstGeom prst="rect">
            <a:avLst/>
          </a:prstGeom>
          <a:solidFill>
            <a:srgbClr val="FFC000"/>
          </a:solidFill>
          <a:ln w="12700" cap="flat" cmpd="sng" algn="ctr">
            <a:no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altLang="ja-JP" sz="1400" b="1" dirty="0">
                <a:solidFill>
                  <a:schemeClr val="bg1"/>
                </a:solidFill>
                <a:latin typeface="メイリオ" panose="020B0604030504040204" pitchFamily="50" charset="-128"/>
                <a:ea typeface="メイリオ" panose="020B0604030504040204" pitchFamily="50" charset="-128"/>
              </a:rPr>
              <a:t>AZ</a:t>
            </a:r>
            <a:endParaRPr kumimoji="1" lang="ja-JP" altLang="en-US" sz="1400" b="1"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endParaRPr>
          </a:p>
        </p:txBody>
      </p:sp>
      <p:sp>
        <p:nvSpPr>
          <p:cNvPr id="56" name="四角形: 角を丸くする 7">
            <a:extLst>
              <a:ext uri="{FF2B5EF4-FFF2-40B4-BE49-F238E27FC236}">
                <a16:creationId xmlns:a16="http://schemas.microsoft.com/office/drawing/2014/main" id="{447E50F1-0775-48A9-8BD4-8D73F86C939E}"/>
              </a:ext>
            </a:extLst>
          </p:cNvPr>
          <p:cNvSpPr/>
          <p:nvPr/>
        </p:nvSpPr>
        <p:spPr bwMode="auto">
          <a:xfrm>
            <a:off x="1474634" y="4229628"/>
            <a:ext cx="2069437" cy="1490099"/>
          </a:xfrm>
          <a:prstGeom prst="roundRect">
            <a:avLst/>
          </a:prstGeom>
          <a:solidFill>
            <a:schemeClr val="bg1"/>
          </a:solidFill>
          <a:ln w="12700" cap="flat" cmpd="sng" algn="ctr">
            <a:solidFill>
              <a:srgbClr val="F0861E"/>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kumimoji="1" lang="ja-JP" altLang="en-US" sz="1200" b="1"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rPr>
              <a:t>プライベートサブネット</a:t>
            </a:r>
            <a:r>
              <a:rPr kumimoji="1" lang="en-US" altLang="ja-JP" sz="1200" b="0"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rPr>
              <a:t>10.0.1.0/24</a:t>
            </a:r>
            <a:endParaRPr kumimoji="1" lang="ja-JP" altLang="en-US" sz="1200" b="0"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endParaRPr>
          </a:p>
        </p:txBody>
      </p:sp>
      <p:sp>
        <p:nvSpPr>
          <p:cNvPr id="57" name="四角形: 角を丸くする 33">
            <a:extLst>
              <a:ext uri="{FF2B5EF4-FFF2-40B4-BE49-F238E27FC236}">
                <a16:creationId xmlns:a16="http://schemas.microsoft.com/office/drawing/2014/main" id="{CC4B422D-9863-4FE5-A9B4-EC6C2967E465}"/>
              </a:ext>
            </a:extLst>
          </p:cNvPr>
          <p:cNvSpPr/>
          <p:nvPr/>
        </p:nvSpPr>
        <p:spPr bwMode="auto">
          <a:xfrm>
            <a:off x="1474634" y="2276872"/>
            <a:ext cx="2069437" cy="1490099"/>
          </a:xfrm>
          <a:prstGeom prst="roundRect">
            <a:avLst/>
          </a:prstGeom>
          <a:solidFill>
            <a:schemeClr val="bg1"/>
          </a:solidFill>
          <a:ln w="12700" cap="flat" cmpd="sng" algn="ctr">
            <a:solidFill>
              <a:srgbClr val="F0861E"/>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kumimoji="1" lang="ja-JP" altLang="en-US" sz="1200" b="1"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rPr>
              <a:t>パブリックサブネット</a:t>
            </a:r>
            <a:r>
              <a:rPr kumimoji="1" lang="en-US" altLang="ja-JP" sz="1200" b="0"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rPr>
              <a:t>10.0.0.0/24</a:t>
            </a:r>
            <a:r>
              <a:rPr lang="en-US" altLang="ja-JP" sz="1200" dirty="0">
                <a:solidFill>
                  <a:srgbClr val="FF0000"/>
                </a:solidFill>
                <a:latin typeface="メイリオ" panose="020B0604030504040204" pitchFamily="50" charset="-128"/>
                <a:ea typeface="メイリオ" panose="020B0604030504040204" pitchFamily="50" charset="-128"/>
              </a:rPr>
              <a:t>	</a:t>
            </a:r>
            <a:endParaRPr kumimoji="1" lang="ja-JP" altLang="en-US" sz="1200" b="0"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endParaRPr>
          </a:p>
        </p:txBody>
      </p:sp>
      <p:pic>
        <p:nvPicPr>
          <p:cNvPr id="58" name="図 41" descr="音楽 が含まれている画像&#10;&#10;自動的に生成された説明">
            <a:extLst>
              <a:ext uri="{FF2B5EF4-FFF2-40B4-BE49-F238E27FC236}">
                <a16:creationId xmlns:a16="http://schemas.microsoft.com/office/drawing/2014/main" id="{0D818197-56EC-4F14-8D98-6BF4FD2C56C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30223" y="2958964"/>
            <a:ext cx="495620" cy="590267"/>
          </a:xfrm>
          <a:prstGeom prst="rect">
            <a:avLst/>
          </a:prstGeom>
        </p:spPr>
      </p:pic>
      <p:sp>
        <p:nvSpPr>
          <p:cNvPr id="59" name="テキスト ボックス 42">
            <a:extLst>
              <a:ext uri="{FF2B5EF4-FFF2-40B4-BE49-F238E27FC236}">
                <a16:creationId xmlns:a16="http://schemas.microsoft.com/office/drawing/2014/main" id="{4C022E62-15C4-421F-9999-82D0E5656E3C}"/>
              </a:ext>
            </a:extLst>
          </p:cNvPr>
          <p:cNvSpPr txBox="1"/>
          <p:nvPr/>
        </p:nvSpPr>
        <p:spPr>
          <a:xfrm>
            <a:off x="6729718" y="3128216"/>
            <a:ext cx="612503" cy="276999"/>
          </a:xfrm>
          <a:prstGeom prst="rect">
            <a:avLst/>
          </a:prstGeom>
          <a:noFill/>
        </p:spPr>
        <p:txBody>
          <a:bodyPr wrap="square" rtlCol="0">
            <a:spAutoFit/>
          </a:bodyPr>
          <a:lstStyle/>
          <a:p>
            <a:pPr algn="ctr"/>
            <a:r>
              <a:rPr kumimoji="1" lang="en-US" altLang="ja-JP" sz="1200" b="1" dirty="0">
                <a:solidFill>
                  <a:schemeClr val="bg1"/>
                </a:solidFill>
                <a:latin typeface="メイリオ" panose="020B0604030504040204" pitchFamily="50" charset="-128"/>
                <a:ea typeface="メイリオ" panose="020B0604030504040204" pitchFamily="50" charset="-128"/>
              </a:rPr>
              <a:t>EC2</a:t>
            </a:r>
          </a:p>
        </p:txBody>
      </p:sp>
      <p:cxnSp>
        <p:nvCxnSpPr>
          <p:cNvPr id="62" name="コネクタ: カギ線 23">
            <a:extLst>
              <a:ext uri="{FF2B5EF4-FFF2-40B4-BE49-F238E27FC236}">
                <a16:creationId xmlns:a16="http://schemas.microsoft.com/office/drawing/2014/main" id="{AAF18779-16FA-4A61-945E-4D72C38B8275}"/>
              </a:ext>
            </a:extLst>
          </p:cNvPr>
          <p:cNvCxnSpPr>
            <a:cxnSpLocks/>
          </p:cNvCxnSpPr>
          <p:nvPr/>
        </p:nvCxnSpPr>
        <p:spPr bwMode="auto">
          <a:xfrm>
            <a:off x="2478033" y="3549231"/>
            <a:ext cx="0" cy="1352296"/>
          </a:xfrm>
          <a:prstGeom prst="straightConnector1">
            <a:avLst/>
          </a:prstGeom>
          <a:noFill/>
          <a:ln w="31750" cap="flat" cmpd="sng" algn="ctr">
            <a:solidFill>
              <a:srgbClr val="FF0000"/>
            </a:solidFill>
            <a:prstDash val="solid"/>
            <a:round/>
            <a:headEnd type="triangle" w="med" len="med"/>
            <a:tailEnd type="triangle"/>
          </a:ln>
          <a:effectLst/>
        </p:spPr>
      </p:cxnSp>
      <p:pic>
        <p:nvPicPr>
          <p:cNvPr id="63" name="Picture 6" descr="Download | WordPress.org">
            <a:extLst>
              <a:ext uri="{FF2B5EF4-FFF2-40B4-BE49-F238E27FC236}">
                <a16:creationId xmlns:a16="http://schemas.microsoft.com/office/drawing/2014/main" id="{C3E58CDB-27F2-476B-94E6-E0CC3F90591D}"/>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716251" y="3012823"/>
            <a:ext cx="940016" cy="493508"/>
          </a:xfrm>
          <a:prstGeom prst="rect">
            <a:avLst/>
          </a:prstGeom>
          <a:noFill/>
          <a:extLst>
            <a:ext uri="{909E8E84-426E-40DD-AFC4-6F175D3DCCD1}">
              <a14:hiddenFill xmlns:a14="http://schemas.microsoft.com/office/drawing/2010/main">
                <a:solidFill>
                  <a:srgbClr val="FFFFFF"/>
                </a:solidFill>
              </a14:hiddenFill>
            </a:ext>
          </a:extLst>
        </p:spPr>
      </p:pic>
      <p:sp>
        <p:nvSpPr>
          <p:cNvPr id="65" name="テキスト ボックス 99">
            <a:extLst>
              <a:ext uri="{FF2B5EF4-FFF2-40B4-BE49-F238E27FC236}">
                <a16:creationId xmlns:a16="http://schemas.microsoft.com/office/drawing/2014/main" id="{94838E56-9080-43C9-9F4B-5F08EFF00DA6}"/>
              </a:ext>
            </a:extLst>
          </p:cNvPr>
          <p:cNvSpPr txBox="1"/>
          <p:nvPr/>
        </p:nvSpPr>
        <p:spPr>
          <a:xfrm>
            <a:off x="1645723" y="2787365"/>
            <a:ext cx="1664950" cy="246221"/>
          </a:xfrm>
          <a:prstGeom prst="rect">
            <a:avLst/>
          </a:prstGeom>
          <a:noFill/>
        </p:spPr>
        <p:txBody>
          <a:bodyPr wrap="square" rtlCol="0">
            <a:spAutoFit/>
          </a:bodyPr>
          <a:lstStyle/>
          <a:p>
            <a:pPr algn="ctr"/>
            <a:r>
              <a:rPr lang="en-US" altLang="ja-JP" sz="1000" b="1" dirty="0">
                <a:latin typeface="メイリオ" panose="020B0604030504040204" pitchFamily="50" charset="-128"/>
                <a:ea typeface="メイリオ" panose="020B0604030504040204" pitchFamily="50" charset="-128"/>
              </a:rPr>
              <a:t>Apache</a:t>
            </a:r>
            <a:r>
              <a:rPr lang="ja-JP" altLang="en-US" sz="1000" b="1" dirty="0">
                <a:latin typeface="メイリオ" panose="020B0604030504040204" pitchFamily="50" charset="-128"/>
                <a:ea typeface="メイリオ" panose="020B0604030504040204" pitchFamily="50" charset="-128"/>
              </a:rPr>
              <a:t> </a:t>
            </a:r>
            <a:r>
              <a:rPr lang="en-US" altLang="ja-JP" sz="1000" b="1" dirty="0">
                <a:latin typeface="メイリオ" panose="020B0604030504040204" pitchFamily="50" charset="-128"/>
                <a:ea typeface="メイリオ" panose="020B0604030504040204" pitchFamily="50" charset="-128"/>
              </a:rPr>
              <a:t>WEB</a:t>
            </a:r>
            <a:r>
              <a:rPr lang="ja-JP" altLang="en-US" sz="1000" b="1" dirty="0">
                <a:latin typeface="メイリオ" panose="020B0604030504040204" pitchFamily="50" charset="-128"/>
                <a:ea typeface="メイリオ" panose="020B0604030504040204" pitchFamily="50" charset="-128"/>
              </a:rPr>
              <a:t>サーバー</a:t>
            </a:r>
            <a:endParaRPr lang="en-US" altLang="ja-JP" sz="1000" b="1" dirty="0">
              <a:latin typeface="メイリオ" panose="020B0604030504040204" pitchFamily="50" charset="-128"/>
              <a:ea typeface="メイリオ" panose="020B0604030504040204" pitchFamily="50" charset="-128"/>
            </a:endParaRPr>
          </a:p>
        </p:txBody>
      </p:sp>
      <p:pic>
        <p:nvPicPr>
          <p:cNvPr id="1026" name="Picture 2" descr="Amazon RDS（マネージドリレーショナルデータベース）| AWS">
            <a:extLst>
              <a:ext uri="{FF2B5EF4-FFF2-40B4-BE49-F238E27FC236}">
                <a16:creationId xmlns:a16="http://schemas.microsoft.com/office/drawing/2014/main" id="{E230FB68-18F3-4FD3-85DA-DBFFF277845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79757" y="4780112"/>
            <a:ext cx="808321" cy="808321"/>
          </a:xfrm>
          <a:prstGeom prst="rect">
            <a:avLst/>
          </a:prstGeom>
          <a:noFill/>
          <a:extLst>
            <a:ext uri="{909E8E84-426E-40DD-AFC4-6F175D3DCCD1}">
              <a14:hiddenFill xmlns:a14="http://schemas.microsoft.com/office/drawing/2010/main">
                <a:solidFill>
                  <a:srgbClr val="FFFFFF"/>
                </a:solidFill>
              </a14:hiddenFill>
            </a:ext>
          </a:extLst>
        </p:spPr>
      </p:pic>
      <p:sp>
        <p:nvSpPr>
          <p:cNvPr id="66" name="テキスト ボックス 42">
            <a:extLst>
              <a:ext uri="{FF2B5EF4-FFF2-40B4-BE49-F238E27FC236}">
                <a16:creationId xmlns:a16="http://schemas.microsoft.com/office/drawing/2014/main" id="{DB3C6439-0A22-43BD-ACAE-29DBB0094849}"/>
              </a:ext>
            </a:extLst>
          </p:cNvPr>
          <p:cNvSpPr txBox="1"/>
          <p:nvPr/>
        </p:nvSpPr>
        <p:spPr>
          <a:xfrm>
            <a:off x="2185348" y="5070779"/>
            <a:ext cx="612503" cy="276999"/>
          </a:xfrm>
          <a:prstGeom prst="rect">
            <a:avLst/>
          </a:prstGeom>
          <a:noFill/>
        </p:spPr>
        <p:txBody>
          <a:bodyPr wrap="square" rtlCol="0">
            <a:spAutoFit/>
          </a:bodyPr>
          <a:lstStyle/>
          <a:p>
            <a:pPr algn="ctr"/>
            <a:r>
              <a:rPr kumimoji="1" lang="en-US" altLang="ja-JP" sz="1200" b="1" dirty="0">
                <a:solidFill>
                  <a:schemeClr val="bg1"/>
                </a:solidFill>
                <a:latin typeface="メイリオ" panose="020B0604030504040204" pitchFamily="50" charset="-128"/>
                <a:ea typeface="メイリオ" panose="020B0604030504040204" pitchFamily="50" charset="-128"/>
              </a:rPr>
              <a:t>RDS</a:t>
            </a:r>
          </a:p>
        </p:txBody>
      </p:sp>
      <p:sp>
        <p:nvSpPr>
          <p:cNvPr id="67" name="テキスト ボックス 99">
            <a:extLst>
              <a:ext uri="{FF2B5EF4-FFF2-40B4-BE49-F238E27FC236}">
                <a16:creationId xmlns:a16="http://schemas.microsoft.com/office/drawing/2014/main" id="{72682918-4FA2-409B-B0D4-82E6098053AD}"/>
              </a:ext>
            </a:extLst>
          </p:cNvPr>
          <p:cNvSpPr txBox="1"/>
          <p:nvPr/>
        </p:nvSpPr>
        <p:spPr>
          <a:xfrm>
            <a:off x="1690437" y="5493447"/>
            <a:ext cx="1664950" cy="246221"/>
          </a:xfrm>
          <a:prstGeom prst="rect">
            <a:avLst/>
          </a:prstGeom>
          <a:noFill/>
        </p:spPr>
        <p:txBody>
          <a:bodyPr wrap="square" rtlCol="0">
            <a:spAutoFit/>
          </a:bodyPr>
          <a:lstStyle/>
          <a:p>
            <a:pPr algn="ctr"/>
            <a:r>
              <a:rPr lang="en-US" altLang="ja-JP" sz="1000" b="1" dirty="0">
                <a:latin typeface="メイリオ" panose="020B0604030504040204" pitchFamily="50" charset="-128"/>
                <a:ea typeface="メイリオ" panose="020B0604030504040204" pitchFamily="50" charset="-128"/>
              </a:rPr>
              <a:t>RDS</a:t>
            </a:r>
            <a:r>
              <a:rPr lang="ja-JP" altLang="en-US" sz="1000" b="1" dirty="0">
                <a:latin typeface="メイリオ" panose="020B0604030504040204" pitchFamily="50" charset="-128"/>
                <a:ea typeface="メイリオ" panose="020B0604030504040204" pitchFamily="50" charset="-128"/>
              </a:rPr>
              <a:t>の</a:t>
            </a:r>
            <a:r>
              <a:rPr lang="en-US" altLang="ja-JP" sz="1000" b="1" dirty="0">
                <a:latin typeface="メイリオ" panose="020B0604030504040204" pitchFamily="50" charset="-128"/>
                <a:ea typeface="メイリオ" panose="020B0604030504040204" pitchFamily="50" charset="-128"/>
              </a:rPr>
              <a:t>MySQL</a:t>
            </a:r>
          </a:p>
        </p:txBody>
      </p:sp>
      <p:sp>
        <p:nvSpPr>
          <p:cNvPr id="25" name="四角形: 角を丸くする 2">
            <a:extLst>
              <a:ext uri="{FF2B5EF4-FFF2-40B4-BE49-F238E27FC236}">
                <a16:creationId xmlns:a16="http://schemas.microsoft.com/office/drawing/2014/main" id="{74B05B11-F559-4AC8-A8B6-993442FE5375}"/>
              </a:ext>
            </a:extLst>
          </p:cNvPr>
          <p:cNvSpPr/>
          <p:nvPr/>
        </p:nvSpPr>
        <p:spPr bwMode="auto">
          <a:xfrm>
            <a:off x="2537694" y="3356992"/>
            <a:ext cx="1399328" cy="633015"/>
          </a:xfrm>
          <a:prstGeom prst="roundRect">
            <a:avLst/>
          </a:prstGeom>
          <a:solidFill>
            <a:srgbClr val="F0861E"/>
          </a:solidFill>
          <a:ln w="12700" cap="flat" cmpd="sng" algn="ctr">
            <a:noFill/>
            <a:prstDash val="solid"/>
            <a:round/>
            <a:headEnd type="none" w="med" len="med"/>
            <a:tailEnd type="none" w="med" len="med"/>
          </a:ln>
          <a:effectLst/>
        </p:spPr>
        <p:txBody>
          <a:bodyPr vert="horz" wrap="square" lIns="36000" tIns="36000" rIns="36000" bIns="360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ja-JP" altLang="en-US" sz="1200" dirty="0">
                <a:latin typeface="メイリオ" panose="020B0604030504040204" pitchFamily="50" charset="-128"/>
                <a:ea typeface="メイリオ" panose="020B0604030504040204" pitchFamily="50" charset="-128"/>
              </a:rPr>
              <a:t>セキュリティ</a:t>
            </a:r>
            <a:endParaRPr lang="en-US" altLang="ja-JP" sz="1200" dirty="0">
              <a:latin typeface="メイリオ" panose="020B0604030504040204" pitchFamily="50" charset="-128"/>
              <a:ea typeface="メイリオ" panose="020B0604030504040204" pitchFamily="50" charset="-128"/>
            </a:endParaRPr>
          </a:p>
          <a:p>
            <a:pPr marL="0" marR="0" indent="0" algn="ctr" defTabSz="914400" rtl="0" eaLnBrk="1" fontAlgn="base" latinLnBrk="0" hangingPunct="1">
              <a:lnSpc>
                <a:spcPct val="100000"/>
              </a:lnSpc>
              <a:spcBef>
                <a:spcPct val="0"/>
              </a:spcBef>
              <a:spcAft>
                <a:spcPct val="0"/>
              </a:spcAft>
              <a:buClrTx/>
              <a:buSzTx/>
              <a:buFontTx/>
              <a:buNone/>
              <a:tabLst/>
            </a:pPr>
            <a:r>
              <a:rPr lang="ja-JP" altLang="en-US" sz="1200" dirty="0">
                <a:latin typeface="メイリオ" panose="020B0604030504040204" pitchFamily="50" charset="-128"/>
                <a:ea typeface="メイリオ" panose="020B0604030504040204" pitchFamily="50" charset="-128"/>
              </a:rPr>
              <a:t>グループ</a:t>
            </a:r>
            <a:endParaRPr lang="en-US" altLang="ja-JP" sz="1200" dirty="0">
              <a:latin typeface="メイリオ" panose="020B0604030504040204" pitchFamily="50" charset="-128"/>
              <a:ea typeface="メイリオ" panose="020B0604030504040204" pitchFamily="50" charset="-128"/>
            </a:endParaRPr>
          </a:p>
        </p:txBody>
      </p:sp>
      <p:sp>
        <p:nvSpPr>
          <p:cNvPr id="29" name="四角形: 角を丸くする 2">
            <a:extLst>
              <a:ext uri="{FF2B5EF4-FFF2-40B4-BE49-F238E27FC236}">
                <a16:creationId xmlns:a16="http://schemas.microsoft.com/office/drawing/2014/main" id="{AF09C195-5807-4DF8-A732-6F2B1BF48B07}"/>
              </a:ext>
            </a:extLst>
          </p:cNvPr>
          <p:cNvSpPr/>
          <p:nvPr/>
        </p:nvSpPr>
        <p:spPr bwMode="auto">
          <a:xfrm>
            <a:off x="2545560" y="4524177"/>
            <a:ext cx="1399328" cy="633015"/>
          </a:xfrm>
          <a:prstGeom prst="roundRect">
            <a:avLst/>
          </a:prstGeom>
          <a:solidFill>
            <a:srgbClr val="F0861E"/>
          </a:solidFill>
          <a:ln w="12700" cap="flat" cmpd="sng" algn="ctr">
            <a:noFill/>
            <a:prstDash val="solid"/>
            <a:round/>
            <a:headEnd type="none" w="med" len="med"/>
            <a:tailEnd type="none" w="med" len="med"/>
          </a:ln>
          <a:effectLst/>
        </p:spPr>
        <p:txBody>
          <a:bodyPr vert="horz" wrap="square" lIns="36000" tIns="36000" rIns="36000" bIns="360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ja-JP" altLang="en-US" sz="1200" dirty="0">
                <a:latin typeface="メイリオ" panose="020B0604030504040204" pitchFamily="50" charset="-128"/>
                <a:ea typeface="メイリオ" panose="020B0604030504040204" pitchFamily="50" charset="-128"/>
              </a:rPr>
              <a:t>セキュリティ</a:t>
            </a:r>
            <a:endParaRPr lang="en-US" altLang="ja-JP" sz="1200" dirty="0">
              <a:latin typeface="メイリオ" panose="020B0604030504040204" pitchFamily="50" charset="-128"/>
              <a:ea typeface="メイリオ" panose="020B0604030504040204" pitchFamily="50" charset="-128"/>
            </a:endParaRPr>
          </a:p>
          <a:p>
            <a:pPr marL="0" marR="0" indent="0" algn="ctr" defTabSz="914400" rtl="0" eaLnBrk="1" fontAlgn="base" latinLnBrk="0" hangingPunct="1">
              <a:lnSpc>
                <a:spcPct val="100000"/>
              </a:lnSpc>
              <a:spcBef>
                <a:spcPct val="0"/>
              </a:spcBef>
              <a:spcAft>
                <a:spcPct val="0"/>
              </a:spcAft>
              <a:buClrTx/>
              <a:buSzTx/>
              <a:buFontTx/>
              <a:buNone/>
              <a:tabLst/>
            </a:pPr>
            <a:r>
              <a:rPr lang="ja-JP" altLang="en-US" sz="1200" dirty="0">
                <a:latin typeface="メイリオ" panose="020B0604030504040204" pitchFamily="50" charset="-128"/>
                <a:ea typeface="メイリオ" panose="020B0604030504040204" pitchFamily="50" charset="-128"/>
              </a:rPr>
              <a:t>グループ</a:t>
            </a:r>
            <a:endParaRPr lang="en-US" altLang="ja-JP" sz="1200" dirty="0">
              <a:latin typeface="メイリオ" panose="020B0604030504040204" pitchFamily="50" charset="-128"/>
              <a:ea typeface="メイリオ" panose="020B0604030504040204" pitchFamily="50" charset="-128"/>
            </a:endParaRPr>
          </a:p>
        </p:txBody>
      </p:sp>
      <p:sp>
        <p:nvSpPr>
          <p:cNvPr id="5" name="Left Brace 4">
            <a:extLst>
              <a:ext uri="{FF2B5EF4-FFF2-40B4-BE49-F238E27FC236}">
                <a16:creationId xmlns:a16="http://schemas.microsoft.com/office/drawing/2014/main" id="{E25B9563-78DD-4658-B008-63254F7BD37F}"/>
              </a:ext>
            </a:extLst>
          </p:cNvPr>
          <p:cNvSpPr/>
          <p:nvPr/>
        </p:nvSpPr>
        <p:spPr bwMode="auto">
          <a:xfrm>
            <a:off x="4232920" y="2564904"/>
            <a:ext cx="310896" cy="1396752"/>
          </a:xfrm>
          <a:prstGeom prst="leftBrace">
            <a:avLst>
              <a:gd name="adj1" fmla="val 60041"/>
              <a:gd name="adj2" fmla="val 79586"/>
            </a:avLst>
          </a:prstGeom>
          <a:ln>
            <a:headEnd type="none" w="med" len="med"/>
            <a:tailEnd type="none" w="med" len="med"/>
          </a:ln>
        </p:spPr>
        <p:style>
          <a:lnRef idx="1">
            <a:schemeClr val="accent6"/>
          </a:lnRef>
          <a:fillRef idx="0">
            <a:schemeClr val="accent6"/>
          </a:fillRef>
          <a:effectRef idx="0">
            <a:schemeClr val="accent6"/>
          </a:effectRef>
          <a:fontRef idx="minor">
            <a:schemeClr val="tx1"/>
          </a:fontRef>
        </p:style>
        <p:txBody>
          <a:bodyPr vert="horz" wrap="square" lIns="36000" tIns="36000" rIns="36000" bIns="3600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ja-JP" altLang="en-US" sz="1600" b="0" i="0" u="none" strike="noStrike" cap="none" normalizeH="0" baseline="0">
              <a:ln>
                <a:noFill/>
              </a:ln>
              <a:solidFill>
                <a:schemeClr val="tx1"/>
              </a:solidFill>
              <a:effectLst/>
              <a:latin typeface="ＭＳ Ｐゴシック" pitchFamily="50" charset="-128"/>
              <a:ea typeface="ＭＳ Ｐゴシック" pitchFamily="50" charset="-128"/>
            </a:endParaRPr>
          </a:p>
        </p:txBody>
      </p:sp>
      <p:pic>
        <p:nvPicPr>
          <p:cNvPr id="7" name="Picture 2">
            <a:extLst>
              <a:ext uri="{FF2B5EF4-FFF2-40B4-BE49-F238E27FC236}">
                <a16:creationId xmlns:a16="http://schemas.microsoft.com/office/drawing/2014/main" id="{A77BA6BC-1700-4F06-AB01-077F42DE4D33}"/>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770875" y="4600960"/>
            <a:ext cx="4646621" cy="907083"/>
          </a:xfrm>
          <a:prstGeom prst="rect">
            <a:avLst/>
          </a:prstGeom>
          <a:noFill/>
          <a:extLst>
            <a:ext uri="{909E8E84-426E-40DD-AFC4-6F175D3DCCD1}">
              <a14:hiddenFill xmlns:a14="http://schemas.microsoft.com/office/drawing/2010/main">
                <a:solidFill>
                  <a:srgbClr val="FFFFFF"/>
                </a:solidFill>
              </a14:hiddenFill>
            </a:ext>
          </a:extLst>
        </p:spPr>
      </p:pic>
      <p:sp>
        <p:nvSpPr>
          <p:cNvPr id="34" name="Left Brace 33">
            <a:extLst>
              <a:ext uri="{FF2B5EF4-FFF2-40B4-BE49-F238E27FC236}">
                <a16:creationId xmlns:a16="http://schemas.microsoft.com/office/drawing/2014/main" id="{D9E9DDBF-DBD0-433F-8854-7A32F8BE80C3}"/>
              </a:ext>
            </a:extLst>
          </p:cNvPr>
          <p:cNvSpPr/>
          <p:nvPr/>
        </p:nvSpPr>
        <p:spPr bwMode="auto">
          <a:xfrm>
            <a:off x="4282064" y="4437112"/>
            <a:ext cx="310896" cy="1396752"/>
          </a:xfrm>
          <a:prstGeom prst="leftBrace">
            <a:avLst>
              <a:gd name="adj1" fmla="val 8333"/>
              <a:gd name="adj2" fmla="val 31500"/>
            </a:avLst>
          </a:prstGeom>
          <a:ln>
            <a:headEnd type="none" w="med" len="med"/>
            <a:tailEnd type="none" w="med" len="med"/>
          </a:ln>
        </p:spPr>
        <p:style>
          <a:lnRef idx="1">
            <a:schemeClr val="accent6"/>
          </a:lnRef>
          <a:fillRef idx="0">
            <a:schemeClr val="accent6"/>
          </a:fillRef>
          <a:effectRef idx="0">
            <a:schemeClr val="accent6"/>
          </a:effectRef>
          <a:fontRef idx="minor">
            <a:schemeClr val="tx1"/>
          </a:fontRef>
        </p:style>
        <p:txBody>
          <a:bodyPr vert="horz" wrap="square" lIns="36000" tIns="36000" rIns="36000" bIns="3600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ja-JP" altLang="en-US" sz="1600" b="0" i="0" u="none" strike="noStrike" cap="none" normalizeH="0" baseline="0">
              <a:ln>
                <a:noFill/>
              </a:ln>
              <a:solidFill>
                <a:schemeClr val="tx1"/>
              </a:solidFill>
              <a:effectLst/>
              <a:latin typeface="ＭＳ Ｐゴシック" pitchFamily="50" charset="-128"/>
              <a:ea typeface="ＭＳ Ｐゴシック" pitchFamily="50" charset="-128"/>
            </a:endParaRPr>
          </a:p>
        </p:txBody>
      </p:sp>
      <p:pic>
        <p:nvPicPr>
          <p:cNvPr id="35" name="Picture 2">
            <a:extLst>
              <a:ext uri="{FF2B5EF4-FFF2-40B4-BE49-F238E27FC236}">
                <a16:creationId xmlns:a16="http://schemas.microsoft.com/office/drawing/2014/main" id="{06CBBE96-29A9-43B2-B3DC-3ECEF240B1F4}"/>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4786198" y="2628759"/>
            <a:ext cx="4556240" cy="12303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3499378"/>
      </p:ext>
    </p:extLst>
  </p:cSld>
  <p:clrMapOvr>
    <a:masterClrMapping/>
  </p:clrMapOvr>
  <mc:AlternateContent xmlns:mc="http://schemas.openxmlformats.org/markup-compatibility/2006" xmlns:p14="http://schemas.microsoft.com/office/powerpoint/2010/main">
    <mc:Choice Requires="p14">
      <p:transition spd="slow" p14:dur="2000" advTm="47934"/>
    </mc:Choice>
    <mc:Fallback xmlns="">
      <p:transition spd="slow" advTm="47934"/>
    </mc:Fallback>
  </mc:AlternateContent>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タイトル 1">
            <a:extLst>
              <a:ext uri="{FF2B5EF4-FFF2-40B4-BE49-F238E27FC236}">
                <a16:creationId xmlns:a16="http://schemas.microsoft.com/office/drawing/2014/main" id="{48F80BE1-D063-4240-BFC7-C8D243720250}"/>
              </a:ext>
            </a:extLst>
          </p:cNvPr>
          <p:cNvSpPr txBox="1">
            <a:spLocks/>
          </p:cNvSpPr>
          <p:nvPr/>
        </p:nvSpPr>
        <p:spPr bwMode="auto">
          <a:xfrm>
            <a:off x="631222" y="201863"/>
            <a:ext cx="8642258" cy="50208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rtl="0" fontAlgn="base">
              <a:lnSpc>
                <a:spcPct val="90000"/>
              </a:lnSpc>
              <a:spcBef>
                <a:spcPct val="0"/>
              </a:spcBef>
              <a:spcAft>
                <a:spcPct val="0"/>
              </a:spcAft>
              <a:defRPr kumimoji="1" sz="2000">
                <a:solidFill>
                  <a:schemeClr val="tx2"/>
                </a:solidFill>
                <a:latin typeface="游明朝" panose="02020400000000000000" pitchFamily="18" charset="-128"/>
                <a:ea typeface="游明朝" panose="02020400000000000000" pitchFamily="18" charset="-128"/>
                <a:cs typeface="+mj-cs"/>
              </a:defRPr>
            </a:lvl1pPr>
            <a:lvl2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2pPr>
            <a:lvl3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3pPr>
            <a:lvl4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4pPr>
            <a:lvl5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5pPr>
            <a:lvl6pPr marL="4572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6pPr>
            <a:lvl7pPr marL="9144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7pPr>
            <a:lvl8pPr marL="13716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8pPr>
            <a:lvl9pPr marL="18288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9pPr>
          </a:lstStyle>
          <a:p>
            <a:pPr algn="l"/>
            <a:r>
              <a:rPr lang="en-US" altLang="ja-JP" sz="3000" dirty="0">
                <a:latin typeface="メイリオ" panose="020B0604030504040204" pitchFamily="50" charset="-128"/>
                <a:ea typeface="メイリオ" panose="020B0604030504040204" pitchFamily="50" charset="-128"/>
              </a:rPr>
              <a:t>2</a:t>
            </a:r>
            <a:r>
              <a:rPr lang="ja-JP" altLang="en-US" sz="3000" dirty="0">
                <a:latin typeface="メイリオ" panose="020B0604030504040204" pitchFamily="50" charset="-128"/>
                <a:ea typeface="メイリオ" panose="020B0604030504040204" pitchFamily="50" charset="-128"/>
              </a:rPr>
              <a:t>層アーキテクチャの場合</a:t>
            </a:r>
          </a:p>
        </p:txBody>
      </p:sp>
      <p:sp>
        <p:nvSpPr>
          <p:cNvPr id="21" name="コンテンツ プレースホルダー 2">
            <a:extLst>
              <a:ext uri="{FF2B5EF4-FFF2-40B4-BE49-F238E27FC236}">
                <a16:creationId xmlns:a16="http://schemas.microsoft.com/office/drawing/2014/main" id="{86DB1E5B-EB1A-49D0-AE4D-2F46DD7D25F4}"/>
              </a:ext>
            </a:extLst>
          </p:cNvPr>
          <p:cNvSpPr txBox="1">
            <a:spLocks/>
          </p:cNvSpPr>
          <p:nvPr/>
        </p:nvSpPr>
        <p:spPr>
          <a:xfrm>
            <a:off x="631222" y="799401"/>
            <a:ext cx="8858282" cy="325343"/>
          </a:xfrm>
          <a:prstGeom prst="rect">
            <a:avLst/>
          </a:prstGeom>
        </p:spPr>
        <p:txBody>
          <a:bodyPr vert="horz" lIns="74295" tIns="37148" rIns="74295" bIns="37148" rtlCol="0">
            <a:noAutofit/>
          </a:bodyPr>
          <a:lstStyle>
            <a:lvl1pPr marL="228600" indent="-228600" algn="l" defTabSz="914400" rtl="0" eaLnBrk="1" latinLnBrk="0" hangingPunct="1">
              <a:lnSpc>
                <a:spcPct val="90000"/>
              </a:lnSpc>
              <a:spcBef>
                <a:spcPts val="1000"/>
              </a:spcBef>
              <a:buFont typeface="Wingdings 2" pitchFamily="18" charset="2"/>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2" pitchFamily="18" charset="2"/>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2" pitchFamily="18" charset="2"/>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5pPr>
            <a:lvl6pPr marL="25146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6pPr>
            <a:lvl7pPr marL="29718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7pPr>
            <a:lvl8pPr marL="34290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8pPr>
            <a:lvl9pPr marL="38862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9pPr>
          </a:lstStyle>
          <a:p>
            <a:pPr marL="0" indent="0">
              <a:buNone/>
            </a:pPr>
            <a:r>
              <a:rPr lang="en-US" altLang="ja-JP" sz="2400" dirty="0">
                <a:solidFill>
                  <a:srgbClr val="002060"/>
                </a:solidFill>
                <a:latin typeface="メイリオ" panose="020B0604030504040204" pitchFamily="50" charset="-128"/>
                <a:ea typeface="メイリオ" panose="020B0604030504040204" pitchFamily="50" charset="-128"/>
              </a:rPr>
              <a:t>RDS</a:t>
            </a:r>
            <a:r>
              <a:rPr lang="ja-JP" altLang="en-US" sz="2400" dirty="0">
                <a:solidFill>
                  <a:srgbClr val="002060"/>
                </a:solidFill>
                <a:latin typeface="メイリオ" panose="020B0604030504040204" pitchFamily="50" charset="-128"/>
                <a:ea typeface="メイリオ" panose="020B0604030504040204" pitchFamily="50" charset="-128"/>
              </a:rPr>
              <a:t>へのアクセスを</a:t>
            </a:r>
            <a:r>
              <a:rPr lang="en-US" altLang="ja-JP" sz="2400" dirty="0">
                <a:solidFill>
                  <a:srgbClr val="002060"/>
                </a:solidFill>
                <a:latin typeface="メイリオ" panose="020B0604030504040204" pitchFamily="50" charset="-128"/>
                <a:ea typeface="メイリオ" panose="020B0604030504040204" pitchFamily="50" charset="-128"/>
              </a:rPr>
              <a:t>WEB</a:t>
            </a:r>
            <a:r>
              <a:rPr lang="ja-JP" altLang="en-US" sz="2400" dirty="0">
                <a:solidFill>
                  <a:srgbClr val="002060"/>
                </a:solidFill>
                <a:latin typeface="メイリオ" panose="020B0604030504040204" pitchFamily="50" charset="-128"/>
                <a:ea typeface="メイリオ" panose="020B0604030504040204" pitchFamily="50" charset="-128"/>
              </a:rPr>
              <a:t>サーバーに限定することでセキュリティを高める</a:t>
            </a:r>
            <a:endParaRPr lang="en-US" altLang="ja-JP" sz="2400" dirty="0">
              <a:solidFill>
                <a:srgbClr val="002060"/>
              </a:solidFill>
              <a:latin typeface="メイリオ" panose="020B0604030504040204" pitchFamily="50" charset="-128"/>
              <a:ea typeface="メイリオ" panose="020B0604030504040204" pitchFamily="50" charset="-128"/>
            </a:endParaRPr>
          </a:p>
        </p:txBody>
      </p:sp>
      <p:sp>
        <p:nvSpPr>
          <p:cNvPr id="32" name="テキスト ボックス 42">
            <a:extLst>
              <a:ext uri="{FF2B5EF4-FFF2-40B4-BE49-F238E27FC236}">
                <a16:creationId xmlns:a16="http://schemas.microsoft.com/office/drawing/2014/main" id="{67823DB0-EE2F-4961-9743-3E009E957D9D}"/>
              </a:ext>
            </a:extLst>
          </p:cNvPr>
          <p:cNvSpPr txBox="1"/>
          <p:nvPr/>
        </p:nvSpPr>
        <p:spPr>
          <a:xfrm>
            <a:off x="2180366" y="3094196"/>
            <a:ext cx="612503" cy="276999"/>
          </a:xfrm>
          <a:prstGeom prst="rect">
            <a:avLst/>
          </a:prstGeom>
          <a:noFill/>
        </p:spPr>
        <p:txBody>
          <a:bodyPr wrap="square" rtlCol="0">
            <a:spAutoFit/>
          </a:bodyPr>
          <a:lstStyle/>
          <a:p>
            <a:pPr algn="ctr"/>
            <a:r>
              <a:rPr kumimoji="1" lang="en-US" altLang="ja-JP" sz="1200" b="1" dirty="0">
                <a:solidFill>
                  <a:schemeClr val="bg1"/>
                </a:solidFill>
                <a:latin typeface="メイリオ" panose="020B0604030504040204" pitchFamily="50" charset="-128"/>
                <a:ea typeface="メイリオ" panose="020B0604030504040204" pitchFamily="50" charset="-128"/>
              </a:rPr>
              <a:t>EC2</a:t>
            </a:r>
          </a:p>
        </p:txBody>
      </p:sp>
      <p:sp>
        <p:nvSpPr>
          <p:cNvPr id="55" name="正方形/長方形 5">
            <a:extLst>
              <a:ext uri="{FF2B5EF4-FFF2-40B4-BE49-F238E27FC236}">
                <a16:creationId xmlns:a16="http://schemas.microsoft.com/office/drawing/2014/main" id="{1443A0F0-453F-47FA-AE89-F0220EE7BBB7}"/>
              </a:ext>
            </a:extLst>
          </p:cNvPr>
          <p:cNvSpPr/>
          <p:nvPr/>
        </p:nvSpPr>
        <p:spPr bwMode="auto">
          <a:xfrm>
            <a:off x="1281492" y="1988840"/>
            <a:ext cx="2442701" cy="3889072"/>
          </a:xfrm>
          <a:prstGeom prst="rect">
            <a:avLst/>
          </a:prstGeom>
          <a:solidFill>
            <a:srgbClr val="FFC000"/>
          </a:solidFill>
          <a:ln w="12700" cap="flat" cmpd="sng" algn="ctr">
            <a:no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altLang="ja-JP" sz="1400" b="1" dirty="0">
                <a:solidFill>
                  <a:schemeClr val="bg1"/>
                </a:solidFill>
                <a:latin typeface="メイリオ" panose="020B0604030504040204" pitchFamily="50" charset="-128"/>
                <a:ea typeface="メイリオ" panose="020B0604030504040204" pitchFamily="50" charset="-128"/>
              </a:rPr>
              <a:t>AZ</a:t>
            </a:r>
            <a:endParaRPr kumimoji="1" lang="ja-JP" altLang="en-US" sz="1400" b="1"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endParaRPr>
          </a:p>
        </p:txBody>
      </p:sp>
      <p:sp>
        <p:nvSpPr>
          <p:cNvPr id="56" name="四角形: 角を丸くする 7">
            <a:extLst>
              <a:ext uri="{FF2B5EF4-FFF2-40B4-BE49-F238E27FC236}">
                <a16:creationId xmlns:a16="http://schemas.microsoft.com/office/drawing/2014/main" id="{447E50F1-0775-48A9-8BD4-8D73F86C939E}"/>
              </a:ext>
            </a:extLst>
          </p:cNvPr>
          <p:cNvSpPr/>
          <p:nvPr/>
        </p:nvSpPr>
        <p:spPr bwMode="auto">
          <a:xfrm>
            <a:off x="1474634" y="4229628"/>
            <a:ext cx="2069437" cy="1490099"/>
          </a:xfrm>
          <a:prstGeom prst="roundRect">
            <a:avLst/>
          </a:prstGeom>
          <a:solidFill>
            <a:schemeClr val="bg1"/>
          </a:solidFill>
          <a:ln w="12700" cap="flat" cmpd="sng" algn="ctr">
            <a:solidFill>
              <a:srgbClr val="F0861E"/>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kumimoji="1" lang="ja-JP" altLang="en-US" sz="1200" b="1"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rPr>
              <a:t>プライベートサブネット</a:t>
            </a:r>
            <a:r>
              <a:rPr kumimoji="1" lang="en-US" altLang="ja-JP" sz="1200" b="0"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rPr>
              <a:t>10.0.1.0/24</a:t>
            </a:r>
            <a:endParaRPr kumimoji="1" lang="ja-JP" altLang="en-US" sz="1200" b="0"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endParaRPr>
          </a:p>
        </p:txBody>
      </p:sp>
      <p:sp>
        <p:nvSpPr>
          <p:cNvPr id="57" name="四角形: 角を丸くする 33">
            <a:extLst>
              <a:ext uri="{FF2B5EF4-FFF2-40B4-BE49-F238E27FC236}">
                <a16:creationId xmlns:a16="http://schemas.microsoft.com/office/drawing/2014/main" id="{CC4B422D-9863-4FE5-A9B4-EC6C2967E465}"/>
              </a:ext>
            </a:extLst>
          </p:cNvPr>
          <p:cNvSpPr/>
          <p:nvPr/>
        </p:nvSpPr>
        <p:spPr bwMode="auto">
          <a:xfrm>
            <a:off x="1474634" y="2276872"/>
            <a:ext cx="2069437" cy="1490099"/>
          </a:xfrm>
          <a:prstGeom prst="roundRect">
            <a:avLst/>
          </a:prstGeom>
          <a:solidFill>
            <a:schemeClr val="bg1"/>
          </a:solidFill>
          <a:ln w="12700" cap="flat" cmpd="sng" algn="ctr">
            <a:solidFill>
              <a:srgbClr val="F0861E"/>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kumimoji="1" lang="ja-JP" altLang="en-US" sz="1200" b="1"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rPr>
              <a:t>パブリックサブネット</a:t>
            </a:r>
            <a:r>
              <a:rPr kumimoji="1" lang="en-US" altLang="ja-JP" sz="1200" b="0"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rPr>
              <a:t>10.0.0.0/24</a:t>
            </a:r>
            <a:r>
              <a:rPr lang="en-US" altLang="ja-JP" sz="1200" dirty="0">
                <a:solidFill>
                  <a:srgbClr val="FF0000"/>
                </a:solidFill>
                <a:latin typeface="メイリオ" panose="020B0604030504040204" pitchFamily="50" charset="-128"/>
                <a:ea typeface="メイリオ" panose="020B0604030504040204" pitchFamily="50" charset="-128"/>
              </a:rPr>
              <a:t>	</a:t>
            </a:r>
            <a:endParaRPr kumimoji="1" lang="ja-JP" altLang="en-US" sz="1200" b="0"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endParaRPr>
          </a:p>
        </p:txBody>
      </p:sp>
      <p:pic>
        <p:nvPicPr>
          <p:cNvPr id="58" name="図 41" descr="音楽 が含まれている画像&#10;&#10;自動的に生成された説明">
            <a:extLst>
              <a:ext uri="{FF2B5EF4-FFF2-40B4-BE49-F238E27FC236}">
                <a16:creationId xmlns:a16="http://schemas.microsoft.com/office/drawing/2014/main" id="{0D818197-56EC-4F14-8D98-6BF4FD2C56C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30223" y="2958964"/>
            <a:ext cx="495620" cy="590267"/>
          </a:xfrm>
          <a:prstGeom prst="rect">
            <a:avLst/>
          </a:prstGeom>
        </p:spPr>
      </p:pic>
      <p:sp>
        <p:nvSpPr>
          <p:cNvPr id="59" name="テキスト ボックス 42">
            <a:extLst>
              <a:ext uri="{FF2B5EF4-FFF2-40B4-BE49-F238E27FC236}">
                <a16:creationId xmlns:a16="http://schemas.microsoft.com/office/drawing/2014/main" id="{4C022E62-15C4-421F-9999-82D0E5656E3C}"/>
              </a:ext>
            </a:extLst>
          </p:cNvPr>
          <p:cNvSpPr txBox="1"/>
          <p:nvPr/>
        </p:nvSpPr>
        <p:spPr>
          <a:xfrm>
            <a:off x="6729718" y="3128216"/>
            <a:ext cx="612503" cy="276999"/>
          </a:xfrm>
          <a:prstGeom prst="rect">
            <a:avLst/>
          </a:prstGeom>
          <a:noFill/>
        </p:spPr>
        <p:txBody>
          <a:bodyPr wrap="square" rtlCol="0">
            <a:spAutoFit/>
          </a:bodyPr>
          <a:lstStyle/>
          <a:p>
            <a:pPr algn="ctr"/>
            <a:r>
              <a:rPr kumimoji="1" lang="en-US" altLang="ja-JP" sz="1200" b="1" dirty="0">
                <a:solidFill>
                  <a:schemeClr val="bg1"/>
                </a:solidFill>
                <a:latin typeface="メイリオ" panose="020B0604030504040204" pitchFamily="50" charset="-128"/>
                <a:ea typeface="メイリオ" panose="020B0604030504040204" pitchFamily="50" charset="-128"/>
              </a:rPr>
              <a:t>EC2</a:t>
            </a:r>
          </a:p>
        </p:txBody>
      </p:sp>
      <p:cxnSp>
        <p:nvCxnSpPr>
          <p:cNvPr id="62" name="コネクタ: カギ線 23">
            <a:extLst>
              <a:ext uri="{FF2B5EF4-FFF2-40B4-BE49-F238E27FC236}">
                <a16:creationId xmlns:a16="http://schemas.microsoft.com/office/drawing/2014/main" id="{AAF18779-16FA-4A61-945E-4D72C38B8275}"/>
              </a:ext>
            </a:extLst>
          </p:cNvPr>
          <p:cNvCxnSpPr>
            <a:cxnSpLocks/>
          </p:cNvCxnSpPr>
          <p:nvPr/>
        </p:nvCxnSpPr>
        <p:spPr bwMode="auto">
          <a:xfrm>
            <a:off x="2478033" y="3549231"/>
            <a:ext cx="0" cy="1352296"/>
          </a:xfrm>
          <a:prstGeom prst="straightConnector1">
            <a:avLst/>
          </a:prstGeom>
          <a:noFill/>
          <a:ln w="31750" cap="flat" cmpd="sng" algn="ctr">
            <a:solidFill>
              <a:srgbClr val="FF0000"/>
            </a:solidFill>
            <a:prstDash val="solid"/>
            <a:round/>
            <a:headEnd type="triangle" w="med" len="med"/>
            <a:tailEnd type="triangle"/>
          </a:ln>
          <a:effectLst/>
        </p:spPr>
      </p:cxnSp>
      <p:pic>
        <p:nvPicPr>
          <p:cNvPr id="63" name="Picture 6" descr="Download | WordPress.org">
            <a:extLst>
              <a:ext uri="{FF2B5EF4-FFF2-40B4-BE49-F238E27FC236}">
                <a16:creationId xmlns:a16="http://schemas.microsoft.com/office/drawing/2014/main" id="{C3E58CDB-27F2-476B-94E6-E0CC3F90591D}"/>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716251" y="3012823"/>
            <a:ext cx="940016" cy="493508"/>
          </a:xfrm>
          <a:prstGeom prst="rect">
            <a:avLst/>
          </a:prstGeom>
          <a:noFill/>
          <a:extLst>
            <a:ext uri="{909E8E84-426E-40DD-AFC4-6F175D3DCCD1}">
              <a14:hiddenFill xmlns:a14="http://schemas.microsoft.com/office/drawing/2010/main">
                <a:solidFill>
                  <a:srgbClr val="FFFFFF"/>
                </a:solidFill>
              </a14:hiddenFill>
            </a:ext>
          </a:extLst>
        </p:spPr>
      </p:pic>
      <p:sp>
        <p:nvSpPr>
          <p:cNvPr id="65" name="テキスト ボックス 99">
            <a:extLst>
              <a:ext uri="{FF2B5EF4-FFF2-40B4-BE49-F238E27FC236}">
                <a16:creationId xmlns:a16="http://schemas.microsoft.com/office/drawing/2014/main" id="{94838E56-9080-43C9-9F4B-5F08EFF00DA6}"/>
              </a:ext>
            </a:extLst>
          </p:cNvPr>
          <p:cNvSpPr txBox="1"/>
          <p:nvPr/>
        </p:nvSpPr>
        <p:spPr>
          <a:xfrm>
            <a:off x="1645723" y="2787365"/>
            <a:ext cx="1664950" cy="246221"/>
          </a:xfrm>
          <a:prstGeom prst="rect">
            <a:avLst/>
          </a:prstGeom>
          <a:noFill/>
        </p:spPr>
        <p:txBody>
          <a:bodyPr wrap="square" rtlCol="0">
            <a:spAutoFit/>
          </a:bodyPr>
          <a:lstStyle/>
          <a:p>
            <a:pPr algn="ctr"/>
            <a:r>
              <a:rPr lang="en-US" altLang="ja-JP" sz="1000" b="1" dirty="0">
                <a:latin typeface="メイリオ" panose="020B0604030504040204" pitchFamily="50" charset="-128"/>
                <a:ea typeface="メイリオ" panose="020B0604030504040204" pitchFamily="50" charset="-128"/>
              </a:rPr>
              <a:t>Apache</a:t>
            </a:r>
            <a:r>
              <a:rPr lang="ja-JP" altLang="en-US" sz="1000" b="1" dirty="0">
                <a:latin typeface="メイリオ" panose="020B0604030504040204" pitchFamily="50" charset="-128"/>
                <a:ea typeface="メイリオ" panose="020B0604030504040204" pitchFamily="50" charset="-128"/>
              </a:rPr>
              <a:t> </a:t>
            </a:r>
            <a:r>
              <a:rPr lang="en-US" altLang="ja-JP" sz="1000" b="1" dirty="0">
                <a:latin typeface="メイリオ" panose="020B0604030504040204" pitchFamily="50" charset="-128"/>
                <a:ea typeface="メイリオ" panose="020B0604030504040204" pitchFamily="50" charset="-128"/>
              </a:rPr>
              <a:t>WEB</a:t>
            </a:r>
            <a:r>
              <a:rPr lang="ja-JP" altLang="en-US" sz="1000" b="1" dirty="0">
                <a:latin typeface="メイリオ" panose="020B0604030504040204" pitchFamily="50" charset="-128"/>
                <a:ea typeface="メイリオ" panose="020B0604030504040204" pitchFamily="50" charset="-128"/>
              </a:rPr>
              <a:t>サーバー</a:t>
            </a:r>
            <a:endParaRPr lang="en-US" altLang="ja-JP" sz="1000" b="1" dirty="0">
              <a:latin typeface="メイリオ" panose="020B0604030504040204" pitchFamily="50" charset="-128"/>
              <a:ea typeface="メイリオ" panose="020B0604030504040204" pitchFamily="50" charset="-128"/>
            </a:endParaRPr>
          </a:p>
        </p:txBody>
      </p:sp>
      <p:pic>
        <p:nvPicPr>
          <p:cNvPr id="1026" name="Picture 2" descr="Amazon RDS（マネージドリレーショナルデータベース）| AWS">
            <a:extLst>
              <a:ext uri="{FF2B5EF4-FFF2-40B4-BE49-F238E27FC236}">
                <a16:creationId xmlns:a16="http://schemas.microsoft.com/office/drawing/2014/main" id="{E230FB68-18F3-4FD3-85DA-DBFFF277845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79757" y="4780112"/>
            <a:ext cx="808321" cy="808321"/>
          </a:xfrm>
          <a:prstGeom prst="rect">
            <a:avLst/>
          </a:prstGeom>
          <a:noFill/>
          <a:extLst>
            <a:ext uri="{909E8E84-426E-40DD-AFC4-6F175D3DCCD1}">
              <a14:hiddenFill xmlns:a14="http://schemas.microsoft.com/office/drawing/2010/main">
                <a:solidFill>
                  <a:srgbClr val="FFFFFF"/>
                </a:solidFill>
              </a14:hiddenFill>
            </a:ext>
          </a:extLst>
        </p:spPr>
      </p:pic>
      <p:sp>
        <p:nvSpPr>
          <p:cNvPr id="66" name="テキスト ボックス 42">
            <a:extLst>
              <a:ext uri="{FF2B5EF4-FFF2-40B4-BE49-F238E27FC236}">
                <a16:creationId xmlns:a16="http://schemas.microsoft.com/office/drawing/2014/main" id="{DB3C6439-0A22-43BD-ACAE-29DBB0094849}"/>
              </a:ext>
            </a:extLst>
          </p:cNvPr>
          <p:cNvSpPr txBox="1"/>
          <p:nvPr/>
        </p:nvSpPr>
        <p:spPr>
          <a:xfrm>
            <a:off x="2185348" y="5070779"/>
            <a:ext cx="612503" cy="276999"/>
          </a:xfrm>
          <a:prstGeom prst="rect">
            <a:avLst/>
          </a:prstGeom>
          <a:noFill/>
        </p:spPr>
        <p:txBody>
          <a:bodyPr wrap="square" rtlCol="0">
            <a:spAutoFit/>
          </a:bodyPr>
          <a:lstStyle/>
          <a:p>
            <a:pPr algn="ctr"/>
            <a:r>
              <a:rPr kumimoji="1" lang="en-US" altLang="ja-JP" sz="1200" b="1" dirty="0">
                <a:solidFill>
                  <a:schemeClr val="bg1"/>
                </a:solidFill>
                <a:latin typeface="メイリオ" panose="020B0604030504040204" pitchFamily="50" charset="-128"/>
                <a:ea typeface="メイリオ" panose="020B0604030504040204" pitchFamily="50" charset="-128"/>
              </a:rPr>
              <a:t>RDS</a:t>
            </a:r>
          </a:p>
        </p:txBody>
      </p:sp>
      <p:sp>
        <p:nvSpPr>
          <p:cNvPr id="67" name="テキスト ボックス 99">
            <a:extLst>
              <a:ext uri="{FF2B5EF4-FFF2-40B4-BE49-F238E27FC236}">
                <a16:creationId xmlns:a16="http://schemas.microsoft.com/office/drawing/2014/main" id="{72682918-4FA2-409B-B0D4-82E6098053AD}"/>
              </a:ext>
            </a:extLst>
          </p:cNvPr>
          <p:cNvSpPr txBox="1"/>
          <p:nvPr/>
        </p:nvSpPr>
        <p:spPr>
          <a:xfrm>
            <a:off x="1690437" y="5493447"/>
            <a:ext cx="1664950" cy="246221"/>
          </a:xfrm>
          <a:prstGeom prst="rect">
            <a:avLst/>
          </a:prstGeom>
          <a:noFill/>
        </p:spPr>
        <p:txBody>
          <a:bodyPr wrap="square" rtlCol="0">
            <a:spAutoFit/>
          </a:bodyPr>
          <a:lstStyle/>
          <a:p>
            <a:pPr algn="ctr"/>
            <a:r>
              <a:rPr lang="en-US" altLang="ja-JP" sz="1000" b="1" dirty="0">
                <a:latin typeface="メイリオ" panose="020B0604030504040204" pitchFamily="50" charset="-128"/>
                <a:ea typeface="メイリオ" panose="020B0604030504040204" pitchFamily="50" charset="-128"/>
              </a:rPr>
              <a:t>RDS</a:t>
            </a:r>
            <a:r>
              <a:rPr lang="ja-JP" altLang="en-US" sz="1000" b="1" dirty="0">
                <a:latin typeface="メイリオ" panose="020B0604030504040204" pitchFamily="50" charset="-128"/>
                <a:ea typeface="メイリオ" panose="020B0604030504040204" pitchFamily="50" charset="-128"/>
              </a:rPr>
              <a:t>の</a:t>
            </a:r>
            <a:r>
              <a:rPr lang="en-US" altLang="ja-JP" sz="1000" b="1" dirty="0">
                <a:latin typeface="メイリオ" panose="020B0604030504040204" pitchFamily="50" charset="-128"/>
                <a:ea typeface="メイリオ" panose="020B0604030504040204" pitchFamily="50" charset="-128"/>
              </a:rPr>
              <a:t>MySQL</a:t>
            </a:r>
          </a:p>
        </p:txBody>
      </p:sp>
      <p:sp>
        <p:nvSpPr>
          <p:cNvPr id="25" name="四角形: 角を丸くする 2">
            <a:extLst>
              <a:ext uri="{FF2B5EF4-FFF2-40B4-BE49-F238E27FC236}">
                <a16:creationId xmlns:a16="http://schemas.microsoft.com/office/drawing/2014/main" id="{74B05B11-F559-4AC8-A8B6-993442FE5375}"/>
              </a:ext>
            </a:extLst>
          </p:cNvPr>
          <p:cNvSpPr/>
          <p:nvPr/>
        </p:nvSpPr>
        <p:spPr bwMode="auto">
          <a:xfrm>
            <a:off x="2537694" y="3356992"/>
            <a:ext cx="1399328" cy="633015"/>
          </a:xfrm>
          <a:prstGeom prst="roundRect">
            <a:avLst/>
          </a:prstGeom>
          <a:solidFill>
            <a:srgbClr val="F0861E"/>
          </a:solidFill>
          <a:ln w="12700" cap="flat" cmpd="sng" algn="ctr">
            <a:noFill/>
            <a:prstDash val="solid"/>
            <a:round/>
            <a:headEnd type="none" w="med" len="med"/>
            <a:tailEnd type="none" w="med" len="med"/>
          </a:ln>
          <a:effectLst/>
        </p:spPr>
        <p:txBody>
          <a:bodyPr vert="horz" wrap="square" lIns="36000" tIns="36000" rIns="36000" bIns="360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ja-JP" altLang="en-US" sz="1200" dirty="0">
                <a:latin typeface="メイリオ" panose="020B0604030504040204" pitchFamily="50" charset="-128"/>
                <a:ea typeface="メイリオ" panose="020B0604030504040204" pitchFamily="50" charset="-128"/>
              </a:rPr>
              <a:t>セキュリティ</a:t>
            </a:r>
            <a:endParaRPr lang="en-US" altLang="ja-JP" sz="1200" dirty="0">
              <a:latin typeface="メイリオ" panose="020B0604030504040204" pitchFamily="50" charset="-128"/>
              <a:ea typeface="メイリオ" panose="020B0604030504040204" pitchFamily="50" charset="-128"/>
            </a:endParaRPr>
          </a:p>
          <a:p>
            <a:pPr marL="0" marR="0" indent="0" algn="ctr" defTabSz="914400" rtl="0" eaLnBrk="1" fontAlgn="base" latinLnBrk="0" hangingPunct="1">
              <a:lnSpc>
                <a:spcPct val="100000"/>
              </a:lnSpc>
              <a:spcBef>
                <a:spcPct val="0"/>
              </a:spcBef>
              <a:spcAft>
                <a:spcPct val="0"/>
              </a:spcAft>
              <a:buClrTx/>
              <a:buSzTx/>
              <a:buFontTx/>
              <a:buNone/>
              <a:tabLst/>
            </a:pPr>
            <a:r>
              <a:rPr lang="ja-JP" altLang="en-US" sz="1200" dirty="0">
                <a:latin typeface="メイリオ" panose="020B0604030504040204" pitchFamily="50" charset="-128"/>
                <a:ea typeface="メイリオ" panose="020B0604030504040204" pitchFamily="50" charset="-128"/>
              </a:rPr>
              <a:t>グループ</a:t>
            </a:r>
            <a:endParaRPr lang="en-US" altLang="ja-JP" sz="1200" dirty="0">
              <a:latin typeface="メイリオ" panose="020B0604030504040204" pitchFamily="50" charset="-128"/>
              <a:ea typeface="メイリオ" panose="020B0604030504040204" pitchFamily="50" charset="-128"/>
            </a:endParaRPr>
          </a:p>
        </p:txBody>
      </p:sp>
      <p:sp>
        <p:nvSpPr>
          <p:cNvPr id="29" name="四角形: 角を丸くする 2">
            <a:extLst>
              <a:ext uri="{FF2B5EF4-FFF2-40B4-BE49-F238E27FC236}">
                <a16:creationId xmlns:a16="http://schemas.microsoft.com/office/drawing/2014/main" id="{AF09C195-5807-4DF8-A732-6F2B1BF48B07}"/>
              </a:ext>
            </a:extLst>
          </p:cNvPr>
          <p:cNvSpPr/>
          <p:nvPr/>
        </p:nvSpPr>
        <p:spPr bwMode="auto">
          <a:xfrm>
            <a:off x="2545560" y="4524177"/>
            <a:ext cx="1399328" cy="633015"/>
          </a:xfrm>
          <a:prstGeom prst="roundRect">
            <a:avLst/>
          </a:prstGeom>
          <a:solidFill>
            <a:srgbClr val="F0861E"/>
          </a:solidFill>
          <a:ln w="12700" cap="flat" cmpd="sng" algn="ctr">
            <a:noFill/>
            <a:prstDash val="solid"/>
            <a:round/>
            <a:headEnd type="none" w="med" len="med"/>
            <a:tailEnd type="none" w="med" len="med"/>
          </a:ln>
          <a:effectLst/>
        </p:spPr>
        <p:txBody>
          <a:bodyPr vert="horz" wrap="square" lIns="36000" tIns="36000" rIns="36000" bIns="360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ja-JP" altLang="en-US" sz="1200" dirty="0">
                <a:latin typeface="メイリオ" panose="020B0604030504040204" pitchFamily="50" charset="-128"/>
                <a:ea typeface="メイリオ" panose="020B0604030504040204" pitchFamily="50" charset="-128"/>
              </a:rPr>
              <a:t>セキュリティ</a:t>
            </a:r>
            <a:endParaRPr lang="en-US" altLang="ja-JP" sz="1200" dirty="0">
              <a:latin typeface="メイリオ" panose="020B0604030504040204" pitchFamily="50" charset="-128"/>
              <a:ea typeface="メイリオ" panose="020B0604030504040204" pitchFamily="50" charset="-128"/>
            </a:endParaRPr>
          </a:p>
          <a:p>
            <a:pPr marL="0" marR="0" indent="0" algn="ctr" defTabSz="914400" rtl="0" eaLnBrk="1" fontAlgn="base" latinLnBrk="0" hangingPunct="1">
              <a:lnSpc>
                <a:spcPct val="100000"/>
              </a:lnSpc>
              <a:spcBef>
                <a:spcPct val="0"/>
              </a:spcBef>
              <a:spcAft>
                <a:spcPct val="0"/>
              </a:spcAft>
              <a:buClrTx/>
              <a:buSzTx/>
              <a:buFontTx/>
              <a:buNone/>
              <a:tabLst/>
            </a:pPr>
            <a:r>
              <a:rPr lang="ja-JP" altLang="en-US" sz="1200" dirty="0">
                <a:latin typeface="メイリオ" panose="020B0604030504040204" pitchFamily="50" charset="-128"/>
                <a:ea typeface="メイリオ" panose="020B0604030504040204" pitchFamily="50" charset="-128"/>
              </a:rPr>
              <a:t>グループ</a:t>
            </a:r>
            <a:endParaRPr lang="en-US" altLang="ja-JP" sz="1200" dirty="0">
              <a:latin typeface="メイリオ" panose="020B0604030504040204" pitchFamily="50" charset="-128"/>
              <a:ea typeface="メイリオ" panose="020B0604030504040204" pitchFamily="50" charset="-128"/>
            </a:endParaRPr>
          </a:p>
        </p:txBody>
      </p:sp>
      <p:sp>
        <p:nvSpPr>
          <p:cNvPr id="5" name="Left Brace 4">
            <a:extLst>
              <a:ext uri="{FF2B5EF4-FFF2-40B4-BE49-F238E27FC236}">
                <a16:creationId xmlns:a16="http://schemas.microsoft.com/office/drawing/2014/main" id="{E25B9563-78DD-4658-B008-63254F7BD37F}"/>
              </a:ext>
            </a:extLst>
          </p:cNvPr>
          <p:cNvSpPr/>
          <p:nvPr/>
        </p:nvSpPr>
        <p:spPr bwMode="auto">
          <a:xfrm>
            <a:off x="4232920" y="2564904"/>
            <a:ext cx="310896" cy="1396752"/>
          </a:xfrm>
          <a:prstGeom prst="leftBrace">
            <a:avLst>
              <a:gd name="adj1" fmla="val 60041"/>
              <a:gd name="adj2" fmla="val 79586"/>
            </a:avLst>
          </a:prstGeom>
          <a:ln>
            <a:headEnd type="none" w="med" len="med"/>
            <a:tailEnd type="none" w="med" len="med"/>
          </a:ln>
        </p:spPr>
        <p:style>
          <a:lnRef idx="1">
            <a:schemeClr val="accent6"/>
          </a:lnRef>
          <a:fillRef idx="0">
            <a:schemeClr val="accent6"/>
          </a:fillRef>
          <a:effectRef idx="0">
            <a:schemeClr val="accent6"/>
          </a:effectRef>
          <a:fontRef idx="minor">
            <a:schemeClr val="tx1"/>
          </a:fontRef>
        </p:style>
        <p:txBody>
          <a:bodyPr vert="horz" wrap="square" lIns="36000" tIns="36000" rIns="36000" bIns="3600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ja-JP" altLang="en-US" sz="1600" b="0" i="0" u="none" strike="noStrike" cap="none" normalizeH="0" baseline="0">
              <a:ln>
                <a:noFill/>
              </a:ln>
              <a:solidFill>
                <a:schemeClr val="tx1"/>
              </a:solidFill>
              <a:effectLst/>
              <a:latin typeface="ＭＳ Ｐゴシック" pitchFamily="50" charset="-128"/>
              <a:ea typeface="ＭＳ Ｐゴシック" pitchFamily="50" charset="-128"/>
            </a:endParaRPr>
          </a:p>
        </p:txBody>
      </p:sp>
      <p:pic>
        <p:nvPicPr>
          <p:cNvPr id="7" name="Picture 2">
            <a:extLst>
              <a:ext uri="{FF2B5EF4-FFF2-40B4-BE49-F238E27FC236}">
                <a16:creationId xmlns:a16="http://schemas.microsoft.com/office/drawing/2014/main" id="{A77BA6BC-1700-4F06-AB01-077F42DE4D33}"/>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770875" y="4600960"/>
            <a:ext cx="4646621" cy="907083"/>
          </a:xfrm>
          <a:prstGeom prst="rect">
            <a:avLst/>
          </a:prstGeom>
          <a:noFill/>
          <a:extLst>
            <a:ext uri="{909E8E84-426E-40DD-AFC4-6F175D3DCCD1}">
              <a14:hiddenFill xmlns:a14="http://schemas.microsoft.com/office/drawing/2010/main">
                <a:solidFill>
                  <a:srgbClr val="FFFFFF"/>
                </a:solidFill>
              </a14:hiddenFill>
            </a:ext>
          </a:extLst>
        </p:spPr>
      </p:pic>
      <p:sp>
        <p:nvSpPr>
          <p:cNvPr id="34" name="Left Brace 33">
            <a:extLst>
              <a:ext uri="{FF2B5EF4-FFF2-40B4-BE49-F238E27FC236}">
                <a16:creationId xmlns:a16="http://schemas.microsoft.com/office/drawing/2014/main" id="{D9E9DDBF-DBD0-433F-8854-7A32F8BE80C3}"/>
              </a:ext>
            </a:extLst>
          </p:cNvPr>
          <p:cNvSpPr/>
          <p:nvPr/>
        </p:nvSpPr>
        <p:spPr bwMode="auto">
          <a:xfrm>
            <a:off x="4282064" y="4437112"/>
            <a:ext cx="310896" cy="1396752"/>
          </a:xfrm>
          <a:prstGeom prst="leftBrace">
            <a:avLst>
              <a:gd name="adj1" fmla="val 8333"/>
              <a:gd name="adj2" fmla="val 31500"/>
            </a:avLst>
          </a:prstGeom>
          <a:ln>
            <a:headEnd type="none" w="med" len="med"/>
            <a:tailEnd type="none" w="med" len="med"/>
          </a:ln>
        </p:spPr>
        <p:style>
          <a:lnRef idx="1">
            <a:schemeClr val="accent6"/>
          </a:lnRef>
          <a:fillRef idx="0">
            <a:schemeClr val="accent6"/>
          </a:fillRef>
          <a:effectRef idx="0">
            <a:schemeClr val="accent6"/>
          </a:effectRef>
          <a:fontRef idx="minor">
            <a:schemeClr val="tx1"/>
          </a:fontRef>
        </p:style>
        <p:txBody>
          <a:bodyPr vert="horz" wrap="square" lIns="36000" tIns="36000" rIns="36000" bIns="3600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ja-JP" altLang="en-US" sz="1600" b="0" i="0" u="none" strike="noStrike" cap="none" normalizeH="0" baseline="0">
              <a:ln>
                <a:noFill/>
              </a:ln>
              <a:solidFill>
                <a:schemeClr val="tx1"/>
              </a:solidFill>
              <a:effectLst/>
              <a:latin typeface="ＭＳ Ｐゴシック" pitchFamily="50" charset="-128"/>
              <a:ea typeface="ＭＳ Ｐゴシック" pitchFamily="50" charset="-128"/>
            </a:endParaRPr>
          </a:p>
        </p:txBody>
      </p:sp>
      <p:sp>
        <p:nvSpPr>
          <p:cNvPr id="4" name="Rectangle: Rounded Corners 3">
            <a:extLst>
              <a:ext uri="{FF2B5EF4-FFF2-40B4-BE49-F238E27FC236}">
                <a16:creationId xmlns:a16="http://schemas.microsoft.com/office/drawing/2014/main" id="{B3613223-8B41-4F75-BAD5-3B828FB81990}"/>
              </a:ext>
            </a:extLst>
          </p:cNvPr>
          <p:cNvSpPr/>
          <p:nvPr/>
        </p:nvSpPr>
        <p:spPr bwMode="auto">
          <a:xfrm>
            <a:off x="6753200" y="5085183"/>
            <a:ext cx="1324744" cy="408263"/>
          </a:xfrm>
          <a:prstGeom prst="roundRect">
            <a:avLst/>
          </a:prstGeom>
          <a:noFill/>
          <a:ln w="25400" cap="flat" cmpd="sng" algn="ctr">
            <a:solidFill>
              <a:srgbClr val="FF0000"/>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ja-JP" altLang="en-US" sz="1600" b="0" i="0" u="none" strike="noStrike" cap="none" normalizeH="0" baseline="0">
              <a:ln>
                <a:noFill/>
              </a:ln>
              <a:solidFill>
                <a:schemeClr val="tx1"/>
              </a:solidFill>
              <a:effectLst/>
              <a:latin typeface="ＭＳ Ｐゴシック" pitchFamily="50" charset="-128"/>
              <a:ea typeface="ＭＳ Ｐゴシック" pitchFamily="50" charset="-128"/>
            </a:endParaRPr>
          </a:p>
        </p:txBody>
      </p:sp>
      <p:pic>
        <p:nvPicPr>
          <p:cNvPr id="2050" name="Picture 2">
            <a:extLst>
              <a:ext uri="{FF2B5EF4-FFF2-40B4-BE49-F238E27FC236}">
                <a16:creationId xmlns:a16="http://schemas.microsoft.com/office/drawing/2014/main" id="{2CC5DA7A-930D-4EF5-9E30-80D8CDF68035}"/>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4786198" y="2628759"/>
            <a:ext cx="4556240" cy="1230330"/>
          </a:xfrm>
          <a:prstGeom prst="rect">
            <a:avLst/>
          </a:prstGeom>
          <a:noFill/>
          <a:extLst>
            <a:ext uri="{909E8E84-426E-40DD-AFC4-6F175D3DCCD1}">
              <a14:hiddenFill xmlns:a14="http://schemas.microsoft.com/office/drawing/2010/main">
                <a:solidFill>
                  <a:srgbClr val="FFFFFF"/>
                </a:solidFill>
              </a14:hiddenFill>
            </a:ext>
          </a:extLst>
        </p:spPr>
      </p:pic>
      <p:sp>
        <p:nvSpPr>
          <p:cNvPr id="26" name="Rectangle: Rounded Corners 25">
            <a:extLst>
              <a:ext uri="{FF2B5EF4-FFF2-40B4-BE49-F238E27FC236}">
                <a16:creationId xmlns:a16="http://schemas.microsoft.com/office/drawing/2014/main" id="{6500421B-DDE4-456B-AAB7-9FC81AEBED10}"/>
              </a:ext>
            </a:extLst>
          </p:cNvPr>
          <p:cNvSpPr/>
          <p:nvPr/>
        </p:nvSpPr>
        <p:spPr bwMode="auto">
          <a:xfrm>
            <a:off x="4808984" y="2420888"/>
            <a:ext cx="1324744" cy="408263"/>
          </a:xfrm>
          <a:prstGeom prst="roundRect">
            <a:avLst/>
          </a:prstGeom>
          <a:noFill/>
          <a:ln w="25400" cap="flat" cmpd="sng" algn="ctr">
            <a:solidFill>
              <a:srgbClr val="FF0000"/>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ja-JP" altLang="en-US" sz="1600" b="0" i="0" u="none" strike="noStrike" cap="none" normalizeH="0" baseline="0">
              <a:ln>
                <a:noFill/>
              </a:ln>
              <a:solidFill>
                <a:schemeClr val="tx1"/>
              </a:solidFill>
              <a:effectLst/>
              <a:latin typeface="ＭＳ Ｐゴシック" pitchFamily="50" charset="-128"/>
              <a:ea typeface="ＭＳ Ｐゴシック" pitchFamily="50" charset="-128"/>
            </a:endParaRPr>
          </a:p>
        </p:txBody>
      </p:sp>
      <p:cxnSp>
        <p:nvCxnSpPr>
          <p:cNvPr id="8" name="Straight Connector 7">
            <a:extLst>
              <a:ext uri="{FF2B5EF4-FFF2-40B4-BE49-F238E27FC236}">
                <a16:creationId xmlns:a16="http://schemas.microsoft.com/office/drawing/2014/main" id="{E33E3345-69B8-42CB-BE20-422A7EF6D7CD}"/>
              </a:ext>
            </a:extLst>
          </p:cNvPr>
          <p:cNvCxnSpPr>
            <a:cxnSpLocks/>
          </p:cNvCxnSpPr>
          <p:nvPr/>
        </p:nvCxnSpPr>
        <p:spPr bwMode="auto">
          <a:xfrm>
            <a:off x="6133728" y="2708920"/>
            <a:ext cx="1339552" cy="2361859"/>
          </a:xfrm>
          <a:prstGeom prst="line">
            <a:avLst/>
          </a:prstGeom>
          <a:ln w="25400">
            <a:solidFill>
              <a:srgbClr val="FF0000"/>
            </a:solidFill>
            <a:headEnd type="none" w="med" len="med"/>
            <a:tailEnd type="triangle" w="med" len="med"/>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3137441023"/>
      </p:ext>
    </p:extLst>
  </p:cSld>
  <p:clrMapOvr>
    <a:masterClrMapping/>
  </p:clrMapOvr>
  <mc:AlternateContent xmlns:mc="http://schemas.openxmlformats.org/markup-compatibility/2006" xmlns:p14="http://schemas.microsoft.com/office/powerpoint/2010/main">
    <mc:Choice Requires="p14">
      <p:transition spd="slow" p14:dur="2000" advTm="39680"/>
    </mc:Choice>
    <mc:Fallback xmlns="">
      <p:transition spd="slow" advTm="39680"/>
    </mc:Fallback>
  </mc:AlternateContent>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タイトル 1">
            <a:extLst>
              <a:ext uri="{FF2B5EF4-FFF2-40B4-BE49-F238E27FC236}">
                <a16:creationId xmlns:a16="http://schemas.microsoft.com/office/drawing/2014/main" id="{48F80BE1-D063-4240-BFC7-C8D243720250}"/>
              </a:ext>
            </a:extLst>
          </p:cNvPr>
          <p:cNvSpPr txBox="1">
            <a:spLocks/>
          </p:cNvSpPr>
          <p:nvPr/>
        </p:nvSpPr>
        <p:spPr bwMode="auto">
          <a:xfrm>
            <a:off x="631222" y="201863"/>
            <a:ext cx="8642258" cy="50208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rtl="0" fontAlgn="base">
              <a:lnSpc>
                <a:spcPct val="90000"/>
              </a:lnSpc>
              <a:spcBef>
                <a:spcPct val="0"/>
              </a:spcBef>
              <a:spcAft>
                <a:spcPct val="0"/>
              </a:spcAft>
              <a:defRPr kumimoji="1" sz="2000">
                <a:solidFill>
                  <a:schemeClr val="tx2"/>
                </a:solidFill>
                <a:latin typeface="游明朝" panose="02020400000000000000" pitchFamily="18" charset="-128"/>
                <a:ea typeface="游明朝" panose="02020400000000000000" pitchFamily="18" charset="-128"/>
                <a:cs typeface="+mj-cs"/>
              </a:defRPr>
            </a:lvl1pPr>
            <a:lvl2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2pPr>
            <a:lvl3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3pPr>
            <a:lvl4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4pPr>
            <a:lvl5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5pPr>
            <a:lvl6pPr marL="4572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6pPr>
            <a:lvl7pPr marL="9144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7pPr>
            <a:lvl8pPr marL="13716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8pPr>
            <a:lvl9pPr marL="18288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9pPr>
          </a:lstStyle>
          <a:p>
            <a:pPr algn="l"/>
            <a:r>
              <a:rPr lang="en-US" altLang="ja-JP" sz="3000" dirty="0">
                <a:latin typeface="メイリオ" panose="020B0604030504040204" pitchFamily="50" charset="-128"/>
                <a:ea typeface="メイリオ" panose="020B0604030504040204" pitchFamily="50" charset="-128"/>
              </a:rPr>
              <a:t>NAT</a:t>
            </a:r>
            <a:r>
              <a:rPr lang="ja-JP" altLang="en-US" sz="3000" dirty="0">
                <a:latin typeface="メイリオ" panose="020B0604030504040204" pitchFamily="50" charset="-128"/>
                <a:ea typeface="メイリオ" panose="020B0604030504040204" pitchFamily="50" charset="-128"/>
              </a:rPr>
              <a:t>ゲートウェイの設置</a:t>
            </a:r>
          </a:p>
        </p:txBody>
      </p:sp>
      <p:sp>
        <p:nvSpPr>
          <p:cNvPr id="2" name="コンテンツ プレースホルダー 2">
            <a:extLst>
              <a:ext uri="{FF2B5EF4-FFF2-40B4-BE49-F238E27FC236}">
                <a16:creationId xmlns:a16="http://schemas.microsoft.com/office/drawing/2014/main" id="{FDC11051-22C8-4440-9498-E0A1A3C851DA}"/>
              </a:ext>
            </a:extLst>
          </p:cNvPr>
          <p:cNvSpPr txBox="1">
            <a:spLocks/>
          </p:cNvSpPr>
          <p:nvPr/>
        </p:nvSpPr>
        <p:spPr>
          <a:xfrm>
            <a:off x="631222" y="799401"/>
            <a:ext cx="8858282" cy="325343"/>
          </a:xfrm>
          <a:prstGeom prst="rect">
            <a:avLst/>
          </a:prstGeom>
        </p:spPr>
        <p:txBody>
          <a:bodyPr vert="horz" lIns="74295" tIns="37148" rIns="74295" bIns="37148" rtlCol="0">
            <a:noAutofit/>
          </a:bodyPr>
          <a:lstStyle>
            <a:lvl1pPr marL="228600" indent="-228600" algn="l" defTabSz="914400" rtl="0" eaLnBrk="1" latinLnBrk="0" hangingPunct="1">
              <a:lnSpc>
                <a:spcPct val="90000"/>
              </a:lnSpc>
              <a:spcBef>
                <a:spcPts val="1000"/>
              </a:spcBef>
              <a:buFont typeface="Wingdings 2" pitchFamily="18" charset="2"/>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2" pitchFamily="18" charset="2"/>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2" pitchFamily="18" charset="2"/>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5pPr>
            <a:lvl6pPr marL="25146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6pPr>
            <a:lvl7pPr marL="29718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7pPr>
            <a:lvl8pPr marL="34290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8pPr>
            <a:lvl9pPr marL="38862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9pPr>
          </a:lstStyle>
          <a:p>
            <a:pPr marL="0" indent="0">
              <a:buNone/>
            </a:pPr>
            <a:r>
              <a:rPr lang="ja-JP" altLang="en-US" sz="2400" dirty="0">
                <a:solidFill>
                  <a:srgbClr val="002060"/>
                </a:solidFill>
                <a:latin typeface="メイリオ" panose="020B0604030504040204" pitchFamily="50" charset="-128"/>
                <a:ea typeface="メイリオ" panose="020B0604030504040204" pitchFamily="50" charset="-128"/>
              </a:rPr>
              <a:t>プライベートサブネット内のインスタンスに接続するには踏み台サーバーが必要。インターネットへのトラフィックには</a:t>
            </a:r>
            <a:r>
              <a:rPr lang="en-US" altLang="ja-JP" sz="2400" dirty="0">
                <a:solidFill>
                  <a:srgbClr val="002060"/>
                </a:solidFill>
                <a:latin typeface="メイリオ" panose="020B0604030504040204" pitchFamily="50" charset="-128"/>
                <a:ea typeface="メイリオ" panose="020B0604030504040204" pitchFamily="50" charset="-128"/>
              </a:rPr>
              <a:t>NAT</a:t>
            </a:r>
            <a:r>
              <a:rPr lang="ja-JP" altLang="en-US" sz="2400" dirty="0">
                <a:solidFill>
                  <a:srgbClr val="002060"/>
                </a:solidFill>
                <a:latin typeface="メイリオ" panose="020B0604030504040204" pitchFamily="50" charset="-128"/>
                <a:ea typeface="メイリオ" panose="020B0604030504040204" pitchFamily="50" charset="-128"/>
              </a:rPr>
              <a:t>ゲートウェイ</a:t>
            </a:r>
            <a:r>
              <a:rPr lang="ja-JP" altLang="en-US" sz="2400">
                <a:solidFill>
                  <a:srgbClr val="002060"/>
                </a:solidFill>
                <a:latin typeface="メイリオ" panose="020B0604030504040204" pitchFamily="50" charset="-128"/>
                <a:ea typeface="メイリオ" panose="020B0604030504040204" pitchFamily="50" charset="-128"/>
              </a:rPr>
              <a:t>が必要（ソフトウェア更新など）</a:t>
            </a:r>
            <a:endParaRPr lang="en-US" altLang="ja-JP" sz="2400" dirty="0">
              <a:solidFill>
                <a:srgbClr val="002060"/>
              </a:solidFill>
              <a:latin typeface="メイリオ" panose="020B0604030504040204" pitchFamily="50" charset="-128"/>
              <a:ea typeface="メイリオ" panose="020B0604030504040204" pitchFamily="50" charset="-128"/>
            </a:endParaRPr>
          </a:p>
        </p:txBody>
      </p:sp>
      <p:sp>
        <p:nvSpPr>
          <p:cNvPr id="4" name="四角形: 角を丸くする 3">
            <a:extLst>
              <a:ext uri="{FF2B5EF4-FFF2-40B4-BE49-F238E27FC236}">
                <a16:creationId xmlns:a16="http://schemas.microsoft.com/office/drawing/2014/main" id="{B6BBECBC-F0C3-4F90-9197-4953694C5AA0}"/>
              </a:ext>
            </a:extLst>
          </p:cNvPr>
          <p:cNvSpPr/>
          <p:nvPr/>
        </p:nvSpPr>
        <p:spPr bwMode="auto">
          <a:xfrm>
            <a:off x="1120690" y="2173414"/>
            <a:ext cx="8208912" cy="3929830"/>
          </a:xfrm>
          <a:prstGeom prst="roundRect">
            <a:avLst/>
          </a:prstGeom>
          <a:solidFill>
            <a:schemeClr val="bg1"/>
          </a:solidFill>
          <a:ln w="12700" cap="flat" cmpd="sng" algn="ctr">
            <a:solidFill>
              <a:srgbClr val="F0861E"/>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ja-JP" altLang="en-US" sz="1400" b="0" i="0" u="none" strike="noStrike" cap="none" normalizeH="0" baseline="0">
              <a:ln>
                <a:noFill/>
              </a:ln>
              <a:solidFill>
                <a:schemeClr val="tx1"/>
              </a:solidFill>
              <a:effectLst/>
              <a:latin typeface="ＭＳ Ｐゴシック" pitchFamily="50" charset="-128"/>
              <a:ea typeface="ＭＳ Ｐゴシック" pitchFamily="50" charset="-128"/>
            </a:endParaRPr>
          </a:p>
        </p:txBody>
      </p:sp>
      <p:sp>
        <p:nvSpPr>
          <p:cNvPr id="5" name="正方形/長方形 29">
            <a:extLst>
              <a:ext uri="{FF2B5EF4-FFF2-40B4-BE49-F238E27FC236}">
                <a16:creationId xmlns:a16="http://schemas.microsoft.com/office/drawing/2014/main" id="{380145E7-2068-4278-ABBA-EEDFC14F60AD}"/>
              </a:ext>
            </a:extLst>
          </p:cNvPr>
          <p:cNvSpPr/>
          <p:nvPr/>
        </p:nvSpPr>
        <p:spPr bwMode="auto">
          <a:xfrm>
            <a:off x="5408276" y="2645287"/>
            <a:ext cx="3256634" cy="3200535"/>
          </a:xfrm>
          <a:prstGeom prst="rect">
            <a:avLst/>
          </a:prstGeom>
          <a:solidFill>
            <a:srgbClr val="FFC000"/>
          </a:solidFill>
          <a:ln w="12700" cap="flat" cmpd="sng" algn="ctr">
            <a:no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altLang="ja-JP" sz="1400" b="1" dirty="0">
                <a:solidFill>
                  <a:schemeClr val="bg1"/>
                </a:solidFill>
                <a:latin typeface="メイリオ" panose="020B0604030504040204" pitchFamily="50" charset="-128"/>
                <a:ea typeface="メイリオ" panose="020B0604030504040204" pitchFamily="50" charset="-128"/>
              </a:rPr>
              <a:t>AZ</a:t>
            </a:r>
            <a:endParaRPr kumimoji="1" lang="ja-JP" altLang="en-US" sz="1400" b="1"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endParaRPr>
          </a:p>
        </p:txBody>
      </p:sp>
      <p:sp>
        <p:nvSpPr>
          <p:cNvPr id="6" name="正方形/長方形 1">
            <a:extLst>
              <a:ext uri="{FF2B5EF4-FFF2-40B4-BE49-F238E27FC236}">
                <a16:creationId xmlns:a16="http://schemas.microsoft.com/office/drawing/2014/main" id="{C7407E62-A38F-4DDF-8097-1EFFEE103B21}"/>
              </a:ext>
            </a:extLst>
          </p:cNvPr>
          <p:cNvSpPr/>
          <p:nvPr/>
        </p:nvSpPr>
        <p:spPr bwMode="auto">
          <a:xfrm>
            <a:off x="832658" y="2111558"/>
            <a:ext cx="8640960" cy="4094304"/>
          </a:xfrm>
          <a:prstGeom prst="rect">
            <a:avLst/>
          </a:prstGeom>
          <a:noFill/>
          <a:ln w="12700" cap="flat" cmpd="sng" algn="ctr">
            <a:solidFill>
              <a:schemeClr val="tx1"/>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ja-JP" altLang="en-US" sz="1600" b="0" i="0" u="none" strike="noStrike" cap="none" normalizeH="0" baseline="0">
              <a:ln>
                <a:noFill/>
              </a:ln>
              <a:solidFill>
                <a:schemeClr val="tx1"/>
              </a:solidFill>
              <a:effectLst/>
              <a:latin typeface="ＭＳ Ｐゴシック" pitchFamily="50" charset="-128"/>
              <a:ea typeface="ＭＳ Ｐゴシック" pitchFamily="50" charset="-128"/>
            </a:endParaRPr>
          </a:p>
        </p:txBody>
      </p:sp>
      <p:sp>
        <p:nvSpPr>
          <p:cNvPr id="7" name="正方形/長方形 5">
            <a:extLst>
              <a:ext uri="{FF2B5EF4-FFF2-40B4-BE49-F238E27FC236}">
                <a16:creationId xmlns:a16="http://schemas.microsoft.com/office/drawing/2014/main" id="{A9656B5A-3AD3-4EAF-AE62-1CFFA8642B51}"/>
              </a:ext>
            </a:extLst>
          </p:cNvPr>
          <p:cNvSpPr/>
          <p:nvPr/>
        </p:nvSpPr>
        <p:spPr bwMode="auto">
          <a:xfrm>
            <a:off x="1665887" y="2645287"/>
            <a:ext cx="3256634" cy="3200535"/>
          </a:xfrm>
          <a:prstGeom prst="rect">
            <a:avLst/>
          </a:prstGeom>
          <a:solidFill>
            <a:srgbClr val="FFC000"/>
          </a:solidFill>
          <a:ln w="12700" cap="flat" cmpd="sng" algn="ctr">
            <a:no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altLang="ja-JP" sz="1400" b="1" dirty="0">
                <a:solidFill>
                  <a:schemeClr val="bg1"/>
                </a:solidFill>
                <a:latin typeface="メイリオ" panose="020B0604030504040204" pitchFamily="50" charset="-128"/>
                <a:ea typeface="メイリオ" panose="020B0604030504040204" pitchFamily="50" charset="-128"/>
              </a:rPr>
              <a:t>AZ</a:t>
            </a:r>
            <a:endParaRPr kumimoji="1" lang="ja-JP" altLang="en-US" sz="1400" b="1"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endParaRPr>
          </a:p>
        </p:txBody>
      </p:sp>
      <p:pic>
        <p:nvPicPr>
          <p:cNvPr id="8" name="Picture 2" descr="ãVPC ã¢ã¤ã³ã³ãã®ç»åæ¤ç´¢çµæ">
            <a:extLst>
              <a:ext uri="{FF2B5EF4-FFF2-40B4-BE49-F238E27FC236}">
                <a16:creationId xmlns:a16="http://schemas.microsoft.com/office/drawing/2014/main" id="{B291ADDB-308E-42E2-BC25-FEC7E03AD7D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41441" y="1772816"/>
            <a:ext cx="838961" cy="832646"/>
          </a:xfrm>
          <a:prstGeom prst="rect">
            <a:avLst/>
          </a:prstGeom>
          <a:noFill/>
          <a:extLst>
            <a:ext uri="{909E8E84-426E-40DD-AFC4-6F175D3DCCD1}">
              <a14:hiddenFill xmlns:a14="http://schemas.microsoft.com/office/drawing/2010/main">
                <a:solidFill>
                  <a:srgbClr val="FFFFFF"/>
                </a:solidFill>
              </a14:hiddenFill>
            </a:ext>
          </a:extLst>
        </p:spPr>
      </p:pic>
      <p:sp>
        <p:nvSpPr>
          <p:cNvPr id="9" name="コンテンツ プレースホルダー 2">
            <a:extLst>
              <a:ext uri="{FF2B5EF4-FFF2-40B4-BE49-F238E27FC236}">
                <a16:creationId xmlns:a16="http://schemas.microsoft.com/office/drawing/2014/main" id="{68B072E9-EE13-4AAA-97F1-E9EF72D5FE70}"/>
              </a:ext>
            </a:extLst>
          </p:cNvPr>
          <p:cNvSpPr txBox="1">
            <a:spLocks/>
          </p:cNvSpPr>
          <p:nvPr/>
        </p:nvSpPr>
        <p:spPr>
          <a:xfrm>
            <a:off x="2056794" y="2219406"/>
            <a:ext cx="2033449" cy="289386"/>
          </a:xfrm>
          <a:prstGeom prst="rect">
            <a:avLst/>
          </a:prstGeom>
        </p:spPr>
        <p:txBody>
          <a:bodyPr vert="horz" lIns="74295" tIns="37148" rIns="74295" bIns="37148" rtlCol="0">
            <a:noAutofit/>
          </a:bodyPr>
          <a:lstStyle>
            <a:lvl1pPr marL="228600" indent="-228600" algn="l" defTabSz="914400" rtl="0" eaLnBrk="1" latinLnBrk="0" hangingPunct="1">
              <a:lnSpc>
                <a:spcPct val="90000"/>
              </a:lnSpc>
              <a:spcBef>
                <a:spcPts val="1000"/>
              </a:spcBef>
              <a:buFont typeface="Wingdings 2" pitchFamily="18" charset="2"/>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2" pitchFamily="18" charset="2"/>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2" pitchFamily="18" charset="2"/>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5pPr>
            <a:lvl6pPr marL="25146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6pPr>
            <a:lvl7pPr marL="29718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7pPr>
            <a:lvl8pPr marL="34290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8pPr>
            <a:lvl9pPr marL="38862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9pPr>
          </a:lstStyle>
          <a:p>
            <a:pPr marL="0" indent="0">
              <a:buNone/>
            </a:pPr>
            <a:r>
              <a:rPr lang="en-US" altLang="ja-JP" sz="1400" dirty="0">
                <a:solidFill>
                  <a:srgbClr val="FF0000"/>
                </a:solidFill>
                <a:latin typeface="メイリオ" panose="020B0604030504040204" pitchFamily="50" charset="-128"/>
                <a:ea typeface="メイリオ" panose="020B0604030504040204" pitchFamily="50" charset="-128"/>
              </a:rPr>
              <a:t>10.0.0.0/16</a:t>
            </a:r>
          </a:p>
        </p:txBody>
      </p:sp>
      <p:pic>
        <p:nvPicPr>
          <p:cNvPr id="10" name="図 12">
            <a:extLst>
              <a:ext uri="{FF2B5EF4-FFF2-40B4-BE49-F238E27FC236}">
                <a16:creationId xmlns:a16="http://schemas.microsoft.com/office/drawing/2014/main" id="{BF094C34-CCEA-4ABF-B4D5-16E9B3EF749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88504" y="3886770"/>
            <a:ext cx="529267" cy="550699"/>
          </a:xfrm>
          <a:prstGeom prst="rect">
            <a:avLst/>
          </a:prstGeom>
        </p:spPr>
      </p:pic>
      <p:sp>
        <p:nvSpPr>
          <p:cNvPr id="11" name="四角形: 角を丸くする 32">
            <a:extLst>
              <a:ext uri="{FF2B5EF4-FFF2-40B4-BE49-F238E27FC236}">
                <a16:creationId xmlns:a16="http://schemas.microsoft.com/office/drawing/2014/main" id="{F1AC2391-58D7-4D1C-8507-3CC02DEC75CE}"/>
              </a:ext>
            </a:extLst>
          </p:cNvPr>
          <p:cNvSpPr/>
          <p:nvPr/>
        </p:nvSpPr>
        <p:spPr bwMode="auto">
          <a:xfrm>
            <a:off x="2056794" y="2960592"/>
            <a:ext cx="2387812" cy="2669206"/>
          </a:xfrm>
          <a:prstGeom prst="roundRect">
            <a:avLst/>
          </a:prstGeom>
          <a:solidFill>
            <a:schemeClr val="bg1"/>
          </a:solidFill>
          <a:ln w="12700" cap="flat" cmpd="sng" algn="ctr">
            <a:solidFill>
              <a:srgbClr val="F0861E"/>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lang="ja-JP" altLang="en-US" sz="1400" b="1" dirty="0">
                <a:latin typeface="メイリオ" panose="020B0604030504040204" pitchFamily="50" charset="-128"/>
                <a:ea typeface="メイリオ" panose="020B0604030504040204" pitchFamily="50" charset="-128"/>
              </a:rPr>
              <a:t>パブリック</a:t>
            </a:r>
            <a:r>
              <a:rPr kumimoji="1" lang="ja-JP" altLang="en-US" sz="1400" b="1"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rPr>
              <a:t>サブネット</a:t>
            </a:r>
            <a:r>
              <a:rPr kumimoji="1" lang="en-US" altLang="ja-JP" sz="1400" b="0"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rPr>
              <a:t>10.0</a:t>
            </a:r>
            <a:r>
              <a:rPr lang="en-US" altLang="ja-JP" sz="1400" dirty="0">
                <a:solidFill>
                  <a:srgbClr val="FF0000"/>
                </a:solidFill>
                <a:latin typeface="メイリオ" panose="020B0604030504040204" pitchFamily="50" charset="-128"/>
                <a:ea typeface="メイリオ" panose="020B0604030504040204" pitchFamily="50" charset="-128"/>
              </a:rPr>
              <a:t>.0</a:t>
            </a:r>
            <a:r>
              <a:rPr kumimoji="1" lang="en-US" altLang="ja-JP" sz="1400" b="0"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rPr>
              <a:t>.0</a:t>
            </a:r>
            <a:r>
              <a:rPr lang="en-US" altLang="ja-JP" sz="1400" dirty="0">
                <a:solidFill>
                  <a:srgbClr val="FF0000"/>
                </a:solidFill>
                <a:latin typeface="メイリオ" panose="020B0604030504040204" pitchFamily="50" charset="-128"/>
                <a:ea typeface="メイリオ" panose="020B0604030504040204" pitchFamily="50" charset="-128"/>
              </a:rPr>
              <a:t>/24	</a:t>
            </a:r>
            <a:endParaRPr kumimoji="1" lang="ja-JP" altLang="en-US" sz="1400" b="0"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endParaRPr>
          </a:p>
        </p:txBody>
      </p:sp>
      <p:sp>
        <p:nvSpPr>
          <p:cNvPr id="12" name="四角形: 角を丸くする 35">
            <a:extLst>
              <a:ext uri="{FF2B5EF4-FFF2-40B4-BE49-F238E27FC236}">
                <a16:creationId xmlns:a16="http://schemas.microsoft.com/office/drawing/2014/main" id="{F6AE4213-92F9-4A27-8832-D40CA75AF1E5}"/>
              </a:ext>
            </a:extLst>
          </p:cNvPr>
          <p:cNvSpPr/>
          <p:nvPr/>
        </p:nvSpPr>
        <p:spPr bwMode="auto">
          <a:xfrm>
            <a:off x="5861670" y="2960592"/>
            <a:ext cx="2387812" cy="2669206"/>
          </a:xfrm>
          <a:prstGeom prst="roundRect">
            <a:avLst/>
          </a:prstGeom>
          <a:solidFill>
            <a:schemeClr val="bg1"/>
          </a:solidFill>
          <a:ln w="12700" cap="flat" cmpd="sng" algn="ctr">
            <a:solidFill>
              <a:srgbClr val="F0861E"/>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lang="ja-JP" altLang="en-US" sz="1400" b="1" dirty="0">
                <a:latin typeface="メイリオ" panose="020B0604030504040204" pitchFamily="50" charset="-128"/>
                <a:ea typeface="メイリオ" panose="020B0604030504040204" pitchFamily="50" charset="-128"/>
              </a:rPr>
              <a:t>プライベート</a:t>
            </a:r>
            <a:r>
              <a:rPr kumimoji="1" lang="ja-JP" altLang="en-US" sz="1400" b="1"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rPr>
              <a:t>サブネット　　　</a:t>
            </a:r>
            <a:endParaRPr kumimoji="1" lang="en-US" altLang="ja-JP" sz="1400" b="1"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endParaRPr>
          </a:p>
          <a:p>
            <a:pPr marL="0" marR="0" indent="0" defTabSz="914400" rtl="0" eaLnBrk="1" fontAlgn="base" latinLnBrk="0" hangingPunct="1">
              <a:lnSpc>
                <a:spcPct val="100000"/>
              </a:lnSpc>
              <a:spcBef>
                <a:spcPct val="0"/>
              </a:spcBef>
              <a:spcAft>
                <a:spcPct val="0"/>
              </a:spcAft>
              <a:buClrTx/>
              <a:buSzTx/>
              <a:buFontTx/>
              <a:buNone/>
              <a:tabLst/>
            </a:pPr>
            <a:r>
              <a:rPr lang="ja-JP" altLang="en-US" sz="1400" b="1" dirty="0">
                <a:latin typeface="メイリオ" panose="020B0604030504040204" pitchFamily="50" charset="-128"/>
                <a:ea typeface="メイリオ" panose="020B0604030504040204" pitchFamily="50" charset="-128"/>
              </a:rPr>
              <a:t>　</a:t>
            </a:r>
            <a:r>
              <a:rPr kumimoji="1" lang="en-US" altLang="ja-JP" sz="1400" b="0"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rPr>
              <a:t>10.0</a:t>
            </a:r>
            <a:r>
              <a:rPr lang="en-US" altLang="ja-JP" sz="1400" dirty="0">
                <a:solidFill>
                  <a:srgbClr val="FF0000"/>
                </a:solidFill>
                <a:latin typeface="メイリオ" panose="020B0604030504040204" pitchFamily="50" charset="-128"/>
                <a:ea typeface="メイリオ" panose="020B0604030504040204" pitchFamily="50" charset="-128"/>
              </a:rPr>
              <a:t>.1</a:t>
            </a:r>
            <a:r>
              <a:rPr kumimoji="1" lang="en-US" altLang="ja-JP" sz="1400" b="0"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rPr>
              <a:t>.0</a:t>
            </a:r>
            <a:r>
              <a:rPr lang="en-US" altLang="ja-JP" sz="1400" dirty="0">
                <a:solidFill>
                  <a:srgbClr val="FF0000"/>
                </a:solidFill>
                <a:latin typeface="メイリオ" panose="020B0604030504040204" pitchFamily="50" charset="-128"/>
                <a:ea typeface="メイリオ" panose="020B0604030504040204" pitchFamily="50" charset="-128"/>
              </a:rPr>
              <a:t>/24</a:t>
            </a:r>
          </a:p>
          <a:p>
            <a:pPr marL="0" marR="0" indent="0" defTabSz="914400" rtl="0" eaLnBrk="1" fontAlgn="base" latinLnBrk="0" hangingPunct="1">
              <a:lnSpc>
                <a:spcPct val="100000"/>
              </a:lnSpc>
              <a:spcBef>
                <a:spcPct val="0"/>
              </a:spcBef>
              <a:spcAft>
                <a:spcPct val="0"/>
              </a:spcAft>
              <a:buClrTx/>
              <a:buSzTx/>
              <a:buFontTx/>
              <a:buNone/>
              <a:tabLst/>
            </a:pPr>
            <a:endParaRPr lang="en-US" altLang="ja-JP" sz="1400" dirty="0">
              <a:solidFill>
                <a:srgbClr val="FF0000"/>
              </a:solidFill>
              <a:latin typeface="メイリオ" panose="020B0604030504040204" pitchFamily="50" charset="-128"/>
              <a:ea typeface="メイリオ" panose="020B0604030504040204" pitchFamily="50" charset="-128"/>
            </a:endParaRPr>
          </a:p>
          <a:p>
            <a:pPr marL="0" marR="0" indent="0" defTabSz="914400" rtl="0" eaLnBrk="1" fontAlgn="base" latinLnBrk="0" hangingPunct="1">
              <a:lnSpc>
                <a:spcPct val="100000"/>
              </a:lnSpc>
              <a:spcBef>
                <a:spcPct val="0"/>
              </a:spcBef>
              <a:spcAft>
                <a:spcPct val="0"/>
              </a:spcAft>
              <a:buClrTx/>
              <a:buSzTx/>
              <a:buFontTx/>
              <a:buNone/>
              <a:tabLst/>
            </a:pPr>
            <a:endParaRPr lang="en-US" altLang="ja-JP" sz="1400" dirty="0">
              <a:solidFill>
                <a:srgbClr val="FF0000"/>
              </a:solidFill>
              <a:latin typeface="メイリオ" panose="020B0604030504040204" pitchFamily="50" charset="-128"/>
              <a:ea typeface="メイリオ" panose="020B0604030504040204" pitchFamily="50" charset="-128"/>
            </a:endParaRPr>
          </a:p>
          <a:p>
            <a:pPr marL="0" marR="0" indent="0" defTabSz="914400" rtl="0" eaLnBrk="1" fontAlgn="base" latinLnBrk="0" hangingPunct="1">
              <a:lnSpc>
                <a:spcPct val="100000"/>
              </a:lnSpc>
              <a:spcBef>
                <a:spcPct val="0"/>
              </a:spcBef>
              <a:spcAft>
                <a:spcPct val="0"/>
              </a:spcAft>
              <a:buClrTx/>
              <a:buSzTx/>
              <a:buFontTx/>
              <a:buNone/>
              <a:tabLst/>
            </a:pPr>
            <a:endParaRPr lang="en-US" altLang="ja-JP" sz="1400" dirty="0">
              <a:solidFill>
                <a:srgbClr val="FF0000"/>
              </a:solidFill>
              <a:latin typeface="メイリオ" panose="020B0604030504040204" pitchFamily="50" charset="-128"/>
              <a:ea typeface="メイリオ" panose="020B0604030504040204" pitchFamily="50" charset="-128"/>
            </a:endParaRPr>
          </a:p>
        </p:txBody>
      </p:sp>
      <p:pic>
        <p:nvPicPr>
          <p:cNvPr id="13" name="図 36" descr="音楽 が含まれている画像&#10;&#10;自動的に生成された説明">
            <a:extLst>
              <a:ext uri="{FF2B5EF4-FFF2-40B4-BE49-F238E27FC236}">
                <a16:creationId xmlns:a16="http://schemas.microsoft.com/office/drawing/2014/main" id="{A513653E-3D55-4057-B4F3-7E4CC6FC5D2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848882" y="3901606"/>
            <a:ext cx="784103" cy="933841"/>
          </a:xfrm>
          <a:prstGeom prst="rect">
            <a:avLst/>
          </a:prstGeom>
        </p:spPr>
      </p:pic>
      <p:sp>
        <p:nvSpPr>
          <p:cNvPr id="14" name="テキスト ボックス 37">
            <a:extLst>
              <a:ext uri="{FF2B5EF4-FFF2-40B4-BE49-F238E27FC236}">
                <a16:creationId xmlns:a16="http://schemas.microsoft.com/office/drawing/2014/main" id="{D0D22570-C7BC-4B59-8777-117A23D33198}"/>
              </a:ext>
            </a:extLst>
          </p:cNvPr>
          <p:cNvSpPr txBox="1"/>
          <p:nvPr/>
        </p:nvSpPr>
        <p:spPr>
          <a:xfrm>
            <a:off x="2704304" y="4179865"/>
            <a:ext cx="1043266" cy="461665"/>
          </a:xfrm>
          <a:prstGeom prst="rect">
            <a:avLst/>
          </a:prstGeom>
          <a:noFill/>
        </p:spPr>
        <p:txBody>
          <a:bodyPr wrap="square" rtlCol="0">
            <a:spAutoFit/>
          </a:bodyPr>
          <a:lstStyle/>
          <a:p>
            <a:pPr algn="ctr"/>
            <a:r>
              <a:rPr kumimoji="1" lang="en-US" altLang="ja-JP" sz="1200" b="1" dirty="0">
                <a:solidFill>
                  <a:schemeClr val="bg1"/>
                </a:solidFill>
                <a:latin typeface="メイリオ" panose="020B0604030504040204" pitchFamily="50" charset="-128"/>
                <a:ea typeface="メイリオ" panose="020B0604030504040204" pitchFamily="50" charset="-128"/>
              </a:rPr>
              <a:t>WEB</a:t>
            </a:r>
            <a:br>
              <a:rPr kumimoji="1" lang="en-US" altLang="ja-JP" sz="1200" b="1" dirty="0">
                <a:solidFill>
                  <a:schemeClr val="bg1"/>
                </a:solidFill>
                <a:latin typeface="メイリオ" panose="020B0604030504040204" pitchFamily="50" charset="-128"/>
                <a:ea typeface="メイリオ" panose="020B0604030504040204" pitchFamily="50" charset="-128"/>
              </a:rPr>
            </a:br>
            <a:r>
              <a:rPr kumimoji="1" lang="ja-JP" altLang="en-US" sz="1200" b="1" dirty="0">
                <a:solidFill>
                  <a:schemeClr val="bg1"/>
                </a:solidFill>
                <a:latin typeface="メイリオ" panose="020B0604030504040204" pitchFamily="50" charset="-128"/>
                <a:ea typeface="メイリオ" panose="020B0604030504040204" pitchFamily="50" charset="-128"/>
              </a:rPr>
              <a:t>サーバー</a:t>
            </a:r>
            <a:endParaRPr kumimoji="1" lang="en-US" altLang="ja-JP" sz="1200" b="1" dirty="0">
              <a:solidFill>
                <a:schemeClr val="bg1"/>
              </a:solidFill>
              <a:latin typeface="メイリオ" panose="020B0604030504040204" pitchFamily="50" charset="-128"/>
              <a:ea typeface="メイリオ" panose="020B0604030504040204" pitchFamily="50" charset="-128"/>
            </a:endParaRPr>
          </a:p>
        </p:txBody>
      </p:sp>
      <p:cxnSp>
        <p:nvCxnSpPr>
          <p:cNvPr id="15" name="コネクタ: カギ線 23">
            <a:extLst>
              <a:ext uri="{FF2B5EF4-FFF2-40B4-BE49-F238E27FC236}">
                <a16:creationId xmlns:a16="http://schemas.microsoft.com/office/drawing/2014/main" id="{B69B9BA1-4984-4B39-A0BD-E0FEA54ADC97}"/>
              </a:ext>
            </a:extLst>
          </p:cNvPr>
          <p:cNvCxnSpPr>
            <a:cxnSpLocks/>
            <a:stCxn id="13" idx="3"/>
            <a:endCxn id="18" idx="1"/>
          </p:cNvCxnSpPr>
          <p:nvPr/>
        </p:nvCxnSpPr>
        <p:spPr bwMode="auto">
          <a:xfrm>
            <a:off x="3632985" y="4368527"/>
            <a:ext cx="3032321" cy="0"/>
          </a:xfrm>
          <a:prstGeom prst="straightConnector1">
            <a:avLst/>
          </a:prstGeom>
          <a:noFill/>
          <a:ln w="31750" cap="flat" cmpd="sng" algn="ctr">
            <a:solidFill>
              <a:srgbClr val="002060"/>
            </a:solidFill>
            <a:prstDash val="solid"/>
            <a:round/>
            <a:headEnd type="triangle" w="med" len="med"/>
            <a:tailEnd type="triangle"/>
          </a:ln>
          <a:effectLst/>
        </p:spPr>
      </p:cxnSp>
      <p:pic>
        <p:nvPicPr>
          <p:cNvPr id="16" name="図 48">
            <a:extLst>
              <a:ext uri="{FF2B5EF4-FFF2-40B4-BE49-F238E27FC236}">
                <a16:creationId xmlns:a16="http://schemas.microsoft.com/office/drawing/2014/main" id="{3FF094FB-33C6-4CD3-B648-8BA171DB788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257940" y="4931824"/>
            <a:ext cx="529267" cy="542227"/>
          </a:xfrm>
          <a:prstGeom prst="rect">
            <a:avLst/>
          </a:prstGeom>
        </p:spPr>
      </p:pic>
      <p:sp>
        <p:nvSpPr>
          <p:cNvPr id="17" name="テキスト ボックス 50">
            <a:extLst>
              <a:ext uri="{FF2B5EF4-FFF2-40B4-BE49-F238E27FC236}">
                <a16:creationId xmlns:a16="http://schemas.microsoft.com/office/drawing/2014/main" id="{15A459F0-4E56-479C-B2A4-ADDD79672397}"/>
              </a:ext>
            </a:extLst>
          </p:cNvPr>
          <p:cNvSpPr txBox="1"/>
          <p:nvPr/>
        </p:nvSpPr>
        <p:spPr>
          <a:xfrm>
            <a:off x="4090171" y="4627890"/>
            <a:ext cx="954107" cy="400110"/>
          </a:xfrm>
          <a:prstGeom prst="rect">
            <a:avLst/>
          </a:prstGeom>
          <a:noFill/>
        </p:spPr>
        <p:txBody>
          <a:bodyPr wrap="none" rtlCol="0">
            <a:spAutoFit/>
          </a:bodyPr>
          <a:lstStyle/>
          <a:p>
            <a:pPr algn="ctr"/>
            <a:r>
              <a:rPr kumimoji="1" lang="en-US" altLang="ja-JP" sz="1000" b="1" dirty="0">
                <a:latin typeface="メイリオ" panose="020B0604030504040204" pitchFamily="50" charset="-128"/>
                <a:ea typeface="メイリオ" panose="020B0604030504040204" pitchFamily="50" charset="-128"/>
              </a:rPr>
              <a:t>NAT</a:t>
            </a:r>
          </a:p>
          <a:p>
            <a:pPr algn="ctr"/>
            <a:r>
              <a:rPr kumimoji="1" lang="ja-JP" altLang="en-US" sz="1000" b="1" dirty="0">
                <a:latin typeface="メイリオ" panose="020B0604030504040204" pitchFamily="50" charset="-128"/>
                <a:ea typeface="メイリオ" panose="020B0604030504040204" pitchFamily="50" charset="-128"/>
              </a:rPr>
              <a:t>ゲートウェイ</a:t>
            </a:r>
            <a:endParaRPr lang="en-US" altLang="ja-JP" sz="1000" b="1" dirty="0">
              <a:latin typeface="メイリオ" panose="020B0604030504040204" pitchFamily="50" charset="-128"/>
              <a:ea typeface="メイリオ" panose="020B0604030504040204" pitchFamily="50" charset="-128"/>
            </a:endParaRPr>
          </a:p>
        </p:txBody>
      </p:sp>
      <p:pic>
        <p:nvPicPr>
          <p:cNvPr id="18" name="図 36" descr="音楽 が含まれている画像&#10;&#10;自動的に生成された説明">
            <a:extLst>
              <a:ext uri="{FF2B5EF4-FFF2-40B4-BE49-F238E27FC236}">
                <a16:creationId xmlns:a16="http://schemas.microsoft.com/office/drawing/2014/main" id="{5FAB3D62-CA5F-4164-AFD2-95177583AAC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665306" y="3901606"/>
            <a:ext cx="784103" cy="933841"/>
          </a:xfrm>
          <a:prstGeom prst="rect">
            <a:avLst/>
          </a:prstGeom>
        </p:spPr>
      </p:pic>
      <p:sp>
        <p:nvSpPr>
          <p:cNvPr id="19" name="テキスト ボックス 37">
            <a:extLst>
              <a:ext uri="{FF2B5EF4-FFF2-40B4-BE49-F238E27FC236}">
                <a16:creationId xmlns:a16="http://schemas.microsoft.com/office/drawing/2014/main" id="{F36371B5-8766-46FE-9005-984D4C0B6057}"/>
              </a:ext>
            </a:extLst>
          </p:cNvPr>
          <p:cNvSpPr txBox="1"/>
          <p:nvPr/>
        </p:nvSpPr>
        <p:spPr>
          <a:xfrm>
            <a:off x="6681192" y="4232121"/>
            <a:ext cx="660963" cy="276999"/>
          </a:xfrm>
          <a:prstGeom prst="rect">
            <a:avLst/>
          </a:prstGeom>
          <a:noFill/>
        </p:spPr>
        <p:txBody>
          <a:bodyPr wrap="square" rtlCol="0">
            <a:spAutoFit/>
          </a:bodyPr>
          <a:lstStyle/>
          <a:p>
            <a:pPr algn="ctr"/>
            <a:r>
              <a:rPr kumimoji="1" lang="en-US" altLang="ja-JP" sz="1200" b="1" dirty="0">
                <a:solidFill>
                  <a:schemeClr val="bg1"/>
                </a:solidFill>
                <a:latin typeface="メイリオ" panose="020B0604030504040204" pitchFamily="50" charset="-128"/>
                <a:ea typeface="メイリオ" panose="020B0604030504040204" pitchFamily="50" charset="-128"/>
              </a:rPr>
              <a:t>EC2</a:t>
            </a:r>
          </a:p>
        </p:txBody>
      </p:sp>
      <p:cxnSp>
        <p:nvCxnSpPr>
          <p:cNvPr id="20" name="コネクタ: カギ線 23">
            <a:extLst>
              <a:ext uri="{FF2B5EF4-FFF2-40B4-BE49-F238E27FC236}">
                <a16:creationId xmlns:a16="http://schemas.microsoft.com/office/drawing/2014/main" id="{4D971848-1447-4D3C-A451-F6DA553FF68A}"/>
              </a:ext>
            </a:extLst>
          </p:cNvPr>
          <p:cNvCxnSpPr>
            <a:cxnSpLocks/>
            <a:endCxn id="21" idx="1"/>
          </p:cNvCxnSpPr>
          <p:nvPr/>
        </p:nvCxnSpPr>
        <p:spPr bwMode="auto">
          <a:xfrm flipV="1">
            <a:off x="971191" y="4172720"/>
            <a:ext cx="821396" cy="14290"/>
          </a:xfrm>
          <a:prstGeom prst="straightConnector1">
            <a:avLst/>
          </a:prstGeom>
          <a:noFill/>
          <a:ln w="31750" cap="flat" cmpd="sng" algn="ctr">
            <a:solidFill>
              <a:srgbClr val="002060"/>
            </a:solidFill>
            <a:prstDash val="solid"/>
            <a:round/>
            <a:headEnd type="none" w="med" len="med"/>
            <a:tailEnd type="triangle"/>
          </a:ln>
          <a:effectLst/>
        </p:spPr>
      </p:cxnSp>
      <p:pic>
        <p:nvPicPr>
          <p:cNvPr id="21" name="図 48">
            <a:extLst>
              <a:ext uri="{FF2B5EF4-FFF2-40B4-BE49-F238E27FC236}">
                <a16:creationId xmlns:a16="http://schemas.microsoft.com/office/drawing/2014/main" id="{84BF133D-DD17-44FA-BF0E-73EFBADE689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792587" y="3901606"/>
            <a:ext cx="529267" cy="542227"/>
          </a:xfrm>
          <a:prstGeom prst="rect">
            <a:avLst/>
          </a:prstGeom>
        </p:spPr>
      </p:pic>
      <p:sp>
        <p:nvSpPr>
          <p:cNvPr id="22" name="テキスト ボックス 50">
            <a:extLst>
              <a:ext uri="{FF2B5EF4-FFF2-40B4-BE49-F238E27FC236}">
                <a16:creationId xmlns:a16="http://schemas.microsoft.com/office/drawing/2014/main" id="{9B5D6832-B4EA-4615-8A37-5C321C6CDE10}"/>
              </a:ext>
            </a:extLst>
          </p:cNvPr>
          <p:cNvSpPr txBox="1"/>
          <p:nvPr/>
        </p:nvSpPr>
        <p:spPr>
          <a:xfrm>
            <a:off x="1560697" y="3597672"/>
            <a:ext cx="1082348" cy="400110"/>
          </a:xfrm>
          <a:prstGeom prst="rect">
            <a:avLst/>
          </a:prstGeom>
          <a:noFill/>
        </p:spPr>
        <p:txBody>
          <a:bodyPr wrap="none" rtlCol="0">
            <a:spAutoFit/>
          </a:bodyPr>
          <a:lstStyle/>
          <a:p>
            <a:pPr algn="ctr"/>
            <a:r>
              <a:rPr kumimoji="1" lang="ja-JP" altLang="en-US" sz="1000" b="1" dirty="0">
                <a:latin typeface="メイリオ" panose="020B0604030504040204" pitchFamily="50" charset="-128"/>
                <a:ea typeface="メイリオ" panose="020B0604030504040204" pitchFamily="50" charset="-128"/>
              </a:rPr>
              <a:t>インターネット</a:t>
            </a:r>
            <a:endParaRPr kumimoji="1" lang="en-US" altLang="ja-JP" sz="1000" b="1" dirty="0">
              <a:latin typeface="メイリオ" panose="020B0604030504040204" pitchFamily="50" charset="-128"/>
              <a:ea typeface="メイリオ" panose="020B0604030504040204" pitchFamily="50" charset="-128"/>
            </a:endParaRPr>
          </a:p>
          <a:p>
            <a:pPr algn="ctr"/>
            <a:r>
              <a:rPr kumimoji="1" lang="ja-JP" altLang="en-US" sz="1000" b="1" dirty="0">
                <a:latin typeface="メイリオ" panose="020B0604030504040204" pitchFamily="50" charset="-128"/>
                <a:ea typeface="メイリオ" panose="020B0604030504040204" pitchFamily="50" charset="-128"/>
              </a:rPr>
              <a:t>ゲートウェイ</a:t>
            </a:r>
            <a:endParaRPr lang="en-US" altLang="ja-JP" sz="1000" b="1" dirty="0">
              <a:latin typeface="メイリオ" panose="020B0604030504040204" pitchFamily="50" charset="-128"/>
              <a:ea typeface="メイリオ" panose="020B0604030504040204" pitchFamily="50" charset="-128"/>
            </a:endParaRPr>
          </a:p>
        </p:txBody>
      </p:sp>
      <p:cxnSp>
        <p:nvCxnSpPr>
          <p:cNvPr id="23" name="コネクタ: カギ線 23">
            <a:extLst>
              <a:ext uri="{FF2B5EF4-FFF2-40B4-BE49-F238E27FC236}">
                <a16:creationId xmlns:a16="http://schemas.microsoft.com/office/drawing/2014/main" id="{29A1F84C-3CE4-49F6-8BAC-100B13F60AA1}"/>
              </a:ext>
            </a:extLst>
          </p:cNvPr>
          <p:cNvCxnSpPr>
            <a:cxnSpLocks/>
            <a:stCxn id="21" idx="3"/>
            <a:endCxn id="13" idx="1"/>
          </p:cNvCxnSpPr>
          <p:nvPr/>
        </p:nvCxnSpPr>
        <p:spPr bwMode="auto">
          <a:xfrm>
            <a:off x="2321854" y="4172720"/>
            <a:ext cx="527028" cy="195807"/>
          </a:xfrm>
          <a:prstGeom prst="straightConnector1">
            <a:avLst/>
          </a:prstGeom>
          <a:noFill/>
          <a:ln w="31750" cap="flat" cmpd="sng" algn="ctr">
            <a:solidFill>
              <a:srgbClr val="002060"/>
            </a:solidFill>
            <a:prstDash val="solid"/>
            <a:round/>
            <a:headEnd type="none" w="med" len="med"/>
            <a:tailEnd type="triangle"/>
          </a:ln>
          <a:effectLst/>
        </p:spPr>
      </p:cxnSp>
      <p:cxnSp>
        <p:nvCxnSpPr>
          <p:cNvPr id="24" name="コネクタ: カギ線 23">
            <a:extLst>
              <a:ext uri="{FF2B5EF4-FFF2-40B4-BE49-F238E27FC236}">
                <a16:creationId xmlns:a16="http://schemas.microsoft.com/office/drawing/2014/main" id="{FE7674D5-5B2D-443A-963F-41057215C755}"/>
              </a:ext>
            </a:extLst>
          </p:cNvPr>
          <p:cNvCxnSpPr>
            <a:cxnSpLocks/>
            <a:stCxn id="18" idx="2"/>
            <a:endCxn id="16" idx="3"/>
          </p:cNvCxnSpPr>
          <p:nvPr/>
        </p:nvCxnSpPr>
        <p:spPr bwMode="auto">
          <a:xfrm flipH="1">
            <a:off x="4787207" y="4835447"/>
            <a:ext cx="2270151" cy="367491"/>
          </a:xfrm>
          <a:prstGeom prst="straightConnector1">
            <a:avLst/>
          </a:prstGeom>
          <a:noFill/>
          <a:ln w="31750" cap="flat" cmpd="sng" algn="ctr">
            <a:solidFill>
              <a:srgbClr val="FF0000"/>
            </a:solidFill>
            <a:prstDash val="solid"/>
            <a:round/>
            <a:headEnd type="none" w="med" len="med"/>
            <a:tailEnd type="triangle"/>
          </a:ln>
          <a:effectLst/>
        </p:spPr>
      </p:cxnSp>
      <p:cxnSp>
        <p:nvCxnSpPr>
          <p:cNvPr id="25" name="コネクタ: カギ線 23">
            <a:extLst>
              <a:ext uri="{FF2B5EF4-FFF2-40B4-BE49-F238E27FC236}">
                <a16:creationId xmlns:a16="http://schemas.microsoft.com/office/drawing/2014/main" id="{6203981D-E163-458C-9536-0CC37B69A144}"/>
              </a:ext>
            </a:extLst>
          </p:cNvPr>
          <p:cNvCxnSpPr>
            <a:cxnSpLocks/>
            <a:stCxn id="16" idx="1"/>
          </p:cNvCxnSpPr>
          <p:nvPr/>
        </p:nvCxnSpPr>
        <p:spPr bwMode="auto">
          <a:xfrm flipH="1">
            <a:off x="576398" y="5202938"/>
            <a:ext cx="3681542" cy="26262"/>
          </a:xfrm>
          <a:prstGeom prst="straightConnector1">
            <a:avLst/>
          </a:prstGeom>
          <a:noFill/>
          <a:ln w="31750" cap="flat" cmpd="sng" algn="ctr">
            <a:solidFill>
              <a:srgbClr val="FF0000"/>
            </a:solidFill>
            <a:prstDash val="solid"/>
            <a:round/>
            <a:headEnd type="none" w="med" len="med"/>
            <a:tailEnd type="triangle"/>
          </a:ln>
          <a:effectLst/>
        </p:spPr>
      </p:cxnSp>
    </p:spTree>
    <p:extLst>
      <p:ext uri="{BB962C8B-B14F-4D97-AF65-F5344CB8AC3E}">
        <p14:creationId xmlns:p14="http://schemas.microsoft.com/office/powerpoint/2010/main" val="190971777"/>
      </p:ext>
    </p:extLst>
  </p:cSld>
  <p:clrMapOvr>
    <a:masterClrMapping/>
  </p:clrMapOvr>
  <mc:AlternateContent xmlns:mc="http://schemas.openxmlformats.org/markup-compatibility/2006" xmlns:p14="http://schemas.microsoft.com/office/powerpoint/2010/main">
    <mc:Choice Requires="p14">
      <p:transition spd="slow" p14:dur="2000" advTm="13581"/>
    </mc:Choice>
    <mc:Fallback xmlns="">
      <p:transition spd="slow" advTm="13581"/>
    </mc:Fallback>
  </mc:AlternateContent>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タイトル 1">
            <a:extLst>
              <a:ext uri="{FF2B5EF4-FFF2-40B4-BE49-F238E27FC236}">
                <a16:creationId xmlns:a16="http://schemas.microsoft.com/office/drawing/2014/main" id="{48F80BE1-D063-4240-BFC7-C8D243720250}"/>
              </a:ext>
            </a:extLst>
          </p:cNvPr>
          <p:cNvSpPr txBox="1">
            <a:spLocks/>
          </p:cNvSpPr>
          <p:nvPr/>
        </p:nvSpPr>
        <p:spPr bwMode="auto">
          <a:xfrm>
            <a:off x="631222" y="201863"/>
            <a:ext cx="8642258" cy="50208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rtl="0" fontAlgn="base">
              <a:lnSpc>
                <a:spcPct val="90000"/>
              </a:lnSpc>
              <a:spcBef>
                <a:spcPct val="0"/>
              </a:spcBef>
              <a:spcAft>
                <a:spcPct val="0"/>
              </a:spcAft>
              <a:defRPr kumimoji="1" sz="2000">
                <a:solidFill>
                  <a:schemeClr val="tx2"/>
                </a:solidFill>
                <a:latin typeface="游明朝" panose="02020400000000000000" pitchFamily="18" charset="-128"/>
                <a:ea typeface="游明朝" panose="02020400000000000000" pitchFamily="18" charset="-128"/>
                <a:cs typeface="+mj-cs"/>
              </a:defRPr>
            </a:lvl1pPr>
            <a:lvl2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2pPr>
            <a:lvl3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3pPr>
            <a:lvl4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4pPr>
            <a:lvl5pPr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5pPr>
            <a:lvl6pPr marL="4572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6pPr>
            <a:lvl7pPr marL="9144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7pPr>
            <a:lvl8pPr marL="13716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8pPr>
            <a:lvl9pPr marL="1828800" algn="ctr" rtl="0" fontAlgn="base">
              <a:lnSpc>
                <a:spcPct val="90000"/>
              </a:lnSpc>
              <a:spcBef>
                <a:spcPct val="0"/>
              </a:spcBef>
              <a:spcAft>
                <a:spcPct val="0"/>
              </a:spcAft>
              <a:defRPr kumimoji="1" sz="2000">
                <a:solidFill>
                  <a:schemeClr val="tx2"/>
                </a:solidFill>
                <a:latin typeface="ＭＳ Ｐゴシック" pitchFamily="50" charset="-128"/>
                <a:ea typeface="ＭＳ Ｐゴシック" pitchFamily="50" charset="-128"/>
              </a:defRPr>
            </a:lvl9pPr>
          </a:lstStyle>
          <a:p>
            <a:pPr algn="l"/>
            <a:r>
              <a:rPr lang="en-US" altLang="ja-JP" sz="3000" dirty="0">
                <a:latin typeface="メイリオ" panose="020B0604030504040204" pitchFamily="50" charset="-128"/>
                <a:ea typeface="メイリオ" panose="020B0604030504040204" pitchFamily="50" charset="-128"/>
              </a:rPr>
              <a:t>NAT</a:t>
            </a:r>
            <a:r>
              <a:rPr lang="ja-JP" altLang="en-US" sz="3000" dirty="0">
                <a:latin typeface="メイリオ" panose="020B0604030504040204" pitchFamily="50" charset="-128"/>
                <a:ea typeface="メイリオ" panose="020B0604030504040204" pitchFamily="50" charset="-128"/>
              </a:rPr>
              <a:t>ゲートウェイの設置</a:t>
            </a:r>
          </a:p>
        </p:txBody>
      </p:sp>
      <p:sp>
        <p:nvSpPr>
          <p:cNvPr id="2" name="コンテンツ プレースホルダー 2">
            <a:extLst>
              <a:ext uri="{FF2B5EF4-FFF2-40B4-BE49-F238E27FC236}">
                <a16:creationId xmlns:a16="http://schemas.microsoft.com/office/drawing/2014/main" id="{FDC11051-22C8-4440-9498-E0A1A3C851DA}"/>
              </a:ext>
            </a:extLst>
          </p:cNvPr>
          <p:cNvSpPr txBox="1">
            <a:spLocks/>
          </p:cNvSpPr>
          <p:nvPr/>
        </p:nvSpPr>
        <p:spPr>
          <a:xfrm>
            <a:off x="631222" y="799401"/>
            <a:ext cx="8858282" cy="325343"/>
          </a:xfrm>
          <a:prstGeom prst="rect">
            <a:avLst/>
          </a:prstGeom>
        </p:spPr>
        <p:txBody>
          <a:bodyPr vert="horz" lIns="74295" tIns="37148" rIns="74295" bIns="37148" rtlCol="0">
            <a:noAutofit/>
          </a:bodyPr>
          <a:lstStyle>
            <a:lvl1pPr marL="228600" indent="-228600" algn="l" defTabSz="914400" rtl="0" eaLnBrk="1" latinLnBrk="0" hangingPunct="1">
              <a:lnSpc>
                <a:spcPct val="90000"/>
              </a:lnSpc>
              <a:spcBef>
                <a:spcPts val="1000"/>
              </a:spcBef>
              <a:buFont typeface="Wingdings 2" pitchFamily="18" charset="2"/>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2" pitchFamily="18" charset="2"/>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2" pitchFamily="18" charset="2"/>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5pPr>
            <a:lvl6pPr marL="25146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6pPr>
            <a:lvl7pPr marL="29718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7pPr>
            <a:lvl8pPr marL="34290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8pPr>
            <a:lvl9pPr marL="38862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9pPr>
          </a:lstStyle>
          <a:p>
            <a:pPr marL="0" indent="0">
              <a:buNone/>
            </a:pPr>
            <a:r>
              <a:rPr lang="en-US" altLang="ja-JP" sz="2400" dirty="0">
                <a:solidFill>
                  <a:srgbClr val="002060"/>
                </a:solidFill>
                <a:latin typeface="メイリオ" panose="020B0604030504040204" pitchFamily="50" charset="-128"/>
                <a:ea typeface="メイリオ" panose="020B0604030504040204" pitchFamily="50" charset="-128"/>
              </a:rPr>
              <a:t>RDS</a:t>
            </a:r>
            <a:r>
              <a:rPr lang="ja-JP" altLang="en-US" sz="2400" dirty="0">
                <a:solidFill>
                  <a:srgbClr val="002060"/>
                </a:solidFill>
                <a:latin typeface="メイリオ" panose="020B0604030504040204" pitchFamily="50" charset="-128"/>
                <a:ea typeface="メイリオ" panose="020B0604030504040204" pitchFamily="50" charset="-128"/>
              </a:rPr>
              <a:t>のソフトウェア設定などはマネージド型で提供されており、</a:t>
            </a:r>
            <a:r>
              <a:rPr lang="en-US" altLang="ja-JP" sz="2400" dirty="0">
                <a:solidFill>
                  <a:srgbClr val="002060"/>
                </a:solidFill>
                <a:latin typeface="メイリオ" panose="020B0604030504040204" pitchFamily="50" charset="-128"/>
                <a:ea typeface="メイリオ" panose="020B0604030504040204" pitchFamily="50" charset="-128"/>
              </a:rPr>
              <a:t>NAT</a:t>
            </a:r>
            <a:r>
              <a:rPr lang="ja-JP" altLang="en-US" sz="2400" dirty="0">
                <a:solidFill>
                  <a:srgbClr val="002060"/>
                </a:solidFill>
                <a:latin typeface="メイリオ" panose="020B0604030504040204" pitchFamily="50" charset="-128"/>
                <a:ea typeface="メイリオ" panose="020B0604030504040204" pitchFamily="50" charset="-128"/>
              </a:rPr>
              <a:t>ゲートウェイが必要ない</a:t>
            </a:r>
            <a:endParaRPr lang="en-US" altLang="ja-JP" sz="2400" dirty="0">
              <a:solidFill>
                <a:srgbClr val="002060"/>
              </a:solidFill>
              <a:latin typeface="メイリオ" panose="020B0604030504040204" pitchFamily="50" charset="-128"/>
              <a:ea typeface="メイリオ" panose="020B0604030504040204" pitchFamily="50" charset="-128"/>
            </a:endParaRPr>
          </a:p>
        </p:txBody>
      </p:sp>
      <p:sp>
        <p:nvSpPr>
          <p:cNvPr id="4" name="四角形: 角を丸くする 3">
            <a:extLst>
              <a:ext uri="{FF2B5EF4-FFF2-40B4-BE49-F238E27FC236}">
                <a16:creationId xmlns:a16="http://schemas.microsoft.com/office/drawing/2014/main" id="{B6BBECBC-F0C3-4F90-9197-4953694C5AA0}"/>
              </a:ext>
            </a:extLst>
          </p:cNvPr>
          <p:cNvSpPr/>
          <p:nvPr/>
        </p:nvSpPr>
        <p:spPr bwMode="auto">
          <a:xfrm>
            <a:off x="1120690" y="2173414"/>
            <a:ext cx="8208912" cy="3929830"/>
          </a:xfrm>
          <a:prstGeom prst="roundRect">
            <a:avLst/>
          </a:prstGeom>
          <a:solidFill>
            <a:schemeClr val="bg1"/>
          </a:solidFill>
          <a:ln w="12700" cap="flat" cmpd="sng" algn="ctr">
            <a:solidFill>
              <a:srgbClr val="F0861E"/>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ja-JP" altLang="en-US" sz="1400" b="0" i="0" u="none" strike="noStrike" cap="none" normalizeH="0" baseline="0">
              <a:ln>
                <a:noFill/>
              </a:ln>
              <a:solidFill>
                <a:schemeClr val="tx1"/>
              </a:solidFill>
              <a:effectLst/>
              <a:latin typeface="ＭＳ Ｐゴシック" pitchFamily="50" charset="-128"/>
              <a:ea typeface="ＭＳ Ｐゴシック" pitchFamily="50" charset="-128"/>
            </a:endParaRPr>
          </a:p>
        </p:txBody>
      </p:sp>
      <p:sp>
        <p:nvSpPr>
          <p:cNvPr id="5" name="正方形/長方形 29">
            <a:extLst>
              <a:ext uri="{FF2B5EF4-FFF2-40B4-BE49-F238E27FC236}">
                <a16:creationId xmlns:a16="http://schemas.microsoft.com/office/drawing/2014/main" id="{380145E7-2068-4278-ABBA-EEDFC14F60AD}"/>
              </a:ext>
            </a:extLst>
          </p:cNvPr>
          <p:cNvSpPr/>
          <p:nvPr/>
        </p:nvSpPr>
        <p:spPr bwMode="auto">
          <a:xfrm>
            <a:off x="5408276" y="2645287"/>
            <a:ext cx="3256634" cy="3200535"/>
          </a:xfrm>
          <a:prstGeom prst="rect">
            <a:avLst/>
          </a:prstGeom>
          <a:solidFill>
            <a:srgbClr val="FFC000"/>
          </a:solidFill>
          <a:ln w="12700" cap="flat" cmpd="sng" algn="ctr">
            <a:no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altLang="ja-JP" sz="1400" b="1" dirty="0">
                <a:solidFill>
                  <a:schemeClr val="bg1"/>
                </a:solidFill>
                <a:latin typeface="メイリオ" panose="020B0604030504040204" pitchFamily="50" charset="-128"/>
                <a:ea typeface="メイリオ" panose="020B0604030504040204" pitchFamily="50" charset="-128"/>
              </a:rPr>
              <a:t>AZ</a:t>
            </a:r>
            <a:endParaRPr kumimoji="1" lang="ja-JP" altLang="en-US" sz="1400" b="1"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endParaRPr>
          </a:p>
        </p:txBody>
      </p:sp>
      <p:sp>
        <p:nvSpPr>
          <p:cNvPr id="6" name="正方形/長方形 1">
            <a:extLst>
              <a:ext uri="{FF2B5EF4-FFF2-40B4-BE49-F238E27FC236}">
                <a16:creationId xmlns:a16="http://schemas.microsoft.com/office/drawing/2014/main" id="{C7407E62-A38F-4DDF-8097-1EFFEE103B21}"/>
              </a:ext>
            </a:extLst>
          </p:cNvPr>
          <p:cNvSpPr/>
          <p:nvPr/>
        </p:nvSpPr>
        <p:spPr bwMode="auto">
          <a:xfrm>
            <a:off x="832658" y="2111558"/>
            <a:ext cx="8640960" cy="4094304"/>
          </a:xfrm>
          <a:prstGeom prst="rect">
            <a:avLst/>
          </a:prstGeom>
          <a:noFill/>
          <a:ln w="12700" cap="flat" cmpd="sng" algn="ctr">
            <a:solidFill>
              <a:schemeClr val="tx1"/>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ja-JP" altLang="en-US" sz="1600" b="0" i="0" u="none" strike="noStrike" cap="none" normalizeH="0" baseline="0">
              <a:ln>
                <a:noFill/>
              </a:ln>
              <a:solidFill>
                <a:schemeClr val="tx1"/>
              </a:solidFill>
              <a:effectLst/>
              <a:latin typeface="ＭＳ Ｐゴシック" pitchFamily="50" charset="-128"/>
              <a:ea typeface="ＭＳ Ｐゴシック" pitchFamily="50" charset="-128"/>
            </a:endParaRPr>
          </a:p>
        </p:txBody>
      </p:sp>
      <p:sp>
        <p:nvSpPr>
          <p:cNvPr id="7" name="正方形/長方形 5">
            <a:extLst>
              <a:ext uri="{FF2B5EF4-FFF2-40B4-BE49-F238E27FC236}">
                <a16:creationId xmlns:a16="http://schemas.microsoft.com/office/drawing/2014/main" id="{A9656B5A-3AD3-4EAF-AE62-1CFFA8642B51}"/>
              </a:ext>
            </a:extLst>
          </p:cNvPr>
          <p:cNvSpPr/>
          <p:nvPr/>
        </p:nvSpPr>
        <p:spPr bwMode="auto">
          <a:xfrm>
            <a:off x="1665887" y="2645287"/>
            <a:ext cx="3256634" cy="3200535"/>
          </a:xfrm>
          <a:prstGeom prst="rect">
            <a:avLst/>
          </a:prstGeom>
          <a:solidFill>
            <a:srgbClr val="FFC000"/>
          </a:solidFill>
          <a:ln w="12700" cap="flat" cmpd="sng" algn="ctr">
            <a:no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altLang="ja-JP" sz="1400" b="1" dirty="0">
                <a:solidFill>
                  <a:schemeClr val="bg1"/>
                </a:solidFill>
                <a:latin typeface="メイリオ" panose="020B0604030504040204" pitchFamily="50" charset="-128"/>
                <a:ea typeface="メイリオ" panose="020B0604030504040204" pitchFamily="50" charset="-128"/>
              </a:rPr>
              <a:t>AZ</a:t>
            </a:r>
            <a:endParaRPr kumimoji="1" lang="ja-JP" altLang="en-US" sz="1400" b="1"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endParaRPr>
          </a:p>
        </p:txBody>
      </p:sp>
      <p:pic>
        <p:nvPicPr>
          <p:cNvPr id="8" name="Picture 2" descr="ãVPC ã¢ã¤ã³ã³ãã®ç»åæ¤ç´¢çµæ">
            <a:extLst>
              <a:ext uri="{FF2B5EF4-FFF2-40B4-BE49-F238E27FC236}">
                <a16:creationId xmlns:a16="http://schemas.microsoft.com/office/drawing/2014/main" id="{B291ADDB-308E-42E2-BC25-FEC7E03AD7D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41441" y="1772816"/>
            <a:ext cx="838961" cy="832646"/>
          </a:xfrm>
          <a:prstGeom prst="rect">
            <a:avLst/>
          </a:prstGeom>
          <a:noFill/>
          <a:extLst>
            <a:ext uri="{909E8E84-426E-40DD-AFC4-6F175D3DCCD1}">
              <a14:hiddenFill xmlns:a14="http://schemas.microsoft.com/office/drawing/2010/main">
                <a:solidFill>
                  <a:srgbClr val="FFFFFF"/>
                </a:solidFill>
              </a14:hiddenFill>
            </a:ext>
          </a:extLst>
        </p:spPr>
      </p:pic>
      <p:sp>
        <p:nvSpPr>
          <p:cNvPr id="9" name="コンテンツ プレースホルダー 2">
            <a:extLst>
              <a:ext uri="{FF2B5EF4-FFF2-40B4-BE49-F238E27FC236}">
                <a16:creationId xmlns:a16="http://schemas.microsoft.com/office/drawing/2014/main" id="{68B072E9-EE13-4AAA-97F1-E9EF72D5FE70}"/>
              </a:ext>
            </a:extLst>
          </p:cNvPr>
          <p:cNvSpPr txBox="1">
            <a:spLocks/>
          </p:cNvSpPr>
          <p:nvPr/>
        </p:nvSpPr>
        <p:spPr>
          <a:xfrm>
            <a:off x="2056794" y="2219406"/>
            <a:ext cx="2033449" cy="289386"/>
          </a:xfrm>
          <a:prstGeom prst="rect">
            <a:avLst/>
          </a:prstGeom>
        </p:spPr>
        <p:txBody>
          <a:bodyPr vert="horz" lIns="74295" tIns="37148" rIns="74295" bIns="37148" rtlCol="0">
            <a:noAutofit/>
          </a:bodyPr>
          <a:lstStyle>
            <a:lvl1pPr marL="228600" indent="-228600" algn="l" defTabSz="914400" rtl="0" eaLnBrk="1" latinLnBrk="0" hangingPunct="1">
              <a:lnSpc>
                <a:spcPct val="90000"/>
              </a:lnSpc>
              <a:spcBef>
                <a:spcPts val="1000"/>
              </a:spcBef>
              <a:buFont typeface="Wingdings 2" pitchFamily="18" charset="2"/>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2" pitchFamily="18" charset="2"/>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2" pitchFamily="18" charset="2"/>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5pPr>
            <a:lvl6pPr marL="25146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6pPr>
            <a:lvl7pPr marL="29718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7pPr>
            <a:lvl8pPr marL="34290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8pPr>
            <a:lvl9pPr marL="38862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9pPr>
          </a:lstStyle>
          <a:p>
            <a:pPr marL="0" indent="0">
              <a:buNone/>
            </a:pPr>
            <a:r>
              <a:rPr lang="en-US" altLang="ja-JP" sz="1400" dirty="0">
                <a:solidFill>
                  <a:srgbClr val="FF0000"/>
                </a:solidFill>
                <a:latin typeface="メイリオ" panose="020B0604030504040204" pitchFamily="50" charset="-128"/>
                <a:ea typeface="メイリオ" panose="020B0604030504040204" pitchFamily="50" charset="-128"/>
              </a:rPr>
              <a:t>10.0.0.0/16</a:t>
            </a:r>
          </a:p>
        </p:txBody>
      </p:sp>
      <p:pic>
        <p:nvPicPr>
          <p:cNvPr id="10" name="図 12">
            <a:extLst>
              <a:ext uri="{FF2B5EF4-FFF2-40B4-BE49-F238E27FC236}">
                <a16:creationId xmlns:a16="http://schemas.microsoft.com/office/drawing/2014/main" id="{BF094C34-CCEA-4ABF-B4D5-16E9B3EF749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88504" y="3886770"/>
            <a:ext cx="529267" cy="550699"/>
          </a:xfrm>
          <a:prstGeom prst="rect">
            <a:avLst/>
          </a:prstGeom>
        </p:spPr>
      </p:pic>
      <p:sp>
        <p:nvSpPr>
          <p:cNvPr id="11" name="四角形: 角を丸くする 32">
            <a:extLst>
              <a:ext uri="{FF2B5EF4-FFF2-40B4-BE49-F238E27FC236}">
                <a16:creationId xmlns:a16="http://schemas.microsoft.com/office/drawing/2014/main" id="{F1AC2391-58D7-4D1C-8507-3CC02DEC75CE}"/>
              </a:ext>
            </a:extLst>
          </p:cNvPr>
          <p:cNvSpPr/>
          <p:nvPr/>
        </p:nvSpPr>
        <p:spPr bwMode="auto">
          <a:xfrm>
            <a:off x="2056794" y="2960592"/>
            <a:ext cx="2387812" cy="2669206"/>
          </a:xfrm>
          <a:prstGeom prst="roundRect">
            <a:avLst/>
          </a:prstGeom>
          <a:solidFill>
            <a:schemeClr val="bg1"/>
          </a:solidFill>
          <a:ln w="12700" cap="flat" cmpd="sng" algn="ctr">
            <a:solidFill>
              <a:srgbClr val="F0861E"/>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lang="ja-JP" altLang="en-US" sz="1400" b="1" dirty="0">
                <a:latin typeface="メイリオ" panose="020B0604030504040204" pitchFamily="50" charset="-128"/>
                <a:ea typeface="メイリオ" panose="020B0604030504040204" pitchFamily="50" charset="-128"/>
              </a:rPr>
              <a:t>パブリック</a:t>
            </a:r>
            <a:r>
              <a:rPr kumimoji="1" lang="ja-JP" altLang="en-US" sz="1400" b="1"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rPr>
              <a:t>サブネット</a:t>
            </a:r>
            <a:r>
              <a:rPr kumimoji="1" lang="en-US" altLang="ja-JP" sz="1400" b="0"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rPr>
              <a:t>10.0</a:t>
            </a:r>
            <a:r>
              <a:rPr lang="en-US" altLang="ja-JP" sz="1400" dirty="0">
                <a:solidFill>
                  <a:srgbClr val="FF0000"/>
                </a:solidFill>
                <a:latin typeface="メイリオ" panose="020B0604030504040204" pitchFamily="50" charset="-128"/>
                <a:ea typeface="メイリオ" panose="020B0604030504040204" pitchFamily="50" charset="-128"/>
              </a:rPr>
              <a:t>.0</a:t>
            </a:r>
            <a:r>
              <a:rPr kumimoji="1" lang="en-US" altLang="ja-JP" sz="1400" b="0"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rPr>
              <a:t>.0</a:t>
            </a:r>
            <a:r>
              <a:rPr lang="en-US" altLang="ja-JP" sz="1400" dirty="0">
                <a:solidFill>
                  <a:srgbClr val="FF0000"/>
                </a:solidFill>
                <a:latin typeface="メイリオ" panose="020B0604030504040204" pitchFamily="50" charset="-128"/>
                <a:ea typeface="メイリオ" panose="020B0604030504040204" pitchFamily="50" charset="-128"/>
              </a:rPr>
              <a:t>/24	</a:t>
            </a:r>
            <a:endParaRPr kumimoji="1" lang="ja-JP" altLang="en-US" sz="1400" b="0"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endParaRPr>
          </a:p>
        </p:txBody>
      </p:sp>
      <p:sp>
        <p:nvSpPr>
          <p:cNvPr id="12" name="四角形: 角を丸くする 35">
            <a:extLst>
              <a:ext uri="{FF2B5EF4-FFF2-40B4-BE49-F238E27FC236}">
                <a16:creationId xmlns:a16="http://schemas.microsoft.com/office/drawing/2014/main" id="{F6AE4213-92F9-4A27-8832-D40CA75AF1E5}"/>
              </a:ext>
            </a:extLst>
          </p:cNvPr>
          <p:cNvSpPr/>
          <p:nvPr/>
        </p:nvSpPr>
        <p:spPr bwMode="auto">
          <a:xfrm>
            <a:off x="5861670" y="2960592"/>
            <a:ext cx="2387812" cy="2669206"/>
          </a:xfrm>
          <a:prstGeom prst="roundRect">
            <a:avLst/>
          </a:prstGeom>
          <a:solidFill>
            <a:schemeClr val="bg1"/>
          </a:solidFill>
          <a:ln w="12700" cap="flat" cmpd="sng" algn="ctr">
            <a:solidFill>
              <a:srgbClr val="F0861E"/>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lang="ja-JP" altLang="en-US" sz="1400" b="1" dirty="0">
                <a:latin typeface="メイリオ" panose="020B0604030504040204" pitchFamily="50" charset="-128"/>
                <a:ea typeface="メイリオ" panose="020B0604030504040204" pitchFamily="50" charset="-128"/>
              </a:rPr>
              <a:t>プライベート</a:t>
            </a:r>
            <a:r>
              <a:rPr kumimoji="1" lang="ja-JP" altLang="en-US" sz="1400" b="1"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rPr>
              <a:t>サブネット　　　</a:t>
            </a:r>
            <a:endParaRPr kumimoji="1" lang="en-US" altLang="ja-JP" sz="1400" b="1"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endParaRPr>
          </a:p>
          <a:p>
            <a:pPr marL="0" marR="0" indent="0" defTabSz="914400" rtl="0" eaLnBrk="1" fontAlgn="base" latinLnBrk="0" hangingPunct="1">
              <a:lnSpc>
                <a:spcPct val="100000"/>
              </a:lnSpc>
              <a:spcBef>
                <a:spcPct val="0"/>
              </a:spcBef>
              <a:spcAft>
                <a:spcPct val="0"/>
              </a:spcAft>
              <a:buClrTx/>
              <a:buSzTx/>
              <a:buFontTx/>
              <a:buNone/>
              <a:tabLst/>
            </a:pPr>
            <a:r>
              <a:rPr lang="ja-JP" altLang="en-US" sz="1400" b="1" dirty="0">
                <a:latin typeface="メイリオ" panose="020B0604030504040204" pitchFamily="50" charset="-128"/>
                <a:ea typeface="メイリオ" panose="020B0604030504040204" pitchFamily="50" charset="-128"/>
              </a:rPr>
              <a:t>　</a:t>
            </a:r>
            <a:r>
              <a:rPr kumimoji="1" lang="en-US" altLang="ja-JP" sz="1400" b="0"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rPr>
              <a:t>10.0</a:t>
            </a:r>
            <a:r>
              <a:rPr lang="en-US" altLang="ja-JP" sz="1400" dirty="0">
                <a:solidFill>
                  <a:srgbClr val="FF0000"/>
                </a:solidFill>
                <a:latin typeface="メイリオ" panose="020B0604030504040204" pitchFamily="50" charset="-128"/>
                <a:ea typeface="メイリオ" panose="020B0604030504040204" pitchFamily="50" charset="-128"/>
              </a:rPr>
              <a:t>.1</a:t>
            </a:r>
            <a:r>
              <a:rPr kumimoji="1" lang="en-US" altLang="ja-JP" sz="1400" b="0" i="0" u="none" strike="noStrike" cap="none" normalizeH="0" baseline="0" dirty="0">
                <a:ln>
                  <a:noFill/>
                </a:ln>
                <a:solidFill>
                  <a:srgbClr val="FF0000"/>
                </a:solidFill>
                <a:effectLst/>
                <a:latin typeface="メイリオ" panose="020B0604030504040204" pitchFamily="50" charset="-128"/>
                <a:ea typeface="メイリオ" panose="020B0604030504040204" pitchFamily="50" charset="-128"/>
              </a:rPr>
              <a:t>.0</a:t>
            </a:r>
            <a:r>
              <a:rPr lang="en-US" altLang="ja-JP" sz="1400" dirty="0">
                <a:solidFill>
                  <a:srgbClr val="FF0000"/>
                </a:solidFill>
                <a:latin typeface="メイリオ" panose="020B0604030504040204" pitchFamily="50" charset="-128"/>
                <a:ea typeface="メイリオ" panose="020B0604030504040204" pitchFamily="50" charset="-128"/>
              </a:rPr>
              <a:t>/24</a:t>
            </a:r>
          </a:p>
          <a:p>
            <a:pPr marL="0" marR="0" indent="0" defTabSz="914400" rtl="0" eaLnBrk="1" fontAlgn="base" latinLnBrk="0" hangingPunct="1">
              <a:lnSpc>
                <a:spcPct val="100000"/>
              </a:lnSpc>
              <a:spcBef>
                <a:spcPct val="0"/>
              </a:spcBef>
              <a:spcAft>
                <a:spcPct val="0"/>
              </a:spcAft>
              <a:buClrTx/>
              <a:buSzTx/>
              <a:buFontTx/>
              <a:buNone/>
              <a:tabLst/>
            </a:pPr>
            <a:endParaRPr lang="en-US" altLang="ja-JP" sz="1400" dirty="0">
              <a:solidFill>
                <a:srgbClr val="FF0000"/>
              </a:solidFill>
              <a:latin typeface="メイリオ" panose="020B0604030504040204" pitchFamily="50" charset="-128"/>
              <a:ea typeface="メイリオ" panose="020B0604030504040204" pitchFamily="50" charset="-128"/>
            </a:endParaRPr>
          </a:p>
          <a:p>
            <a:pPr marL="0" marR="0" indent="0" defTabSz="914400" rtl="0" eaLnBrk="1" fontAlgn="base" latinLnBrk="0" hangingPunct="1">
              <a:lnSpc>
                <a:spcPct val="100000"/>
              </a:lnSpc>
              <a:spcBef>
                <a:spcPct val="0"/>
              </a:spcBef>
              <a:spcAft>
                <a:spcPct val="0"/>
              </a:spcAft>
              <a:buClrTx/>
              <a:buSzTx/>
              <a:buFontTx/>
              <a:buNone/>
              <a:tabLst/>
            </a:pPr>
            <a:endParaRPr lang="en-US" altLang="ja-JP" sz="1400" dirty="0">
              <a:solidFill>
                <a:srgbClr val="FF0000"/>
              </a:solidFill>
              <a:latin typeface="メイリオ" panose="020B0604030504040204" pitchFamily="50" charset="-128"/>
              <a:ea typeface="メイリオ" panose="020B0604030504040204" pitchFamily="50" charset="-128"/>
            </a:endParaRPr>
          </a:p>
          <a:p>
            <a:pPr marL="0" marR="0" indent="0" defTabSz="914400" rtl="0" eaLnBrk="1" fontAlgn="base" latinLnBrk="0" hangingPunct="1">
              <a:lnSpc>
                <a:spcPct val="100000"/>
              </a:lnSpc>
              <a:spcBef>
                <a:spcPct val="0"/>
              </a:spcBef>
              <a:spcAft>
                <a:spcPct val="0"/>
              </a:spcAft>
              <a:buClrTx/>
              <a:buSzTx/>
              <a:buFontTx/>
              <a:buNone/>
              <a:tabLst/>
            </a:pPr>
            <a:endParaRPr lang="en-US" altLang="ja-JP" sz="1400" dirty="0">
              <a:solidFill>
                <a:srgbClr val="FF0000"/>
              </a:solidFill>
              <a:latin typeface="メイリオ" panose="020B0604030504040204" pitchFamily="50" charset="-128"/>
              <a:ea typeface="メイリオ" panose="020B0604030504040204" pitchFamily="50" charset="-128"/>
            </a:endParaRPr>
          </a:p>
        </p:txBody>
      </p:sp>
      <p:pic>
        <p:nvPicPr>
          <p:cNvPr id="13" name="図 36" descr="音楽 が含まれている画像&#10;&#10;自動的に生成された説明">
            <a:extLst>
              <a:ext uri="{FF2B5EF4-FFF2-40B4-BE49-F238E27FC236}">
                <a16:creationId xmlns:a16="http://schemas.microsoft.com/office/drawing/2014/main" id="{A513653E-3D55-4057-B4F3-7E4CC6FC5D2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848882" y="3901606"/>
            <a:ext cx="784103" cy="933841"/>
          </a:xfrm>
          <a:prstGeom prst="rect">
            <a:avLst/>
          </a:prstGeom>
        </p:spPr>
      </p:pic>
      <p:sp>
        <p:nvSpPr>
          <p:cNvPr id="14" name="テキスト ボックス 37">
            <a:extLst>
              <a:ext uri="{FF2B5EF4-FFF2-40B4-BE49-F238E27FC236}">
                <a16:creationId xmlns:a16="http://schemas.microsoft.com/office/drawing/2014/main" id="{D0D22570-C7BC-4B59-8777-117A23D33198}"/>
              </a:ext>
            </a:extLst>
          </p:cNvPr>
          <p:cNvSpPr txBox="1"/>
          <p:nvPr/>
        </p:nvSpPr>
        <p:spPr>
          <a:xfrm>
            <a:off x="2704304" y="4179865"/>
            <a:ext cx="1043266" cy="461665"/>
          </a:xfrm>
          <a:prstGeom prst="rect">
            <a:avLst/>
          </a:prstGeom>
          <a:noFill/>
        </p:spPr>
        <p:txBody>
          <a:bodyPr wrap="square" rtlCol="0">
            <a:spAutoFit/>
          </a:bodyPr>
          <a:lstStyle/>
          <a:p>
            <a:pPr algn="ctr"/>
            <a:r>
              <a:rPr kumimoji="1" lang="en-US" altLang="ja-JP" sz="1200" b="1" dirty="0">
                <a:solidFill>
                  <a:schemeClr val="bg1"/>
                </a:solidFill>
                <a:latin typeface="メイリオ" panose="020B0604030504040204" pitchFamily="50" charset="-128"/>
                <a:ea typeface="メイリオ" panose="020B0604030504040204" pitchFamily="50" charset="-128"/>
              </a:rPr>
              <a:t>WEB</a:t>
            </a:r>
            <a:br>
              <a:rPr kumimoji="1" lang="en-US" altLang="ja-JP" sz="1200" b="1" dirty="0">
                <a:solidFill>
                  <a:schemeClr val="bg1"/>
                </a:solidFill>
                <a:latin typeface="メイリオ" panose="020B0604030504040204" pitchFamily="50" charset="-128"/>
                <a:ea typeface="メイリオ" panose="020B0604030504040204" pitchFamily="50" charset="-128"/>
              </a:rPr>
            </a:br>
            <a:r>
              <a:rPr kumimoji="1" lang="ja-JP" altLang="en-US" sz="1200" b="1" dirty="0">
                <a:solidFill>
                  <a:schemeClr val="bg1"/>
                </a:solidFill>
                <a:latin typeface="メイリオ" panose="020B0604030504040204" pitchFamily="50" charset="-128"/>
                <a:ea typeface="メイリオ" panose="020B0604030504040204" pitchFamily="50" charset="-128"/>
              </a:rPr>
              <a:t>サーバー</a:t>
            </a:r>
            <a:endParaRPr kumimoji="1" lang="en-US" altLang="ja-JP" sz="1200" b="1" dirty="0">
              <a:solidFill>
                <a:schemeClr val="bg1"/>
              </a:solidFill>
              <a:latin typeface="メイリオ" panose="020B0604030504040204" pitchFamily="50" charset="-128"/>
              <a:ea typeface="メイリオ" panose="020B0604030504040204" pitchFamily="50" charset="-128"/>
            </a:endParaRPr>
          </a:p>
        </p:txBody>
      </p:sp>
      <p:cxnSp>
        <p:nvCxnSpPr>
          <p:cNvPr id="15" name="コネクタ: カギ線 23">
            <a:extLst>
              <a:ext uri="{FF2B5EF4-FFF2-40B4-BE49-F238E27FC236}">
                <a16:creationId xmlns:a16="http://schemas.microsoft.com/office/drawing/2014/main" id="{B69B9BA1-4984-4B39-A0BD-E0FEA54ADC97}"/>
              </a:ext>
            </a:extLst>
          </p:cNvPr>
          <p:cNvCxnSpPr>
            <a:cxnSpLocks/>
            <a:stCxn id="13" idx="3"/>
          </p:cNvCxnSpPr>
          <p:nvPr/>
        </p:nvCxnSpPr>
        <p:spPr bwMode="auto">
          <a:xfrm>
            <a:off x="3632985" y="4368527"/>
            <a:ext cx="3032321" cy="0"/>
          </a:xfrm>
          <a:prstGeom prst="straightConnector1">
            <a:avLst/>
          </a:prstGeom>
          <a:noFill/>
          <a:ln w="31750" cap="flat" cmpd="sng" algn="ctr">
            <a:solidFill>
              <a:srgbClr val="002060"/>
            </a:solidFill>
            <a:prstDash val="solid"/>
            <a:round/>
            <a:headEnd type="triangle" w="med" len="med"/>
            <a:tailEnd type="triangle"/>
          </a:ln>
          <a:effectLst/>
        </p:spPr>
      </p:cxnSp>
      <p:cxnSp>
        <p:nvCxnSpPr>
          <p:cNvPr id="20" name="コネクタ: カギ線 23">
            <a:extLst>
              <a:ext uri="{FF2B5EF4-FFF2-40B4-BE49-F238E27FC236}">
                <a16:creationId xmlns:a16="http://schemas.microsoft.com/office/drawing/2014/main" id="{4D971848-1447-4D3C-A451-F6DA553FF68A}"/>
              </a:ext>
            </a:extLst>
          </p:cNvPr>
          <p:cNvCxnSpPr>
            <a:cxnSpLocks/>
            <a:endCxn id="21" idx="1"/>
          </p:cNvCxnSpPr>
          <p:nvPr/>
        </p:nvCxnSpPr>
        <p:spPr bwMode="auto">
          <a:xfrm flipV="1">
            <a:off x="971191" y="4172720"/>
            <a:ext cx="821396" cy="14290"/>
          </a:xfrm>
          <a:prstGeom prst="straightConnector1">
            <a:avLst/>
          </a:prstGeom>
          <a:noFill/>
          <a:ln w="31750" cap="flat" cmpd="sng" algn="ctr">
            <a:solidFill>
              <a:srgbClr val="002060"/>
            </a:solidFill>
            <a:prstDash val="solid"/>
            <a:round/>
            <a:headEnd type="triangle" w="med" len="med"/>
            <a:tailEnd type="triangle"/>
          </a:ln>
          <a:effectLst/>
        </p:spPr>
      </p:cxnSp>
      <p:pic>
        <p:nvPicPr>
          <p:cNvPr id="21" name="図 48">
            <a:extLst>
              <a:ext uri="{FF2B5EF4-FFF2-40B4-BE49-F238E27FC236}">
                <a16:creationId xmlns:a16="http://schemas.microsoft.com/office/drawing/2014/main" id="{84BF133D-DD17-44FA-BF0E-73EFBADE689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792587" y="3901606"/>
            <a:ext cx="529267" cy="542227"/>
          </a:xfrm>
          <a:prstGeom prst="rect">
            <a:avLst/>
          </a:prstGeom>
        </p:spPr>
      </p:pic>
      <p:sp>
        <p:nvSpPr>
          <p:cNvPr id="22" name="テキスト ボックス 50">
            <a:extLst>
              <a:ext uri="{FF2B5EF4-FFF2-40B4-BE49-F238E27FC236}">
                <a16:creationId xmlns:a16="http://schemas.microsoft.com/office/drawing/2014/main" id="{9B5D6832-B4EA-4615-8A37-5C321C6CDE10}"/>
              </a:ext>
            </a:extLst>
          </p:cNvPr>
          <p:cNvSpPr txBox="1"/>
          <p:nvPr/>
        </p:nvSpPr>
        <p:spPr>
          <a:xfrm>
            <a:off x="1560697" y="3597672"/>
            <a:ext cx="1082348" cy="400110"/>
          </a:xfrm>
          <a:prstGeom prst="rect">
            <a:avLst/>
          </a:prstGeom>
          <a:noFill/>
        </p:spPr>
        <p:txBody>
          <a:bodyPr wrap="none" rtlCol="0">
            <a:spAutoFit/>
          </a:bodyPr>
          <a:lstStyle/>
          <a:p>
            <a:pPr algn="ctr"/>
            <a:r>
              <a:rPr kumimoji="1" lang="ja-JP" altLang="en-US" sz="1000" b="1" dirty="0">
                <a:latin typeface="メイリオ" panose="020B0604030504040204" pitchFamily="50" charset="-128"/>
                <a:ea typeface="メイリオ" panose="020B0604030504040204" pitchFamily="50" charset="-128"/>
              </a:rPr>
              <a:t>インターネット</a:t>
            </a:r>
            <a:endParaRPr kumimoji="1" lang="en-US" altLang="ja-JP" sz="1000" b="1" dirty="0">
              <a:latin typeface="メイリオ" panose="020B0604030504040204" pitchFamily="50" charset="-128"/>
              <a:ea typeface="メイリオ" panose="020B0604030504040204" pitchFamily="50" charset="-128"/>
            </a:endParaRPr>
          </a:p>
          <a:p>
            <a:pPr algn="ctr"/>
            <a:r>
              <a:rPr kumimoji="1" lang="ja-JP" altLang="en-US" sz="1000" b="1" dirty="0">
                <a:latin typeface="メイリオ" panose="020B0604030504040204" pitchFamily="50" charset="-128"/>
                <a:ea typeface="メイリオ" panose="020B0604030504040204" pitchFamily="50" charset="-128"/>
              </a:rPr>
              <a:t>ゲートウェイ</a:t>
            </a:r>
            <a:endParaRPr lang="en-US" altLang="ja-JP" sz="1000" b="1" dirty="0">
              <a:latin typeface="メイリオ" panose="020B0604030504040204" pitchFamily="50" charset="-128"/>
              <a:ea typeface="メイリオ" panose="020B0604030504040204" pitchFamily="50" charset="-128"/>
            </a:endParaRPr>
          </a:p>
        </p:txBody>
      </p:sp>
      <p:cxnSp>
        <p:nvCxnSpPr>
          <p:cNvPr id="23" name="コネクタ: カギ線 23">
            <a:extLst>
              <a:ext uri="{FF2B5EF4-FFF2-40B4-BE49-F238E27FC236}">
                <a16:creationId xmlns:a16="http://schemas.microsoft.com/office/drawing/2014/main" id="{29A1F84C-3CE4-49F6-8BAC-100B13F60AA1}"/>
              </a:ext>
            </a:extLst>
          </p:cNvPr>
          <p:cNvCxnSpPr>
            <a:cxnSpLocks/>
            <a:stCxn id="21" idx="3"/>
            <a:endCxn id="13" idx="1"/>
          </p:cNvCxnSpPr>
          <p:nvPr/>
        </p:nvCxnSpPr>
        <p:spPr bwMode="auto">
          <a:xfrm>
            <a:off x="2321854" y="4172720"/>
            <a:ext cx="527028" cy="195807"/>
          </a:xfrm>
          <a:prstGeom prst="straightConnector1">
            <a:avLst/>
          </a:prstGeom>
          <a:noFill/>
          <a:ln w="31750" cap="flat" cmpd="sng" algn="ctr">
            <a:solidFill>
              <a:srgbClr val="002060"/>
            </a:solidFill>
            <a:prstDash val="solid"/>
            <a:round/>
            <a:headEnd type="triangle" w="med" len="med"/>
            <a:tailEnd type="triangle"/>
          </a:ln>
          <a:effectLst/>
        </p:spPr>
      </p:cxnSp>
      <p:pic>
        <p:nvPicPr>
          <p:cNvPr id="29" name="Picture 2" descr="Amazon RDS（マネージドリレーショナルデータベース）| AWS">
            <a:extLst>
              <a:ext uri="{FF2B5EF4-FFF2-40B4-BE49-F238E27FC236}">
                <a16:creationId xmlns:a16="http://schemas.microsoft.com/office/drawing/2014/main" id="{0D97A74C-CE86-4D99-813E-34C04CCCA506}"/>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485682" y="3694108"/>
            <a:ext cx="1167833" cy="1167833"/>
          </a:xfrm>
          <a:prstGeom prst="rect">
            <a:avLst/>
          </a:prstGeom>
          <a:noFill/>
          <a:extLst>
            <a:ext uri="{909E8E84-426E-40DD-AFC4-6F175D3DCCD1}">
              <a14:hiddenFill xmlns:a14="http://schemas.microsoft.com/office/drawing/2010/main">
                <a:solidFill>
                  <a:srgbClr val="FFFFFF"/>
                </a:solidFill>
              </a14:hiddenFill>
            </a:ext>
          </a:extLst>
        </p:spPr>
      </p:pic>
      <p:sp>
        <p:nvSpPr>
          <p:cNvPr id="30" name="テキスト ボックス 42">
            <a:extLst>
              <a:ext uri="{FF2B5EF4-FFF2-40B4-BE49-F238E27FC236}">
                <a16:creationId xmlns:a16="http://schemas.microsoft.com/office/drawing/2014/main" id="{A44696CD-79D9-4FA0-BA72-5FD83EA17543}"/>
              </a:ext>
            </a:extLst>
          </p:cNvPr>
          <p:cNvSpPr txBox="1"/>
          <p:nvPr/>
        </p:nvSpPr>
        <p:spPr>
          <a:xfrm>
            <a:off x="6769476" y="4160113"/>
            <a:ext cx="559788" cy="276999"/>
          </a:xfrm>
          <a:prstGeom prst="rect">
            <a:avLst/>
          </a:prstGeom>
          <a:noFill/>
        </p:spPr>
        <p:txBody>
          <a:bodyPr wrap="square" rtlCol="0">
            <a:spAutoFit/>
          </a:bodyPr>
          <a:lstStyle/>
          <a:p>
            <a:pPr algn="ctr"/>
            <a:r>
              <a:rPr kumimoji="1" lang="en-US" altLang="ja-JP" sz="1200" b="1" dirty="0">
                <a:solidFill>
                  <a:schemeClr val="bg1"/>
                </a:solidFill>
                <a:latin typeface="メイリオ" panose="020B0604030504040204" pitchFamily="50" charset="-128"/>
                <a:ea typeface="メイリオ" panose="020B0604030504040204" pitchFamily="50" charset="-128"/>
              </a:rPr>
              <a:t>RDS</a:t>
            </a:r>
          </a:p>
        </p:txBody>
      </p:sp>
    </p:spTree>
    <p:extLst>
      <p:ext uri="{BB962C8B-B14F-4D97-AF65-F5344CB8AC3E}">
        <p14:creationId xmlns:p14="http://schemas.microsoft.com/office/powerpoint/2010/main" val="81091199"/>
      </p:ext>
    </p:extLst>
  </p:cSld>
  <p:clrMapOvr>
    <a:masterClrMapping/>
  </p:clrMapOvr>
  <mc:AlternateContent xmlns:mc="http://schemas.openxmlformats.org/markup-compatibility/2006" xmlns:p14="http://schemas.microsoft.com/office/powerpoint/2010/main">
    <mc:Choice Requires="p14">
      <p:transition spd="slow" p14:dur="2000" advTm="18049"/>
    </mc:Choice>
    <mc:Fallback xmlns="">
      <p:transition spd="slow" advTm="18049"/>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Lst>
</file>

<file path=ppt/theme/theme1.xml><?xml version="1.0" encoding="utf-8"?>
<a:theme xmlns:a="http://schemas.openxmlformats.org/drawingml/2006/main" name="formatJ2005">
  <a:themeElements>
    <a:clrScheme name="formatJ2005 1">
      <a:dk1>
        <a:srgbClr val="000000"/>
      </a:dk1>
      <a:lt1>
        <a:srgbClr val="FFFFFF"/>
      </a:lt1>
      <a:dk2>
        <a:srgbClr val="000000"/>
      </a:dk2>
      <a:lt2>
        <a:srgbClr val="042346"/>
      </a:lt2>
      <a:accent1>
        <a:srgbClr val="FFFFFF"/>
      </a:accent1>
      <a:accent2>
        <a:srgbClr val="C04281"/>
      </a:accent2>
      <a:accent3>
        <a:srgbClr val="FFFFFF"/>
      </a:accent3>
      <a:accent4>
        <a:srgbClr val="000000"/>
      </a:accent4>
      <a:accent5>
        <a:srgbClr val="FFFFFF"/>
      </a:accent5>
      <a:accent6>
        <a:srgbClr val="AE3B74"/>
      </a:accent6>
      <a:hlink>
        <a:srgbClr val="9CC8F8"/>
      </a:hlink>
      <a:folHlink>
        <a:srgbClr val="FFFFCC"/>
      </a:folHlink>
    </a:clrScheme>
    <a:fontScheme name="formatJ2005">
      <a:majorFont>
        <a:latin typeface="ＭＳ Ｐゴシック"/>
        <a:ea typeface="ＭＳ Ｐゴシック"/>
        <a:cs typeface=""/>
      </a:majorFont>
      <a:minorFont>
        <a:latin typeface="ＭＳ Ｐゴシック"/>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12700" cap="flat" cmpd="sng" algn="ctr">
          <a:solidFill>
            <a:schemeClr val="tx1"/>
          </a:solidFill>
          <a:prstDash val="solid"/>
          <a:round/>
          <a:headEnd type="none" w="med" len="med"/>
          <a:tailEnd type="none" w="med" len="med"/>
        </a:ln>
        <a:effectLst/>
      </a:spPr>
      <a:bodyPr vert="horz" wrap="square" lIns="36000" tIns="36000" rIns="36000" bIns="3600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ja-JP" altLang="en-US" sz="1600" b="0" i="0" u="none" strike="noStrike" cap="none" normalizeH="0" baseline="0" smtClean="0">
            <a:ln>
              <a:noFill/>
            </a:ln>
            <a:solidFill>
              <a:schemeClr val="tx1"/>
            </a:solidFill>
            <a:effectLst/>
            <a:latin typeface="ＭＳ Ｐゴシック" pitchFamily="50" charset="-128"/>
            <a:ea typeface="ＭＳ Ｐゴシック" pitchFamily="50" charset="-128"/>
          </a:defRPr>
        </a:defPPr>
      </a:lstStyle>
    </a:spDef>
    <a:lnDef>
      <a:spPr bwMode="auto">
        <a:xfrm>
          <a:off x="0" y="0"/>
          <a:ext cx="1" cy="1"/>
        </a:xfrm>
        <a:custGeom>
          <a:avLst/>
          <a:gdLst/>
          <a:ahLst/>
          <a:cxnLst/>
          <a:rect l="0" t="0" r="0" b="0"/>
          <a:pathLst/>
        </a:custGeom>
        <a:noFill/>
        <a:ln w="12700" cap="flat" cmpd="sng" algn="ctr">
          <a:solidFill>
            <a:schemeClr val="tx1"/>
          </a:solidFill>
          <a:prstDash val="solid"/>
          <a:round/>
          <a:headEnd type="none" w="med" len="med"/>
          <a:tailEnd type="none" w="med" len="med"/>
        </a:ln>
        <a:effectLst/>
      </a:spPr>
      <a:bodyPr vert="horz" wrap="square" lIns="36000" tIns="36000" rIns="36000" bIns="3600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ja-JP" altLang="en-US" sz="1600" b="0" i="0" u="none" strike="noStrike" cap="none" normalizeH="0" baseline="0" smtClean="0">
            <a:ln>
              <a:noFill/>
            </a:ln>
            <a:solidFill>
              <a:schemeClr val="tx1"/>
            </a:solidFill>
            <a:effectLst/>
            <a:latin typeface="ＭＳ Ｐゴシック" pitchFamily="50" charset="-128"/>
            <a:ea typeface="ＭＳ Ｐゴシック" pitchFamily="50" charset="-128"/>
          </a:defRPr>
        </a:defPPr>
      </a:lstStyle>
    </a:lnDef>
  </a:objectDefaults>
  <a:extraClrSchemeLst>
    <a:extraClrScheme>
      <a:clrScheme name="formatJ2005 1">
        <a:dk1>
          <a:srgbClr val="000000"/>
        </a:dk1>
        <a:lt1>
          <a:srgbClr val="FFFFFF"/>
        </a:lt1>
        <a:dk2>
          <a:srgbClr val="000000"/>
        </a:dk2>
        <a:lt2>
          <a:srgbClr val="042346"/>
        </a:lt2>
        <a:accent1>
          <a:srgbClr val="FFFFFF"/>
        </a:accent1>
        <a:accent2>
          <a:srgbClr val="C04281"/>
        </a:accent2>
        <a:accent3>
          <a:srgbClr val="FFFFFF"/>
        </a:accent3>
        <a:accent4>
          <a:srgbClr val="000000"/>
        </a:accent4>
        <a:accent5>
          <a:srgbClr val="FFFFFF"/>
        </a:accent5>
        <a:accent6>
          <a:srgbClr val="AE3B74"/>
        </a:accent6>
        <a:hlink>
          <a:srgbClr val="9CC8F8"/>
        </a:hlink>
        <a:folHlink>
          <a:srgbClr val="FFFFCC"/>
        </a:folHlink>
      </a:clrScheme>
      <a:clrMap bg1="lt1" tx1="dk1" bg2="lt2" tx2="dk2" accent1="accent1" accent2="accent2" accent3="accent3" accent4="accent4" accent5="accent5" accent6="accent6" hlink="hlink" folHlink="folHlink"/>
    </a:extraClrScheme>
    <a:extraClrScheme>
      <a:clrScheme name="formatJ2005 2">
        <a:dk1>
          <a:srgbClr val="000000"/>
        </a:dk1>
        <a:lt1>
          <a:srgbClr val="FFFFFF"/>
        </a:lt1>
        <a:dk2>
          <a:srgbClr val="000000"/>
        </a:dk2>
        <a:lt2>
          <a:srgbClr val="042346"/>
        </a:lt2>
        <a:accent1>
          <a:srgbClr val="FFFFFF"/>
        </a:accent1>
        <a:accent2>
          <a:srgbClr val="5F5F5F"/>
        </a:accent2>
        <a:accent3>
          <a:srgbClr val="FFFFFF"/>
        </a:accent3>
        <a:accent4>
          <a:srgbClr val="000000"/>
        </a:accent4>
        <a:accent5>
          <a:srgbClr val="FFFFFF"/>
        </a:accent5>
        <a:accent6>
          <a:srgbClr val="555555"/>
        </a:accent6>
        <a:hlink>
          <a:srgbClr val="C0C0C0"/>
        </a:hlink>
        <a:folHlink>
          <a:srgbClr val="EAEAEA"/>
        </a:folHlink>
      </a:clrScheme>
      <a:clrMap bg1="lt1" tx1="dk1" bg2="lt2" tx2="dk2" accent1="accent1" accent2="accent2" accent3="accent3" accent4="accent4" accent5="accent5" accent6="accent6" hlink="hlink" folHlink="folHlink"/>
    </a:extraClrScheme>
    <a:extraClrScheme>
      <a:clrScheme name="formatJ2005 3">
        <a:dk1>
          <a:srgbClr val="000000"/>
        </a:dk1>
        <a:lt1>
          <a:srgbClr val="FFFFFF"/>
        </a:lt1>
        <a:dk2>
          <a:srgbClr val="000000"/>
        </a:dk2>
        <a:lt2>
          <a:srgbClr val="042346"/>
        </a:lt2>
        <a:accent1>
          <a:srgbClr val="FFFFFF"/>
        </a:accent1>
        <a:accent2>
          <a:srgbClr val="F60CE0"/>
        </a:accent2>
        <a:accent3>
          <a:srgbClr val="FFFFFF"/>
        </a:accent3>
        <a:accent4>
          <a:srgbClr val="000000"/>
        </a:accent4>
        <a:accent5>
          <a:srgbClr val="FFFFFF"/>
        </a:accent5>
        <a:accent6>
          <a:srgbClr val="DF0ACB"/>
        </a:accent6>
        <a:hlink>
          <a:srgbClr val="A5EAFF"/>
        </a:hlink>
        <a:folHlink>
          <a:srgbClr val="FFFFCC"/>
        </a:folHlink>
      </a:clrScheme>
      <a:clrMap bg1="lt1" tx1="dk1" bg2="lt2" tx2="dk2" accent1="accent1" accent2="accent2" accent3="accent3" accent4="accent4" accent5="accent5" accent6="accent6" hlink="hlink" folHlink="folHlink"/>
    </a:extraClrScheme>
    <a:extraClrScheme>
      <a:clrScheme name="formatJ2005 4">
        <a:dk1>
          <a:srgbClr val="FFFFFF"/>
        </a:dk1>
        <a:lt1>
          <a:srgbClr val="FFFFFF"/>
        </a:lt1>
        <a:dk2>
          <a:srgbClr val="000074"/>
        </a:dk2>
        <a:lt2>
          <a:srgbClr val="FFFF00"/>
        </a:lt2>
        <a:accent1>
          <a:srgbClr val="0000FF"/>
        </a:accent1>
        <a:accent2>
          <a:srgbClr val="FF0000"/>
        </a:accent2>
        <a:accent3>
          <a:srgbClr val="AAAABC"/>
        </a:accent3>
        <a:accent4>
          <a:srgbClr val="DADADA"/>
        </a:accent4>
        <a:accent5>
          <a:srgbClr val="AAAAFF"/>
        </a:accent5>
        <a:accent6>
          <a:srgbClr val="E70000"/>
        </a:accent6>
        <a:hlink>
          <a:srgbClr val="006666"/>
        </a:hlink>
        <a:folHlink>
          <a:srgbClr val="9966FF"/>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SeminarFormat(J)_ver2002Sep">
  <a:themeElements>
    <a:clrScheme name="SeminarFormat(J)_ver2002Sep 4">
      <a:dk1>
        <a:srgbClr val="FFFFFF"/>
      </a:dk1>
      <a:lt1>
        <a:srgbClr val="FFFFFF"/>
      </a:lt1>
      <a:dk2>
        <a:srgbClr val="000074"/>
      </a:dk2>
      <a:lt2>
        <a:srgbClr val="FFFF00"/>
      </a:lt2>
      <a:accent1>
        <a:srgbClr val="0000FF"/>
      </a:accent1>
      <a:accent2>
        <a:srgbClr val="FF0000"/>
      </a:accent2>
      <a:accent3>
        <a:srgbClr val="AAAABC"/>
      </a:accent3>
      <a:accent4>
        <a:srgbClr val="DADADA"/>
      </a:accent4>
      <a:accent5>
        <a:srgbClr val="AAAAFF"/>
      </a:accent5>
      <a:accent6>
        <a:srgbClr val="E70000"/>
      </a:accent6>
      <a:hlink>
        <a:srgbClr val="006666"/>
      </a:hlink>
      <a:folHlink>
        <a:srgbClr val="9966FF"/>
      </a:folHlink>
    </a:clrScheme>
    <a:fontScheme name="SeminarFormat(J)_ver2002Sep">
      <a:majorFont>
        <a:latin typeface="ＭＳ Ｐゴシック"/>
        <a:ea typeface="ＭＳ Ｐゴシック"/>
        <a:cs typeface=""/>
      </a:majorFont>
      <a:minorFont>
        <a:latin typeface="ＭＳ Ｐゴシック"/>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12700" cap="flat" cmpd="sng" algn="ctr">
          <a:solidFill>
            <a:schemeClr val="tx1"/>
          </a:solidFill>
          <a:prstDash val="solid"/>
          <a:round/>
          <a:headEnd type="none" w="med" len="med"/>
          <a:tailEnd type="none" w="med" len="med"/>
        </a:ln>
        <a:effectLst/>
      </a:spPr>
      <a:bodyPr vert="horz" wrap="square" lIns="36000" tIns="36000" rIns="36000" bIns="3600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ja-JP" altLang="en-US" sz="1600" b="0" i="0" u="none" strike="noStrike" cap="none" normalizeH="0" baseline="0" smtClean="0">
            <a:ln>
              <a:noFill/>
            </a:ln>
            <a:solidFill>
              <a:schemeClr val="tx1"/>
            </a:solidFill>
            <a:effectLst/>
            <a:latin typeface="ＭＳ Ｐゴシック" pitchFamily="50" charset="-128"/>
            <a:ea typeface="ＭＳ Ｐゴシック" pitchFamily="50" charset="-128"/>
          </a:defRPr>
        </a:defPPr>
      </a:lstStyle>
    </a:spDef>
    <a:lnDef>
      <a:spPr bwMode="auto">
        <a:xfrm>
          <a:off x="0" y="0"/>
          <a:ext cx="1" cy="1"/>
        </a:xfrm>
        <a:custGeom>
          <a:avLst/>
          <a:gdLst/>
          <a:ahLst/>
          <a:cxnLst/>
          <a:rect l="0" t="0" r="0" b="0"/>
          <a:pathLst/>
        </a:custGeom>
        <a:noFill/>
        <a:ln w="12700" cap="flat" cmpd="sng" algn="ctr">
          <a:solidFill>
            <a:schemeClr val="tx1"/>
          </a:solidFill>
          <a:prstDash val="solid"/>
          <a:round/>
          <a:headEnd type="none" w="med" len="med"/>
          <a:tailEnd type="none" w="med" len="med"/>
        </a:ln>
        <a:effectLst/>
      </a:spPr>
      <a:bodyPr vert="horz" wrap="square" lIns="36000" tIns="36000" rIns="36000" bIns="3600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ja-JP" altLang="en-US" sz="1600" b="0" i="0" u="none" strike="noStrike" cap="none" normalizeH="0" baseline="0" smtClean="0">
            <a:ln>
              <a:noFill/>
            </a:ln>
            <a:solidFill>
              <a:schemeClr val="tx1"/>
            </a:solidFill>
            <a:effectLst/>
            <a:latin typeface="ＭＳ Ｐゴシック" pitchFamily="50" charset="-128"/>
            <a:ea typeface="ＭＳ Ｐゴシック" pitchFamily="50" charset="-128"/>
          </a:defRPr>
        </a:defPPr>
      </a:lstStyle>
    </a:lnDef>
  </a:objectDefaults>
  <a:extraClrSchemeLst>
    <a:extraClrScheme>
      <a:clrScheme name="SeminarFormat(J)_ver2002Sep 1">
        <a:dk1>
          <a:srgbClr val="000066"/>
        </a:dk1>
        <a:lt1>
          <a:srgbClr val="FFFFFF"/>
        </a:lt1>
        <a:dk2>
          <a:srgbClr val="000099"/>
        </a:dk2>
        <a:lt2>
          <a:srgbClr val="FFFF00"/>
        </a:lt2>
        <a:accent1>
          <a:srgbClr val="6666FF"/>
        </a:accent1>
        <a:accent2>
          <a:srgbClr val="FF0000"/>
        </a:accent2>
        <a:accent3>
          <a:srgbClr val="AAAACA"/>
        </a:accent3>
        <a:accent4>
          <a:srgbClr val="DADADA"/>
        </a:accent4>
        <a:accent5>
          <a:srgbClr val="B8B8FF"/>
        </a:accent5>
        <a:accent6>
          <a:srgbClr val="E70000"/>
        </a:accent6>
        <a:hlink>
          <a:srgbClr val="33CCCC"/>
        </a:hlink>
        <a:folHlink>
          <a:srgbClr val="3399FF"/>
        </a:folHlink>
      </a:clrScheme>
      <a:clrMap bg1="dk2" tx1="lt1" bg2="dk1" tx2="lt2" accent1="accent1" accent2="accent2" accent3="accent3" accent4="accent4" accent5="accent5" accent6="accent6" hlink="hlink" folHlink="folHlink"/>
    </a:extraClrScheme>
    <a:extraClrScheme>
      <a:clrScheme name="SeminarFormat(J)_ver2002Sep 2">
        <a:dk1>
          <a:srgbClr val="000066"/>
        </a:dk1>
        <a:lt1>
          <a:srgbClr val="FFFFFF"/>
        </a:lt1>
        <a:dk2>
          <a:srgbClr val="003399"/>
        </a:dk2>
        <a:lt2>
          <a:srgbClr val="FFFF00"/>
        </a:lt2>
        <a:accent1>
          <a:srgbClr val="0099FF"/>
        </a:accent1>
        <a:accent2>
          <a:srgbClr val="FF6600"/>
        </a:accent2>
        <a:accent3>
          <a:srgbClr val="AAADCA"/>
        </a:accent3>
        <a:accent4>
          <a:srgbClr val="DADADA"/>
        </a:accent4>
        <a:accent5>
          <a:srgbClr val="AACAFF"/>
        </a:accent5>
        <a:accent6>
          <a:srgbClr val="E75C00"/>
        </a:accent6>
        <a:hlink>
          <a:srgbClr val="00CC00"/>
        </a:hlink>
        <a:folHlink>
          <a:srgbClr val="9966FF"/>
        </a:folHlink>
      </a:clrScheme>
      <a:clrMap bg1="dk2" tx1="lt1" bg2="dk1" tx2="lt2" accent1="accent1" accent2="accent2" accent3="accent3" accent4="accent4" accent5="accent5" accent6="accent6" hlink="hlink" folHlink="folHlink"/>
    </a:extraClrScheme>
    <a:extraClrScheme>
      <a:clrScheme name="SeminarFormat(J)_ver2002Sep 3">
        <a:dk1>
          <a:srgbClr val="000000"/>
        </a:dk1>
        <a:lt1>
          <a:srgbClr val="FFFFFF"/>
        </a:lt1>
        <a:dk2>
          <a:srgbClr val="000000"/>
        </a:dk2>
        <a:lt2>
          <a:srgbClr val="292929"/>
        </a:lt2>
        <a:accent1>
          <a:srgbClr val="FFFFFF"/>
        </a:accent1>
        <a:accent2>
          <a:srgbClr val="5F5F5F"/>
        </a:accent2>
        <a:accent3>
          <a:srgbClr val="FFFFFF"/>
        </a:accent3>
        <a:accent4>
          <a:srgbClr val="000000"/>
        </a:accent4>
        <a:accent5>
          <a:srgbClr val="FFFFFF"/>
        </a:accent5>
        <a:accent6>
          <a:srgbClr val="555555"/>
        </a:accent6>
        <a:hlink>
          <a:srgbClr val="C0C0C0"/>
        </a:hlink>
        <a:folHlink>
          <a:srgbClr val="EAEAEA"/>
        </a:folHlink>
      </a:clrScheme>
      <a:clrMap bg1="lt1" tx1="dk1" bg2="lt2" tx2="dk2" accent1="accent1" accent2="accent2" accent3="accent3" accent4="accent4" accent5="accent5" accent6="accent6" hlink="hlink" folHlink="folHlink"/>
    </a:extraClrScheme>
    <a:extraClrScheme>
      <a:clrScheme name="SeminarFormat(J)_ver2002Sep 4">
        <a:dk1>
          <a:srgbClr val="FFFFFF"/>
        </a:dk1>
        <a:lt1>
          <a:srgbClr val="FFFFFF"/>
        </a:lt1>
        <a:dk2>
          <a:srgbClr val="000074"/>
        </a:dk2>
        <a:lt2>
          <a:srgbClr val="FFFF00"/>
        </a:lt2>
        <a:accent1>
          <a:srgbClr val="0000FF"/>
        </a:accent1>
        <a:accent2>
          <a:srgbClr val="FF0000"/>
        </a:accent2>
        <a:accent3>
          <a:srgbClr val="AAAABC"/>
        </a:accent3>
        <a:accent4>
          <a:srgbClr val="DADADA"/>
        </a:accent4>
        <a:accent5>
          <a:srgbClr val="AAAAFF"/>
        </a:accent5>
        <a:accent6>
          <a:srgbClr val="E70000"/>
        </a:accent6>
        <a:hlink>
          <a:srgbClr val="006666"/>
        </a:hlink>
        <a:folHlink>
          <a:srgbClr val="9966FF"/>
        </a:folHlink>
      </a:clrScheme>
      <a:clrMap bg1="dk2" tx1="lt1" bg2="dk1" tx2="lt2" accent1="accent1" accent2="accent2" accent3="accent3" accent4="accent4" accent5="accent5" accent6="accent6" hlink="hlink" folHlink="folHlink"/>
    </a:extraClrScheme>
    <a:extraClrScheme>
      <a:clrScheme name="SeminarFormat(J)_ver2002Sep 5">
        <a:dk1>
          <a:srgbClr val="000000"/>
        </a:dk1>
        <a:lt1>
          <a:srgbClr val="FFFFFF"/>
        </a:lt1>
        <a:dk2>
          <a:srgbClr val="000000"/>
        </a:dk2>
        <a:lt2>
          <a:srgbClr val="042346"/>
        </a:lt2>
        <a:accent1>
          <a:srgbClr val="FFFFFF"/>
        </a:accent1>
        <a:accent2>
          <a:srgbClr val="C04281"/>
        </a:accent2>
        <a:accent3>
          <a:srgbClr val="FFFFFF"/>
        </a:accent3>
        <a:accent4>
          <a:srgbClr val="000000"/>
        </a:accent4>
        <a:accent5>
          <a:srgbClr val="FFFFFF"/>
        </a:accent5>
        <a:accent6>
          <a:srgbClr val="AE3B74"/>
        </a:accent6>
        <a:hlink>
          <a:srgbClr val="9CC8F8"/>
        </a:hlink>
        <a:folHlink>
          <a:srgbClr val="FFFFCC"/>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テーマ">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テーマ">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formatJ2005</Template>
  <TotalTime>45779</TotalTime>
  <Words>14957</Words>
  <Application>Microsoft Office PowerPoint</Application>
  <PresentationFormat>A4 210 x 297 mm</PresentationFormat>
  <Paragraphs>1956</Paragraphs>
  <Slides>145</Slides>
  <Notes>124</Notes>
  <HiddenSlides>0</HiddenSlides>
  <MMClips>4</MMClips>
  <ScaleCrop>false</ScaleCrop>
  <HeadingPairs>
    <vt:vector size="6" baseType="variant">
      <vt:variant>
        <vt:lpstr>使用されているフォント</vt:lpstr>
      </vt:variant>
      <vt:variant>
        <vt:i4>9</vt:i4>
      </vt:variant>
      <vt:variant>
        <vt:lpstr>テーマ</vt:lpstr>
      </vt:variant>
      <vt:variant>
        <vt:i4>2</vt:i4>
      </vt:variant>
      <vt:variant>
        <vt:lpstr>スライド タイトル</vt:lpstr>
      </vt:variant>
      <vt:variant>
        <vt:i4>145</vt:i4>
      </vt:variant>
    </vt:vector>
  </HeadingPairs>
  <TitlesOfParts>
    <vt:vector size="156" baseType="lpstr">
      <vt:lpstr>ＭＳ Ｐゴシック</vt:lpstr>
      <vt:lpstr>ヒラギノ角ゴ Pro W3</vt:lpstr>
      <vt:lpstr>メイリオ</vt:lpstr>
      <vt:lpstr>游ゴシック</vt:lpstr>
      <vt:lpstr>游明朝</vt:lpstr>
      <vt:lpstr>Arial</vt:lpstr>
      <vt:lpstr>Source Sans Pro</vt:lpstr>
      <vt:lpstr>Times New Roman</vt:lpstr>
      <vt:lpstr>Wingdings</vt:lpstr>
      <vt:lpstr>formatJ2005</vt:lpstr>
      <vt:lpstr>SeminarFormat(J)_ver2002Sep</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c:title>
  <dc:creator>PRD-Hasegawa Hiromi</dc:creator>
  <cp:lastModifiedBy>S Shibata</cp:lastModifiedBy>
  <cp:revision>4263</cp:revision>
  <cp:lastPrinted>2017-11-25T10:27:00Z</cp:lastPrinted>
  <dcterms:created xsi:type="dcterms:W3CDTF">2005-01-27T06:55:06Z</dcterms:created>
  <dcterms:modified xsi:type="dcterms:W3CDTF">2024-12-02T00:34:56Z</dcterms:modified>
</cp:coreProperties>
</file>